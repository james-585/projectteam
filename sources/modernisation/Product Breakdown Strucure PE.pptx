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64" r:id="rId3"/>
    <p:sldId id="275" r:id="rId4"/>
    <p:sldId id="276" r:id="rId5"/>
    <p:sldId id="277" r:id="rId6"/>
    <p:sldId id="257" r:id="rId7"/>
    <p:sldId id="262" r:id="rId8"/>
    <p:sldId id="289" r:id="rId9"/>
    <p:sldId id="284" r:id="rId10"/>
    <p:sldId id="281" r:id="rId11"/>
    <p:sldId id="258" r:id="rId12"/>
    <p:sldId id="265" r:id="rId13"/>
    <p:sldId id="272" r:id="rId14"/>
    <p:sldId id="285" r:id="rId15"/>
    <p:sldId id="280" r:id="rId16"/>
    <p:sldId id="259" r:id="rId17"/>
    <p:sldId id="266" r:id="rId18"/>
    <p:sldId id="271" r:id="rId19"/>
    <p:sldId id="286" r:id="rId20"/>
    <p:sldId id="282" r:id="rId21"/>
    <p:sldId id="261" r:id="rId22"/>
    <p:sldId id="267" r:id="rId23"/>
    <p:sldId id="269" r:id="rId24"/>
    <p:sldId id="287" r:id="rId25"/>
    <p:sldId id="278" r:id="rId26"/>
    <p:sldId id="260" r:id="rId27"/>
    <p:sldId id="268" r:id="rId28"/>
    <p:sldId id="273" r:id="rId29"/>
    <p:sldId id="288" r:id="rId30"/>
    <p:sldId id="279" r:id="rId31"/>
    <p:sldId id="290" r:id="rId32"/>
    <p:sldId id="291" r:id="rId33"/>
    <p:sldId id="292" r:id="rId34"/>
    <p:sldId id="29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582B23-087C-440D-A858-AEF8B14FE4ED}" v="1" dt="2026-09-09T23:28:04.178"/>
    <p1510:client id="{CBF0A417-8C84-4407-9679-822E1ABBDEDB}" v="5" dt="2026-09-03T04:14:58.8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94660"/>
  </p:normalViewPr>
  <p:slideViewPr>
    <p:cSldViewPr snapToGrid="0">
      <p:cViewPr varScale="1">
        <p:scale>
          <a:sx n="70" d="100"/>
          <a:sy n="70" d="100"/>
        </p:scale>
        <p:origin x="72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922304-28F5-4E2F-ADAE-87C9769F258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7F4AE3D8-8860-4667-964B-1EB4F2C3B185}">
      <dgm:prSet/>
      <dgm:spPr/>
      <dgm:t>
        <a:bodyPr/>
        <a:lstStyle/>
        <a:p>
          <a:r>
            <a:rPr lang="en-AU"/>
            <a:t>Offence Management Data Governance, Model and Ownership</a:t>
          </a:r>
          <a:endParaRPr lang="en-US"/>
        </a:p>
      </dgm:t>
    </dgm:pt>
    <dgm:pt modelId="{2E0F26D7-A18D-454E-844C-93CE5CCBF1FB}" type="parTrans" cxnId="{375233D0-93B9-479D-A482-77B1919282D7}">
      <dgm:prSet/>
      <dgm:spPr/>
      <dgm:t>
        <a:bodyPr/>
        <a:lstStyle/>
        <a:p>
          <a:endParaRPr lang="en-US"/>
        </a:p>
      </dgm:t>
    </dgm:pt>
    <dgm:pt modelId="{1384A73B-B854-4EF5-8831-8CB57385C6E5}" type="sibTrans" cxnId="{375233D0-93B9-479D-A482-77B1919282D7}">
      <dgm:prSet/>
      <dgm:spPr/>
      <dgm:t>
        <a:bodyPr/>
        <a:lstStyle/>
        <a:p>
          <a:endParaRPr lang="en-US"/>
        </a:p>
      </dgm:t>
    </dgm:pt>
    <dgm:pt modelId="{571FD965-9BBC-4C90-8CE9-DDC677ED86FA}">
      <dgm:prSet/>
      <dgm:spPr/>
      <dgm:t>
        <a:bodyPr/>
        <a:lstStyle/>
        <a:p>
          <a:r>
            <a:rPr lang="en-AU"/>
            <a:t>FMP Discovery</a:t>
          </a:r>
          <a:endParaRPr lang="en-US"/>
        </a:p>
      </dgm:t>
    </dgm:pt>
    <dgm:pt modelId="{A9DBD920-66B2-4A3C-AB5D-C9C32B866828}" type="parTrans" cxnId="{14AA7D56-9BB2-46B5-9102-E4E97F382825}">
      <dgm:prSet/>
      <dgm:spPr/>
      <dgm:t>
        <a:bodyPr/>
        <a:lstStyle/>
        <a:p>
          <a:endParaRPr lang="en-US"/>
        </a:p>
      </dgm:t>
    </dgm:pt>
    <dgm:pt modelId="{0184E1C5-1958-4D45-9E17-AA5978DED2A6}" type="sibTrans" cxnId="{14AA7D56-9BB2-46B5-9102-E4E97F382825}">
      <dgm:prSet/>
      <dgm:spPr/>
      <dgm:t>
        <a:bodyPr/>
        <a:lstStyle/>
        <a:p>
          <a:endParaRPr lang="en-US"/>
        </a:p>
      </dgm:t>
    </dgm:pt>
    <dgm:pt modelId="{D8061FE5-A3D7-4C37-AE1D-6A715FA945FE}">
      <dgm:prSet/>
      <dgm:spPr/>
      <dgm:t>
        <a:bodyPr/>
        <a:lstStyle/>
        <a:p>
          <a:r>
            <a:rPr lang="en-AU"/>
            <a:t>IAP IIPS</a:t>
          </a:r>
          <a:endParaRPr lang="en-US"/>
        </a:p>
      </dgm:t>
    </dgm:pt>
    <dgm:pt modelId="{4B02EFE2-EB8D-447F-9495-827F176C2F91}" type="parTrans" cxnId="{51F8789D-20F3-4316-BDE0-69883CDA8C5A}">
      <dgm:prSet/>
      <dgm:spPr/>
      <dgm:t>
        <a:bodyPr/>
        <a:lstStyle/>
        <a:p>
          <a:endParaRPr lang="en-US"/>
        </a:p>
      </dgm:t>
    </dgm:pt>
    <dgm:pt modelId="{A3EF0350-5D0A-4B24-85FD-2A270FD43124}" type="sibTrans" cxnId="{51F8789D-20F3-4316-BDE0-69883CDA8C5A}">
      <dgm:prSet/>
      <dgm:spPr/>
      <dgm:t>
        <a:bodyPr/>
        <a:lstStyle/>
        <a:p>
          <a:endParaRPr lang="en-US"/>
        </a:p>
      </dgm:t>
    </dgm:pt>
    <dgm:pt modelId="{198E6693-6F31-48C9-A548-E48CC9528119}" type="pres">
      <dgm:prSet presAssocID="{E0922304-28F5-4E2F-ADAE-87C9769F258D}" presName="linear" presStyleCnt="0">
        <dgm:presLayoutVars>
          <dgm:animLvl val="lvl"/>
          <dgm:resizeHandles val="exact"/>
        </dgm:presLayoutVars>
      </dgm:prSet>
      <dgm:spPr/>
    </dgm:pt>
    <dgm:pt modelId="{7E9F980D-1625-4680-A60F-669D153BD48C}" type="pres">
      <dgm:prSet presAssocID="{7F4AE3D8-8860-4667-964B-1EB4F2C3B185}" presName="parentText" presStyleLbl="node1" presStyleIdx="0" presStyleCnt="3">
        <dgm:presLayoutVars>
          <dgm:chMax val="0"/>
          <dgm:bulletEnabled val="1"/>
        </dgm:presLayoutVars>
      </dgm:prSet>
      <dgm:spPr/>
    </dgm:pt>
    <dgm:pt modelId="{221DB597-6CEC-485A-88C9-1DAEC5943272}" type="pres">
      <dgm:prSet presAssocID="{1384A73B-B854-4EF5-8831-8CB57385C6E5}" presName="spacer" presStyleCnt="0"/>
      <dgm:spPr/>
    </dgm:pt>
    <dgm:pt modelId="{A467622C-4471-4284-A909-3057EF570ECD}" type="pres">
      <dgm:prSet presAssocID="{571FD965-9BBC-4C90-8CE9-DDC677ED86FA}" presName="parentText" presStyleLbl="node1" presStyleIdx="1" presStyleCnt="3">
        <dgm:presLayoutVars>
          <dgm:chMax val="0"/>
          <dgm:bulletEnabled val="1"/>
        </dgm:presLayoutVars>
      </dgm:prSet>
      <dgm:spPr/>
    </dgm:pt>
    <dgm:pt modelId="{A889697D-740F-48DB-92A3-5CF31DC0F57D}" type="pres">
      <dgm:prSet presAssocID="{0184E1C5-1958-4D45-9E17-AA5978DED2A6}" presName="spacer" presStyleCnt="0"/>
      <dgm:spPr/>
    </dgm:pt>
    <dgm:pt modelId="{CAECEB6B-BCBE-4898-934C-FFD403FDA405}" type="pres">
      <dgm:prSet presAssocID="{D8061FE5-A3D7-4C37-AE1D-6A715FA945FE}" presName="parentText" presStyleLbl="node1" presStyleIdx="2" presStyleCnt="3">
        <dgm:presLayoutVars>
          <dgm:chMax val="0"/>
          <dgm:bulletEnabled val="1"/>
        </dgm:presLayoutVars>
      </dgm:prSet>
      <dgm:spPr/>
    </dgm:pt>
  </dgm:ptLst>
  <dgm:cxnLst>
    <dgm:cxn modelId="{F2AE7F1F-4E93-4DD1-A6D4-B03A8354048B}" type="presOf" srcId="{7F4AE3D8-8860-4667-964B-1EB4F2C3B185}" destId="{7E9F980D-1625-4680-A60F-669D153BD48C}" srcOrd="0" destOrd="0" presId="urn:microsoft.com/office/officeart/2005/8/layout/vList2"/>
    <dgm:cxn modelId="{C35DF45C-7E4D-416A-94F0-BA58CF8A902E}" type="presOf" srcId="{D8061FE5-A3D7-4C37-AE1D-6A715FA945FE}" destId="{CAECEB6B-BCBE-4898-934C-FFD403FDA405}" srcOrd="0" destOrd="0" presId="urn:microsoft.com/office/officeart/2005/8/layout/vList2"/>
    <dgm:cxn modelId="{42279D42-468A-4011-9E55-6D4E83C2468B}" type="presOf" srcId="{571FD965-9BBC-4C90-8CE9-DDC677ED86FA}" destId="{A467622C-4471-4284-A909-3057EF570ECD}" srcOrd="0" destOrd="0" presId="urn:microsoft.com/office/officeart/2005/8/layout/vList2"/>
    <dgm:cxn modelId="{14AA7D56-9BB2-46B5-9102-E4E97F382825}" srcId="{E0922304-28F5-4E2F-ADAE-87C9769F258D}" destId="{571FD965-9BBC-4C90-8CE9-DDC677ED86FA}" srcOrd="1" destOrd="0" parTransId="{A9DBD920-66B2-4A3C-AB5D-C9C32B866828}" sibTransId="{0184E1C5-1958-4D45-9E17-AA5978DED2A6}"/>
    <dgm:cxn modelId="{51F8789D-20F3-4316-BDE0-69883CDA8C5A}" srcId="{E0922304-28F5-4E2F-ADAE-87C9769F258D}" destId="{D8061FE5-A3D7-4C37-AE1D-6A715FA945FE}" srcOrd="2" destOrd="0" parTransId="{4B02EFE2-EB8D-447F-9495-827F176C2F91}" sibTransId="{A3EF0350-5D0A-4B24-85FD-2A270FD43124}"/>
    <dgm:cxn modelId="{93954BB3-D48E-4C97-8C21-E0658AE3B46B}" type="presOf" srcId="{E0922304-28F5-4E2F-ADAE-87C9769F258D}" destId="{198E6693-6F31-48C9-A548-E48CC9528119}" srcOrd="0" destOrd="0" presId="urn:microsoft.com/office/officeart/2005/8/layout/vList2"/>
    <dgm:cxn modelId="{375233D0-93B9-479D-A482-77B1919282D7}" srcId="{E0922304-28F5-4E2F-ADAE-87C9769F258D}" destId="{7F4AE3D8-8860-4667-964B-1EB4F2C3B185}" srcOrd="0" destOrd="0" parTransId="{2E0F26D7-A18D-454E-844C-93CE5CCBF1FB}" sibTransId="{1384A73B-B854-4EF5-8831-8CB57385C6E5}"/>
    <dgm:cxn modelId="{6DDAA43C-5591-45C1-87AD-B9CB02BB2B61}" type="presParOf" srcId="{198E6693-6F31-48C9-A548-E48CC9528119}" destId="{7E9F980D-1625-4680-A60F-669D153BD48C}" srcOrd="0" destOrd="0" presId="urn:microsoft.com/office/officeart/2005/8/layout/vList2"/>
    <dgm:cxn modelId="{65E52C6D-E577-472F-9DC3-2CEEBBC2F5A1}" type="presParOf" srcId="{198E6693-6F31-48C9-A548-E48CC9528119}" destId="{221DB597-6CEC-485A-88C9-1DAEC5943272}" srcOrd="1" destOrd="0" presId="urn:microsoft.com/office/officeart/2005/8/layout/vList2"/>
    <dgm:cxn modelId="{13506B15-8B31-4F8F-9F37-6848DBAA1B23}" type="presParOf" srcId="{198E6693-6F31-48C9-A548-E48CC9528119}" destId="{A467622C-4471-4284-A909-3057EF570ECD}" srcOrd="2" destOrd="0" presId="urn:microsoft.com/office/officeart/2005/8/layout/vList2"/>
    <dgm:cxn modelId="{497806CF-F4EE-481C-8B3A-8064BF8E8A78}" type="presParOf" srcId="{198E6693-6F31-48C9-A548-E48CC9528119}" destId="{A889697D-740F-48DB-92A3-5CF31DC0F57D}" srcOrd="3" destOrd="0" presId="urn:microsoft.com/office/officeart/2005/8/layout/vList2"/>
    <dgm:cxn modelId="{5ADAA1EB-F209-4B5A-A12F-8B83578BAD1F}" type="presParOf" srcId="{198E6693-6F31-48C9-A548-E48CC9528119}" destId="{CAECEB6B-BCBE-4898-934C-FFD403FDA40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BEA68D6-E158-4934-BAF2-CD3B153353BA}" type="doc">
      <dgm:prSet loTypeId="urn:microsoft.com/office/officeart/2005/8/layout/orgChart1" loCatId="hierarchy" qsTypeId="urn:microsoft.com/office/officeart/2005/8/quickstyle/simple2" qsCatId="simple" csTypeId="urn:microsoft.com/office/officeart/2005/8/colors/accent0_3" csCatId="mainScheme" phldr="1"/>
      <dgm:spPr/>
      <dgm:t>
        <a:bodyPr/>
        <a:lstStyle/>
        <a:p>
          <a:endParaRPr lang="en-AU"/>
        </a:p>
      </dgm:t>
    </dgm:pt>
    <dgm:pt modelId="{10A0EA3D-3AD4-4A16-AC66-3525B6400D15}">
      <dgm:prSet phldrT="[Text]" phldr="0" custT="1"/>
      <dgm:spPr>
        <a:solidFill>
          <a:srgbClr val="002060"/>
        </a:solidFill>
      </dgm:spPr>
      <dgm:t>
        <a:bodyPr/>
        <a:lstStyle/>
        <a:p>
          <a:r>
            <a:rPr lang="en-AU" sz="2400"/>
            <a:t>Offence Management</a:t>
          </a:r>
        </a:p>
      </dgm:t>
    </dgm:pt>
    <dgm:pt modelId="{C9D49A3E-3F67-4AE3-9FDA-6F9BB1AF9BD8}" type="parTrans" cxnId="{16F7F54E-B0C2-4129-B92D-8DE372385E3B}">
      <dgm:prSet/>
      <dgm:spPr/>
      <dgm:t>
        <a:bodyPr/>
        <a:lstStyle/>
        <a:p>
          <a:endParaRPr lang="en-AU"/>
        </a:p>
      </dgm:t>
    </dgm:pt>
    <dgm:pt modelId="{E0ACF1AB-2B68-4A49-8ADA-3E481ED4AF09}" type="sibTrans" cxnId="{16F7F54E-B0C2-4129-B92D-8DE372385E3B}">
      <dgm:prSet/>
      <dgm:spPr/>
      <dgm:t>
        <a:bodyPr/>
        <a:lstStyle/>
        <a:p>
          <a:endParaRPr lang="en-AU"/>
        </a:p>
      </dgm:t>
    </dgm:pt>
    <dgm:pt modelId="{145D55AA-61E0-495C-8F2D-EE36475B0338}">
      <dgm:prSet phldrT="[Text]" phldr="0"/>
      <dgm:spPr>
        <a:solidFill>
          <a:schemeClr val="tx2">
            <a:lumMod val="75000"/>
            <a:lumOff val="25000"/>
          </a:schemeClr>
        </a:solidFill>
      </dgm:spPr>
      <dgm:t>
        <a:bodyPr/>
        <a:lstStyle/>
        <a:p>
          <a:r>
            <a:rPr lang="en-AU"/>
            <a:t>Business Process &amp; Operating Model</a:t>
          </a:r>
        </a:p>
      </dgm:t>
    </dgm:pt>
    <dgm:pt modelId="{0C9BCA1A-676D-4632-848E-0829D4E5185A}" type="parTrans" cxnId="{B122E7C2-6E03-4A33-83BE-FB576B3891B7}">
      <dgm:prSet/>
      <dgm:spPr/>
      <dgm:t>
        <a:bodyPr/>
        <a:lstStyle/>
        <a:p>
          <a:endParaRPr lang="en-AU"/>
        </a:p>
      </dgm:t>
    </dgm:pt>
    <dgm:pt modelId="{DE2925A3-7D6A-483F-AED9-5E2A830936B3}" type="sibTrans" cxnId="{B122E7C2-6E03-4A33-83BE-FB576B3891B7}">
      <dgm:prSet/>
      <dgm:spPr/>
      <dgm:t>
        <a:bodyPr/>
        <a:lstStyle/>
        <a:p>
          <a:endParaRPr lang="en-AU"/>
        </a:p>
      </dgm:t>
    </dgm:pt>
    <dgm:pt modelId="{C5037945-930F-4B75-858B-B894823169CF}">
      <dgm:prSet/>
      <dgm:spPr>
        <a:solidFill>
          <a:schemeClr val="tx2">
            <a:lumMod val="75000"/>
            <a:lumOff val="25000"/>
          </a:schemeClr>
        </a:solidFill>
      </dgm:spPr>
      <dgm:t>
        <a:bodyPr/>
        <a:lstStyle/>
        <a:p>
          <a:r>
            <a:rPr lang="en-AU"/>
            <a:t>Product Management &amp; Governance</a:t>
          </a:r>
        </a:p>
      </dgm:t>
    </dgm:pt>
    <dgm:pt modelId="{D4470D27-09CC-41EB-BA1A-CCC1BA5C0E27}" type="parTrans" cxnId="{01E80BCF-1ECB-430D-A350-FE3C8C51032F}">
      <dgm:prSet/>
      <dgm:spPr/>
      <dgm:t>
        <a:bodyPr/>
        <a:lstStyle/>
        <a:p>
          <a:endParaRPr lang="en-AU"/>
        </a:p>
      </dgm:t>
    </dgm:pt>
    <dgm:pt modelId="{1E8234E8-902F-4E23-8B68-776EF1344419}" type="sibTrans" cxnId="{01E80BCF-1ECB-430D-A350-FE3C8C51032F}">
      <dgm:prSet/>
      <dgm:spPr/>
      <dgm:t>
        <a:bodyPr/>
        <a:lstStyle/>
        <a:p>
          <a:endParaRPr lang="en-AU"/>
        </a:p>
      </dgm:t>
    </dgm:pt>
    <dgm:pt modelId="{26763262-632B-46CC-BA82-DA9DFC8A319D}">
      <dgm:prSet/>
      <dgm:spPr>
        <a:solidFill>
          <a:schemeClr val="tx2">
            <a:lumMod val="75000"/>
            <a:lumOff val="25000"/>
          </a:schemeClr>
        </a:solidFill>
      </dgm:spPr>
      <dgm:t>
        <a:bodyPr/>
        <a:lstStyle/>
        <a:p>
          <a:r>
            <a:rPr lang="en-AU"/>
            <a:t>Requirements &amp; Design</a:t>
          </a:r>
        </a:p>
      </dgm:t>
    </dgm:pt>
    <dgm:pt modelId="{33FD4574-5FBE-445D-A451-69994E30F552}" type="parTrans" cxnId="{CBD31DC1-FA84-4991-BF96-345E844ED7E9}">
      <dgm:prSet/>
      <dgm:spPr/>
      <dgm:t>
        <a:bodyPr/>
        <a:lstStyle/>
        <a:p>
          <a:endParaRPr lang="en-AU"/>
        </a:p>
      </dgm:t>
    </dgm:pt>
    <dgm:pt modelId="{84C37D61-B689-4A7F-B29B-92B77CD3E11A}" type="sibTrans" cxnId="{CBD31DC1-FA84-4991-BF96-345E844ED7E9}">
      <dgm:prSet/>
      <dgm:spPr/>
      <dgm:t>
        <a:bodyPr/>
        <a:lstStyle/>
        <a:p>
          <a:endParaRPr lang="en-AU"/>
        </a:p>
      </dgm:t>
    </dgm:pt>
    <dgm:pt modelId="{75DFC915-9462-4A30-AE1F-37CE18B3C6D2}">
      <dgm:prSet phldrT="[Text]" phldr="0"/>
      <dgm:spPr>
        <a:solidFill>
          <a:schemeClr val="tx2">
            <a:lumMod val="75000"/>
            <a:lumOff val="25000"/>
          </a:schemeClr>
        </a:solidFill>
      </dgm:spPr>
      <dgm:t>
        <a:bodyPr/>
        <a:lstStyle/>
        <a:p>
          <a:r>
            <a:rPr lang="en-AU"/>
            <a:t>Change Impact &amp; Business Readiness</a:t>
          </a:r>
        </a:p>
      </dgm:t>
    </dgm:pt>
    <dgm:pt modelId="{F8130828-F801-48B7-A83D-32C060147E31}" type="parTrans" cxnId="{5F5F20C9-F4E0-4374-8747-B7F46FEC88D8}">
      <dgm:prSet/>
      <dgm:spPr/>
      <dgm:t>
        <a:bodyPr/>
        <a:lstStyle/>
        <a:p>
          <a:endParaRPr lang="en-AU"/>
        </a:p>
      </dgm:t>
    </dgm:pt>
    <dgm:pt modelId="{727CFFC1-D6CC-4121-8182-E56D6E59AF3A}" type="sibTrans" cxnId="{5F5F20C9-F4E0-4374-8747-B7F46FEC88D8}">
      <dgm:prSet/>
      <dgm:spPr/>
      <dgm:t>
        <a:bodyPr/>
        <a:lstStyle/>
        <a:p>
          <a:endParaRPr lang="en-AU"/>
        </a:p>
      </dgm:t>
    </dgm:pt>
    <dgm:pt modelId="{CFBF96BE-57AC-4278-BEE8-4529105B485E}">
      <dgm:prSet phldrT="[Text]" phldr="0"/>
      <dgm:spPr>
        <a:solidFill>
          <a:schemeClr val="tx2">
            <a:lumMod val="75000"/>
            <a:lumOff val="25000"/>
          </a:schemeClr>
        </a:solidFill>
      </dgm:spPr>
      <dgm:t>
        <a:bodyPr/>
        <a:lstStyle/>
        <a:p>
          <a:r>
            <a:rPr lang="en-AU"/>
            <a:t>Benefits Realisation</a:t>
          </a:r>
        </a:p>
      </dgm:t>
    </dgm:pt>
    <dgm:pt modelId="{E93B594F-0000-4F1E-9B42-4CBD54251AE9}" type="parTrans" cxnId="{EFCDE451-2354-4EFE-B526-56B196DC5C32}">
      <dgm:prSet/>
      <dgm:spPr/>
      <dgm:t>
        <a:bodyPr/>
        <a:lstStyle/>
        <a:p>
          <a:endParaRPr lang="en-AU"/>
        </a:p>
      </dgm:t>
    </dgm:pt>
    <dgm:pt modelId="{193FE8D6-E354-43F8-A281-6AE4CE481BEC}" type="sibTrans" cxnId="{EFCDE451-2354-4EFE-B526-56B196DC5C32}">
      <dgm:prSet/>
      <dgm:spPr/>
      <dgm:t>
        <a:bodyPr/>
        <a:lstStyle/>
        <a:p>
          <a:endParaRPr lang="en-AU"/>
        </a:p>
      </dgm:t>
    </dgm:pt>
    <dgm:pt modelId="{950DF26E-17D9-4CD6-BA22-3B12B191F0B1}">
      <dgm:prSet phldrT="[Text]" phldr="0"/>
      <dgm:spPr>
        <a:solidFill>
          <a:schemeClr val="bg2">
            <a:lumMod val="25000"/>
          </a:schemeClr>
        </a:solidFill>
      </dgm:spPr>
      <dgm:t>
        <a:bodyPr/>
        <a:lstStyle/>
        <a:p>
          <a:r>
            <a:rPr lang="en-AU"/>
            <a:t>Planning &amp; Control</a:t>
          </a:r>
        </a:p>
      </dgm:t>
    </dgm:pt>
    <dgm:pt modelId="{8B435217-472D-41FB-B90A-51F67EEBBD13}" type="parTrans" cxnId="{18BCA797-5F65-49B1-8AEA-2FB4844D84F8}">
      <dgm:prSet/>
      <dgm:spPr/>
      <dgm:t>
        <a:bodyPr/>
        <a:lstStyle/>
        <a:p>
          <a:endParaRPr lang="en-AU"/>
        </a:p>
      </dgm:t>
    </dgm:pt>
    <dgm:pt modelId="{3496055C-9922-4C65-AC08-2AF91F9C60B6}" type="sibTrans" cxnId="{18BCA797-5F65-49B1-8AEA-2FB4844D84F8}">
      <dgm:prSet/>
      <dgm:spPr/>
      <dgm:t>
        <a:bodyPr/>
        <a:lstStyle/>
        <a:p>
          <a:endParaRPr lang="en-AU"/>
        </a:p>
      </dgm:t>
    </dgm:pt>
    <dgm:pt modelId="{4ED5C0B1-92B0-476D-A064-D707F3607BE3}">
      <dgm:prSet phldrT="[Text]" phldr="0"/>
      <dgm:spPr>
        <a:solidFill>
          <a:schemeClr val="bg2">
            <a:lumMod val="75000"/>
          </a:schemeClr>
        </a:solidFill>
      </dgm:spPr>
      <dgm:t>
        <a:bodyPr/>
        <a:lstStyle/>
        <a:p>
          <a:r>
            <a:rPr lang="en-AU"/>
            <a:t>Product Description</a:t>
          </a:r>
        </a:p>
      </dgm:t>
    </dgm:pt>
    <dgm:pt modelId="{17C83013-93B6-4299-822D-850CD1F8E1C4}" type="parTrans" cxnId="{8CFD9902-76DB-4D53-91D0-7D582C045FF2}">
      <dgm:prSet/>
      <dgm:spPr/>
      <dgm:t>
        <a:bodyPr/>
        <a:lstStyle/>
        <a:p>
          <a:endParaRPr lang="en-AU"/>
        </a:p>
      </dgm:t>
    </dgm:pt>
    <dgm:pt modelId="{A5A166A9-7ADF-4C77-893B-1E0CB3D4B3BB}" type="sibTrans" cxnId="{8CFD9902-76DB-4D53-91D0-7D582C045FF2}">
      <dgm:prSet/>
      <dgm:spPr/>
      <dgm:t>
        <a:bodyPr/>
        <a:lstStyle/>
        <a:p>
          <a:endParaRPr lang="en-AU"/>
        </a:p>
      </dgm:t>
    </dgm:pt>
    <dgm:pt modelId="{92162928-B373-4802-B988-4C318FAE4B4C}">
      <dgm:prSet phldrT="[Text]" phldr="0"/>
      <dgm:spPr>
        <a:solidFill>
          <a:schemeClr val="bg2">
            <a:lumMod val="25000"/>
          </a:schemeClr>
        </a:solidFill>
      </dgm:spPr>
      <dgm:t>
        <a:bodyPr/>
        <a:lstStyle/>
        <a:p>
          <a:r>
            <a:rPr lang="en-AU"/>
            <a:t>Risk, Issue &amp; Assurance</a:t>
          </a:r>
        </a:p>
      </dgm:t>
    </dgm:pt>
    <dgm:pt modelId="{691118F6-AAF5-40E0-AD6D-235FADC018C0}" type="parTrans" cxnId="{49A02DA8-92BB-429F-A755-417A2EC3E9B9}">
      <dgm:prSet/>
      <dgm:spPr/>
      <dgm:t>
        <a:bodyPr/>
        <a:lstStyle/>
        <a:p>
          <a:endParaRPr lang="en-AU"/>
        </a:p>
      </dgm:t>
    </dgm:pt>
    <dgm:pt modelId="{7F58E25C-EE12-4CC1-9C39-BC755918B106}" type="sibTrans" cxnId="{49A02DA8-92BB-429F-A755-417A2EC3E9B9}">
      <dgm:prSet/>
      <dgm:spPr/>
      <dgm:t>
        <a:bodyPr/>
        <a:lstStyle/>
        <a:p>
          <a:endParaRPr lang="en-AU"/>
        </a:p>
      </dgm:t>
    </dgm:pt>
    <dgm:pt modelId="{986A668E-B947-4E9B-BC49-750AC65155F3}">
      <dgm:prSet phldrT="[Text]" phldr="0"/>
      <dgm:spPr>
        <a:solidFill>
          <a:schemeClr val="bg2">
            <a:lumMod val="25000"/>
          </a:schemeClr>
        </a:solidFill>
      </dgm:spPr>
      <dgm:t>
        <a:bodyPr/>
        <a:lstStyle/>
        <a:p>
          <a:r>
            <a:rPr lang="en-AU"/>
            <a:t>Change &amp; Configuration Control</a:t>
          </a:r>
        </a:p>
      </dgm:t>
    </dgm:pt>
    <dgm:pt modelId="{D05A1DE1-7189-4112-B5BB-9BF305C53705}" type="parTrans" cxnId="{CEEB7152-37E6-47BF-BC73-F208623103A5}">
      <dgm:prSet/>
      <dgm:spPr/>
      <dgm:t>
        <a:bodyPr/>
        <a:lstStyle/>
        <a:p>
          <a:endParaRPr lang="en-AU"/>
        </a:p>
      </dgm:t>
    </dgm:pt>
    <dgm:pt modelId="{E23EDDC4-137D-4726-B038-398AA676BF49}" type="sibTrans" cxnId="{CEEB7152-37E6-47BF-BC73-F208623103A5}">
      <dgm:prSet/>
      <dgm:spPr/>
      <dgm:t>
        <a:bodyPr/>
        <a:lstStyle/>
        <a:p>
          <a:endParaRPr lang="en-AU"/>
        </a:p>
      </dgm:t>
    </dgm:pt>
    <dgm:pt modelId="{A2074807-3C28-4B33-9EEB-412E5A1AA954}">
      <dgm:prSet phldrT="[Text]" phldr="0"/>
      <dgm:spPr>
        <a:solidFill>
          <a:schemeClr val="bg2">
            <a:lumMod val="25000"/>
          </a:schemeClr>
        </a:solidFill>
      </dgm:spPr>
      <dgm:t>
        <a:bodyPr/>
        <a:lstStyle/>
        <a:p>
          <a:r>
            <a:rPr lang="en-AU"/>
            <a:t>Closure &amp; Continuous Improvement</a:t>
          </a:r>
        </a:p>
      </dgm:t>
    </dgm:pt>
    <dgm:pt modelId="{CA54F505-FAAD-4FFF-AE99-F02D8805AA90}" type="parTrans" cxnId="{FF52CBED-35A2-4EC8-90B0-070F59F53CEF}">
      <dgm:prSet/>
      <dgm:spPr/>
      <dgm:t>
        <a:bodyPr/>
        <a:lstStyle/>
        <a:p>
          <a:endParaRPr lang="en-AU"/>
        </a:p>
      </dgm:t>
    </dgm:pt>
    <dgm:pt modelId="{C0480748-AD54-45DF-99A7-51B5C002D86D}" type="sibTrans" cxnId="{FF52CBED-35A2-4EC8-90B0-070F59F53CEF}">
      <dgm:prSet/>
      <dgm:spPr/>
      <dgm:t>
        <a:bodyPr/>
        <a:lstStyle/>
        <a:p>
          <a:endParaRPr lang="en-AU"/>
        </a:p>
      </dgm:t>
    </dgm:pt>
    <dgm:pt modelId="{54A214D2-D44C-4CCE-9AEB-B812186FBE9F}">
      <dgm:prSet phldrT="[Text]" phldr="0"/>
      <dgm:spPr>
        <a:solidFill>
          <a:schemeClr val="bg2">
            <a:lumMod val="25000"/>
          </a:schemeClr>
        </a:solidFill>
      </dgm:spPr>
      <dgm:t>
        <a:bodyPr/>
        <a:lstStyle/>
        <a:p>
          <a:r>
            <a:rPr lang="en-AU"/>
            <a:t>Current State &amp; Requirements</a:t>
          </a:r>
        </a:p>
      </dgm:t>
    </dgm:pt>
    <dgm:pt modelId="{C08DA14E-AC2A-41C9-8939-B45B3C4534E7}" type="parTrans" cxnId="{9F53E5A3-9B19-4FC1-8589-24E20C15421E}">
      <dgm:prSet/>
      <dgm:spPr/>
      <dgm:t>
        <a:bodyPr/>
        <a:lstStyle/>
        <a:p>
          <a:endParaRPr lang="en-AU"/>
        </a:p>
      </dgm:t>
    </dgm:pt>
    <dgm:pt modelId="{FBCA2515-4244-4CFE-A263-81F118C8D283}" type="sibTrans" cxnId="{9F53E5A3-9B19-4FC1-8589-24E20C15421E}">
      <dgm:prSet/>
      <dgm:spPr/>
      <dgm:t>
        <a:bodyPr/>
        <a:lstStyle/>
        <a:p>
          <a:endParaRPr lang="en-AU"/>
        </a:p>
      </dgm:t>
    </dgm:pt>
    <dgm:pt modelId="{E6F20497-E36F-4F26-9883-A4BC83ABA34F}">
      <dgm:prSet phldrT="[Text]" phldr="0"/>
      <dgm:spPr>
        <a:solidFill>
          <a:schemeClr val="bg2">
            <a:lumMod val="75000"/>
          </a:schemeClr>
        </a:solidFill>
      </dgm:spPr>
      <dgm:t>
        <a:bodyPr/>
        <a:lstStyle/>
        <a:p>
          <a:r>
            <a:rPr lang="en-AU"/>
            <a:t>Delivery Plan</a:t>
          </a:r>
        </a:p>
      </dgm:t>
    </dgm:pt>
    <dgm:pt modelId="{D0C79BF9-EA6A-470B-B112-99598FC4D66F}" type="parTrans" cxnId="{D300E039-74EF-424B-BEE3-74A835BF10D4}">
      <dgm:prSet/>
      <dgm:spPr/>
      <dgm:t>
        <a:bodyPr/>
        <a:lstStyle/>
        <a:p>
          <a:endParaRPr lang="en-AU"/>
        </a:p>
      </dgm:t>
    </dgm:pt>
    <dgm:pt modelId="{8F328C89-2759-432D-B287-2DED491F5A0E}" type="sibTrans" cxnId="{D300E039-74EF-424B-BEE3-74A835BF10D4}">
      <dgm:prSet/>
      <dgm:spPr/>
      <dgm:t>
        <a:bodyPr/>
        <a:lstStyle/>
        <a:p>
          <a:endParaRPr lang="en-AU"/>
        </a:p>
      </dgm:t>
    </dgm:pt>
    <dgm:pt modelId="{E670956E-23BE-4CCF-9CC8-C73CE9824EFC}">
      <dgm:prSet phldrT="[Text]" phldr="0"/>
      <dgm:spPr>
        <a:solidFill>
          <a:schemeClr val="bg2">
            <a:lumMod val="25000"/>
          </a:schemeClr>
        </a:solidFill>
      </dgm:spPr>
      <dgm:t>
        <a:bodyPr/>
        <a:lstStyle/>
        <a:p>
          <a:r>
            <a:rPr lang="en-AU"/>
            <a:t>Solution Design</a:t>
          </a:r>
        </a:p>
      </dgm:t>
    </dgm:pt>
    <dgm:pt modelId="{F03F1325-F889-4151-B190-44DECF7357FE}" type="parTrans" cxnId="{E903745C-04D3-47FF-938C-B6D4E7A3591C}">
      <dgm:prSet/>
      <dgm:spPr/>
      <dgm:t>
        <a:bodyPr/>
        <a:lstStyle/>
        <a:p>
          <a:endParaRPr lang="en-AU"/>
        </a:p>
      </dgm:t>
    </dgm:pt>
    <dgm:pt modelId="{D688AB0F-0A4C-420E-A0DD-5A1ABD285209}" type="sibTrans" cxnId="{E903745C-04D3-47FF-938C-B6D4E7A3591C}">
      <dgm:prSet/>
      <dgm:spPr/>
      <dgm:t>
        <a:bodyPr/>
        <a:lstStyle/>
        <a:p>
          <a:endParaRPr lang="en-AU"/>
        </a:p>
      </dgm:t>
    </dgm:pt>
    <dgm:pt modelId="{E72F02CF-18B3-473D-BA51-A3A921F54BCB}">
      <dgm:prSet phldrT="[Text]" phldr="0"/>
      <dgm:spPr>
        <a:solidFill>
          <a:schemeClr val="bg2">
            <a:lumMod val="25000"/>
          </a:schemeClr>
        </a:solidFill>
      </dgm:spPr>
      <dgm:t>
        <a:bodyPr/>
        <a:lstStyle/>
        <a:p>
          <a:r>
            <a:rPr lang="en-AU"/>
            <a:t>Process Design</a:t>
          </a:r>
        </a:p>
      </dgm:t>
    </dgm:pt>
    <dgm:pt modelId="{DAAB9B73-0654-44F2-BFB2-2A12E0C8324D}" type="parTrans" cxnId="{78316D8E-AFC5-47D8-AF85-1A8537C54658}">
      <dgm:prSet/>
      <dgm:spPr/>
      <dgm:t>
        <a:bodyPr/>
        <a:lstStyle/>
        <a:p>
          <a:endParaRPr lang="en-AU"/>
        </a:p>
      </dgm:t>
    </dgm:pt>
    <dgm:pt modelId="{97E97D14-2633-4446-81A4-AB6C3142C0CC}" type="sibTrans" cxnId="{78316D8E-AFC5-47D8-AF85-1A8537C54658}">
      <dgm:prSet/>
      <dgm:spPr/>
      <dgm:t>
        <a:bodyPr/>
        <a:lstStyle/>
        <a:p>
          <a:endParaRPr lang="en-AU"/>
        </a:p>
      </dgm:t>
    </dgm:pt>
    <dgm:pt modelId="{52C3973C-B7F3-447F-8C8A-6D0C97AC7D87}">
      <dgm:prSet phldrT="[Text]" phldr="0"/>
      <dgm:spPr>
        <a:solidFill>
          <a:schemeClr val="bg2">
            <a:lumMod val="25000"/>
          </a:schemeClr>
        </a:solidFill>
      </dgm:spPr>
      <dgm:t>
        <a:bodyPr/>
        <a:lstStyle/>
        <a:p>
          <a:r>
            <a:rPr lang="en-AU"/>
            <a:t>Policy, Structure &amp; Procedures</a:t>
          </a:r>
        </a:p>
      </dgm:t>
    </dgm:pt>
    <dgm:pt modelId="{CD9829E7-840B-4B2B-A393-F04E987952D6}" type="parTrans" cxnId="{8CF4515B-ECB6-46A2-BFB8-7C8714F6BF94}">
      <dgm:prSet/>
      <dgm:spPr/>
      <dgm:t>
        <a:bodyPr/>
        <a:lstStyle/>
        <a:p>
          <a:endParaRPr lang="en-AU"/>
        </a:p>
      </dgm:t>
    </dgm:pt>
    <dgm:pt modelId="{FD3C11DA-8337-4E02-AF54-1922BD386F80}" type="sibTrans" cxnId="{8CF4515B-ECB6-46A2-BFB8-7C8714F6BF94}">
      <dgm:prSet/>
      <dgm:spPr/>
      <dgm:t>
        <a:bodyPr/>
        <a:lstStyle/>
        <a:p>
          <a:endParaRPr lang="en-AU"/>
        </a:p>
      </dgm:t>
    </dgm:pt>
    <dgm:pt modelId="{05459587-4988-4521-A172-715582190CFB}">
      <dgm:prSet phldrT="[Text]" phldr="0"/>
      <dgm:spPr>
        <a:solidFill>
          <a:schemeClr val="bg2">
            <a:lumMod val="25000"/>
          </a:schemeClr>
        </a:solidFill>
      </dgm:spPr>
      <dgm:t>
        <a:bodyPr/>
        <a:lstStyle/>
        <a:p>
          <a:r>
            <a:rPr lang="en-AU"/>
            <a:t>Impact Assessment</a:t>
          </a:r>
        </a:p>
      </dgm:t>
    </dgm:pt>
    <dgm:pt modelId="{81DA8363-0B62-47BB-A1C0-276F95F61685}" type="parTrans" cxnId="{070420DA-0A98-4971-91C5-329C2B47EDBD}">
      <dgm:prSet/>
      <dgm:spPr/>
      <dgm:t>
        <a:bodyPr/>
        <a:lstStyle/>
        <a:p>
          <a:endParaRPr lang="en-AU"/>
        </a:p>
      </dgm:t>
    </dgm:pt>
    <dgm:pt modelId="{BB821CFB-ECAB-4AFD-84D7-F610E819B777}" type="sibTrans" cxnId="{070420DA-0A98-4971-91C5-329C2B47EDBD}">
      <dgm:prSet/>
      <dgm:spPr/>
      <dgm:t>
        <a:bodyPr/>
        <a:lstStyle/>
        <a:p>
          <a:endParaRPr lang="en-AU"/>
        </a:p>
      </dgm:t>
    </dgm:pt>
    <dgm:pt modelId="{1B6E74F3-B5A8-441C-AB65-775DCB44F666}">
      <dgm:prSet phldrT="[Text]" phldr="0"/>
      <dgm:spPr>
        <a:solidFill>
          <a:schemeClr val="bg2">
            <a:lumMod val="25000"/>
          </a:schemeClr>
        </a:solidFill>
      </dgm:spPr>
      <dgm:t>
        <a:bodyPr/>
        <a:lstStyle/>
        <a:p>
          <a:r>
            <a:rPr lang="en-AU"/>
            <a:t>Readiness &amp; Adoption</a:t>
          </a:r>
        </a:p>
      </dgm:t>
    </dgm:pt>
    <dgm:pt modelId="{3C79FE37-D072-433C-85E3-76D9529FB2A4}" type="parTrans" cxnId="{23B9B1D3-27DD-4CC3-A22E-88440AA4E8B1}">
      <dgm:prSet/>
      <dgm:spPr/>
      <dgm:t>
        <a:bodyPr/>
        <a:lstStyle/>
        <a:p>
          <a:endParaRPr lang="en-AU"/>
        </a:p>
      </dgm:t>
    </dgm:pt>
    <dgm:pt modelId="{43F121AF-991F-4E24-85F2-84A4E19BC598}" type="sibTrans" cxnId="{23B9B1D3-27DD-4CC3-A22E-88440AA4E8B1}">
      <dgm:prSet/>
      <dgm:spPr/>
      <dgm:t>
        <a:bodyPr/>
        <a:lstStyle/>
        <a:p>
          <a:endParaRPr lang="en-AU"/>
        </a:p>
      </dgm:t>
    </dgm:pt>
    <dgm:pt modelId="{435BDAA4-6C6D-4BA3-863B-6A6502930384}">
      <dgm:prSet phldrT="[Text]" phldr="0"/>
      <dgm:spPr>
        <a:solidFill>
          <a:schemeClr val="bg2">
            <a:lumMod val="25000"/>
          </a:schemeClr>
        </a:solidFill>
      </dgm:spPr>
      <dgm:t>
        <a:bodyPr/>
        <a:lstStyle/>
        <a:p>
          <a:r>
            <a:rPr lang="en-AU"/>
            <a:t>Benefits Planning</a:t>
          </a:r>
        </a:p>
      </dgm:t>
    </dgm:pt>
    <dgm:pt modelId="{B8FCF6F9-076B-4699-9E4E-2CA4C23B8C97}" type="parTrans" cxnId="{8B4D044C-C205-44CB-ABBF-D0B5206485D0}">
      <dgm:prSet/>
      <dgm:spPr/>
      <dgm:t>
        <a:bodyPr/>
        <a:lstStyle/>
        <a:p>
          <a:endParaRPr lang="en-AU"/>
        </a:p>
      </dgm:t>
    </dgm:pt>
    <dgm:pt modelId="{12E3D8B8-8157-4E1C-A5EB-5A67975F36DC}" type="sibTrans" cxnId="{8B4D044C-C205-44CB-ABBF-D0B5206485D0}">
      <dgm:prSet/>
      <dgm:spPr/>
      <dgm:t>
        <a:bodyPr/>
        <a:lstStyle/>
        <a:p>
          <a:endParaRPr lang="en-AU"/>
        </a:p>
      </dgm:t>
    </dgm:pt>
    <dgm:pt modelId="{148B9544-AAE4-4F82-A7BD-B12D32E93924}">
      <dgm:prSet/>
      <dgm:spPr>
        <a:solidFill>
          <a:schemeClr val="bg2">
            <a:lumMod val="75000"/>
          </a:schemeClr>
        </a:solidFill>
      </dgm:spPr>
      <dgm:t>
        <a:bodyPr/>
        <a:lstStyle/>
        <a:p>
          <a:r>
            <a:rPr lang="en-AU"/>
            <a:t>Risk Register</a:t>
          </a:r>
        </a:p>
      </dgm:t>
    </dgm:pt>
    <dgm:pt modelId="{4AB04E85-FE6A-4EA2-B818-06ED39A51C26}" type="parTrans" cxnId="{309B0C38-5738-4584-91AD-776BDC6BBA17}">
      <dgm:prSet/>
      <dgm:spPr/>
      <dgm:t>
        <a:bodyPr/>
        <a:lstStyle/>
        <a:p>
          <a:endParaRPr lang="en-AU"/>
        </a:p>
      </dgm:t>
    </dgm:pt>
    <dgm:pt modelId="{12357A0A-4A06-4BB5-AEEA-CDCA769E472E}" type="sibTrans" cxnId="{309B0C38-5738-4584-91AD-776BDC6BBA17}">
      <dgm:prSet/>
      <dgm:spPr/>
      <dgm:t>
        <a:bodyPr/>
        <a:lstStyle/>
        <a:p>
          <a:endParaRPr lang="en-AU"/>
        </a:p>
      </dgm:t>
    </dgm:pt>
    <dgm:pt modelId="{00AC022C-23A1-48BC-BDFF-3F7F28B476E7}">
      <dgm:prSet/>
      <dgm:spPr>
        <a:solidFill>
          <a:schemeClr val="bg2">
            <a:lumMod val="75000"/>
          </a:schemeClr>
        </a:solidFill>
      </dgm:spPr>
      <dgm:t>
        <a:bodyPr/>
        <a:lstStyle/>
        <a:p>
          <a:r>
            <a:rPr lang="en-AU"/>
            <a:t>Issue Register</a:t>
          </a:r>
        </a:p>
      </dgm:t>
    </dgm:pt>
    <dgm:pt modelId="{5AFEA85B-003E-4014-9827-C634609F3F12}" type="parTrans" cxnId="{DF2E5698-5B4A-4B41-9C80-E28878EDB7DF}">
      <dgm:prSet/>
      <dgm:spPr/>
      <dgm:t>
        <a:bodyPr/>
        <a:lstStyle/>
        <a:p>
          <a:endParaRPr lang="en-AU"/>
        </a:p>
      </dgm:t>
    </dgm:pt>
    <dgm:pt modelId="{88B58C69-EE3A-4081-B4A3-39CAD80B4C51}" type="sibTrans" cxnId="{DF2E5698-5B4A-4B41-9C80-E28878EDB7DF}">
      <dgm:prSet/>
      <dgm:spPr/>
      <dgm:t>
        <a:bodyPr/>
        <a:lstStyle/>
        <a:p>
          <a:endParaRPr lang="en-AU"/>
        </a:p>
      </dgm:t>
    </dgm:pt>
    <dgm:pt modelId="{176CD464-A480-4D5E-8CA9-ECC3F2A9DDFC}">
      <dgm:prSet/>
      <dgm:spPr>
        <a:solidFill>
          <a:schemeClr val="bg2">
            <a:lumMod val="75000"/>
          </a:schemeClr>
        </a:solidFill>
      </dgm:spPr>
      <dgm:t>
        <a:bodyPr/>
        <a:lstStyle/>
        <a:p>
          <a:r>
            <a:rPr lang="en-AU"/>
            <a:t>Quality Register</a:t>
          </a:r>
        </a:p>
      </dgm:t>
    </dgm:pt>
    <dgm:pt modelId="{9F4895CA-DAB9-4588-8D38-7BD099F5583E}" type="parTrans" cxnId="{7FCDE794-8304-44A3-A38E-F0FDF2DD2753}">
      <dgm:prSet/>
      <dgm:spPr/>
      <dgm:t>
        <a:bodyPr/>
        <a:lstStyle/>
        <a:p>
          <a:endParaRPr lang="en-AU"/>
        </a:p>
      </dgm:t>
    </dgm:pt>
    <dgm:pt modelId="{01A383FF-6FCA-4891-BA9D-7AD5E2B4EC2E}" type="sibTrans" cxnId="{7FCDE794-8304-44A3-A38E-F0FDF2DD2753}">
      <dgm:prSet/>
      <dgm:spPr/>
      <dgm:t>
        <a:bodyPr/>
        <a:lstStyle/>
        <a:p>
          <a:endParaRPr lang="en-AU"/>
        </a:p>
      </dgm:t>
    </dgm:pt>
    <dgm:pt modelId="{0C099BB8-4A5F-4B8A-B703-DCB7480DDD44}">
      <dgm:prSet/>
      <dgm:spPr>
        <a:solidFill>
          <a:schemeClr val="bg2">
            <a:lumMod val="75000"/>
          </a:schemeClr>
        </a:solidFill>
      </dgm:spPr>
      <dgm:t>
        <a:bodyPr/>
        <a:lstStyle/>
        <a:p>
          <a:r>
            <a:rPr lang="en-AU"/>
            <a:t>Assumptions Log</a:t>
          </a:r>
        </a:p>
      </dgm:t>
    </dgm:pt>
    <dgm:pt modelId="{9FADCBC3-F229-4620-B60A-FB762FF9A001}" type="parTrans" cxnId="{3B6E69F6-2D97-42FB-80C9-90F0D7B7D2A6}">
      <dgm:prSet/>
      <dgm:spPr/>
      <dgm:t>
        <a:bodyPr/>
        <a:lstStyle/>
        <a:p>
          <a:endParaRPr lang="en-AU"/>
        </a:p>
      </dgm:t>
    </dgm:pt>
    <dgm:pt modelId="{1247D2A4-C4C8-4C39-BE98-B29DD737739E}" type="sibTrans" cxnId="{3B6E69F6-2D97-42FB-80C9-90F0D7B7D2A6}">
      <dgm:prSet/>
      <dgm:spPr/>
      <dgm:t>
        <a:bodyPr/>
        <a:lstStyle/>
        <a:p>
          <a:endParaRPr lang="en-AU"/>
        </a:p>
      </dgm:t>
    </dgm:pt>
    <dgm:pt modelId="{ADAD034A-1C03-496E-B3DA-20F322473142}">
      <dgm:prSet/>
      <dgm:spPr>
        <a:solidFill>
          <a:schemeClr val="bg2">
            <a:lumMod val="75000"/>
          </a:schemeClr>
        </a:solidFill>
      </dgm:spPr>
      <dgm:t>
        <a:bodyPr/>
        <a:lstStyle/>
        <a:p>
          <a:pPr>
            <a:buNone/>
          </a:pPr>
          <a:r>
            <a:rPr lang="en-AU" b="0" i="0" u="none"/>
            <a:t>Configuration Item Record</a:t>
          </a:r>
          <a:r>
            <a:rPr lang="en-AU"/>
            <a:t> </a:t>
          </a:r>
        </a:p>
      </dgm:t>
    </dgm:pt>
    <dgm:pt modelId="{905C034C-7C39-4940-8EF1-996096FC5C92}" type="parTrans" cxnId="{1CB9ED65-78F7-4A03-8E9A-7C48AFF738D2}">
      <dgm:prSet/>
      <dgm:spPr/>
      <dgm:t>
        <a:bodyPr/>
        <a:lstStyle/>
        <a:p>
          <a:endParaRPr lang="en-AU"/>
        </a:p>
      </dgm:t>
    </dgm:pt>
    <dgm:pt modelId="{0D4CB279-A65C-4060-B37F-7BD7BA178BA0}" type="sibTrans" cxnId="{1CB9ED65-78F7-4A03-8E9A-7C48AFF738D2}">
      <dgm:prSet/>
      <dgm:spPr/>
      <dgm:t>
        <a:bodyPr/>
        <a:lstStyle/>
        <a:p>
          <a:endParaRPr lang="en-AU"/>
        </a:p>
      </dgm:t>
    </dgm:pt>
    <dgm:pt modelId="{9686FD60-0C64-4E7A-B65B-577F4EBB370B}">
      <dgm:prSet/>
      <dgm:spPr>
        <a:solidFill>
          <a:schemeClr val="bg2">
            <a:lumMod val="75000"/>
          </a:schemeClr>
        </a:solidFill>
      </dgm:spPr>
      <dgm:t>
        <a:bodyPr/>
        <a:lstStyle/>
        <a:p>
          <a:pPr>
            <a:buNone/>
          </a:pPr>
          <a:r>
            <a:rPr lang="en-AU" b="0" i="0" u="none"/>
            <a:t>Change Register</a:t>
          </a:r>
          <a:r>
            <a:rPr lang="en-AU"/>
            <a:t> </a:t>
          </a:r>
        </a:p>
      </dgm:t>
    </dgm:pt>
    <dgm:pt modelId="{871A2A53-1159-46DE-9E54-4CBCCDE56CC6}" type="parTrans" cxnId="{35F3BBF5-AA37-443A-BAA7-2249199E6C90}">
      <dgm:prSet/>
      <dgm:spPr/>
      <dgm:t>
        <a:bodyPr/>
        <a:lstStyle/>
        <a:p>
          <a:endParaRPr lang="en-AU"/>
        </a:p>
      </dgm:t>
    </dgm:pt>
    <dgm:pt modelId="{7AC05B58-F1D9-4A94-A86B-BF0C8A114FD0}" type="sibTrans" cxnId="{35F3BBF5-AA37-443A-BAA7-2249199E6C90}">
      <dgm:prSet/>
      <dgm:spPr/>
      <dgm:t>
        <a:bodyPr/>
        <a:lstStyle/>
        <a:p>
          <a:endParaRPr lang="en-AU"/>
        </a:p>
      </dgm:t>
    </dgm:pt>
    <dgm:pt modelId="{B34D544A-1EDE-483B-B4CE-765BD1DC6DC0}">
      <dgm:prSet/>
      <dgm:spPr>
        <a:solidFill>
          <a:schemeClr val="bg2">
            <a:lumMod val="75000"/>
          </a:schemeClr>
        </a:solidFill>
      </dgm:spPr>
      <dgm:t>
        <a:bodyPr/>
        <a:lstStyle/>
        <a:p>
          <a:r>
            <a:rPr lang="en-AU"/>
            <a:t>Acceptance / Sign-off Record</a:t>
          </a:r>
        </a:p>
      </dgm:t>
    </dgm:pt>
    <dgm:pt modelId="{3268CC1B-A8C4-48DA-9546-3CC229468C0D}" type="parTrans" cxnId="{A75BC499-0D7B-4D2D-ABD1-C71DE704BC6B}">
      <dgm:prSet/>
      <dgm:spPr/>
      <dgm:t>
        <a:bodyPr/>
        <a:lstStyle/>
        <a:p>
          <a:endParaRPr lang="en-AU"/>
        </a:p>
      </dgm:t>
    </dgm:pt>
    <dgm:pt modelId="{92F070E4-9A18-4EE5-A878-96774D9B6DF2}" type="sibTrans" cxnId="{A75BC499-0D7B-4D2D-ABD1-C71DE704BC6B}">
      <dgm:prSet/>
      <dgm:spPr/>
      <dgm:t>
        <a:bodyPr/>
        <a:lstStyle/>
        <a:p>
          <a:endParaRPr lang="en-AU"/>
        </a:p>
      </dgm:t>
    </dgm:pt>
    <dgm:pt modelId="{783A28AA-F493-4D52-B315-F24AFF5BD00E}">
      <dgm:prSet/>
      <dgm:spPr>
        <a:solidFill>
          <a:schemeClr val="bg2">
            <a:lumMod val="75000"/>
          </a:schemeClr>
        </a:solidFill>
      </dgm:spPr>
      <dgm:t>
        <a:bodyPr/>
        <a:lstStyle/>
        <a:p>
          <a:r>
            <a:rPr lang="en-AU"/>
            <a:t>Lessons Learned Log</a:t>
          </a:r>
        </a:p>
      </dgm:t>
    </dgm:pt>
    <dgm:pt modelId="{8EA19B09-4081-4C75-BE6F-B89FC9122F02}" type="parTrans" cxnId="{9F301A46-7973-4139-BE8B-3C19FAA8EFA3}">
      <dgm:prSet/>
      <dgm:spPr/>
      <dgm:t>
        <a:bodyPr/>
        <a:lstStyle/>
        <a:p>
          <a:endParaRPr lang="en-AU"/>
        </a:p>
      </dgm:t>
    </dgm:pt>
    <dgm:pt modelId="{7DE26770-A485-41B9-8439-C2200821D1D8}" type="sibTrans" cxnId="{9F301A46-7973-4139-BE8B-3C19FAA8EFA3}">
      <dgm:prSet/>
      <dgm:spPr/>
      <dgm:t>
        <a:bodyPr/>
        <a:lstStyle/>
        <a:p>
          <a:endParaRPr lang="en-AU"/>
        </a:p>
      </dgm:t>
    </dgm:pt>
    <dgm:pt modelId="{0F02B370-286F-4E1B-80A8-B2AD40265B7C}">
      <dgm:prSet/>
      <dgm:spPr>
        <a:solidFill>
          <a:schemeClr val="bg2">
            <a:lumMod val="75000"/>
          </a:schemeClr>
        </a:solidFill>
      </dgm:spPr>
      <dgm:t>
        <a:bodyPr/>
        <a:lstStyle/>
        <a:p>
          <a:r>
            <a:rPr lang="en-AU"/>
            <a:t>Current State Assessment</a:t>
          </a:r>
        </a:p>
      </dgm:t>
    </dgm:pt>
    <dgm:pt modelId="{F967AC73-60EA-4945-AEC1-1AE5D8629C87}" type="parTrans" cxnId="{BDFC4F4B-7595-4E87-A369-BB1EF6A5A005}">
      <dgm:prSet/>
      <dgm:spPr/>
      <dgm:t>
        <a:bodyPr/>
        <a:lstStyle/>
        <a:p>
          <a:endParaRPr lang="en-AU"/>
        </a:p>
      </dgm:t>
    </dgm:pt>
    <dgm:pt modelId="{50FF85E0-74FC-459E-B8CB-53E1D88D20DF}" type="sibTrans" cxnId="{BDFC4F4B-7595-4E87-A369-BB1EF6A5A005}">
      <dgm:prSet/>
      <dgm:spPr/>
      <dgm:t>
        <a:bodyPr/>
        <a:lstStyle/>
        <a:p>
          <a:endParaRPr lang="en-AU"/>
        </a:p>
      </dgm:t>
    </dgm:pt>
    <dgm:pt modelId="{52C3BCD1-2F5D-456B-ABDD-1FD281CCF16A}">
      <dgm:prSet/>
      <dgm:spPr>
        <a:solidFill>
          <a:schemeClr val="bg2">
            <a:lumMod val="75000"/>
          </a:schemeClr>
        </a:solidFill>
      </dgm:spPr>
      <dgm:t>
        <a:bodyPr/>
        <a:lstStyle/>
        <a:p>
          <a:r>
            <a:rPr lang="en-AU"/>
            <a:t>Business Requirements</a:t>
          </a:r>
        </a:p>
      </dgm:t>
    </dgm:pt>
    <dgm:pt modelId="{1FA59B25-B97D-4856-89A0-8C3B6E523A3D}" type="parTrans" cxnId="{174CD86A-A5D9-440E-8BFA-A913F11DC17E}">
      <dgm:prSet/>
      <dgm:spPr/>
      <dgm:t>
        <a:bodyPr/>
        <a:lstStyle/>
        <a:p>
          <a:endParaRPr lang="en-AU"/>
        </a:p>
      </dgm:t>
    </dgm:pt>
    <dgm:pt modelId="{5CFA36C9-87A7-4E3E-B018-4BB5568D455C}" type="sibTrans" cxnId="{174CD86A-A5D9-440E-8BFA-A913F11DC17E}">
      <dgm:prSet/>
      <dgm:spPr/>
      <dgm:t>
        <a:bodyPr/>
        <a:lstStyle/>
        <a:p>
          <a:endParaRPr lang="en-AU"/>
        </a:p>
      </dgm:t>
    </dgm:pt>
    <dgm:pt modelId="{044DC898-7245-4442-9BD3-48FE3ED2D3B1}">
      <dgm:prSet/>
      <dgm:spPr>
        <a:solidFill>
          <a:schemeClr val="bg2">
            <a:lumMod val="75000"/>
          </a:schemeClr>
        </a:solidFill>
      </dgm:spPr>
      <dgm:t>
        <a:bodyPr/>
        <a:lstStyle/>
        <a:p>
          <a:r>
            <a:rPr lang="en-AU"/>
            <a:t>Functional Specification</a:t>
          </a:r>
        </a:p>
      </dgm:t>
    </dgm:pt>
    <dgm:pt modelId="{7649E386-3A39-4F9D-919B-A92095CAA640}" type="parTrans" cxnId="{4D017340-DD0A-442C-BE3F-60121FF362E5}">
      <dgm:prSet/>
      <dgm:spPr/>
      <dgm:t>
        <a:bodyPr/>
        <a:lstStyle/>
        <a:p>
          <a:endParaRPr lang="en-AU"/>
        </a:p>
      </dgm:t>
    </dgm:pt>
    <dgm:pt modelId="{F321AB74-4AA7-4A03-AE8E-0006B8F869A1}" type="sibTrans" cxnId="{4D017340-DD0A-442C-BE3F-60121FF362E5}">
      <dgm:prSet/>
      <dgm:spPr/>
      <dgm:t>
        <a:bodyPr/>
        <a:lstStyle/>
        <a:p>
          <a:endParaRPr lang="en-AU"/>
        </a:p>
      </dgm:t>
    </dgm:pt>
    <dgm:pt modelId="{4DF2D60D-23A1-4D1B-9910-B7405AEF1AF9}">
      <dgm:prSet/>
      <dgm:spPr>
        <a:solidFill>
          <a:schemeClr val="bg2">
            <a:lumMod val="75000"/>
          </a:schemeClr>
        </a:solidFill>
      </dgm:spPr>
      <dgm:t>
        <a:bodyPr/>
        <a:lstStyle/>
        <a:p>
          <a:r>
            <a:rPr lang="en-AU"/>
            <a:t>Technical Specification</a:t>
          </a:r>
        </a:p>
      </dgm:t>
    </dgm:pt>
    <dgm:pt modelId="{C9029BB1-6D2B-4E61-AFD3-13881B4AF078}" type="parTrans" cxnId="{274E8A48-958B-4B2B-83B4-294A055EE3CD}">
      <dgm:prSet/>
      <dgm:spPr/>
      <dgm:t>
        <a:bodyPr/>
        <a:lstStyle/>
        <a:p>
          <a:endParaRPr lang="en-AU"/>
        </a:p>
      </dgm:t>
    </dgm:pt>
    <dgm:pt modelId="{FFCE032D-29BA-4D7E-B32A-80869A8FFBAF}" type="sibTrans" cxnId="{274E8A48-958B-4B2B-83B4-294A055EE3CD}">
      <dgm:prSet/>
      <dgm:spPr/>
      <dgm:t>
        <a:bodyPr/>
        <a:lstStyle/>
        <a:p>
          <a:endParaRPr lang="en-AU"/>
        </a:p>
      </dgm:t>
    </dgm:pt>
    <dgm:pt modelId="{DA630805-589F-40FE-B4A9-A3C7971583FB}">
      <dgm:prSet/>
      <dgm:spPr>
        <a:solidFill>
          <a:schemeClr val="bg2">
            <a:lumMod val="75000"/>
          </a:schemeClr>
        </a:solidFill>
      </dgm:spPr>
      <dgm:t>
        <a:bodyPr/>
        <a:lstStyle/>
        <a:p>
          <a:r>
            <a:rPr lang="en-AU"/>
            <a:t>Business Process Maps</a:t>
          </a:r>
        </a:p>
      </dgm:t>
    </dgm:pt>
    <dgm:pt modelId="{21D2D3E8-ED16-4668-8A50-BA9C625F6C75}" type="parTrans" cxnId="{0ECAC545-A10E-4A1D-9B83-461095219625}">
      <dgm:prSet/>
      <dgm:spPr/>
      <dgm:t>
        <a:bodyPr/>
        <a:lstStyle/>
        <a:p>
          <a:endParaRPr lang="en-AU"/>
        </a:p>
      </dgm:t>
    </dgm:pt>
    <dgm:pt modelId="{7DD32041-1F6D-43CF-86D9-B3A357D8B036}" type="sibTrans" cxnId="{0ECAC545-A10E-4A1D-9B83-461095219625}">
      <dgm:prSet/>
      <dgm:spPr/>
      <dgm:t>
        <a:bodyPr/>
        <a:lstStyle/>
        <a:p>
          <a:endParaRPr lang="en-AU"/>
        </a:p>
      </dgm:t>
    </dgm:pt>
    <dgm:pt modelId="{DF9E427A-F061-4D73-876E-50DFE6A2B7E5}">
      <dgm:prSet/>
      <dgm:spPr>
        <a:solidFill>
          <a:schemeClr val="bg2">
            <a:lumMod val="75000"/>
          </a:schemeClr>
        </a:solidFill>
      </dgm:spPr>
      <dgm:t>
        <a:bodyPr/>
        <a:lstStyle/>
        <a:p>
          <a:r>
            <a:rPr lang="en-AU"/>
            <a:t>Target Operating Model</a:t>
          </a:r>
        </a:p>
      </dgm:t>
    </dgm:pt>
    <dgm:pt modelId="{0A2748D7-A676-47D0-86C9-1C95FAEAC323}" type="parTrans" cxnId="{11EB690B-E4FE-4F67-AE1F-18BDE3A0C068}">
      <dgm:prSet/>
      <dgm:spPr/>
      <dgm:t>
        <a:bodyPr/>
        <a:lstStyle/>
        <a:p>
          <a:endParaRPr lang="en-AU"/>
        </a:p>
      </dgm:t>
    </dgm:pt>
    <dgm:pt modelId="{976951EB-5A6F-4FE6-946C-BA2364294F13}" type="sibTrans" cxnId="{11EB690B-E4FE-4F67-AE1F-18BDE3A0C068}">
      <dgm:prSet/>
      <dgm:spPr/>
      <dgm:t>
        <a:bodyPr/>
        <a:lstStyle/>
        <a:p>
          <a:endParaRPr lang="en-AU"/>
        </a:p>
      </dgm:t>
    </dgm:pt>
    <dgm:pt modelId="{6179B0DF-E47A-4DC1-A6E5-35A2A8035506}">
      <dgm:prSet/>
      <dgm:spPr>
        <a:solidFill>
          <a:schemeClr val="bg2">
            <a:lumMod val="75000"/>
          </a:schemeClr>
        </a:solidFill>
      </dgm:spPr>
      <dgm:t>
        <a:bodyPr/>
        <a:lstStyle/>
        <a:p>
          <a:r>
            <a:rPr lang="en-AU"/>
            <a:t>Revised Policies &amp; Procedures</a:t>
          </a:r>
        </a:p>
      </dgm:t>
    </dgm:pt>
    <dgm:pt modelId="{7503258F-CB4C-4821-9D8D-C5A58C1571DE}" type="parTrans" cxnId="{34555928-D684-4C54-88AD-6477A968AE47}">
      <dgm:prSet/>
      <dgm:spPr/>
      <dgm:t>
        <a:bodyPr/>
        <a:lstStyle/>
        <a:p>
          <a:endParaRPr lang="en-AU"/>
        </a:p>
      </dgm:t>
    </dgm:pt>
    <dgm:pt modelId="{4AA92FAA-660E-4451-AAED-C02C3ABD0A79}" type="sibTrans" cxnId="{34555928-D684-4C54-88AD-6477A968AE47}">
      <dgm:prSet/>
      <dgm:spPr/>
      <dgm:t>
        <a:bodyPr/>
        <a:lstStyle/>
        <a:p>
          <a:endParaRPr lang="en-AU"/>
        </a:p>
      </dgm:t>
    </dgm:pt>
    <dgm:pt modelId="{63C0A874-E3F2-452F-95FF-C800D865E671}">
      <dgm:prSet/>
      <dgm:spPr>
        <a:solidFill>
          <a:schemeClr val="bg2">
            <a:lumMod val="75000"/>
          </a:schemeClr>
        </a:solidFill>
      </dgm:spPr>
      <dgm:t>
        <a:bodyPr/>
        <a:lstStyle/>
        <a:p>
          <a:r>
            <a:rPr lang="en-AU"/>
            <a:t>Org Structure &amp; RACI Changes</a:t>
          </a:r>
        </a:p>
      </dgm:t>
    </dgm:pt>
    <dgm:pt modelId="{FB0EDD93-3471-4BEA-9C74-D18C3A65BE60}" type="parTrans" cxnId="{93913021-D7BD-48AB-A6A2-0520C516965E}">
      <dgm:prSet/>
      <dgm:spPr/>
      <dgm:t>
        <a:bodyPr/>
        <a:lstStyle/>
        <a:p>
          <a:endParaRPr lang="en-AU"/>
        </a:p>
      </dgm:t>
    </dgm:pt>
    <dgm:pt modelId="{006E42A9-4AAD-4565-A98E-A6F4AE99926A}" type="sibTrans" cxnId="{93913021-D7BD-48AB-A6A2-0520C516965E}">
      <dgm:prSet/>
      <dgm:spPr/>
      <dgm:t>
        <a:bodyPr/>
        <a:lstStyle/>
        <a:p>
          <a:endParaRPr lang="en-AU"/>
        </a:p>
      </dgm:t>
    </dgm:pt>
    <dgm:pt modelId="{64C84F6C-4C89-42C9-BBFB-E3A9FEECB53C}">
      <dgm:prSet/>
      <dgm:spPr>
        <a:solidFill>
          <a:schemeClr val="bg2">
            <a:lumMod val="75000"/>
          </a:schemeClr>
        </a:solidFill>
      </dgm:spPr>
      <dgm:t>
        <a:bodyPr/>
        <a:lstStyle/>
        <a:p>
          <a:r>
            <a:rPr lang="en-AU"/>
            <a:t>Change Impact Assessment</a:t>
          </a:r>
        </a:p>
      </dgm:t>
    </dgm:pt>
    <dgm:pt modelId="{2CEDF25F-6939-4F31-AEE1-81814F018153}" type="parTrans" cxnId="{9AC74D6E-DDE6-4625-B9D0-EC31B2E681A7}">
      <dgm:prSet/>
      <dgm:spPr/>
      <dgm:t>
        <a:bodyPr/>
        <a:lstStyle/>
        <a:p>
          <a:endParaRPr lang="en-AU"/>
        </a:p>
      </dgm:t>
    </dgm:pt>
    <dgm:pt modelId="{96EF7CCA-67E8-418B-B4A5-1515FA510C91}" type="sibTrans" cxnId="{9AC74D6E-DDE6-4625-B9D0-EC31B2E681A7}">
      <dgm:prSet/>
      <dgm:spPr/>
      <dgm:t>
        <a:bodyPr/>
        <a:lstStyle/>
        <a:p>
          <a:endParaRPr lang="en-AU"/>
        </a:p>
      </dgm:t>
    </dgm:pt>
    <dgm:pt modelId="{BB5616D0-CD6B-4AFA-914E-D4A64560E1D3}">
      <dgm:prSet/>
      <dgm:spPr>
        <a:solidFill>
          <a:schemeClr val="bg2">
            <a:lumMod val="75000"/>
          </a:schemeClr>
        </a:solidFill>
      </dgm:spPr>
      <dgm:t>
        <a:bodyPr/>
        <a:lstStyle/>
        <a:p>
          <a:r>
            <a:rPr lang="en-AU"/>
            <a:t>Business Readiness Assessment</a:t>
          </a:r>
        </a:p>
      </dgm:t>
    </dgm:pt>
    <dgm:pt modelId="{260C4ED7-3608-4DAA-8893-2CC8555D359C}" type="parTrans" cxnId="{5E53D053-18B7-4747-8CDF-101EB837E805}">
      <dgm:prSet/>
      <dgm:spPr/>
      <dgm:t>
        <a:bodyPr/>
        <a:lstStyle/>
        <a:p>
          <a:endParaRPr lang="en-AU"/>
        </a:p>
      </dgm:t>
    </dgm:pt>
    <dgm:pt modelId="{A13C9B28-DDD2-48E8-855B-074BBF92BA43}" type="sibTrans" cxnId="{5E53D053-18B7-4747-8CDF-101EB837E805}">
      <dgm:prSet/>
      <dgm:spPr/>
      <dgm:t>
        <a:bodyPr/>
        <a:lstStyle/>
        <a:p>
          <a:endParaRPr lang="en-AU"/>
        </a:p>
      </dgm:t>
    </dgm:pt>
    <dgm:pt modelId="{F35FFE74-4990-45D5-A4CB-80872A2AC027}">
      <dgm:prSet/>
      <dgm:spPr>
        <a:solidFill>
          <a:schemeClr val="bg2">
            <a:lumMod val="75000"/>
          </a:schemeClr>
        </a:solidFill>
      </dgm:spPr>
      <dgm:t>
        <a:bodyPr/>
        <a:lstStyle/>
        <a:p>
          <a:r>
            <a:rPr lang="en-AU"/>
            <a:t>User Work Instructions</a:t>
          </a:r>
        </a:p>
      </dgm:t>
    </dgm:pt>
    <dgm:pt modelId="{226E3F2A-149C-4E31-AF49-05035199D23B}" type="parTrans" cxnId="{ED169712-C172-4CBC-A84A-C637484FCFBB}">
      <dgm:prSet/>
      <dgm:spPr/>
      <dgm:t>
        <a:bodyPr/>
        <a:lstStyle/>
        <a:p>
          <a:endParaRPr lang="en-AU"/>
        </a:p>
      </dgm:t>
    </dgm:pt>
    <dgm:pt modelId="{BE5983D3-2057-400F-8490-A4413F6061A4}" type="sibTrans" cxnId="{ED169712-C172-4CBC-A84A-C637484FCFBB}">
      <dgm:prSet/>
      <dgm:spPr/>
      <dgm:t>
        <a:bodyPr/>
        <a:lstStyle/>
        <a:p>
          <a:endParaRPr lang="en-AU"/>
        </a:p>
      </dgm:t>
    </dgm:pt>
    <dgm:pt modelId="{6AE7F5F1-29A0-46DF-AACF-A442207EF17A}">
      <dgm:prSet/>
      <dgm:spPr>
        <a:solidFill>
          <a:schemeClr val="bg2">
            <a:lumMod val="75000"/>
          </a:schemeClr>
        </a:solidFill>
      </dgm:spPr>
      <dgm:t>
        <a:bodyPr/>
        <a:lstStyle/>
        <a:p>
          <a:r>
            <a:rPr lang="en-AU"/>
            <a:t>Benefits Realisation Plan</a:t>
          </a:r>
        </a:p>
      </dgm:t>
    </dgm:pt>
    <dgm:pt modelId="{20C93597-4DC1-4325-8363-E7CD2A9D1B4A}" type="parTrans" cxnId="{040CB06B-F1C0-4D6A-AE67-F6E6833EF74C}">
      <dgm:prSet/>
      <dgm:spPr/>
      <dgm:t>
        <a:bodyPr/>
        <a:lstStyle/>
        <a:p>
          <a:endParaRPr lang="en-AU"/>
        </a:p>
      </dgm:t>
    </dgm:pt>
    <dgm:pt modelId="{D236264C-7958-4241-9268-87FADE28B6BC}" type="sibTrans" cxnId="{040CB06B-F1C0-4D6A-AE67-F6E6833EF74C}">
      <dgm:prSet/>
      <dgm:spPr/>
      <dgm:t>
        <a:bodyPr/>
        <a:lstStyle/>
        <a:p>
          <a:endParaRPr lang="en-AU"/>
        </a:p>
      </dgm:t>
    </dgm:pt>
    <dgm:pt modelId="{23D86414-A4F5-4A8F-A8EB-28F8495A415D}" type="asst">
      <dgm:prSet phldrT="[Text]" phldr="0"/>
      <dgm:spPr>
        <a:solidFill>
          <a:schemeClr val="accent5">
            <a:lumMod val="40000"/>
            <a:lumOff val="60000"/>
          </a:schemeClr>
        </a:solidFill>
      </dgm:spPr>
      <dgm:t>
        <a:bodyPr/>
        <a:lstStyle/>
        <a:p>
          <a:r>
            <a:rPr lang="en-AU"/>
            <a:t>Off </a:t>
          </a:r>
          <a:r>
            <a:rPr lang="en-AU" err="1"/>
            <a:t>Mgment</a:t>
          </a:r>
          <a:r>
            <a:rPr lang="en-AU"/>
            <a:t> Data Governance, Model &amp; Ownership</a:t>
          </a:r>
        </a:p>
      </dgm:t>
    </dgm:pt>
    <dgm:pt modelId="{E9BCA91D-2D33-4F98-983D-351A33AF2E9D}" type="parTrans" cxnId="{934AF723-13DB-4BFC-AA87-2797A4E92DC5}">
      <dgm:prSet/>
      <dgm:spPr/>
      <dgm:t>
        <a:bodyPr/>
        <a:lstStyle/>
        <a:p>
          <a:endParaRPr lang="en-AU"/>
        </a:p>
      </dgm:t>
    </dgm:pt>
    <dgm:pt modelId="{AB480418-E3F1-4034-8696-A232F5CF479B}" type="sibTrans" cxnId="{934AF723-13DB-4BFC-AA87-2797A4E92DC5}">
      <dgm:prSet/>
      <dgm:spPr/>
      <dgm:t>
        <a:bodyPr/>
        <a:lstStyle/>
        <a:p>
          <a:endParaRPr lang="en-AU"/>
        </a:p>
      </dgm:t>
    </dgm:pt>
    <dgm:pt modelId="{628C4987-FA4F-4506-846B-3D4140466F05}" type="asst">
      <dgm:prSet phldrT="[Text]" phldr="0"/>
      <dgm:spPr>
        <a:solidFill>
          <a:schemeClr val="accent5">
            <a:lumMod val="40000"/>
            <a:lumOff val="60000"/>
          </a:schemeClr>
        </a:solidFill>
      </dgm:spPr>
      <dgm:t>
        <a:bodyPr/>
        <a:lstStyle/>
        <a:p>
          <a:r>
            <a:rPr lang="en-AU"/>
            <a:t>FMP Discovery</a:t>
          </a:r>
        </a:p>
      </dgm:t>
    </dgm:pt>
    <dgm:pt modelId="{6CB6E4C7-EA5E-4FB6-B045-78257E0D2131}" type="parTrans" cxnId="{72C3CC21-CC7B-4F5A-A7C5-72E2D4BCACD3}">
      <dgm:prSet/>
      <dgm:spPr/>
      <dgm:t>
        <a:bodyPr/>
        <a:lstStyle/>
        <a:p>
          <a:endParaRPr lang="en-AU"/>
        </a:p>
      </dgm:t>
    </dgm:pt>
    <dgm:pt modelId="{64274EF3-01D6-4465-9515-14A366027BB7}" type="sibTrans" cxnId="{72C3CC21-CC7B-4F5A-A7C5-72E2D4BCACD3}">
      <dgm:prSet/>
      <dgm:spPr/>
      <dgm:t>
        <a:bodyPr/>
        <a:lstStyle/>
        <a:p>
          <a:endParaRPr lang="en-AU"/>
        </a:p>
      </dgm:t>
    </dgm:pt>
    <dgm:pt modelId="{101611F3-1C2D-4DAC-A2C2-462DC8C04F6E}" type="asst">
      <dgm:prSet phldrT="[Text]" phldr="0"/>
      <dgm:spPr>
        <a:solidFill>
          <a:schemeClr val="accent5">
            <a:lumMod val="40000"/>
            <a:lumOff val="60000"/>
          </a:schemeClr>
        </a:solidFill>
      </dgm:spPr>
      <dgm:t>
        <a:bodyPr/>
        <a:lstStyle/>
        <a:p>
          <a:r>
            <a:rPr lang="en-AU"/>
            <a:t>IAP IIPS</a:t>
          </a:r>
        </a:p>
      </dgm:t>
    </dgm:pt>
    <dgm:pt modelId="{7C824701-D480-4131-B912-E574C34922E2}" type="parTrans" cxnId="{3BC0703E-4BD6-43A0-AC27-282E7B7453AE}">
      <dgm:prSet/>
      <dgm:spPr/>
      <dgm:t>
        <a:bodyPr/>
        <a:lstStyle/>
        <a:p>
          <a:endParaRPr lang="en-AU"/>
        </a:p>
      </dgm:t>
    </dgm:pt>
    <dgm:pt modelId="{AEBDAB55-5AF7-47FC-8E66-731E13D4CDA4}" type="sibTrans" cxnId="{3BC0703E-4BD6-43A0-AC27-282E7B7453AE}">
      <dgm:prSet/>
      <dgm:spPr/>
      <dgm:t>
        <a:bodyPr/>
        <a:lstStyle/>
        <a:p>
          <a:endParaRPr lang="en-AU"/>
        </a:p>
      </dgm:t>
    </dgm:pt>
    <dgm:pt modelId="{CE01B670-1EEA-4848-90D3-DFD1C7C7F55F}" type="pres">
      <dgm:prSet presAssocID="{DBEA68D6-E158-4934-BAF2-CD3B153353BA}" presName="hierChild1" presStyleCnt="0">
        <dgm:presLayoutVars>
          <dgm:orgChart val="1"/>
          <dgm:chPref val="1"/>
          <dgm:dir/>
          <dgm:animOne val="branch"/>
          <dgm:animLvl val="lvl"/>
          <dgm:resizeHandles/>
        </dgm:presLayoutVars>
      </dgm:prSet>
      <dgm:spPr/>
    </dgm:pt>
    <dgm:pt modelId="{90DD1432-594A-402F-BA90-BF3AD7D3805E}" type="pres">
      <dgm:prSet presAssocID="{10A0EA3D-3AD4-4A16-AC66-3525B6400D15}" presName="hierRoot1" presStyleCnt="0">
        <dgm:presLayoutVars>
          <dgm:hierBranch val="init"/>
        </dgm:presLayoutVars>
      </dgm:prSet>
      <dgm:spPr/>
    </dgm:pt>
    <dgm:pt modelId="{435A436E-4C62-4EA4-BCE3-82AF2D66BD97}" type="pres">
      <dgm:prSet presAssocID="{10A0EA3D-3AD4-4A16-AC66-3525B6400D15}" presName="rootComposite1" presStyleCnt="0"/>
      <dgm:spPr/>
    </dgm:pt>
    <dgm:pt modelId="{228A01CC-3BEE-415F-A2AB-98EE968D4C9E}" type="pres">
      <dgm:prSet presAssocID="{10A0EA3D-3AD4-4A16-AC66-3525B6400D15}" presName="rootText1" presStyleLbl="node0" presStyleIdx="0" presStyleCnt="1" custScaleX="1315402">
        <dgm:presLayoutVars>
          <dgm:chPref val="3"/>
        </dgm:presLayoutVars>
      </dgm:prSet>
      <dgm:spPr/>
    </dgm:pt>
    <dgm:pt modelId="{5265131C-4C0A-45D5-A034-D2AF2599472B}" type="pres">
      <dgm:prSet presAssocID="{10A0EA3D-3AD4-4A16-AC66-3525B6400D15}" presName="rootConnector1" presStyleLbl="node1" presStyleIdx="0" presStyleCnt="0"/>
      <dgm:spPr/>
    </dgm:pt>
    <dgm:pt modelId="{65D6C5B1-00A1-4204-9741-CA885FE72364}" type="pres">
      <dgm:prSet presAssocID="{10A0EA3D-3AD4-4A16-AC66-3525B6400D15}" presName="hierChild2" presStyleCnt="0"/>
      <dgm:spPr/>
    </dgm:pt>
    <dgm:pt modelId="{B9DD715D-069C-4BC2-A1E9-3705206A9E7E}" type="pres">
      <dgm:prSet presAssocID="{D4470D27-09CC-41EB-BA1A-CCC1BA5C0E27}" presName="Name37" presStyleLbl="parChTrans1D2" presStyleIdx="0" presStyleCnt="8"/>
      <dgm:spPr/>
    </dgm:pt>
    <dgm:pt modelId="{F7B2959F-C810-441E-ABAC-C79DB10C6809}" type="pres">
      <dgm:prSet presAssocID="{C5037945-930F-4B75-858B-B894823169CF}" presName="hierRoot2" presStyleCnt="0">
        <dgm:presLayoutVars>
          <dgm:hierBranch val="init"/>
        </dgm:presLayoutVars>
      </dgm:prSet>
      <dgm:spPr/>
    </dgm:pt>
    <dgm:pt modelId="{5D913086-3A8D-4E5B-903E-99ABE15D3392}" type="pres">
      <dgm:prSet presAssocID="{C5037945-930F-4B75-858B-B894823169CF}" presName="rootComposite" presStyleCnt="0"/>
      <dgm:spPr/>
    </dgm:pt>
    <dgm:pt modelId="{EF0DF732-FD85-4D52-8905-6DCB2A652547}" type="pres">
      <dgm:prSet presAssocID="{C5037945-930F-4B75-858B-B894823169CF}" presName="rootText" presStyleLbl="node2" presStyleIdx="0" presStyleCnt="5" custScaleX="455744">
        <dgm:presLayoutVars>
          <dgm:chPref val="3"/>
        </dgm:presLayoutVars>
      </dgm:prSet>
      <dgm:spPr/>
    </dgm:pt>
    <dgm:pt modelId="{B3034FE3-F479-4DF4-A8BF-8880E94D2217}" type="pres">
      <dgm:prSet presAssocID="{C5037945-930F-4B75-858B-B894823169CF}" presName="rootConnector" presStyleLbl="node2" presStyleIdx="0" presStyleCnt="5"/>
      <dgm:spPr/>
    </dgm:pt>
    <dgm:pt modelId="{D39E0032-FE8A-41E3-BCA2-2DD8ED595AFD}" type="pres">
      <dgm:prSet presAssocID="{C5037945-930F-4B75-858B-B894823169CF}" presName="hierChild4" presStyleCnt="0"/>
      <dgm:spPr/>
    </dgm:pt>
    <dgm:pt modelId="{7CA3097E-DF06-4306-90D8-092D17D517A3}" type="pres">
      <dgm:prSet presAssocID="{8B435217-472D-41FB-B90A-51F67EEBBD13}" presName="Name37" presStyleLbl="parChTrans1D3" presStyleIdx="0" presStyleCnt="11"/>
      <dgm:spPr/>
    </dgm:pt>
    <dgm:pt modelId="{AB3ECC90-3C57-44A5-937C-3ADE503D492D}" type="pres">
      <dgm:prSet presAssocID="{950DF26E-17D9-4CD6-BA22-3B12B191F0B1}" presName="hierRoot2" presStyleCnt="0">
        <dgm:presLayoutVars>
          <dgm:hierBranch val="init"/>
        </dgm:presLayoutVars>
      </dgm:prSet>
      <dgm:spPr/>
    </dgm:pt>
    <dgm:pt modelId="{C4524F9E-1F5E-4103-8C7B-1DD3B3E09CA6}" type="pres">
      <dgm:prSet presAssocID="{950DF26E-17D9-4CD6-BA22-3B12B191F0B1}" presName="rootComposite" presStyleCnt="0"/>
      <dgm:spPr/>
    </dgm:pt>
    <dgm:pt modelId="{D7DEFF10-285D-460F-B6C2-3621F12D5071}" type="pres">
      <dgm:prSet presAssocID="{950DF26E-17D9-4CD6-BA22-3B12B191F0B1}" presName="rootText" presStyleLbl="node3" presStyleIdx="0" presStyleCnt="11">
        <dgm:presLayoutVars>
          <dgm:chPref val="3"/>
        </dgm:presLayoutVars>
      </dgm:prSet>
      <dgm:spPr/>
    </dgm:pt>
    <dgm:pt modelId="{5218C1E6-A7C1-45B1-BD6C-50F3BFADC1B2}" type="pres">
      <dgm:prSet presAssocID="{950DF26E-17D9-4CD6-BA22-3B12B191F0B1}" presName="rootConnector" presStyleLbl="node3" presStyleIdx="0" presStyleCnt="11"/>
      <dgm:spPr/>
    </dgm:pt>
    <dgm:pt modelId="{B280554C-1ADC-4B1E-8EF4-81DC9F4A70AE}" type="pres">
      <dgm:prSet presAssocID="{950DF26E-17D9-4CD6-BA22-3B12B191F0B1}" presName="hierChild4" presStyleCnt="0"/>
      <dgm:spPr/>
    </dgm:pt>
    <dgm:pt modelId="{671179AC-5FAC-4A39-B7FF-0414C95E3528}" type="pres">
      <dgm:prSet presAssocID="{17C83013-93B6-4299-822D-850CD1F8E1C4}" presName="Name37" presStyleLbl="parChTrans1D4" presStyleIdx="0" presStyleCnt="22"/>
      <dgm:spPr/>
    </dgm:pt>
    <dgm:pt modelId="{0AB006A4-182D-4959-8DCB-18D7F1BAD9A9}" type="pres">
      <dgm:prSet presAssocID="{4ED5C0B1-92B0-476D-A064-D707F3607BE3}" presName="hierRoot2" presStyleCnt="0">
        <dgm:presLayoutVars>
          <dgm:hierBranch val="init"/>
        </dgm:presLayoutVars>
      </dgm:prSet>
      <dgm:spPr/>
    </dgm:pt>
    <dgm:pt modelId="{55AA2491-D4E2-4442-BAC2-BA16763FAF50}" type="pres">
      <dgm:prSet presAssocID="{4ED5C0B1-92B0-476D-A064-D707F3607BE3}" presName="rootComposite" presStyleCnt="0"/>
      <dgm:spPr/>
    </dgm:pt>
    <dgm:pt modelId="{88D6AF2A-AB2A-4DDC-9F25-5FEB13DE3F9A}" type="pres">
      <dgm:prSet presAssocID="{4ED5C0B1-92B0-476D-A064-D707F3607BE3}" presName="rootText" presStyleLbl="node4" presStyleIdx="0" presStyleCnt="22">
        <dgm:presLayoutVars>
          <dgm:chPref val="3"/>
        </dgm:presLayoutVars>
      </dgm:prSet>
      <dgm:spPr/>
    </dgm:pt>
    <dgm:pt modelId="{3E2E92DB-5C6F-4ED9-9583-E91717EC9D4B}" type="pres">
      <dgm:prSet presAssocID="{4ED5C0B1-92B0-476D-A064-D707F3607BE3}" presName="rootConnector" presStyleLbl="node4" presStyleIdx="0" presStyleCnt="22"/>
      <dgm:spPr/>
    </dgm:pt>
    <dgm:pt modelId="{A775A552-A598-4FF2-828D-28A777D8D49E}" type="pres">
      <dgm:prSet presAssocID="{4ED5C0B1-92B0-476D-A064-D707F3607BE3}" presName="hierChild4" presStyleCnt="0"/>
      <dgm:spPr/>
    </dgm:pt>
    <dgm:pt modelId="{4C841937-9171-47C2-B2B1-897C754EA2F9}" type="pres">
      <dgm:prSet presAssocID="{4ED5C0B1-92B0-476D-A064-D707F3607BE3}" presName="hierChild5" presStyleCnt="0"/>
      <dgm:spPr/>
    </dgm:pt>
    <dgm:pt modelId="{917A0AFA-0687-4CD7-A02C-2B5A2A29DC08}" type="pres">
      <dgm:prSet presAssocID="{D0C79BF9-EA6A-470B-B112-99598FC4D66F}" presName="Name37" presStyleLbl="parChTrans1D4" presStyleIdx="1" presStyleCnt="22"/>
      <dgm:spPr/>
    </dgm:pt>
    <dgm:pt modelId="{E20BA6D2-893E-487D-8683-EFAF9C9804F2}" type="pres">
      <dgm:prSet presAssocID="{E6F20497-E36F-4F26-9883-A4BC83ABA34F}" presName="hierRoot2" presStyleCnt="0">
        <dgm:presLayoutVars>
          <dgm:hierBranch val="init"/>
        </dgm:presLayoutVars>
      </dgm:prSet>
      <dgm:spPr/>
    </dgm:pt>
    <dgm:pt modelId="{427688FD-121D-47B8-8931-D5204B8647E1}" type="pres">
      <dgm:prSet presAssocID="{E6F20497-E36F-4F26-9883-A4BC83ABA34F}" presName="rootComposite" presStyleCnt="0"/>
      <dgm:spPr/>
    </dgm:pt>
    <dgm:pt modelId="{80857E5D-5A40-47FA-A4DC-63DCAE736606}" type="pres">
      <dgm:prSet presAssocID="{E6F20497-E36F-4F26-9883-A4BC83ABA34F}" presName="rootText" presStyleLbl="node4" presStyleIdx="1" presStyleCnt="22">
        <dgm:presLayoutVars>
          <dgm:chPref val="3"/>
        </dgm:presLayoutVars>
      </dgm:prSet>
      <dgm:spPr/>
    </dgm:pt>
    <dgm:pt modelId="{E84BCE6F-06E3-4BC8-871D-9A93C6044AE4}" type="pres">
      <dgm:prSet presAssocID="{E6F20497-E36F-4F26-9883-A4BC83ABA34F}" presName="rootConnector" presStyleLbl="node4" presStyleIdx="1" presStyleCnt="22"/>
      <dgm:spPr/>
    </dgm:pt>
    <dgm:pt modelId="{61E5CA6B-3955-4E6B-A536-8F209B0425DA}" type="pres">
      <dgm:prSet presAssocID="{E6F20497-E36F-4F26-9883-A4BC83ABA34F}" presName="hierChild4" presStyleCnt="0"/>
      <dgm:spPr/>
    </dgm:pt>
    <dgm:pt modelId="{90C2E34E-D962-4C76-984B-1AA560324FC7}" type="pres">
      <dgm:prSet presAssocID="{E6F20497-E36F-4F26-9883-A4BC83ABA34F}" presName="hierChild5" presStyleCnt="0"/>
      <dgm:spPr/>
    </dgm:pt>
    <dgm:pt modelId="{1420530A-1FB5-4E43-9A35-FF949B7D025C}" type="pres">
      <dgm:prSet presAssocID="{950DF26E-17D9-4CD6-BA22-3B12B191F0B1}" presName="hierChild5" presStyleCnt="0"/>
      <dgm:spPr/>
    </dgm:pt>
    <dgm:pt modelId="{A6E2B9B1-B808-4C3E-9CA4-FDBFEB7C6E12}" type="pres">
      <dgm:prSet presAssocID="{691118F6-AAF5-40E0-AD6D-235FADC018C0}" presName="Name37" presStyleLbl="parChTrans1D3" presStyleIdx="1" presStyleCnt="11"/>
      <dgm:spPr/>
    </dgm:pt>
    <dgm:pt modelId="{842694ED-63FE-41F5-8205-A2D2ED7AB622}" type="pres">
      <dgm:prSet presAssocID="{92162928-B373-4802-B988-4C318FAE4B4C}" presName="hierRoot2" presStyleCnt="0">
        <dgm:presLayoutVars>
          <dgm:hierBranch val="init"/>
        </dgm:presLayoutVars>
      </dgm:prSet>
      <dgm:spPr/>
    </dgm:pt>
    <dgm:pt modelId="{156B7B81-9C4B-4435-88FA-61CD1E94F7AC}" type="pres">
      <dgm:prSet presAssocID="{92162928-B373-4802-B988-4C318FAE4B4C}" presName="rootComposite" presStyleCnt="0"/>
      <dgm:spPr/>
    </dgm:pt>
    <dgm:pt modelId="{E053A169-9C0A-4979-A9C3-739101C47B4F}" type="pres">
      <dgm:prSet presAssocID="{92162928-B373-4802-B988-4C318FAE4B4C}" presName="rootText" presStyleLbl="node3" presStyleIdx="1" presStyleCnt="11">
        <dgm:presLayoutVars>
          <dgm:chPref val="3"/>
        </dgm:presLayoutVars>
      </dgm:prSet>
      <dgm:spPr/>
    </dgm:pt>
    <dgm:pt modelId="{38710617-AD94-492E-877A-67DEA8A29246}" type="pres">
      <dgm:prSet presAssocID="{92162928-B373-4802-B988-4C318FAE4B4C}" presName="rootConnector" presStyleLbl="node3" presStyleIdx="1" presStyleCnt="11"/>
      <dgm:spPr/>
    </dgm:pt>
    <dgm:pt modelId="{EE25FEE9-C0A4-43A3-BC29-09C1DC02735B}" type="pres">
      <dgm:prSet presAssocID="{92162928-B373-4802-B988-4C318FAE4B4C}" presName="hierChild4" presStyleCnt="0"/>
      <dgm:spPr/>
    </dgm:pt>
    <dgm:pt modelId="{C3BEE66D-DBFC-4B5B-824F-AE729B3E2A92}" type="pres">
      <dgm:prSet presAssocID="{4AB04E85-FE6A-4EA2-B818-06ED39A51C26}" presName="Name37" presStyleLbl="parChTrans1D4" presStyleIdx="2" presStyleCnt="22"/>
      <dgm:spPr/>
    </dgm:pt>
    <dgm:pt modelId="{A9CFCED3-6ECE-4576-ABCC-0C5B70059EB9}" type="pres">
      <dgm:prSet presAssocID="{148B9544-AAE4-4F82-A7BD-B12D32E93924}" presName="hierRoot2" presStyleCnt="0">
        <dgm:presLayoutVars>
          <dgm:hierBranch val="init"/>
        </dgm:presLayoutVars>
      </dgm:prSet>
      <dgm:spPr/>
    </dgm:pt>
    <dgm:pt modelId="{69DD92A3-402B-4486-B358-BBA3E344CCFB}" type="pres">
      <dgm:prSet presAssocID="{148B9544-AAE4-4F82-A7BD-B12D32E93924}" presName="rootComposite" presStyleCnt="0"/>
      <dgm:spPr/>
    </dgm:pt>
    <dgm:pt modelId="{9602321A-0529-41BB-8BDE-C5896B1187CD}" type="pres">
      <dgm:prSet presAssocID="{148B9544-AAE4-4F82-A7BD-B12D32E93924}" presName="rootText" presStyleLbl="node4" presStyleIdx="2" presStyleCnt="22">
        <dgm:presLayoutVars>
          <dgm:chPref val="3"/>
        </dgm:presLayoutVars>
      </dgm:prSet>
      <dgm:spPr/>
    </dgm:pt>
    <dgm:pt modelId="{15AE8028-70C7-4D5B-B57D-0B4DC8D041C5}" type="pres">
      <dgm:prSet presAssocID="{148B9544-AAE4-4F82-A7BD-B12D32E93924}" presName="rootConnector" presStyleLbl="node4" presStyleIdx="2" presStyleCnt="22"/>
      <dgm:spPr/>
    </dgm:pt>
    <dgm:pt modelId="{939275F3-B58F-45AC-8398-CC8AF1075322}" type="pres">
      <dgm:prSet presAssocID="{148B9544-AAE4-4F82-A7BD-B12D32E93924}" presName="hierChild4" presStyleCnt="0"/>
      <dgm:spPr/>
    </dgm:pt>
    <dgm:pt modelId="{7670B313-9F55-4FF1-B65A-9F20334A188C}" type="pres">
      <dgm:prSet presAssocID="{148B9544-AAE4-4F82-A7BD-B12D32E93924}" presName="hierChild5" presStyleCnt="0"/>
      <dgm:spPr/>
    </dgm:pt>
    <dgm:pt modelId="{8AE61498-7424-433C-B920-4C4E22FE37C9}" type="pres">
      <dgm:prSet presAssocID="{5AFEA85B-003E-4014-9827-C634609F3F12}" presName="Name37" presStyleLbl="parChTrans1D4" presStyleIdx="3" presStyleCnt="22"/>
      <dgm:spPr/>
    </dgm:pt>
    <dgm:pt modelId="{8CA74FDC-C221-4F1E-B367-D76A13DF6CEE}" type="pres">
      <dgm:prSet presAssocID="{00AC022C-23A1-48BC-BDFF-3F7F28B476E7}" presName="hierRoot2" presStyleCnt="0">
        <dgm:presLayoutVars>
          <dgm:hierBranch val="init"/>
        </dgm:presLayoutVars>
      </dgm:prSet>
      <dgm:spPr/>
    </dgm:pt>
    <dgm:pt modelId="{7F16C559-3AAD-4FA9-9616-85DB22A494CA}" type="pres">
      <dgm:prSet presAssocID="{00AC022C-23A1-48BC-BDFF-3F7F28B476E7}" presName="rootComposite" presStyleCnt="0"/>
      <dgm:spPr/>
    </dgm:pt>
    <dgm:pt modelId="{F4DC1B83-6C23-49DE-87E8-6B79DB8CBA59}" type="pres">
      <dgm:prSet presAssocID="{00AC022C-23A1-48BC-BDFF-3F7F28B476E7}" presName="rootText" presStyleLbl="node4" presStyleIdx="3" presStyleCnt="22">
        <dgm:presLayoutVars>
          <dgm:chPref val="3"/>
        </dgm:presLayoutVars>
      </dgm:prSet>
      <dgm:spPr/>
    </dgm:pt>
    <dgm:pt modelId="{2E89282F-DCA8-4DC6-A0AC-B3C141F66B5F}" type="pres">
      <dgm:prSet presAssocID="{00AC022C-23A1-48BC-BDFF-3F7F28B476E7}" presName="rootConnector" presStyleLbl="node4" presStyleIdx="3" presStyleCnt="22"/>
      <dgm:spPr/>
    </dgm:pt>
    <dgm:pt modelId="{F6E2F938-DD76-41F8-BE30-138493256B47}" type="pres">
      <dgm:prSet presAssocID="{00AC022C-23A1-48BC-BDFF-3F7F28B476E7}" presName="hierChild4" presStyleCnt="0"/>
      <dgm:spPr/>
    </dgm:pt>
    <dgm:pt modelId="{51C1861F-64E4-4F9E-A995-A36D30121CD2}" type="pres">
      <dgm:prSet presAssocID="{00AC022C-23A1-48BC-BDFF-3F7F28B476E7}" presName="hierChild5" presStyleCnt="0"/>
      <dgm:spPr/>
    </dgm:pt>
    <dgm:pt modelId="{819CF286-327E-4771-A756-F0B2B9DBDA4B}" type="pres">
      <dgm:prSet presAssocID="{9F4895CA-DAB9-4588-8D38-7BD099F5583E}" presName="Name37" presStyleLbl="parChTrans1D4" presStyleIdx="4" presStyleCnt="22"/>
      <dgm:spPr/>
    </dgm:pt>
    <dgm:pt modelId="{28A75BEE-EECD-45B3-B7B1-0467EFCD328F}" type="pres">
      <dgm:prSet presAssocID="{176CD464-A480-4D5E-8CA9-ECC3F2A9DDFC}" presName="hierRoot2" presStyleCnt="0">
        <dgm:presLayoutVars>
          <dgm:hierBranch val="init"/>
        </dgm:presLayoutVars>
      </dgm:prSet>
      <dgm:spPr/>
    </dgm:pt>
    <dgm:pt modelId="{9584EC4C-D6FC-4CDC-A75D-F1C3DAE1B3C2}" type="pres">
      <dgm:prSet presAssocID="{176CD464-A480-4D5E-8CA9-ECC3F2A9DDFC}" presName="rootComposite" presStyleCnt="0"/>
      <dgm:spPr/>
    </dgm:pt>
    <dgm:pt modelId="{81E07694-06DE-4DA4-BA15-F7FF4EF31C21}" type="pres">
      <dgm:prSet presAssocID="{176CD464-A480-4D5E-8CA9-ECC3F2A9DDFC}" presName="rootText" presStyleLbl="node4" presStyleIdx="4" presStyleCnt="22">
        <dgm:presLayoutVars>
          <dgm:chPref val="3"/>
        </dgm:presLayoutVars>
      </dgm:prSet>
      <dgm:spPr/>
    </dgm:pt>
    <dgm:pt modelId="{21450613-CA36-4454-85B4-AEB63CA49087}" type="pres">
      <dgm:prSet presAssocID="{176CD464-A480-4D5E-8CA9-ECC3F2A9DDFC}" presName="rootConnector" presStyleLbl="node4" presStyleIdx="4" presStyleCnt="22"/>
      <dgm:spPr/>
    </dgm:pt>
    <dgm:pt modelId="{89A8106A-14BF-491C-AA4E-9634881D0523}" type="pres">
      <dgm:prSet presAssocID="{176CD464-A480-4D5E-8CA9-ECC3F2A9DDFC}" presName="hierChild4" presStyleCnt="0"/>
      <dgm:spPr/>
    </dgm:pt>
    <dgm:pt modelId="{C338D44E-E4B3-49D9-AFCA-3D563E2FF749}" type="pres">
      <dgm:prSet presAssocID="{176CD464-A480-4D5E-8CA9-ECC3F2A9DDFC}" presName="hierChild5" presStyleCnt="0"/>
      <dgm:spPr/>
    </dgm:pt>
    <dgm:pt modelId="{F505519F-6ECB-4AAF-B47A-F3D32DB6B10C}" type="pres">
      <dgm:prSet presAssocID="{9FADCBC3-F229-4620-B60A-FB762FF9A001}" presName="Name37" presStyleLbl="parChTrans1D4" presStyleIdx="5" presStyleCnt="22"/>
      <dgm:spPr/>
    </dgm:pt>
    <dgm:pt modelId="{7242C606-06B1-4653-8213-8258E7030E80}" type="pres">
      <dgm:prSet presAssocID="{0C099BB8-4A5F-4B8A-B703-DCB7480DDD44}" presName="hierRoot2" presStyleCnt="0">
        <dgm:presLayoutVars>
          <dgm:hierBranch val="init"/>
        </dgm:presLayoutVars>
      </dgm:prSet>
      <dgm:spPr/>
    </dgm:pt>
    <dgm:pt modelId="{AA152A31-D95D-4EA6-B90E-65E324E927B1}" type="pres">
      <dgm:prSet presAssocID="{0C099BB8-4A5F-4B8A-B703-DCB7480DDD44}" presName="rootComposite" presStyleCnt="0"/>
      <dgm:spPr/>
    </dgm:pt>
    <dgm:pt modelId="{7B137947-D56C-407A-8B26-BA72901EA159}" type="pres">
      <dgm:prSet presAssocID="{0C099BB8-4A5F-4B8A-B703-DCB7480DDD44}" presName="rootText" presStyleLbl="node4" presStyleIdx="5" presStyleCnt="22">
        <dgm:presLayoutVars>
          <dgm:chPref val="3"/>
        </dgm:presLayoutVars>
      </dgm:prSet>
      <dgm:spPr/>
    </dgm:pt>
    <dgm:pt modelId="{865A16D1-A0D6-4099-A000-A45C27DFDD22}" type="pres">
      <dgm:prSet presAssocID="{0C099BB8-4A5F-4B8A-B703-DCB7480DDD44}" presName="rootConnector" presStyleLbl="node4" presStyleIdx="5" presStyleCnt="22"/>
      <dgm:spPr/>
    </dgm:pt>
    <dgm:pt modelId="{25096A2D-D848-4C90-A131-69BB291F338D}" type="pres">
      <dgm:prSet presAssocID="{0C099BB8-4A5F-4B8A-B703-DCB7480DDD44}" presName="hierChild4" presStyleCnt="0"/>
      <dgm:spPr/>
    </dgm:pt>
    <dgm:pt modelId="{B91ED09A-7BB0-46DB-AC80-8FC3BD077EFA}" type="pres">
      <dgm:prSet presAssocID="{0C099BB8-4A5F-4B8A-B703-DCB7480DDD44}" presName="hierChild5" presStyleCnt="0"/>
      <dgm:spPr/>
    </dgm:pt>
    <dgm:pt modelId="{7AE4D891-AFDF-47CA-AE12-C9E64E4BC610}" type="pres">
      <dgm:prSet presAssocID="{92162928-B373-4802-B988-4C318FAE4B4C}" presName="hierChild5" presStyleCnt="0"/>
      <dgm:spPr/>
    </dgm:pt>
    <dgm:pt modelId="{A282935C-36BA-42D1-9CF4-5DC857687C79}" type="pres">
      <dgm:prSet presAssocID="{D05A1DE1-7189-4112-B5BB-9BF305C53705}" presName="Name37" presStyleLbl="parChTrans1D3" presStyleIdx="2" presStyleCnt="11"/>
      <dgm:spPr/>
    </dgm:pt>
    <dgm:pt modelId="{96DA1DE3-8B59-4C2F-B5E8-2AC45D55F0E4}" type="pres">
      <dgm:prSet presAssocID="{986A668E-B947-4E9B-BC49-750AC65155F3}" presName="hierRoot2" presStyleCnt="0">
        <dgm:presLayoutVars>
          <dgm:hierBranch val="init"/>
        </dgm:presLayoutVars>
      </dgm:prSet>
      <dgm:spPr/>
    </dgm:pt>
    <dgm:pt modelId="{0B423B26-D597-4DBE-A6EA-088620DCC1DA}" type="pres">
      <dgm:prSet presAssocID="{986A668E-B947-4E9B-BC49-750AC65155F3}" presName="rootComposite" presStyleCnt="0"/>
      <dgm:spPr/>
    </dgm:pt>
    <dgm:pt modelId="{ED485508-0335-465D-B2BE-F208E31B5FAA}" type="pres">
      <dgm:prSet presAssocID="{986A668E-B947-4E9B-BC49-750AC65155F3}" presName="rootText" presStyleLbl="node3" presStyleIdx="2" presStyleCnt="11">
        <dgm:presLayoutVars>
          <dgm:chPref val="3"/>
        </dgm:presLayoutVars>
      </dgm:prSet>
      <dgm:spPr/>
    </dgm:pt>
    <dgm:pt modelId="{400FAEDA-F0C0-4E06-AA06-ADBB2A0021C6}" type="pres">
      <dgm:prSet presAssocID="{986A668E-B947-4E9B-BC49-750AC65155F3}" presName="rootConnector" presStyleLbl="node3" presStyleIdx="2" presStyleCnt="11"/>
      <dgm:spPr/>
    </dgm:pt>
    <dgm:pt modelId="{4300A973-2B08-4EB1-B340-A9AA8E2DBE0C}" type="pres">
      <dgm:prSet presAssocID="{986A668E-B947-4E9B-BC49-750AC65155F3}" presName="hierChild4" presStyleCnt="0"/>
      <dgm:spPr/>
    </dgm:pt>
    <dgm:pt modelId="{18F7C288-D6AB-4F4F-83B5-1D5B84952672}" type="pres">
      <dgm:prSet presAssocID="{905C034C-7C39-4940-8EF1-996096FC5C92}" presName="Name37" presStyleLbl="parChTrans1D4" presStyleIdx="6" presStyleCnt="22"/>
      <dgm:spPr/>
    </dgm:pt>
    <dgm:pt modelId="{3FEDDE94-F41F-4567-B18F-AE730BF824CF}" type="pres">
      <dgm:prSet presAssocID="{ADAD034A-1C03-496E-B3DA-20F322473142}" presName="hierRoot2" presStyleCnt="0">
        <dgm:presLayoutVars>
          <dgm:hierBranch val="init"/>
        </dgm:presLayoutVars>
      </dgm:prSet>
      <dgm:spPr/>
    </dgm:pt>
    <dgm:pt modelId="{CFAB2265-B5C0-4397-9D73-B5BB3EB3BB91}" type="pres">
      <dgm:prSet presAssocID="{ADAD034A-1C03-496E-B3DA-20F322473142}" presName="rootComposite" presStyleCnt="0"/>
      <dgm:spPr/>
    </dgm:pt>
    <dgm:pt modelId="{FB93CA0E-E6CE-4F14-88AC-8614787B9A43}" type="pres">
      <dgm:prSet presAssocID="{ADAD034A-1C03-496E-B3DA-20F322473142}" presName="rootText" presStyleLbl="node4" presStyleIdx="6" presStyleCnt="22">
        <dgm:presLayoutVars>
          <dgm:chPref val="3"/>
        </dgm:presLayoutVars>
      </dgm:prSet>
      <dgm:spPr/>
    </dgm:pt>
    <dgm:pt modelId="{1A2EC0AE-D90A-4773-915D-B6F0422675A8}" type="pres">
      <dgm:prSet presAssocID="{ADAD034A-1C03-496E-B3DA-20F322473142}" presName="rootConnector" presStyleLbl="node4" presStyleIdx="6" presStyleCnt="22"/>
      <dgm:spPr/>
    </dgm:pt>
    <dgm:pt modelId="{D3CC560C-81EA-4707-8E6E-80F946490B31}" type="pres">
      <dgm:prSet presAssocID="{ADAD034A-1C03-496E-B3DA-20F322473142}" presName="hierChild4" presStyleCnt="0"/>
      <dgm:spPr/>
    </dgm:pt>
    <dgm:pt modelId="{AA0426E7-12CE-405E-A6A6-A38BE7945BD9}" type="pres">
      <dgm:prSet presAssocID="{ADAD034A-1C03-496E-B3DA-20F322473142}" presName="hierChild5" presStyleCnt="0"/>
      <dgm:spPr/>
    </dgm:pt>
    <dgm:pt modelId="{12E2A867-31D4-403E-B790-54B802E39EC7}" type="pres">
      <dgm:prSet presAssocID="{871A2A53-1159-46DE-9E54-4CBCCDE56CC6}" presName="Name37" presStyleLbl="parChTrans1D4" presStyleIdx="7" presStyleCnt="22"/>
      <dgm:spPr/>
    </dgm:pt>
    <dgm:pt modelId="{66430474-734D-4BF5-9C47-A369FABD2E16}" type="pres">
      <dgm:prSet presAssocID="{9686FD60-0C64-4E7A-B65B-577F4EBB370B}" presName="hierRoot2" presStyleCnt="0">
        <dgm:presLayoutVars>
          <dgm:hierBranch val="init"/>
        </dgm:presLayoutVars>
      </dgm:prSet>
      <dgm:spPr/>
    </dgm:pt>
    <dgm:pt modelId="{28647268-E473-43EA-AEDF-864097B45DF7}" type="pres">
      <dgm:prSet presAssocID="{9686FD60-0C64-4E7A-B65B-577F4EBB370B}" presName="rootComposite" presStyleCnt="0"/>
      <dgm:spPr/>
    </dgm:pt>
    <dgm:pt modelId="{52B16FFE-364E-498E-A9B3-C43BC3B88381}" type="pres">
      <dgm:prSet presAssocID="{9686FD60-0C64-4E7A-B65B-577F4EBB370B}" presName="rootText" presStyleLbl="node4" presStyleIdx="7" presStyleCnt="22">
        <dgm:presLayoutVars>
          <dgm:chPref val="3"/>
        </dgm:presLayoutVars>
      </dgm:prSet>
      <dgm:spPr/>
    </dgm:pt>
    <dgm:pt modelId="{3D670B94-861A-4AB5-B9D1-C5CA0EF96F04}" type="pres">
      <dgm:prSet presAssocID="{9686FD60-0C64-4E7A-B65B-577F4EBB370B}" presName="rootConnector" presStyleLbl="node4" presStyleIdx="7" presStyleCnt="22"/>
      <dgm:spPr/>
    </dgm:pt>
    <dgm:pt modelId="{4B98BB0C-9B50-4156-86E7-767A7D39A13C}" type="pres">
      <dgm:prSet presAssocID="{9686FD60-0C64-4E7A-B65B-577F4EBB370B}" presName="hierChild4" presStyleCnt="0"/>
      <dgm:spPr/>
    </dgm:pt>
    <dgm:pt modelId="{332AF2F6-DD32-4C41-97F6-6DEAB07F1EC1}" type="pres">
      <dgm:prSet presAssocID="{9686FD60-0C64-4E7A-B65B-577F4EBB370B}" presName="hierChild5" presStyleCnt="0"/>
      <dgm:spPr/>
    </dgm:pt>
    <dgm:pt modelId="{1495BC48-44EF-4C9C-8AF3-32C6924E0572}" type="pres">
      <dgm:prSet presAssocID="{986A668E-B947-4E9B-BC49-750AC65155F3}" presName="hierChild5" presStyleCnt="0"/>
      <dgm:spPr/>
    </dgm:pt>
    <dgm:pt modelId="{CE3C7ECF-52B2-4972-B708-71595BC37092}" type="pres">
      <dgm:prSet presAssocID="{CA54F505-FAAD-4FFF-AE99-F02D8805AA90}" presName="Name37" presStyleLbl="parChTrans1D3" presStyleIdx="3" presStyleCnt="11"/>
      <dgm:spPr/>
    </dgm:pt>
    <dgm:pt modelId="{CF32D662-8EF9-493E-BFE9-EE51A8FF9E8A}" type="pres">
      <dgm:prSet presAssocID="{A2074807-3C28-4B33-9EEB-412E5A1AA954}" presName="hierRoot2" presStyleCnt="0">
        <dgm:presLayoutVars>
          <dgm:hierBranch val="init"/>
        </dgm:presLayoutVars>
      </dgm:prSet>
      <dgm:spPr/>
    </dgm:pt>
    <dgm:pt modelId="{BA387F9F-679B-445A-907E-AABA58DAF83C}" type="pres">
      <dgm:prSet presAssocID="{A2074807-3C28-4B33-9EEB-412E5A1AA954}" presName="rootComposite" presStyleCnt="0"/>
      <dgm:spPr/>
    </dgm:pt>
    <dgm:pt modelId="{BC5145C2-F5F8-4F0A-98B6-E0C52595BF1E}" type="pres">
      <dgm:prSet presAssocID="{A2074807-3C28-4B33-9EEB-412E5A1AA954}" presName="rootText" presStyleLbl="node3" presStyleIdx="3" presStyleCnt="11">
        <dgm:presLayoutVars>
          <dgm:chPref val="3"/>
        </dgm:presLayoutVars>
      </dgm:prSet>
      <dgm:spPr/>
    </dgm:pt>
    <dgm:pt modelId="{F87173C0-D18E-4424-B52E-3430A08B25BA}" type="pres">
      <dgm:prSet presAssocID="{A2074807-3C28-4B33-9EEB-412E5A1AA954}" presName="rootConnector" presStyleLbl="node3" presStyleIdx="3" presStyleCnt="11"/>
      <dgm:spPr/>
    </dgm:pt>
    <dgm:pt modelId="{58FFEC90-DCF9-453A-98C3-3D274BFB4E46}" type="pres">
      <dgm:prSet presAssocID="{A2074807-3C28-4B33-9EEB-412E5A1AA954}" presName="hierChild4" presStyleCnt="0"/>
      <dgm:spPr/>
    </dgm:pt>
    <dgm:pt modelId="{7E8EA941-22A2-4756-B568-D27A6756260D}" type="pres">
      <dgm:prSet presAssocID="{3268CC1B-A8C4-48DA-9546-3CC229468C0D}" presName="Name37" presStyleLbl="parChTrans1D4" presStyleIdx="8" presStyleCnt="22"/>
      <dgm:spPr/>
    </dgm:pt>
    <dgm:pt modelId="{799DB3D3-96AE-43F3-BCBD-E540ACD06C36}" type="pres">
      <dgm:prSet presAssocID="{B34D544A-1EDE-483B-B4CE-765BD1DC6DC0}" presName="hierRoot2" presStyleCnt="0">
        <dgm:presLayoutVars>
          <dgm:hierBranch val="init"/>
        </dgm:presLayoutVars>
      </dgm:prSet>
      <dgm:spPr/>
    </dgm:pt>
    <dgm:pt modelId="{5BFA1DF3-C46B-4562-8ED6-F040E7800CD4}" type="pres">
      <dgm:prSet presAssocID="{B34D544A-1EDE-483B-B4CE-765BD1DC6DC0}" presName="rootComposite" presStyleCnt="0"/>
      <dgm:spPr/>
    </dgm:pt>
    <dgm:pt modelId="{FDDCF144-34C8-47DC-8A61-AD413DD9A0C0}" type="pres">
      <dgm:prSet presAssocID="{B34D544A-1EDE-483B-B4CE-765BD1DC6DC0}" presName="rootText" presStyleLbl="node4" presStyleIdx="8" presStyleCnt="22">
        <dgm:presLayoutVars>
          <dgm:chPref val="3"/>
        </dgm:presLayoutVars>
      </dgm:prSet>
      <dgm:spPr/>
    </dgm:pt>
    <dgm:pt modelId="{EFDAD356-93A5-4C29-8F27-2EE36397AAF6}" type="pres">
      <dgm:prSet presAssocID="{B34D544A-1EDE-483B-B4CE-765BD1DC6DC0}" presName="rootConnector" presStyleLbl="node4" presStyleIdx="8" presStyleCnt="22"/>
      <dgm:spPr/>
    </dgm:pt>
    <dgm:pt modelId="{7D750AFA-9BC3-412D-A50C-0B633E0E5D7F}" type="pres">
      <dgm:prSet presAssocID="{B34D544A-1EDE-483B-B4CE-765BD1DC6DC0}" presName="hierChild4" presStyleCnt="0"/>
      <dgm:spPr/>
    </dgm:pt>
    <dgm:pt modelId="{C85D591D-0E1B-4BDF-9DA0-A2127C98C12A}" type="pres">
      <dgm:prSet presAssocID="{B34D544A-1EDE-483B-B4CE-765BD1DC6DC0}" presName="hierChild5" presStyleCnt="0"/>
      <dgm:spPr/>
    </dgm:pt>
    <dgm:pt modelId="{6BDBD7F3-6083-4497-968C-19145A3D4B38}" type="pres">
      <dgm:prSet presAssocID="{8EA19B09-4081-4C75-BE6F-B89FC9122F02}" presName="Name37" presStyleLbl="parChTrans1D4" presStyleIdx="9" presStyleCnt="22"/>
      <dgm:spPr/>
    </dgm:pt>
    <dgm:pt modelId="{64E86996-0DDE-491D-8CD9-15EB9435F40F}" type="pres">
      <dgm:prSet presAssocID="{783A28AA-F493-4D52-B315-F24AFF5BD00E}" presName="hierRoot2" presStyleCnt="0">
        <dgm:presLayoutVars>
          <dgm:hierBranch val="init"/>
        </dgm:presLayoutVars>
      </dgm:prSet>
      <dgm:spPr/>
    </dgm:pt>
    <dgm:pt modelId="{0B08CF44-242F-4DD2-AC0B-F870D7CE58BF}" type="pres">
      <dgm:prSet presAssocID="{783A28AA-F493-4D52-B315-F24AFF5BD00E}" presName="rootComposite" presStyleCnt="0"/>
      <dgm:spPr/>
    </dgm:pt>
    <dgm:pt modelId="{ABFB3F97-6CE9-4E52-918E-35F874A43BCD}" type="pres">
      <dgm:prSet presAssocID="{783A28AA-F493-4D52-B315-F24AFF5BD00E}" presName="rootText" presStyleLbl="node4" presStyleIdx="9" presStyleCnt="22">
        <dgm:presLayoutVars>
          <dgm:chPref val="3"/>
        </dgm:presLayoutVars>
      </dgm:prSet>
      <dgm:spPr/>
    </dgm:pt>
    <dgm:pt modelId="{DC80A068-6CF2-4B33-9C4A-C4CABD6579BF}" type="pres">
      <dgm:prSet presAssocID="{783A28AA-F493-4D52-B315-F24AFF5BD00E}" presName="rootConnector" presStyleLbl="node4" presStyleIdx="9" presStyleCnt="22"/>
      <dgm:spPr/>
    </dgm:pt>
    <dgm:pt modelId="{2970F0F2-EB68-4836-BB96-D6620232B2C8}" type="pres">
      <dgm:prSet presAssocID="{783A28AA-F493-4D52-B315-F24AFF5BD00E}" presName="hierChild4" presStyleCnt="0"/>
      <dgm:spPr/>
    </dgm:pt>
    <dgm:pt modelId="{B97849BF-01C7-4CD5-842A-6B07A0138C0F}" type="pres">
      <dgm:prSet presAssocID="{783A28AA-F493-4D52-B315-F24AFF5BD00E}" presName="hierChild5" presStyleCnt="0"/>
      <dgm:spPr/>
    </dgm:pt>
    <dgm:pt modelId="{9B1A0D9F-8972-4EA9-9E62-F3765FCC0B3B}" type="pres">
      <dgm:prSet presAssocID="{A2074807-3C28-4B33-9EEB-412E5A1AA954}" presName="hierChild5" presStyleCnt="0"/>
      <dgm:spPr/>
    </dgm:pt>
    <dgm:pt modelId="{3AD04F9E-2087-4B81-B04B-0A2617FA7735}" type="pres">
      <dgm:prSet presAssocID="{C5037945-930F-4B75-858B-B894823169CF}" presName="hierChild5" presStyleCnt="0"/>
      <dgm:spPr/>
    </dgm:pt>
    <dgm:pt modelId="{B7681CE4-8CA0-49DE-A9F3-C600278D7504}" type="pres">
      <dgm:prSet presAssocID="{33FD4574-5FBE-445D-A451-69994E30F552}" presName="Name37" presStyleLbl="parChTrans1D2" presStyleIdx="1" presStyleCnt="8"/>
      <dgm:spPr/>
    </dgm:pt>
    <dgm:pt modelId="{91803398-F222-4F6F-9FB9-9EE8C12FBCC2}" type="pres">
      <dgm:prSet presAssocID="{26763262-632B-46CC-BA82-DA9DFC8A319D}" presName="hierRoot2" presStyleCnt="0">
        <dgm:presLayoutVars>
          <dgm:hierBranch val="init"/>
        </dgm:presLayoutVars>
      </dgm:prSet>
      <dgm:spPr/>
    </dgm:pt>
    <dgm:pt modelId="{E9676D5F-E84E-4A51-8820-D92F19CB1465}" type="pres">
      <dgm:prSet presAssocID="{26763262-632B-46CC-BA82-DA9DFC8A319D}" presName="rootComposite" presStyleCnt="0"/>
      <dgm:spPr/>
    </dgm:pt>
    <dgm:pt modelId="{99F6D3EC-9833-4C01-AE72-D18361D51C5B}" type="pres">
      <dgm:prSet presAssocID="{26763262-632B-46CC-BA82-DA9DFC8A319D}" presName="rootText" presStyleLbl="node2" presStyleIdx="1" presStyleCnt="5" custScaleX="225192">
        <dgm:presLayoutVars>
          <dgm:chPref val="3"/>
        </dgm:presLayoutVars>
      </dgm:prSet>
      <dgm:spPr/>
    </dgm:pt>
    <dgm:pt modelId="{2746CEE6-A010-451F-B510-4FCDC2081F65}" type="pres">
      <dgm:prSet presAssocID="{26763262-632B-46CC-BA82-DA9DFC8A319D}" presName="rootConnector" presStyleLbl="node2" presStyleIdx="1" presStyleCnt="5"/>
      <dgm:spPr/>
    </dgm:pt>
    <dgm:pt modelId="{35408868-CFD5-48C4-A7F6-DCF16B910BAE}" type="pres">
      <dgm:prSet presAssocID="{26763262-632B-46CC-BA82-DA9DFC8A319D}" presName="hierChild4" presStyleCnt="0"/>
      <dgm:spPr/>
    </dgm:pt>
    <dgm:pt modelId="{1884A9FB-42E4-4FD9-8810-1F98F3262087}" type="pres">
      <dgm:prSet presAssocID="{C08DA14E-AC2A-41C9-8939-B45B3C4534E7}" presName="Name37" presStyleLbl="parChTrans1D3" presStyleIdx="4" presStyleCnt="11"/>
      <dgm:spPr/>
    </dgm:pt>
    <dgm:pt modelId="{35FA75DA-ADB8-4325-BAAC-83D6377699D2}" type="pres">
      <dgm:prSet presAssocID="{54A214D2-D44C-4CCE-9AEB-B812186FBE9F}" presName="hierRoot2" presStyleCnt="0">
        <dgm:presLayoutVars>
          <dgm:hierBranch val="init"/>
        </dgm:presLayoutVars>
      </dgm:prSet>
      <dgm:spPr/>
    </dgm:pt>
    <dgm:pt modelId="{AEB4B1A3-FB6D-41E9-9B48-D4468C98925F}" type="pres">
      <dgm:prSet presAssocID="{54A214D2-D44C-4CCE-9AEB-B812186FBE9F}" presName="rootComposite" presStyleCnt="0"/>
      <dgm:spPr/>
    </dgm:pt>
    <dgm:pt modelId="{CB02243B-C17F-4AA8-825F-D4F211D97915}" type="pres">
      <dgm:prSet presAssocID="{54A214D2-D44C-4CCE-9AEB-B812186FBE9F}" presName="rootText" presStyleLbl="node3" presStyleIdx="4" presStyleCnt="11">
        <dgm:presLayoutVars>
          <dgm:chPref val="3"/>
        </dgm:presLayoutVars>
      </dgm:prSet>
      <dgm:spPr/>
    </dgm:pt>
    <dgm:pt modelId="{91F9D075-7AAC-466E-8543-3BCFAC1AFA1F}" type="pres">
      <dgm:prSet presAssocID="{54A214D2-D44C-4CCE-9AEB-B812186FBE9F}" presName="rootConnector" presStyleLbl="node3" presStyleIdx="4" presStyleCnt="11"/>
      <dgm:spPr/>
    </dgm:pt>
    <dgm:pt modelId="{974E2D99-5862-4C7A-837C-FFEFCC8E79A7}" type="pres">
      <dgm:prSet presAssocID="{54A214D2-D44C-4CCE-9AEB-B812186FBE9F}" presName="hierChild4" presStyleCnt="0"/>
      <dgm:spPr/>
    </dgm:pt>
    <dgm:pt modelId="{AB1F82AE-D204-494B-90C7-632A99586039}" type="pres">
      <dgm:prSet presAssocID="{F967AC73-60EA-4945-AEC1-1AE5D8629C87}" presName="Name37" presStyleLbl="parChTrans1D4" presStyleIdx="10" presStyleCnt="22"/>
      <dgm:spPr/>
    </dgm:pt>
    <dgm:pt modelId="{DC0B2FDF-D839-45FE-9E9A-D22897A1B887}" type="pres">
      <dgm:prSet presAssocID="{0F02B370-286F-4E1B-80A8-B2AD40265B7C}" presName="hierRoot2" presStyleCnt="0">
        <dgm:presLayoutVars>
          <dgm:hierBranch val="init"/>
        </dgm:presLayoutVars>
      </dgm:prSet>
      <dgm:spPr/>
    </dgm:pt>
    <dgm:pt modelId="{1B76E2B1-AF57-455C-83AC-6048046D1721}" type="pres">
      <dgm:prSet presAssocID="{0F02B370-286F-4E1B-80A8-B2AD40265B7C}" presName="rootComposite" presStyleCnt="0"/>
      <dgm:spPr/>
    </dgm:pt>
    <dgm:pt modelId="{78F581A2-A236-4AAE-9594-81595AF744C3}" type="pres">
      <dgm:prSet presAssocID="{0F02B370-286F-4E1B-80A8-B2AD40265B7C}" presName="rootText" presStyleLbl="node4" presStyleIdx="10" presStyleCnt="22">
        <dgm:presLayoutVars>
          <dgm:chPref val="3"/>
        </dgm:presLayoutVars>
      </dgm:prSet>
      <dgm:spPr/>
    </dgm:pt>
    <dgm:pt modelId="{45497D4B-7384-4409-B2DD-8111D10AE21C}" type="pres">
      <dgm:prSet presAssocID="{0F02B370-286F-4E1B-80A8-B2AD40265B7C}" presName="rootConnector" presStyleLbl="node4" presStyleIdx="10" presStyleCnt="22"/>
      <dgm:spPr/>
    </dgm:pt>
    <dgm:pt modelId="{7655522E-218E-4AD1-9853-C6F4EBC0DDEE}" type="pres">
      <dgm:prSet presAssocID="{0F02B370-286F-4E1B-80A8-B2AD40265B7C}" presName="hierChild4" presStyleCnt="0"/>
      <dgm:spPr/>
    </dgm:pt>
    <dgm:pt modelId="{67DAF67C-13D5-4345-A3A2-7B8725F07673}" type="pres">
      <dgm:prSet presAssocID="{0F02B370-286F-4E1B-80A8-B2AD40265B7C}" presName="hierChild5" presStyleCnt="0"/>
      <dgm:spPr/>
    </dgm:pt>
    <dgm:pt modelId="{193E33AA-274E-4C00-AFCA-9DB6EDEE5D26}" type="pres">
      <dgm:prSet presAssocID="{1FA59B25-B97D-4856-89A0-8C3B6E523A3D}" presName="Name37" presStyleLbl="parChTrans1D4" presStyleIdx="11" presStyleCnt="22"/>
      <dgm:spPr/>
    </dgm:pt>
    <dgm:pt modelId="{F3D5026B-8448-41B2-BBBF-05FDED585D48}" type="pres">
      <dgm:prSet presAssocID="{52C3BCD1-2F5D-456B-ABDD-1FD281CCF16A}" presName="hierRoot2" presStyleCnt="0">
        <dgm:presLayoutVars>
          <dgm:hierBranch val="init"/>
        </dgm:presLayoutVars>
      </dgm:prSet>
      <dgm:spPr/>
    </dgm:pt>
    <dgm:pt modelId="{87ADBE72-D386-4625-9707-54E71DFACB84}" type="pres">
      <dgm:prSet presAssocID="{52C3BCD1-2F5D-456B-ABDD-1FD281CCF16A}" presName="rootComposite" presStyleCnt="0"/>
      <dgm:spPr/>
    </dgm:pt>
    <dgm:pt modelId="{5C7EA8F3-06B8-4CA9-AB03-BC7A37C3AC8C}" type="pres">
      <dgm:prSet presAssocID="{52C3BCD1-2F5D-456B-ABDD-1FD281CCF16A}" presName="rootText" presStyleLbl="node4" presStyleIdx="11" presStyleCnt="22">
        <dgm:presLayoutVars>
          <dgm:chPref val="3"/>
        </dgm:presLayoutVars>
      </dgm:prSet>
      <dgm:spPr/>
    </dgm:pt>
    <dgm:pt modelId="{F93A4A6C-8460-470A-B4C3-3D0A4371DE8F}" type="pres">
      <dgm:prSet presAssocID="{52C3BCD1-2F5D-456B-ABDD-1FD281CCF16A}" presName="rootConnector" presStyleLbl="node4" presStyleIdx="11" presStyleCnt="22"/>
      <dgm:spPr/>
    </dgm:pt>
    <dgm:pt modelId="{4B2B2C4B-2E0C-4D0B-B555-454D57BBCF30}" type="pres">
      <dgm:prSet presAssocID="{52C3BCD1-2F5D-456B-ABDD-1FD281CCF16A}" presName="hierChild4" presStyleCnt="0"/>
      <dgm:spPr/>
    </dgm:pt>
    <dgm:pt modelId="{11704B69-8EE7-4217-A30C-45E5EE7DC268}" type="pres">
      <dgm:prSet presAssocID="{52C3BCD1-2F5D-456B-ABDD-1FD281CCF16A}" presName="hierChild5" presStyleCnt="0"/>
      <dgm:spPr/>
    </dgm:pt>
    <dgm:pt modelId="{3517477E-EFCC-447B-B470-29BCB0F003B1}" type="pres">
      <dgm:prSet presAssocID="{54A214D2-D44C-4CCE-9AEB-B812186FBE9F}" presName="hierChild5" presStyleCnt="0"/>
      <dgm:spPr/>
    </dgm:pt>
    <dgm:pt modelId="{8947F22D-5100-4BE4-9D48-37CDC0BB22B8}" type="pres">
      <dgm:prSet presAssocID="{F03F1325-F889-4151-B190-44DECF7357FE}" presName="Name37" presStyleLbl="parChTrans1D3" presStyleIdx="5" presStyleCnt="11"/>
      <dgm:spPr/>
    </dgm:pt>
    <dgm:pt modelId="{4BF36BE8-74FF-4FEF-9027-0AE56F70059D}" type="pres">
      <dgm:prSet presAssocID="{E670956E-23BE-4CCF-9CC8-C73CE9824EFC}" presName="hierRoot2" presStyleCnt="0">
        <dgm:presLayoutVars>
          <dgm:hierBranch val="init"/>
        </dgm:presLayoutVars>
      </dgm:prSet>
      <dgm:spPr/>
    </dgm:pt>
    <dgm:pt modelId="{A19779A8-16D1-4670-8A5A-24A060717BEB}" type="pres">
      <dgm:prSet presAssocID="{E670956E-23BE-4CCF-9CC8-C73CE9824EFC}" presName="rootComposite" presStyleCnt="0"/>
      <dgm:spPr/>
    </dgm:pt>
    <dgm:pt modelId="{6AC24378-0A44-4A7E-8BBF-103B1AD48708}" type="pres">
      <dgm:prSet presAssocID="{E670956E-23BE-4CCF-9CC8-C73CE9824EFC}" presName="rootText" presStyleLbl="node3" presStyleIdx="5" presStyleCnt="11">
        <dgm:presLayoutVars>
          <dgm:chPref val="3"/>
        </dgm:presLayoutVars>
      </dgm:prSet>
      <dgm:spPr/>
    </dgm:pt>
    <dgm:pt modelId="{A6498950-CC80-4E3A-9EAB-0C3329627061}" type="pres">
      <dgm:prSet presAssocID="{E670956E-23BE-4CCF-9CC8-C73CE9824EFC}" presName="rootConnector" presStyleLbl="node3" presStyleIdx="5" presStyleCnt="11"/>
      <dgm:spPr/>
    </dgm:pt>
    <dgm:pt modelId="{E4A538C1-7024-4DC7-90AB-EEFBCC858ED7}" type="pres">
      <dgm:prSet presAssocID="{E670956E-23BE-4CCF-9CC8-C73CE9824EFC}" presName="hierChild4" presStyleCnt="0"/>
      <dgm:spPr/>
    </dgm:pt>
    <dgm:pt modelId="{833E2946-2059-42EA-A351-3111CB6D5C07}" type="pres">
      <dgm:prSet presAssocID="{7649E386-3A39-4F9D-919B-A92095CAA640}" presName="Name37" presStyleLbl="parChTrans1D4" presStyleIdx="12" presStyleCnt="22"/>
      <dgm:spPr/>
    </dgm:pt>
    <dgm:pt modelId="{C94FB3A5-F376-4A44-83C2-A79911CA9F77}" type="pres">
      <dgm:prSet presAssocID="{044DC898-7245-4442-9BD3-48FE3ED2D3B1}" presName="hierRoot2" presStyleCnt="0">
        <dgm:presLayoutVars>
          <dgm:hierBranch val="init"/>
        </dgm:presLayoutVars>
      </dgm:prSet>
      <dgm:spPr/>
    </dgm:pt>
    <dgm:pt modelId="{0BCDCD97-AB10-4AFD-B871-5EB9FB70FDB0}" type="pres">
      <dgm:prSet presAssocID="{044DC898-7245-4442-9BD3-48FE3ED2D3B1}" presName="rootComposite" presStyleCnt="0"/>
      <dgm:spPr/>
    </dgm:pt>
    <dgm:pt modelId="{B5BB71F7-A0FC-4F6C-B14D-D1D62FA86602}" type="pres">
      <dgm:prSet presAssocID="{044DC898-7245-4442-9BD3-48FE3ED2D3B1}" presName="rootText" presStyleLbl="node4" presStyleIdx="12" presStyleCnt="22">
        <dgm:presLayoutVars>
          <dgm:chPref val="3"/>
        </dgm:presLayoutVars>
      </dgm:prSet>
      <dgm:spPr/>
    </dgm:pt>
    <dgm:pt modelId="{96139B19-CD25-4309-8522-B05222DA49AC}" type="pres">
      <dgm:prSet presAssocID="{044DC898-7245-4442-9BD3-48FE3ED2D3B1}" presName="rootConnector" presStyleLbl="node4" presStyleIdx="12" presStyleCnt="22"/>
      <dgm:spPr/>
    </dgm:pt>
    <dgm:pt modelId="{9FB8DBF5-7864-44F4-BC39-E698385795C0}" type="pres">
      <dgm:prSet presAssocID="{044DC898-7245-4442-9BD3-48FE3ED2D3B1}" presName="hierChild4" presStyleCnt="0"/>
      <dgm:spPr/>
    </dgm:pt>
    <dgm:pt modelId="{B9A3F1E5-22AE-481A-B700-079CD100E0E4}" type="pres">
      <dgm:prSet presAssocID="{044DC898-7245-4442-9BD3-48FE3ED2D3B1}" presName="hierChild5" presStyleCnt="0"/>
      <dgm:spPr/>
    </dgm:pt>
    <dgm:pt modelId="{84330A31-E4B1-4DBE-8295-7FF2B6F93947}" type="pres">
      <dgm:prSet presAssocID="{C9029BB1-6D2B-4E61-AFD3-13881B4AF078}" presName="Name37" presStyleLbl="parChTrans1D4" presStyleIdx="13" presStyleCnt="22"/>
      <dgm:spPr/>
    </dgm:pt>
    <dgm:pt modelId="{B030A74C-EAC4-4E06-B773-B917FD88F6B0}" type="pres">
      <dgm:prSet presAssocID="{4DF2D60D-23A1-4D1B-9910-B7405AEF1AF9}" presName="hierRoot2" presStyleCnt="0">
        <dgm:presLayoutVars>
          <dgm:hierBranch val="init"/>
        </dgm:presLayoutVars>
      </dgm:prSet>
      <dgm:spPr/>
    </dgm:pt>
    <dgm:pt modelId="{94E64D73-3517-415F-9353-FA9DA513289B}" type="pres">
      <dgm:prSet presAssocID="{4DF2D60D-23A1-4D1B-9910-B7405AEF1AF9}" presName="rootComposite" presStyleCnt="0"/>
      <dgm:spPr/>
    </dgm:pt>
    <dgm:pt modelId="{821E3EC7-A6B7-46AC-8BCF-806121184152}" type="pres">
      <dgm:prSet presAssocID="{4DF2D60D-23A1-4D1B-9910-B7405AEF1AF9}" presName="rootText" presStyleLbl="node4" presStyleIdx="13" presStyleCnt="22">
        <dgm:presLayoutVars>
          <dgm:chPref val="3"/>
        </dgm:presLayoutVars>
      </dgm:prSet>
      <dgm:spPr/>
    </dgm:pt>
    <dgm:pt modelId="{485909FA-D8E2-48A7-A3D8-F9F0F5993200}" type="pres">
      <dgm:prSet presAssocID="{4DF2D60D-23A1-4D1B-9910-B7405AEF1AF9}" presName="rootConnector" presStyleLbl="node4" presStyleIdx="13" presStyleCnt="22"/>
      <dgm:spPr/>
    </dgm:pt>
    <dgm:pt modelId="{EAD9D589-190E-4765-A5F1-3FC6DAC2DB10}" type="pres">
      <dgm:prSet presAssocID="{4DF2D60D-23A1-4D1B-9910-B7405AEF1AF9}" presName="hierChild4" presStyleCnt="0"/>
      <dgm:spPr/>
    </dgm:pt>
    <dgm:pt modelId="{8F49FE73-9169-47B0-8E72-722235D51EA1}" type="pres">
      <dgm:prSet presAssocID="{4DF2D60D-23A1-4D1B-9910-B7405AEF1AF9}" presName="hierChild5" presStyleCnt="0"/>
      <dgm:spPr/>
    </dgm:pt>
    <dgm:pt modelId="{51AB98C4-CCEE-41E2-93A7-974FD5D4B5A3}" type="pres">
      <dgm:prSet presAssocID="{E670956E-23BE-4CCF-9CC8-C73CE9824EFC}" presName="hierChild5" presStyleCnt="0"/>
      <dgm:spPr/>
    </dgm:pt>
    <dgm:pt modelId="{A87F6928-E8F0-43AC-972A-1DA949F9B9CC}" type="pres">
      <dgm:prSet presAssocID="{26763262-632B-46CC-BA82-DA9DFC8A319D}" presName="hierChild5" presStyleCnt="0"/>
      <dgm:spPr/>
    </dgm:pt>
    <dgm:pt modelId="{80193982-A47D-4ECB-B6F6-8F1D6A7062BB}" type="pres">
      <dgm:prSet presAssocID="{0C9BCA1A-676D-4632-848E-0829D4E5185A}" presName="Name37" presStyleLbl="parChTrans1D2" presStyleIdx="2" presStyleCnt="8"/>
      <dgm:spPr/>
    </dgm:pt>
    <dgm:pt modelId="{47C7A62A-26D7-480A-862B-14A6FAE076B9}" type="pres">
      <dgm:prSet presAssocID="{145D55AA-61E0-495C-8F2D-EE36475B0338}" presName="hierRoot2" presStyleCnt="0">
        <dgm:presLayoutVars>
          <dgm:hierBranch val="init"/>
        </dgm:presLayoutVars>
      </dgm:prSet>
      <dgm:spPr/>
    </dgm:pt>
    <dgm:pt modelId="{736E4FB8-ED38-4446-BF60-94A535EE24CA}" type="pres">
      <dgm:prSet presAssocID="{145D55AA-61E0-495C-8F2D-EE36475B0338}" presName="rootComposite" presStyleCnt="0"/>
      <dgm:spPr/>
    </dgm:pt>
    <dgm:pt modelId="{2A36DFCF-50EA-4F73-AE79-4C68056A9760}" type="pres">
      <dgm:prSet presAssocID="{145D55AA-61E0-495C-8F2D-EE36475B0338}" presName="rootText" presStyleLbl="node2" presStyleIdx="2" presStyleCnt="5" custScaleX="224581">
        <dgm:presLayoutVars>
          <dgm:chPref val="3"/>
        </dgm:presLayoutVars>
      </dgm:prSet>
      <dgm:spPr/>
    </dgm:pt>
    <dgm:pt modelId="{692C7E62-0620-45DB-A27F-358647ADDB69}" type="pres">
      <dgm:prSet presAssocID="{145D55AA-61E0-495C-8F2D-EE36475B0338}" presName="rootConnector" presStyleLbl="node2" presStyleIdx="2" presStyleCnt="5"/>
      <dgm:spPr/>
    </dgm:pt>
    <dgm:pt modelId="{8917C416-59C1-4FCA-A445-2AF2CA10DE6D}" type="pres">
      <dgm:prSet presAssocID="{145D55AA-61E0-495C-8F2D-EE36475B0338}" presName="hierChild4" presStyleCnt="0"/>
      <dgm:spPr/>
    </dgm:pt>
    <dgm:pt modelId="{6EF5DE40-A613-44B8-8873-5CB179E71291}" type="pres">
      <dgm:prSet presAssocID="{DAAB9B73-0654-44F2-BFB2-2A12E0C8324D}" presName="Name37" presStyleLbl="parChTrans1D3" presStyleIdx="6" presStyleCnt="11"/>
      <dgm:spPr/>
    </dgm:pt>
    <dgm:pt modelId="{995B743B-13E9-4FE6-AF33-CC6E0550A40F}" type="pres">
      <dgm:prSet presAssocID="{E72F02CF-18B3-473D-BA51-A3A921F54BCB}" presName="hierRoot2" presStyleCnt="0">
        <dgm:presLayoutVars>
          <dgm:hierBranch val="init"/>
        </dgm:presLayoutVars>
      </dgm:prSet>
      <dgm:spPr/>
    </dgm:pt>
    <dgm:pt modelId="{41598615-3668-4A43-AE8A-CD604955CD2A}" type="pres">
      <dgm:prSet presAssocID="{E72F02CF-18B3-473D-BA51-A3A921F54BCB}" presName="rootComposite" presStyleCnt="0"/>
      <dgm:spPr/>
    </dgm:pt>
    <dgm:pt modelId="{9EA1F9B9-4D92-4870-BBD2-CB4F964CD17D}" type="pres">
      <dgm:prSet presAssocID="{E72F02CF-18B3-473D-BA51-A3A921F54BCB}" presName="rootText" presStyleLbl="node3" presStyleIdx="6" presStyleCnt="11">
        <dgm:presLayoutVars>
          <dgm:chPref val="3"/>
        </dgm:presLayoutVars>
      </dgm:prSet>
      <dgm:spPr/>
    </dgm:pt>
    <dgm:pt modelId="{F54654D8-6BF6-4CA2-A716-A88B477A9586}" type="pres">
      <dgm:prSet presAssocID="{E72F02CF-18B3-473D-BA51-A3A921F54BCB}" presName="rootConnector" presStyleLbl="node3" presStyleIdx="6" presStyleCnt="11"/>
      <dgm:spPr/>
    </dgm:pt>
    <dgm:pt modelId="{F0C89A3F-BB50-41A8-B81D-7B7989B05824}" type="pres">
      <dgm:prSet presAssocID="{E72F02CF-18B3-473D-BA51-A3A921F54BCB}" presName="hierChild4" presStyleCnt="0"/>
      <dgm:spPr/>
    </dgm:pt>
    <dgm:pt modelId="{B104FA65-B4C0-4B7B-8F35-47D7504F3B76}" type="pres">
      <dgm:prSet presAssocID="{21D2D3E8-ED16-4668-8A50-BA9C625F6C75}" presName="Name37" presStyleLbl="parChTrans1D4" presStyleIdx="14" presStyleCnt="22"/>
      <dgm:spPr/>
    </dgm:pt>
    <dgm:pt modelId="{5F7251BF-3067-4667-84F9-68638D50F081}" type="pres">
      <dgm:prSet presAssocID="{DA630805-589F-40FE-B4A9-A3C7971583FB}" presName="hierRoot2" presStyleCnt="0">
        <dgm:presLayoutVars>
          <dgm:hierBranch val="init"/>
        </dgm:presLayoutVars>
      </dgm:prSet>
      <dgm:spPr/>
    </dgm:pt>
    <dgm:pt modelId="{422B12DC-1F91-48C9-9290-016E18440677}" type="pres">
      <dgm:prSet presAssocID="{DA630805-589F-40FE-B4A9-A3C7971583FB}" presName="rootComposite" presStyleCnt="0"/>
      <dgm:spPr/>
    </dgm:pt>
    <dgm:pt modelId="{550D8D09-93EA-4A4E-97F1-95DB55475A48}" type="pres">
      <dgm:prSet presAssocID="{DA630805-589F-40FE-B4A9-A3C7971583FB}" presName="rootText" presStyleLbl="node4" presStyleIdx="14" presStyleCnt="22">
        <dgm:presLayoutVars>
          <dgm:chPref val="3"/>
        </dgm:presLayoutVars>
      </dgm:prSet>
      <dgm:spPr/>
    </dgm:pt>
    <dgm:pt modelId="{30979236-57DA-47DF-96D4-AB6AABBC538D}" type="pres">
      <dgm:prSet presAssocID="{DA630805-589F-40FE-B4A9-A3C7971583FB}" presName="rootConnector" presStyleLbl="node4" presStyleIdx="14" presStyleCnt="22"/>
      <dgm:spPr/>
    </dgm:pt>
    <dgm:pt modelId="{939B9510-C2F6-41B3-822A-A5BF47127E96}" type="pres">
      <dgm:prSet presAssocID="{DA630805-589F-40FE-B4A9-A3C7971583FB}" presName="hierChild4" presStyleCnt="0"/>
      <dgm:spPr/>
    </dgm:pt>
    <dgm:pt modelId="{692E8A60-CB90-424C-AFA8-2F1A403147AB}" type="pres">
      <dgm:prSet presAssocID="{DA630805-589F-40FE-B4A9-A3C7971583FB}" presName="hierChild5" presStyleCnt="0"/>
      <dgm:spPr/>
    </dgm:pt>
    <dgm:pt modelId="{727B956F-D72C-4AE4-8D9E-D5EAAA044204}" type="pres">
      <dgm:prSet presAssocID="{0A2748D7-A676-47D0-86C9-1C95FAEAC323}" presName="Name37" presStyleLbl="parChTrans1D4" presStyleIdx="15" presStyleCnt="22"/>
      <dgm:spPr/>
    </dgm:pt>
    <dgm:pt modelId="{3F0D928F-C5C6-4209-89C7-2DC22F440C9A}" type="pres">
      <dgm:prSet presAssocID="{DF9E427A-F061-4D73-876E-50DFE6A2B7E5}" presName="hierRoot2" presStyleCnt="0">
        <dgm:presLayoutVars>
          <dgm:hierBranch val="init"/>
        </dgm:presLayoutVars>
      </dgm:prSet>
      <dgm:spPr/>
    </dgm:pt>
    <dgm:pt modelId="{89A646BC-328E-41A9-8DF1-DCDA6CC3C425}" type="pres">
      <dgm:prSet presAssocID="{DF9E427A-F061-4D73-876E-50DFE6A2B7E5}" presName="rootComposite" presStyleCnt="0"/>
      <dgm:spPr/>
    </dgm:pt>
    <dgm:pt modelId="{016EC23A-2D0E-41F6-A49C-4A8A9AA629EE}" type="pres">
      <dgm:prSet presAssocID="{DF9E427A-F061-4D73-876E-50DFE6A2B7E5}" presName="rootText" presStyleLbl="node4" presStyleIdx="15" presStyleCnt="22">
        <dgm:presLayoutVars>
          <dgm:chPref val="3"/>
        </dgm:presLayoutVars>
      </dgm:prSet>
      <dgm:spPr/>
    </dgm:pt>
    <dgm:pt modelId="{CBB73073-E2BE-4561-B51B-94EBAD9E9723}" type="pres">
      <dgm:prSet presAssocID="{DF9E427A-F061-4D73-876E-50DFE6A2B7E5}" presName="rootConnector" presStyleLbl="node4" presStyleIdx="15" presStyleCnt="22"/>
      <dgm:spPr/>
    </dgm:pt>
    <dgm:pt modelId="{A2D7CAED-0941-4B4F-8DD4-28606AD9D38D}" type="pres">
      <dgm:prSet presAssocID="{DF9E427A-F061-4D73-876E-50DFE6A2B7E5}" presName="hierChild4" presStyleCnt="0"/>
      <dgm:spPr/>
    </dgm:pt>
    <dgm:pt modelId="{06DD9A92-3EBE-4509-A0B6-B94B2A043EB1}" type="pres">
      <dgm:prSet presAssocID="{DF9E427A-F061-4D73-876E-50DFE6A2B7E5}" presName="hierChild5" presStyleCnt="0"/>
      <dgm:spPr/>
    </dgm:pt>
    <dgm:pt modelId="{683892C0-C419-46BC-A3E0-860D73A40584}" type="pres">
      <dgm:prSet presAssocID="{E72F02CF-18B3-473D-BA51-A3A921F54BCB}" presName="hierChild5" presStyleCnt="0"/>
      <dgm:spPr/>
    </dgm:pt>
    <dgm:pt modelId="{F1396398-C9F6-48F4-AA4F-1E9F79E1591E}" type="pres">
      <dgm:prSet presAssocID="{CD9829E7-840B-4B2B-A393-F04E987952D6}" presName="Name37" presStyleLbl="parChTrans1D3" presStyleIdx="7" presStyleCnt="11"/>
      <dgm:spPr/>
    </dgm:pt>
    <dgm:pt modelId="{E5126307-494E-4B84-9F19-09827FC9D874}" type="pres">
      <dgm:prSet presAssocID="{52C3973C-B7F3-447F-8C8A-6D0C97AC7D87}" presName="hierRoot2" presStyleCnt="0">
        <dgm:presLayoutVars>
          <dgm:hierBranch val="init"/>
        </dgm:presLayoutVars>
      </dgm:prSet>
      <dgm:spPr/>
    </dgm:pt>
    <dgm:pt modelId="{CDBA4625-BF3A-434F-ABBE-CC242A863C0C}" type="pres">
      <dgm:prSet presAssocID="{52C3973C-B7F3-447F-8C8A-6D0C97AC7D87}" presName="rootComposite" presStyleCnt="0"/>
      <dgm:spPr/>
    </dgm:pt>
    <dgm:pt modelId="{55D6CDA0-E2F8-4F44-91CF-D45B8B7CACAF}" type="pres">
      <dgm:prSet presAssocID="{52C3973C-B7F3-447F-8C8A-6D0C97AC7D87}" presName="rootText" presStyleLbl="node3" presStyleIdx="7" presStyleCnt="11">
        <dgm:presLayoutVars>
          <dgm:chPref val="3"/>
        </dgm:presLayoutVars>
      </dgm:prSet>
      <dgm:spPr/>
    </dgm:pt>
    <dgm:pt modelId="{DF812D3D-1348-45D9-861B-C0CE67CEE8DF}" type="pres">
      <dgm:prSet presAssocID="{52C3973C-B7F3-447F-8C8A-6D0C97AC7D87}" presName="rootConnector" presStyleLbl="node3" presStyleIdx="7" presStyleCnt="11"/>
      <dgm:spPr/>
    </dgm:pt>
    <dgm:pt modelId="{D2AC8B04-FBE8-4F82-8DC3-90F7410252E8}" type="pres">
      <dgm:prSet presAssocID="{52C3973C-B7F3-447F-8C8A-6D0C97AC7D87}" presName="hierChild4" presStyleCnt="0"/>
      <dgm:spPr/>
    </dgm:pt>
    <dgm:pt modelId="{2E6867E7-74AC-4BF1-A9FA-4AC7261C94EA}" type="pres">
      <dgm:prSet presAssocID="{7503258F-CB4C-4821-9D8D-C5A58C1571DE}" presName="Name37" presStyleLbl="parChTrans1D4" presStyleIdx="16" presStyleCnt="22"/>
      <dgm:spPr/>
    </dgm:pt>
    <dgm:pt modelId="{F4FE13A6-9F02-4216-96F7-5149500E79F8}" type="pres">
      <dgm:prSet presAssocID="{6179B0DF-E47A-4DC1-A6E5-35A2A8035506}" presName="hierRoot2" presStyleCnt="0">
        <dgm:presLayoutVars>
          <dgm:hierBranch val="init"/>
        </dgm:presLayoutVars>
      </dgm:prSet>
      <dgm:spPr/>
    </dgm:pt>
    <dgm:pt modelId="{B910A640-20F8-40CB-8C21-72D3292DAF7D}" type="pres">
      <dgm:prSet presAssocID="{6179B0DF-E47A-4DC1-A6E5-35A2A8035506}" presName="rootComposite" presStyleCnt="0"/>
      <dgm:spPr/>
    </dgm:pt>
    <dgm:pt modelId="{3865DB16-34F6-41C8-ABAD-5A68CDC1E618}" type="pres">
      <dgm:prSet presAssocID="{6179B0DF-E47A-4DC1-A6E5-35A2A8035506}" presName="rootText" presStyleLbl="node4" presStyleIdx="16" presStyleCnt="22">
        <dgm:presLayoutVars>
          <dgm:chPref val="3"/>
        </dgm:presLayoutVars>
      </dgm:prSet>
      <dgm:spPr/>
    </dgm:pt>
    <dgm:pt modelId="{1002BD22-EA91-46EA-86D5-BC40AAB8FD27}" type="pres">
      <dgm:prSet presAssocID="{6179B0DF-E47A-4DC1-A6E5-35A2A8035506}" presName="rootConnector" presStyleLbl="node4" presStyleIdx="16" presStyleCnt="22"/>
      <dgm:spPr/>
    </dgm:pt>
    <dgm:pt modelId="{C18C182C-25D6-4782-AA35-57666DC65905}" type="pres">
      <dgm:prSet presAssocID="{6179B0DF-E47A-4DC1-A6E5-35A2A8035506}" presName="hierChild4" presStyleCnt="0"/>
      <dgm:spPr/>
    </dgm:pt>
    <dgm:pt modelId="{4BF485B8-AACE-48A9-A30C-D711169146EB}" type="pres">
      <dgm:prSet presAssocID="{6179B0DF-E47A-4DC1-A6E5-35A2A8035506}" presName="hierChild5" presStyleCnt="0"/>
      <dgm:spPr/>
    </dgm:pt>
    <dgm:pt modelId="{16D600AC-D904-45AA-A6C7-5EAC376DA718}" type="pres">
      <dgm:prSet presAssocID="{FB0EDD93-3471-4BEA-9C74-D18C3A65BE60}" presName="Name37" presStyleLbl="parChTrans1D4" presStyleIdx="17" presStyleCnt="22"/>
      <dgm:spPr/>
    </dgm:pt>
    <dgm:pt modelId="{19997ABE-8B23-4115-8D41-E55CAF4E9A9E}" type="pres">
      <dgm:prSet presAssocID="{63C0A874-E3F2-452F-95FF-C800D865E671}" presName="hierRoot2" presStyleCnt="0">
        <dgm:presLayoutVars>
          <dgm:hierBranch val="init"/>
        </dgm:presLayoutVars>
      </dgm:prSet>
      <dgm:spPr/>
    </dgm:pt>
    <dgm:pt modelId="{B30779DE-CD89-4193-B231-8CEF0AA2897B}" type="pres">
      <dgm:prSet presAssocID="{63C0A874-E3F2-452F-95FF-C800D865E671}" presName="rootComposite" presStyleCnt="0"/>
      <dgm:spPr/>
    </dgm:pt>
    <dgm:pt modelId="{0A5EED6C-F2BD-4DA1-9DA3-1CF629ED9ABF}" type="pres">
      <dgm:prSet presAssocID="{63C0A874-E3F2-452F-95FF-C800D865E671}" presName="rootText" presStyleLbl="node4" presStyleIdx="17" presStyleCnt="22">
        <dgm:presLayoutVars>
          <dgm:chPref val="3"/>
        </dgm:presLayoutVars>
      </dgm:prSet>
      <dgm:spPr/>
    </dgm:pt>
    <dgm:pt modelId="{E016FB47-A545-488F-83C0-0164DBB3E565}" type="pres">
      <dgm:prSet presAssocID="{63C0A874-E3F2-452F-95FF-C800D865E671}" presName="rootConnector" presStyleLbl="node4" presStyleIdx="17" presStyleCnt="22"/>
      <dgm:spPr/>
    </dgm:pt>
    <dgm:pt modelId="{C5D3D9A3-9B9F-4B58-858C-0AE3A2824D6A}" type="pres">
      <dgm:prSet presAssocID="{63C0A874-E3F2-452F-95FF-C800D865E671}" presName="hierChild4" presStyleCnt="0"/>
      <dgm:spPr/>
    </dgm:pt>
    <dgm:pt modelId="{DFB0B1A0-7FB2-4E96-A127-0730B3209EE1}" type="pres">
      <dgm:prSet presAssocID="{63C0A874-E3F2-452F-95FF-C800D865E671}" presName="hierChild5" presStyleCnt="0"/>
      <dgm:spPr/>
    </dgm:pt>
    <dgm:pt modelId="{F7AAA351-ABAF-4340-BBFE-7A50D4EFAA74}" type="pres">
      <dgm:prSet presAssocID="{52C3973C-B7F3-447F-8C8A-6D0C97AC7D87}" presName="hierChild5" presStyleCnt="0"/>
      <dgm:spPr/>
    </dgm:pt>
    <dgm:pt modelId="{A96D6414-3676-4A92-85D8-5DD124BA2942}" type="pres">
      <dgm:prSet presAssocID="{145D55AA-61E0-495C-8F2D-EE36475B0338}" presName="hierChild5" presStyleCnt="0"/>
      <dgm:spPr/>
    </dgm:pt>
    <dgm:pt modelId="{B67FA171-3DC1-4B30-B97D-AAB0EE775448}" type="pres">
      <dgm:prSet presAssocID="{F8130828-F801-48B7-A83D-32C060147E31}" presName="Name37" presStyleLbl="parChTrans1D2" presStyleIdx="3" presStyleCnt="8"/>
      <dgm:spPr/>
    </dgm:pt>
    <dgm:pt modelId="{9050899D-C12D-433D-BA67-5366AE2099EB}" type="pres">
      <dgm:prSet presAssocID="{75DFC915-9462-4A30-AE1F-37CE18B3C6D2}" presName="hierRoot2" presStyleCnt="0">
        <dgm:presLayoutVars>
          <dgm:hierBranch val="init"/>
        </dgm:presLayoutVars>
      </dgm:prSet>
      <dgm:spPr/>
    </dgm:pt>
    <dgm:pt modelId="{FA4CBB32-6DC4-463A-97E6-6F6C874672E4}" type="pres">
      <dgm:prSet presAssocID="{75DFC915-9462-4A30-AE1F-37CE18B3C6D2}" presName="rootComposite" presStyleCnt="0"/>
      <dgm:spPr/>
    </dgm:pt>
    <dgm:pt modelId="{858CCC95-E4CA-427E-8CC5-EA54BE327E50}" type="pres">
      <dgm:prSet presAssocID="{75DFC915-9462-4A30-AE1F-37CE18B3C6D2}" presName="rootText" presStyleLbl="node2" presStyleIdx="3" presStyleCnt="5" custScaleX="227286">
        <dgm:presLayoutVars>
          <dgm:chPref val="3"/>
        </dgm:presLayoutVars>
      </dgm:prSet>
      <dgm:spPr/>
    </dgm:pt>
    <dgm:pt modelId="{6F0642B5-C6D2-460F-8B0D-117246BD79FD}" type="pres">
      <dgm:prSet presAssocID="{75DFC915-9462-4A30-AE1F-37CE18B3C6D2}" presName="rootConnector" presStyleLbl="node2" presStyleIdx="3" presStyleCnt="5"/>
      <dgm:spPr/>
    </dgm:pt>
    <dgm:pt modelId="{212E254B-8521-46A2-8B27-60BF05F6C21C}" type="pres">
      <dgm:prSet presAssocID="{75DFC915-9462-4A30-AE1F-37CE18B3C6D2}" presName="hierChild4" presStyleCnt="0"/>
      <dgm:spPr/>
    </dgm:pt>
    <dgm:pt modelId="{362C6395-CDA7-4EB2-8956-CE67599F0711}" type="pres">
      <dgm:prSet presAssocID="{81DA8363-0B62-47BB-A1C0-276F95F61685}" presName="Name37" presStyleLbl="parChTrans1D3" presStyleIdx="8" presStyleCnt="11"/>
      <dgm:spPr/>
    </dgm:pt>
    <dgm:pt modelId="{12FC3C31-BF70-463F-85E6-6C6DECA5ECB0}" type="pres">
      <dgm:prSet presAssocID="{05459587-4988-4521-A172-715582190CFB}" presName="hierRoot2" presStyleCnt="0">
        <dgm:presLayoutVars>
          <dgm:hierBranch val="init"/>
        </dgm:presLayoutVars>
      </dgm:prSet>
      <dgm:spPr/>
    </dgm:pt>
    <dgm:pt modelId="{692356F9-16E3-4269-AC10-B48F562F6350}" type="pres">
      <dgm:prSet presAssocID="{05459587-4988-4521-A172-715582190CFB}" presName="rootComposite" presStyleCnt="0"/>
      <dgm:spPr/>
    </dgm:pt>
    <dgm:pt modelId="{F5119AFF-7505-49C6-B8CC-5346C5423816}" type="pres">
      <dgm:prSet presAssocID="{05459587-4988-4521-A172-715582190CFB}" presName="rootText" presStyleLbl="node3" presStyleIdx="8" presStyleCnt="11">
        <dgm:presLayoutVars>
          <dgm:chPref val="3"/>
        </dgm:presLayoutVars>
      </dgm:prSet>
      <dgm:spPr/>
    </dgm:pt>
    <dgm:pt modelId="{E4298F15-1B1C-4C7E-A9D9-C674AC3871A9}" type="pres">
      <dgm:prSet presAssocID="{05459587-4988-4521-A172-715582190CFB}" presName="rootConnector" presStyleLbl="node3" presStyleIdx="8" presStyleCnt="11"/>
      <dgm:spPr/>
    </dgm:pt>
    <dgm:pt modelId="{596DD6B5-721C-4365-8C70-A33DA29F2333}" type="pres">
      <dgm:prSet presAssocID="{05459587-4988-4521-A172-715582190CFB}" presName="hierChild4" presStyleCnt="0"/>
      <dgm:spPr/>
    </dgm:pt>
    <dgm:pt modelId="{109402AC-4CF6-4F22-8D6A-D3C1188B5393}" type="pres">
      <dgm:prSet presAssocID="{2CEDF25F-6939-4F31-AEE1-81814F018153}" presName="Name37" presStyleLbl="parChTrans1D4" presStyleIdx="18" presStyleCnt="22"/>
      <dgm:spPr/>
    </dgm:pt>
    <dgm:pt modelId="{FE28105F-AAFF-4966-AA84-32417214F510}" type="pres">
      <dgm:prSet presAssocID="{64C84F6C-4C89-42C9-BBFB-E3A9FEECB53C}" presName="hierRoot2" presStyleCnt="0">
        <dgm:presLayoutVars>
          <dgm:hierBranch val="init"/>
        </dgm:presLayoutVars>
      </dgm:prSet>
      <dgm:spPr/>
    </dgm:pt>
    <dgm:pt modelId="{817482A5-22DC-49F3-9CA3-FD065E6B35CF}" type="pres">
      <dgm:prSet presAssocID="{64C84F6C-4C89-42C9-BBFB-E3A9FEECB53C}" presName="rootComposite" presStyleCnt="0"/>
      <dgm:spPr/>
    </dgm:pt>
    <dgm:pt modelId="{7845EB6B-B9D0-4329-A00A-A032CFA8607F}" type="pres">
      <dgm:prSet presAssocID="{64C84F6C-4C89-42C9-BBFB-E3A9FEECB53C}" presName="rootText" presStyleLbl="node4" presStyleIdx="18" presStyleCnt="22">
        <dgm:presLayoutVars>
          <dgm:chPref val="3"/>
        </dgm:presLayoutVars>
      </dgm:prSet>
      <dgm:spPr/>
    </dgm:pt>
    <dgm:pt modelId="{D028122C-9A8C-400D-91B3-5E431B062B11}" type="pres">
      <dgm:prSet presAssocID="{64C84F6C-4C89-42C9-BBFB-E3A9FEECB53C}" presName="rootConnector" presStyleLbl="node4" presStyleIdx="18" presStyleCnt="22"/>
      <dgm:spPr/>
    </dgm:pt>
    <dgm:pt modelId="{D8068839-FC4C-47FD-9D5B-EA790A28BE59}" type="pres">
      <dgm:prSet presAssocID="{64C84F6C-4C89-42C9-BBFB-E3A9FEECB53C}" presName="hierChild4" presStyleCnt="0"/>
      <dgm:spPr/>
    </dgm:pt>
    <dgm:pt modelId="{68BB8EBF-EF42-4AA7-A502-A2898DA40447}" type="pres">
      <dgm:prSet presAssocID="{64C84F6C-4C89-42C9-BBFB-E3A9FEECB53C}" presName="hierChild5" presStyleCnt="0"/>
      <dgm:spPr/>
    </dgm:pt>
    <dgm:pt modelId="{4ACA9E40-9061-4DB8-AF0E-E26B8E3C0D3A}" type="pres">
      <dgm:prSet presAssocID="{05459587-4988-4521-A172-715582190CFB}" presName="hierChild5" presStyleCnt="0"/>
      <dgm:spPr/>
    </dgm:pt>
    <dgm:pt modelId="{BE316BAB-E484-4713-88F8-60BFB9ECB2F9}" type="pres">
      <dgm:prSet presAssocID="{3C79FE37-D072-433C-85E3-76D9529FB2A4}" presName="Name37" presStyleLbl="parChTrans1D3" presStyleIdx="9" presStyleCnt="11"/>
      <dgm:spPr/>
    </dgm:pt>
    <dgm:pt modelId="{235CF454-738B-405A-85CD-421FFD5C9EB4}" type="pres">
      <dgm:prSet presAssocID="{1B6E74F3-B5A8-441C-AB65-775DCB44F666}" presName="hierRoot2" presStyleCnt="0">
        <dgm:presLayoutVars>
          <dgm:hierBranch val="init"/>
        </dgm:presLayoutVars>
      </dgm:prSet>
      <dgm:spPr/>
    </dgm:pt>
    <dgm:pt modelId="{6EA77787-3398-4DDC-B818-D55AA7CE88B1}" type="pres">
      <dgm:prSet presAssocID="{1B6E74F3-B5A8-441C-AB65-775DCB44F666}" presName="rootComposite" presStyleCnt="0"/>
      <dgm:spPr/>
    </dgm:pt>
    <dgm:pt modelId="{8D4EDDFD-3F99-48DD-B17E-DED0EC8CDDD0}" type="pres">
      <dgm:prSet presAssocID="{1B6E74F3-B5A8-441C-AB65-775DCB44F666}" presName="rootText" presStyleLbl="node3" presStyleIdx="9" presStyleCnt="11">
        <dgm:presLayoutVars>
          <dgm:chPref val="3"/>
        </dgm:presLayoutVars>
      </dgm:prSet>
      <dgm:spPr/>
    </dgm:pt>
    <dgm:pt modelId="{71A8528D-5007-41C3-81C5-D5BBF6988692}" type="pres">
      <dgm:prSet presAssocID="{1B6E74F3-B5A8-441C-AB65-775DCB44F666}" presName="rootConnector" presStyleLbl="node3" presStyleIdx="9" presStyleCnt="11"/>
      <dgm:spPr/>
    </dgm:pt>
    <dgm:pt modelId="{41266EB5-6822-4380-8214-AF227CA6FBE2}" type="pres">
      <dgm:prSet presAssocID="{1B6E74F3-B5A8-441C-AB65-775DCB44F666}" presName="hierChild4" presStyleCnt="0"/>
      <dgm:spPr/>
    </dgm:pt>
    <dgm:pt modelId="{A43EF91F-8DA5-43EF-8EB3-BB146F5BF4EF}" type="pres">
      <dgm:prSet presAssocID="{260C4ED7-3608-4DAA-8893-2CC8555D359C}" presName="Name37" presStyleLbl="parChTrans1D4" presStyleIdx="19" presStyleCnt="22"/>
      <dgm:spPr/>
    </dgm:pt>
    <dgm:pt modelId="{40E0D3DD-9B1A-422B-BD4A-8E6C3E301DC3}" type="pres">
      <dgm:prSet presAssocID="{BB5616D0-CD6B-4AFA-914E-D4A64560E1D3}" presName="hierRoot2" presStyleCnt="0">
        <dgm:presLayoutVars>
          <dgm:hierBranch val="init"/>
        </dgm:presLayoutVars>
      </dgm:prSet>
      <dgm:spPr/>
    </dgm:pt>
    <dgm:pt modelId="{BA48E19B-0F9D-481F-AD1E-7CEDD78FF588}" type="pres">
      <dgm:prSet presAssocID="{BB5616D0-CD6B-4AFA-914E-D4A64560E1D3}" presName="rootComposite" presStyleCnt="0"/>
      <dgm:spPr/>
    </dgm:pt>
    <dgm:pt modelId="{6EE46714-DE7C-41DB-BFF7-B9C85E642D2D}" type="pres">
      <dgm:prSet presAssocID="{BB5616D0-CD6B-4AFA-914E-D4A64560E1D3}" presName="rootText" presStyleLbl="node4" presStyleIdx="19" presStyleCnt="22">
        <dgm:presLayoutVars>
          <dgm:chPref val="3"/>
        </dgm:presLayoutVars>
      </dgm:prSet>
      <dgm:spPr/>
    </dgm:pt>
    <dgm:pt modelId="{4A3DB128-2895-4B3C-A51E-CF03A0BEF216}" type="pres">
      <dgm:prSet presAssocID="{BB5616D0-CD6B-4AFA-914E-D4A64560E1D3}" presName="rootConnector" presStyleLbl="node4" presStyleIdx="19" presStyleCnt="22"/>
      <dgm:spPr/>
    </dgm:pt>
    <dgm:pt modelId="{BD90B170-03AB-4761-B381-6689039A91D7}" type="pres">
      <dgm:prSet presAssocID="{BB5616D0-CD6B-4AFA-914E-D4A64560E1D3}" presName="hierChild4" presStyleCnt="0"/>
      <dgm:spPr/>
    </dgm:pt>
    <dgm:pt modelId="{4B14A816-4F72-4208-BF15-B15153F3E357}" type="pres">
      <dgm:prSet presAssocID="{BB5616D0-CD6B-4AFA-914E-D4A64560E1D3}" presName="hierChild5" presStyleCnt="0"/>
      <dgm:spPr/>
    </dgm:pt>
    <dgm:pt modelId="{C213A015-EC16-4B9F-A988-FF8A7BBB88A6}" type="pres">
      <dgm:prSet presAssocID="{226E3F2A-149C-4E31-AF49-05035199D23B}" presName="Name37" presStyleLbl="parChTrans1D4" presStyleIdx="20" presStyleCnt="22"/>
      <dgm:spPr/>
    </dgm:pt>
    <dgm:pt modelId="{C8E409F6-B69C-4B41-87EF-A9E9AF5BCB9B}" type="pres">
      <dgm:prSet presAssocID="{F35FFE74-4990-45D5-A4CB-80872A2AC027}" presName="hierRoot2" presStyleCnt="0">
        <dgm:presLayoutVars>
          <dgm:hierBranch val="init"/>
        </dgm:presLayoutVars>
      </dgm:prSet>
      <dgm:spPr/>
    </dgm:pt>
    <dgm:pt modelId="{C5884F31-3884-49C7-AE8F-6D03B960CFBC}" type="pres">
      <dgm:prSet presAssocID="{F35FFE74-4990-45D5-A4CB-80872A2AC027}" presName="rootComposite" presStyleCnt="0"/>
      <dgm:spPr/>
    </dgm:pt>
    <dgm:pt modelId="{23C620D9-0E46-4B77-A12F-3537A154FCBA}" type="pres">
      <dgm:prSet presAssocID="{F35FFE74-4990-45D5-A4CB-80872A2AC027}" presName="rootText" presStyleLbl="node4" presStyleIdx="20" presStyleCnt="22">
        <dgm:presLayoutVars>
          <dgm:chPref val="3"/>
        </dgm:presLayoutVars>
      </dgm:prSet>
      <dgm:spPr/>
    </dgm:pt>
    <dgm:pt modelId="{3347A672-0AAE-421D-9612-0367CFCB23F6}" type="pres">
      <dgm:prSet presAssocID="{F35FFE74-4990-45D5-A4CB-80872A2AC027}" presName="rootConnector" presStyleLbl="node4" presStyleIdx="20" presStyleCnt="22"/>
      <dgm:spPr/>
    </dgm:pt>
    <dgm:pt modelId="{7E4EA97F-D44D-4A84-B8A6-BC873F0F6586}" type="pres">
      <dgm:prSet presAssocID="{F35FFE74-4990-45D5-A4CB-80872A2AC027}" presName="hierChild4" presStyleCnt="0"/>
      <dgm:spPr/>
    </dgm:pt>
    <dgm:pt modelId="{82F18416-9B46-4985-91B7-8A7EE4F32A6D}" type="pres">
      <dgm:prSet presAssocID="{F35FFE74-4990-45D5-A4CB-80872A2AC027}" presName="hierChild5" presStyleCnt="0"/>
      <dgm:spPr/>
    </dgm:pt>
    <dgm:pt modelId="{7737F3F5-144A-4757-A10B-63150BBE79A5}" type="pres">
      <dgm:prSet presAssocID="{1B6E74F3-B5A8-441C-AB65-775DCB44F666}" presName="hierChild5" presStyleCnt="0"/>
      <dgm:spPr/>
    </dgm:pt>
    <dgm:pt modelId="{EE5F734F-9F36-4C79-A3BC-220E7FAA674E}" type="pres">
      <dgm:prSet presAssocID="{75DFC915-9462-4A30-AE1F-37CE18B3C6D2}" presName="hierChild5" presStyleCnt="0"/>
      <dgm:spPr/>
    </dgm:pt>
    <dgm:pt modelId="{BCDC2B85-A8D5-4593-867F-DC0483840EB2}" type="pres">
      <dgm:prSet presAssocID="{E93B594F-0000-4F1E-9B42-4CBD54251AE9}" presName="Name37" presStyleLbl="parChTrans1D2" presStyleIdx="4" presStyleCnt="8"/>
      <dgm:spPr/>
    </dgm:pt>
    <dgm:pt modelId="{5737F07D-3BAB-48F7-A08D-31C96ABB745A}" type="pres">
      <dgm:prSet presAssocID="{CFBF96BE-57AC-4278-BEE8-4529105B485E}" presName="hierRoot2" presStyleCnt="0">
        <dgm:presLayoutVars>
          <dgm:hierBranch val="init"/>
        </dgm:presLayoutVars>
      </dgm:prSet>
      <dgm:spPr/>
    </dgm:pt>
    <dgm:pt modelId="{400E70F2-206E-4207-9BAE-AA4950AB067D}" type="pres">
      <dgm:prSet presAssocID="{CFBF96BE-57AC-4278-BEE8-4529105B485E}" presName="rootComposite" presStyleCnt="0"/>
      <dgm:spPr/>
    </dgm:pt>
    <dgm:pt modelId="{B6882BBA-C028-45B6-AA74-004B50941257}" type="pres">
      <dgm:prSet presAssocID="{CFBF96BE-57AC-4278-BEE8-4529105B485E}" presName="rootText" presStyleLbl="node2" presStyleIdx="4" presStyleCnt="5">
        <dgm:presLayoutVars>
          <dgm:chPref val="3"/>
        </dgm:presLayoutVars>
      </dgm:prSet>
      <dgm:spPr/>
    </dgm:pt>
    <dgm:pt modelId="{566DBE28-CF1C-4D21-A527-ACA2FA65BB5E}" type="pres">
      <dgm:prSet presAssocID="{CFBF96BE-57AC-4278-BEE8-4529105B485E}" presName="rootConnector" presStyleLbl="node2" presStyleIdx="4" presStyleCnt="5"/>
      <dgm:spPr/>
    </dgm:pt>
    <dgm:pt modelId="{03CD7D9C-8C3B-4156-87BC-15BE577EF0F1}" type="pres">
      <dgm:prSet presAssocID="{CFBF96BE-57AC-4278-BEE8-4529105B485E}" presName="hierChild4" presStyleCnt="0"/>
      <dgm:spPr/>
    </dgm:pt>
    <dgm:pt modelId="{5489D5DD-FC37-42DE-962B-6993F423AF34}" type="pres">
      <dgm:prSet presAssocID="{B8FCF6F9-076B-4699-9E4E-2CA4C23B8C97}" presName="Name37" presStyleLbl="parChTrans1D3" presStyleIdx="10" presStyleCnt="11"/>
      <dgm:spPr/>
    </dgm:pt>
    <dgm:pt modelId="{BA5F6171-F2F1-43FD-B8E5-B5CCA007C296}" type="pres">
      <dgm:prSet presAssocID="{435BDAA4-6C6D-4BA3-863B-6A6502930384}" presName="hierRoot2" presStyleCnt="0">
        <dgm:presLayoutVars>
          <dgm:hierBranch val="init"/>
        </dgm:presLayoutVars>
      </dgm:prSet>
      <dgm:spPr/>
    </dgm:pt>
    <dgm:pt modelId="{9310BCC2-D236-4405-9CC4-65E08969ADA7}" type="pres">
      <dgm:prSet presAssocID="{435BDAA4-6C6D-4BA3-863B-6A6502930384}" presName="rootComposite" presStyleCnt="0"/>
      <dgm:spPr/>
    </dgm:pt>
    <dgm:pt modelId="{D27AD6E2-F859-4EE0-99E8-AC86C2B80631}" type="pres">
      <dgm:prSet presAssocID="{435BDAA4-6C6D-4BA3-863B-6A6502930384}" presName="rootText" presStyleLbl="node3" presStyleIdx="10" presStyleCnt="11">
        <dgm:presLayoutVars>
          <dgm:chPref val="3"/>
        </dgm:presLayoutVars>
      </dgm:prSet>
      <dgm:spPr/>
    </dgm:pt>
    <dgm:pt modelId="{B5B547D9-1EC6-4C68-97AC-E62BDA82905D}" type="pres">
      <dgm:prSet presAssocID="{435BDAA4-6C6D-4BA3-863B-6A6502930384}" presName="rootConnector" presStyleLbl="node3" presStyleIdx="10" presStyleCnt="11"/>
      <dgm:spPr/>
    </dgm:pt>
    <dgm:pt modelId="{9BE8806E-47EF-4996-A6CC-711244C7C529}" type="pres">
      <dgm:prSet presAssocID="{435BDAA4-6C6D-4BA3-863B-6A6502930384}" presName="hierChild4" presStyleCnt="0"/>
      <dgm:spPr/>
    </dgm:pt>
    <dgm:pt modelId="{3F275E6C-EF52-44B6-A1FE-02C759FE80EB}" type="pres">
      <dgm:prSet presAssocID="{20C93597-4DC1-4325-8363-E7CD2A9D1B4A}" presName="Name37" presStyleLbl="parChTrans1D4" presStyleIdx="21" presStyleCnt="22"/>
      <dgm:spPr/>
    </dgm:pt>
    <dgm:pt modelId="{38E28F90-9147-4454-ACA9-26C25A166647}" type="pres">
      <dgm:prSet presAssocID="{6AE7F5F1-29A0-46DF-AACF-A442207EF17A}" presName="hierRoot2" presStyleCnt="0">
        <dgm:presLayoutVars>
          <dgm:hierBranch val="init"/>
        </dgm:presLayoutVars>
      </dgm:prSet>
      <dgm:spPr/>
    </dgm:pt>
    <dgm:pt modelId="{F2F68809-52F8-4638-9C48-524C58408B9D}" type="pres">
      <dgm:prSet presAssocID="{6AE7F5F1-29A0-46DF-AACF-A442207EF17A}" presName="rootComposite" presStyleCnt="0"/>
      <dgm:spPr/>
    </dgm:pt>
    <dgm:pt modelId="{ED8C2754-99A8-4ED1-BB55-3C2EFFCC0D21}" type="pres">
      <dgm:prSet presAssocID="{6AE7F5F1-29A0-46DF-AACF-A442207EF17A}" presName="rootText" presStyleLbl="node4" presStyleIdx="21" presStyleCnt="22">
        <dgm:presLayoutVars>
          <dgm:chPref val="3"/>
        </dgm:presLayoutVars>
      </dgm:prSet>
      <dgm:spPr/>
    </dgm:pt>
    <dgm:pt modelId="{83DC080B-07F6-4C80-8867-801273870E8D}" type="pres">
      <dgm:prSet presAssocID="{6AE7F5F1-29A0-46DF-AACF-A442207EF17A}" presName="rootConnector" presStyleLbl="node4" presStyleIdx="21" presStyleCnt="22"/>
      <dgm:spPr/>
    </dgm:pt>
    <dgm:pt modelId="{A000072A-B8CD-46B7-A5B4-C1AF819C612E}" type="pres">
      <dgm:prSet presAssocID="{6AE7F5F1-29A0-46DF-AACF-A442207EF17A}" presName="hierChild4" presStyleCnt="0"/>
      <dgm:spPr/>
    </dgm:pt>
    <dgm:pt modelId="{0C1A2FD9-ADE7-474A-9178-0403F08F3C3B}" type="pres">
      <dgm:prSet presAssocID="{6AE7F5F1-29A0-46DF-AACF-A442207EF17A}" presName="hierChild5" presStyleCnt="0"/>
      <dgm:spPr/>
    </dgm:pt>
    <dgm:pt modelId="{79A93CA2-F414-43B6-B79D-28829BC2FEA2}" type="pres">
      <dgm:prSet presAssocID="{435BDAA4-6C6D-4BA3-863B-6A6502930384}" presName="hierChild5" presStyleCnt="0"/>
      <dgm:spPr/>
    </dgm:pt>
    <dgm:pt modelId="{FD21FF1C-F2CA-4171-8B6E-255BBCDFCAB3}" type="pres">
      <dgm:prSet presAssocID="{CFBF96BE-57AC-4278-BEE8-4529105B485E}" presName="hierChild5" presStyleCnt="0"/>
      <dgm:spPr/>
    </dgm:pt>
    <dgm:pt modelId="{A3AAC15C-000A-445D-B4DF-8F50490B99CA}" type="pres">
      <dgm:prSet presAssocID="{10A0EA3D-3AD4-4A16-AC66-3525B6400D15}" presName="hierChild3" presStyleCnt="0"/>
      <dgm:spPr/>
    </dgm:pt>
    <dgm:pt modelId="{7B180ACB-30A7-4246-B30B-621CBCE75455}" type="pres">
      <dgm:prSet presAssocID="{E9BCA91D-2D33-4F98-983D-351A33AF2E9D}" presName="Name111" presStyleLbl="parChTrans1D2" presStyleIdx="5" presStyleCnt="8"/>
      <dgm:spPr/>
    </dgm:pt>
    <dgm:pt modelId="{510F6F60-D68C-4BCA-BC91-F98CB2D49639}" type="pres">
      <dgm:prSet presAssocID="{23D86414-A4F5-4A8F-A8EB-28F8495A415D}" presName="hierRoot3" presStyleCnt="0">
        <dgm:presLayoutVars>
          <dgm:hierBranch val="init"/>
        </dgm:presLayoutVars>
      </dgm:prSet>
      <dgm:spPr/>
    </dgm:pt>
    <dgm:pt modelId="{60044235-2BCA-4776-A3AA-9CFD8C543268}" type="pres">
      <dgm:prSet presAssocID="{23D86414-A4F5-4A8F-A8EB-28F8495A415D}" presName="rootComposite3" presStyleCnt="0"/>
      <dgm:spPr/>
    </dgm:pt>
    <dgm:pt modelId="{D601148F-B1EE-4F56-BE11-D57DB74CD47D}" type="pres">
      <dgm:prSet presAssocID="{23D86414-A4F5-4A8F-A8EB-28F8495A415D}" presName="rootText3" presStyleLbl="asst1" presStyleIdx="0" presStyleCnt="3">
        <dgm:presLayoutVars>
          <dgm:chPref val="3"/>
        </dgm:presLayoutVars>
      </dgm:prSet>
      <dgm:spPr/>
    </dgm:pt>
    <dgm:pt modelId="{4BFE4F46-5105-40ED-A7CA-734332BFB6B1}" type="pres">
      <dgm:prSet presAssocID="{23D86414-A4F5-4A8F-A8EB-28F8495A415D}" presName="rootConnector3" presStyleLbl="asst1" presStyleIdx="0" presStyleCnt="3"/>
      <dgm:spPr/>
    </dgm:pt>
    <dgm:pt modelId="{40DA5591-2B00-42C6-8E3A-D4D4171ACA20}" type="pres">
      <dgm:prSet presAssocID="{23D86414-A4F5-4A8F-A8EB-28F8495A415D}" presName="hierChild6" presStyleCnt="0"/>
      <dgm:spPr/>
    </dgm:pt>
    <dgm:pt modelId="{94811549-1418-465E-96EA-E512EEE33CDE}" type="pres">
      <dgm:prSet presAssocID="{23D86414-A4F5-4A8F-A8EB-28F8495A415D}" presName="hierChild7" presStyleCnt="0"/>
      <dgm:spPr/>
    </dgm:pt>
    <dgm:pt modelId="{771E02B0-8CF3-49F1-85F9-2385BAAA1BCC}" type="pres">
      <dgm:prSet presAssocID="{6CB6E4C7-EA5E-4FB6-B045-78257E0D2131}" presName="Name111" presStyleLbl="parChTrans1D2" presStyleIdx="6" presStyleCnt="8"/>
      <dgm:spPr/>
    </dgm:pt>
    <dgm:pt modelId="{AF3A45B6-E307-4972-9825-754912AAE352}" type="pres">
      <dgm:prSet presAssocID="{628C4987-FA4F-4506-846B-3D4140466F05}" presName="hierRoot3" presStyleCnt="0">
        <dgm:presLayoutVars>
          <dgm:hierBranch val="init"/>
        </dgm:presLayoutVars>
      </dgm:prSet>
      <dgm:spPr/>
    </dgm:pt>
    <dgm:pt modelId="{46C046EA-351E-400D-9F6A-C4958350A106}" type="pres">
      <dgm:prSet presAssocID="{628C4987-FA4F-4506-846B-3D4140466F05}" presName="rootComposite3" presStyleCnt="0"/>
      <dgm:spPr/>
    </dgm:pt>
    <dgm:pt modelId="{7965D1EC-84E7-4542-B863-81778AA1A4D3}" type="pres">
      <dgm:prSet presAssocID="{628C4987-FA4F-4506-846B-3D4140466F05}" presName="rootText3" presStyleLbl="asst1" presStyleIdx="1" presStyleCnt="3">
        <dgm:presLayoutVars>
          <dgm:chPref val="3"/>
        </dgm:presLayoutVars>
      </dgm:prSet>
      <dgm:spPr/>
    </dgm:pt>
    <dgm:pt modelId="{082A83E5-F474-4FB7-98DD-1E5FE8A8E622}" type="pres">
      <dgm:prSet presAssocID="{628C4987-FA4F-4506-846B-3D4140466F05}" presName="rootConnector3" presStyleLbl="asst1" presStyleIdx="1" presStyleCnt="3"/>
      <dgm:spPr/>
    </dgm:pt>
    <dgm:pt modelId="{0FFD0FE3-1C21-4E23-86E2-66C04498F8D9}" type="pres">
      <dgm:prSet presAssocID="{628C4987-FA4F-4506-846B-3D4140466F05}" presName="hierChild6" presStyleCnt="0"/>
      <dgm:spPr/>
    </dgm:pt>
    <dgm:pt modelId="{A1436CC2-DC17-4999-9682-6967B86E803C}" type="pres">
      <dgm:prSet presAssocID="{628C4987-FA4F-4506-846B-3D4140466F05}" presName="hierChild7" presStyleCnt="0"/>
      <dgm:spPr/>
    </dgm:pt>
    <dgm:pt modelId="{B9F3AFFD-3A44-4668-927A-912AF9A62BF3}" type="pres">
      <dgm:prSet presAssocID="{7C824701-D480-4131-B912-E574C34922E2}" presName="Name111" presStyleLbl="parChTrans1D2" presStyleIdx="7" presStyleCnt="8"/>
      <dgm:spPr/>
    </dgm:pt>
    <dgm:pt modelId="{C6467863-58E3-499F-9E63-C33A2077CD59}" type="pres">
      <dgm:prSet presAssocID="{101611F3-1C2D-4DAC-A2C2-462DC8C04F6E}" presName="hierRoot3" presStyleCnt="0">
        <dgm:presLayoutVars>
          <dgm:hierBranch val="init"/>
        </dgm:presLayoutVars>
      </dgm:prSet>
      <dgm:spPr/>
    </dgm:pt>
    <dgm:pt modelId="{269BCE92-4566-4ECA-B14E-D47876CC4D6F}" type="pres">
      <dgm:prSet presAssocID="{101611F3-1C2D-4DAC-A2C2-462DC8C04F6E}" presName="rootComposite3" presStyleCnt="0"/>
      <dgm:spPr/>
    </dgm:pt>
    <dgm:pt modelId="{4F00C08F-FE83-4353-956E-AD781481EE01}" type="pres">
      <dgm:prSet presAssocID="{101611F3-1C2D-4DAC-A2C2-462DC8C04F6E}" presName="rootText3" presStyleLbl="asst1" presStyleIdx="2" presStyleCnt="3">
        <dgm:presLayoutVars>
          <dgm:chPref val="3"/>
        </dgm:presLayoutVars>
      </dgm:prSet>
      <dgm:spPr/>
    </dgm:pt>
    <dgm:pt modelId="{2C518D06-59A8-44E9-B4DE-D2354B380802}" type="pres">
      <dgm:prSet presAssocID="{101611F3-1C2D-4DAC-A2C2-462DC8C04F6E}" presName="rootConnector3" presStyleLbl="asst1" presStyleIdx="2" presStyleCnt="3"/>
      <dgm:spPr/>
    </dgm:pt>
    <dgm:pt modelId="{42F3C220-72F2-417B-AAF6-2F431CA69719}" type="pres">
      <dgm:prSet presAssocID="{101611F3-1C2D-4DAC-A2C2-462DC8C04F6E}" presName="hierChild6" presStyleCnt="0"/>
      <dgm:spPr/>
    </dgm:pt>
    <dgm:pt modelId="{415233B3-C49B-4F2C-84E8-AED994686ED6}" type="pres">
      <dgm:prSet presAssocID="{101611F3-1C2D-4DAC-A2C2-462DC8C04F6E}" presName="hierChild7" presStyleCnt="0"/>
      <dgm:spPr/>
    </dgm:pt>
  </dgm:ptLst>
  <dgm:cxnLst>
    <dgm:cxn modelId="{F9E2D201-FFE9-4F49-ACBB-1C61CCD1B666}" type="presOf" srcId="{CA54F505-FAAD-4FFF-AE99-F02D8805AA90}" destId="{CE3C7ECF-52B2-4972-B708-71595BC37092}" srcOrd="0" destOrd="0" presId="urn:microsoft.com/office/officeart/2005/8/layout/orgChart1"/>
    <dgm:cxn modelId="{8CFD9902-76DB-4D53-91D0-7D582C045FF2}" srcId="{950DF26E-17D9-4CD6-BA22-3B12B191F0B1}" destId="{4ED5C0B1-92B0-476D-A064-D707F3607BE3}" srcOrd="0" destOrd="0" parTransId="{17C83013-93B6-4299-822D-850CD1F8E1C4}" sibTransId="{A5A166A9-7ADF-4C77-893B-1E0CB3D4B3BB}"/>
    <dgm:cxn modelId="{D3FA0E07-736B-426D-AD6A-F3EBB6DC45E8}" type="presOf" srcId="{75DFC915-9462-4A30-AE1F-37CE18B3C6D2}" destId="{6F0642B5-C6D2-460F-8B0D-117246BD79FD}" srcOrd="1" destOrd="0" presId="urn:microsoft.com/office/officeart/2005/8/layout/orgChart1"/>
    <dgm:cxn modelId="{9172F407-9DFF-4112-86B7-E924898D6D5B}" type="presOf" srcId="{C08DA14E-AC2A-41C9-8939-B45B3C4534E7}" destId="{1884A9FB-42E4-4FD9-8810-1F98F3262087}" srcOrd="0" destOrd="0" presId="urn:microsoft.com/office/officeart/2005/8/layout/orgChart1"/>
    <dgm:cxn modelId="{2A1AD808-77D8-4BC6-8B93-BA72511A97C4}" type="presOf" srcId="{63C0A874-E3F2-452F-95FF-C800D865E671}" destId="{0A5EED6C-F2BD-4DA1-9DA3-1CF629ED9ABF}" srcOrd="0" destOrd="0" presId="urn:microsoft.com/office/officeart/2005/8/layout/orgChart1"/>
    <dgm:cxn modelId="{0DE7B009-6C01-4773-ADCF-0C7C3D0BA84F}" type="presOf" srcId="{9686FD60-0C64-4E7A-B65B-577F4EBB370B}" destId="{52B16FFE-364E-498E-A9B3-C43BC3B88381}" srcOrd="0" destOrd="0" presId="urn:microsoft.com/office/officeart/2005/8/layout/orgChart1"/>
    <dgm:cxn modelId="{11EB690B-E4FE-4F67-AE1F-18BDE3A0C068}" srcId="{E72F02CF-18B3-473D-BA51-A3A921F54BCB}" destId="{DF9E427A-F061-4D73-876E-50DFE6A2B7E5}" srcOrd="1" destOrd="0" parTransId="{0A2748D7-A676-47D0-86C9-1C95FAEAC323}" sibTransId="{976951EB-5A6F-4FE6-946C-BA2364294F13}"/>
    <dgm:cxn modelId="{CF6CDE0D-3571-4212-8AF6-1589003DB95D}" type="presOf" srcId="{691118F6-AAF5-40E0-AD6D-235FADC018C0}" destId="{A6E2B9B1-B808-4C3E-9CA4-FDBFEB7C6E12}" srcOrd="0" destOrd="0" presId="urn:microsoft.com/office/officeart/2005/8/layout/orgChart1"/>
    <dgm:cxn modelId="{66D3AF10-23CF-453B-B518-52298F09DF47}" type="presOf" srcId="{05459587-4988-4521-A172-715582190CFB}" destId="{E4298F15-1B1C-4C7E-A9D9-C674AC3871A9}" srcOrd="1" destOrd="0" presId="urn:microsoft.com/office/officeart/2005/8/layout/orgChart1"/>
    <dgm:cxn modelId="{ED169712-C172-4CBC-A84A-C637484FCFBB}" srcId="{1B6E74F3-B5A8-441C-AB65-775DCB44F666}" destId="{F35FFE74-4990-45D5-A4CB-80872A2AC027}" srcOrd="1" destOrd="0" parTransId="{226E3F2A-149C-4E31-AF49-05035199D23B}" sibTransId="{BE5983D3-2057-400F-8490-A4413F6061A4}"/>
    <dgm:cxn modelId="{BD99DE12-7CE7-4B03-B798-93B121A59164}" type="presOf" srcId="{1FA59B25-B97D-4856-89A0-8C3B6E523A3D}" destId="{193E33AA-274E-4C00-AFCA-9DB6EDEE5D26}" srcOrd="0" destOrd="0" presId="urn:microsoft.com/office/officeart/2005/8/layout/orgChart1"/>
    <dgm:cxn modelId="{DF5CC715-0D69-4819-BDA3-727D91A669BA}" type="presOf" srcId="{F03F1325-F889-4151-B190-44DECF7357FE}" destId="{8947F22D-5100-4BE4-9D48-37CDC0BB22B8}" srcOrd="0" destOrd="0" presId="urn:microsoft.com/office/officeart/2005/8/layout/orgChart1"/>
    <dgm:cxn modelId="{67E69816-2F27-40CC-90F2-3EDA2735D5FD}" type="presOf" srcId="{A2074807-3C28-4B33-9EEB-412E5A1AA954}" destId="{F87173C0-D18E-4424-B52E-3430A08B25BA}" srcOrd="1" destOrd="0" presId="urn:microsoft.com/office/officeart/2005/8/layout/orgChart1"/>
    <dgm:cxn modelId="{769ED619-2DA4-492B-BEFC-734B97245AD7}" type="presOf" srcId="{0A2748D7-A676-47D0-86C9-1C95FAEAC323}" destId="{727B956F-D72C-4AE4-8D9E-D5EAAA044204}" srcOrd="0" destOrd="0" presId="urn:microsoft.com/office/officeart/2005/8/layout/orgChart1"/>
    <dgm:cxn modelId="{4943121C-9EF2-4258-BA70-26659A81263A}" type="presOf" srcId="{E670956E-23BE-4CCF-9CC8-C73CE9824EFC}" destId="{A6498950-CC80-4E3A-9EAB-0C3329627061}" srcOrd="1" destOrd="0" presId="urn:microsoft.com/office/officeart/2005/8/layout/orgChart1"/>
    <dgm:cxn modelId="{8EF5261C-0244-4621-8090-37394883AE33}" type="presOf" srcId="{4DF2D60D-23A1-4D1B-9910-B7405AEF1AF9}" destId="{821E3EC7-A6B7-46AC-8BCF-806121184152}" srcOrd="0" destOrd="0" presId="urn:microsoft.com/office/officeart/2005/8/layout/orgChart1"/>
    <dgm:cxn modelId="{6B3F621C-0C54-472C-8A4D-7509C0EFC5AB}" type="presOf" srcId="{C5037945-930F-4B75-858B-B894823169CF}" destId="{EF0DF732-FD85-4D52-8905-6DCB2A652547}" srcOrd="0" destOrd="0" presId="urn:microsoft.com/office/officeart/2005/8/layout/orgChart1"/>
    <dgm:cxn modelId="{A6F4CE1C-BB63-4A80-BB5A-5F3A9BF60965}" type="presOf" srcId="{044DC898-7245-4442-9BD3-48FE3ED2D3B1}" destId="{96139B19-CD25-4309-8522-B05222DA49AC}" srcOrd="1" destOrd="0" presId="urn:microsoft.com/office/officeart/2005/8/layout/orgChart1"/>
    <dgm:cxn modelId="{A6B61A20-C1C8-4BAB-AAD3-908F73BB5A87}" type="presOf" srcId="{54A214D2-D44C-4CCE-9AEB-B812186FBE9F}" destId="{91F9D075-7AAC-466E-8543-3BCFAC1AFA1F}" srcOrd="1" destOrd="0" presId="urn:microsoft.com/office/officeart/2005/8/layout/orgChart1"/>
    <dgm:cxn modelId="{93913021-D7BD-48AB-A6A2-0520C516965E}" srcId="{52C3973C-B7F3-447F-8C8A-6D0C97AC7D87}" destId="{63C0A874-E3F2-452F-95FF-C800D865E671}" srcOrd="1" destOrd="0" parTransId="{FB0EDD93-3471-4BEA-9C74-D18C3A65BE60}" sibTransId="{006E42A9-4AAD-4565-A98E-A6F4AE99926A}"/>
    <dgm:cxn modelId="{72C3CC21-CC7B-4F5A-A7C5-72E2D4BCACD3}" srcId="{10A0EA3D-3AD4-4A16-AC66-3525B6400D15}" destId="{628C4987-FA4F-4506-846B-3D4140466F05}" srcOrd="6" destOrd="0" parTransId="{6CB6E4C7-EA5E-4FB6-B045-78257E0D2131}" sibTransId="{64274EF3-01D6-4465-9515-14A366027BB7}"/>
    <dgm:cxn modelId="{A5A7DB21-E4B8-4447-AE6B-0C18B1A8823C}" type="presOf" srcId="{75DFC915-9462-4A30-AE1F-37CE18B3C6D2}" destId="{858CCC95-E4CA-427E-8CC5-EA54BE327E50}" srcOrd="0" destOrd="0" presId="urn:microsoft.com/office/officeart/2005/8/layout/orgChart1"/>
    <dgm:cxn modelId="{42059822-674D-4212-A1C3-4C7F3F1DA9C5}" type="presOf" srcId="{26763262-632B-46CC-BA82-DA9DFC8A319D}" destId="{2746CEE6-A010-451F-B510-4FCDC2081F65}" srcOrd="1" destOrd="0" presId="urn:microsoft.com/office/officeart/2005/8/layout/orgChart1"/>
    <dgm:cxn modelId="{1215F522-4E98-43EE-A03C-B4B3B742A55B}" type="presOf" srcId="{4DF2D60D-23A1-4D1B-9910-B7405AEF1AF9}" destId="{485909FA-D8E2-48A7-A3D8-F9F0F5993200}" srcOrd="1" destOrd="0" presId="urn:microsoft.com/office/officeart/2005/8/layout/orgChart1"/>
    <dgm:cxn modelId="{934AF723-13DB-4BFC-AA87-2797A4E92DC5}" srcId="{10A0EA3D-3AD4-4A16-AC66-3525B6400D15}" destId="{23D86414-A4F5-4A8F-A8EB-28F8495A415D}" srcOrd="5" destOrd="0" parTransId="{E9BCA91D-2D33-4F98-983D-351A33AF2E9D}" sibTransId="{AB480418-E3F1-4034-8696-A232F5CF479B}"/>
    <dgm:cxn modelId="{EB9A3B24-286E-4662-93BB-E77E6C932579}" type="presOf" srcId="{145D55AA-61E0-495C-8F2D-EE36475B0338}" destId="{692C7E62-0620-45DB-A27F-358647ADDB69}" srcOrd="1" destOrd="0" presId="urn:microsoft.com/office/officeart/2005/8/layout/orgChart1"/>
    <dgm:cxn modelId="{D4536D25-0B13-45D6-AF34-5366B8DC2DE5}" type="presOf" srcId="{2CEDF25F-6939-4F31-AEE1-81814F018153}" destId="{109402AC-4CF6-4F22-8D6A-D3C1188B5393}" srcOrd="0" destOrd="0" presId="urn:microsoft.com/office/officeart/2005/8/layout/orgChart1"/>
    <dgm:cxn modelId="{6DD66327-66B1-41B9-BB2B-1EC9730A0222}" type="presOf" srcId="{6AE7F5F1-29A0-46DF-AACF-A442207EF17A}" destId="{ED8C2754-99A8-4ED1-BB55-3C2EFFCC0D21}" srcOrd="0" destOrd="0" presId="urn:microsoft.com/office/officeart/2005/8/layout/orgChart1"/>
    <dgm:cxn modelId="{D857D927-2A75-4309-AFE5-68BEF3523429}" type="presOf" srcId="{F35FFE74-4990-45D5-A4CB-80872A2AC027}" destId="{23C620D9-0E46-4B77-A12F-3537A154FCBA}" srcOrd="0" destOrd="0" presId="urn:microsoft.com/office/officeart/2005/8/layout/orgChart1"/>
    <dgm:cxn modelId="{34555928-D684-4C54-88AD-6477A968AE47}" srcId="{52C3973C-B7F3-447F-8C8A-6D0C97AC7D87}" destId="{6179B0DF-E47A-4DC1-A6E5-35A2A8035506}" srcOrd="0" destOrd="0" parTransId="{7503258F-CB4C-4821-9D8D-C5A58C1571DE}" sibTransId="{4AA92FAA-660E-4451-AAED-C02C3ABD0A79}"/>
    <dgm:cxn modelId="{B3266529-EFFE-4531-908D-F87BF9DAAE2F}" type="presOf" srcId="{10A0EA3D-3AD4-4A16-AC66-3525B6400D15}" destId="{228A01CC-3BEE-415F-A2AB-98EE968D4C9E}" srcOrd="0" destOrd="0" presId="urn:microsoft.com/office/officeart/2005/8/layout/orgChart1"/>
    <dgm:cxn modelId="{8AD0EE2A-EECA-49A2-B73E-1A29D3AE1C6A}" type="presOf" srcId="{435BDAA4-6C6D-4BA3-863B-6A6502930384}" destId="{B5B547D9-1EC6-4C68-97AC-E62BDA82905D}" srcOrd="1" destOrd="0" presId="urn:microsoft.com/office/officeart/2005/8/layout/orgChart1"/>
    <dgm:cxn modelId="{91D2A52B-59A6-46AC-B32F-685B88EFB291}" type="presOf" srcId="{BB5616D0-CD6B-4AFA-914E-D4A64560E1D3}" destId="{6EE46714-DE7C-41DB-BFF7-B9C85E642D2D}" srcOrd="0" destOrd="0" presId="urn:microsoft.com/office/officeart/2005/8/layout/orgChart1"/>
    <dgm:cxn modelId="{1F4FF22B-F245-4809-9531-3641BEEED24C}" type="presOf" srcId="{E670956E-23BE-4CCF-9CC8-C73CE9824EFC}" destId="{6AC24378-0A44-4A7E-8BBF-103B1AD48708}" srcOrd="0" destOrd="0" presId="urn:microsoft.com/office/officeart/2005/8/layout/orgChart1"/>
    <dgm:cxn modelId="{2231E330-C819-49FC-BC59-B2B9EAD09A33}" type="presOf" srcId="{905C034C-7C39-4940-8EF1-996096FC5C92}" destId="{18F7C288-D6AB-4F4F-83B5-1D5B84952672}" srcOrd="0" destOrd="0" presId="urn:microsoft.com/office/officeart/2005/8/layout/orgChart1"/>
    <dgm:cxn modelId="{05F0F732-DD73-4FF6-8182-C269CA9B0E4C}" type="presOf" srcId="{CFBF96BE-57AC-4278-BEE8-4529105B485E}" destId="{B6882BBA-C028-45B6-AA74-004B50941257}" srcOrd="0" destOrd="0" presId="urn:microsoft.com/office/officeart/2005/8/layout/orgChart1"/>
    <dgm:cxn modelId="{AD75CA34-E2A2-4F55-AC8E-9DF681DCB60A}" type="presOf" srcId="{4ED5C0B1-92B0-476D-A064-D707F3607BE3}" destId="{3E2E92DB-5C6F-4ED9-9583-E91717EC9D4B}" srcOrd="1" destOrd="0" presId="urn:microsoft.com/office/officeart/2005/8/layout/orgChart1"/>
    <dgm:cxn modelId="{8B59B137-19DD-4AB3-83B7-CD0A5E00FE81}" type="presOf" srcId="{63C0A874-E3F2-452F-95FF-C800D865E671}" destId="{E016FB47-A545-488F-83C0-0164DBB3E565}" srcOrd="1" destOrd="0" presId="urn:microsoft.com/office/officeart/2005/8/layout/orgChart1"/>
    <dgm:cxn modelId="{309B0C38-5738-4584-91AD-776BDC6BBA17}" srcId="{92162928-B373-4802-B988-4C318FAE4B4C}" destId="{148B9544-AAE4-4F82-A7BD-B12D32E93924}" srcOrd="0" destOrd="0" parTransId="{4AB04E85-FE6A-4EA2-B818-06ED39A51C26}" sibTransId="{12357A0A-4A06-4BB5-AEEA-CDCA769E472E}"/>
    <dgm:cxn modelId="{EF7A2A38-E408-4CDB-B026-DB7FC98456F5}" type="presOf" srcId="{26763262-632B-46CC-BA82-DA9DFC8A319D}" destId="{99F6D3EC-9833-4C01-AE72-D18361D51C5B}" srcOrd="0" destOrd="0" presId="urn:microsoft.com/office/officeart/2005/8/layout/orgChart1"/>
    <dgm:cxn modelId="{D300E039-74EF-424B-BEE3-74A835BF10D4}" srcId="{950DF26E-17D9-4CD6-BA22-3B12B191F0B1}" destId="{E6F20497-E36F-4F26-9883-A4BC83ABA34F}" srcOrd="1" destOrd="0" parTransId="{D0C79BF9-EA6A-470B-B112-99598FC4D66F}" sibTransId="{8F328C89-2759-432D-B287-2DED491F5A0E}"/>
    <dgm:cxn modelId="{E5922B3A-0819-4A2B-BFF6-21E20EE5CF5C}" type="presOf" srcId="{3268CC1B-A8C4-48DA-9546-3CC229468C0D}" destId="{7E8EA941-22A2-4756-B568-D27A6756260D}" srcOrd="0" destOrd="0" presId="urn:microsoft.com/office/officeart/2005/8/layout/orgChart1"/>
    <dgm:cxn modelId="{3FF9453A-FF36-4280-AF96-44A717191E9C}" type="presOf" srcId="{F967AC73-60EA-4945-AEC1-1AE5D8629C87}" destId="{AB1F82AE-D204-494B-90C7-632A99586039}" srcOrd="0" destOrd="0" presId="urn:microsoft.com/office/officeart/2005/8/layout/orgChart1"/>
    <dgm:cxn modelId="{086C6A3A-905F-4734-8954-2EC70D7525DD}" type="presOf" srcId="{DBEA68D6-E158-4934-BAF2-CD3B153353BA}" destId="{CE01B670-1EEA-4848-90D3-DFD1C7C7F55F}" srcOrd="0" destOrd="0" presId="urn:microsoft.com/office/officeart/2005/8/layout/orgChart1"/>
    <dgm:cxn modelId="{3BC0703E-4BD6-43A0-AC27-282E7B7453AE}" srcId="{10A0EA3D-3AD4-4A16-AC66-3525B6400D15}" destId="{101611F3-1C2D-4DAC-A2C2-462DC8C04F6E}" srcOrd="7" destOrd="0" parTransId="{7C824701-D480-4131-B912-E574C34922E2}" sibTransId="{AEBDAB55-5AF7-47FC-8E66-731E13D4CDA4}"/>
    <dgm:cxn modelId="{39022E3F-A829-46B0-9C94-233AEB0ECE31}" type="presOf" srcId="{628C4987-FA4F-4506-846B-3D4140466F05}" destId="{082A83E5-F474-4FB7-98DD-1E5FE8A8E622}" srcOrd="1" destOrd="0" presId="urn:microsoft.com/office/officeart/2005/8/layout/orgChart1"/>
    <dgm:cxn modelId="{4D017340-DD0A-442C-BE3F-60121FF362E5}" srcId="{E670956E-23BE-4CCF-9CC8-C73CE9824EFC}" destId="{044DC898-7245-4442-9BD3-48FE3ED2D3B1}" srcOrd="0" destOrd="0" parTransId="{7649E386-3A39-4F9D-919B-A92095CAA640}" sibTransId="{F321AB74-4AA7-4A03-AE8E-0006B8F869A1}"/>
    <dgm:cxn modelId="{D651035B-4BCF-4D33-AFAA-96172B1CB3DC}" type="presOf" srcId="{1B6E74F3-B5A8-441C-AB65-775DCB44F666}" destId="{8D4EDDFD-3F99-48DD-B17E-DED0EC8CDDD0}" srcOrd="0" destOrd="0" presId="urn:microsoft.com/office/officeart/2005/8/layout/orgChart1"/>
    <dgm:cxn modelId="{8CF4515B-ECB6-46A2-BFB8-7C8714F6BF94}" srcId="{145D55AA-61E0-495C-8F2D-EE36475B0338}" destId="{52C3973C-B7F3-447F-8C8A-6D0C97AC7D87}" srcOrd="1" destOrd="0" parTransId="{CD9829E7-840B-4B2B-A393-F04E987952D6}" sibTransId="{FD3C11DA-8337-4E02-AF54-1922BD386F80}"/>
    <dgm:cxn modelId="{E903745C-04D3-47FF-938C-B6D4E7A3591C}" srcId="{26763262-632B-46CC-BA82-DA9DFC8A319D}" destId="{E670956E-23BE-4CCF-9CC8-C73CE9824EFC}" srcOrd="1" destOrd="0" parTransId="{F03F1325-F889-4151-B190-44DECF7357FE}" sibTransId="{D688AB0F-0A4C-420E-A0DD-5A1ABD285209}"/>
    <dgm:cxn modelId="{CC975B5D-65A7-4F46-99B8-33D7EF8ED9BF}" type="presOf" srcId="{9686FD60-0C64-4E7A-B65B-577F4EBB370B}" destId="{3D670B94-861A-4AB5-B9D1-C5CA0EF96F04}" srcOrd="1" destOrd="0" presId="urn:microsoft.com/office/officeart/2005/8/layout/orgChart1"/>
    <dgm:cxn modelId="{6F28E45D-BF0E-4EA6-A5C3-594BB7BD0237}" type="presOf" srcId="{20C93597-4DC1-4325-8363-E7CD2A9D1B4A}" destId="{3F275E6C-EF52-44B6-A1FE-02C759FE80EB}" srcOrd="0" destOrd="0" presId="urn:microsoft.com/office/officeart/2005/8/layout/orgChart1"/>
    <dgm:cxn modelId="{D0BED85F-1C01-449E-A1A2-4322E16CB516}" type="presOf" srcId="{6CB6E4C7-EA5E-4FB6-B045-78257E0D2131}" destId="{771E02B0-8CF3-49F1-85F9-2385BAAA1BCC}" srcOrd="0" destOrd="0" presId="urn:microsoft.com/office/officeart/2005/8/layout/orgChart1"/>
    <dgm:cxn modelId="{FA5C1362-532A-45CA-A950-1508A7AFF5ED}" type="presOf" srcId="{ADAD034A-1C03-496E-B3DA-20F322473142}" destId="{1A2EC0AE-D90A-4773-915D-B6F0422675A8}" srcOrd="1" destOrd="0" presId="urn:microsoft.com/office/officeart/2005/8/layout/orgChart1"/>
    <dgm:cxn modelId="{F3BD8964-521C-4E31-B660-9A326F0AAC17}" type="presOf" srcId="{C5037945-930F-4B75-858B-B894823169CF}" destId="{B3034FE3-F479-4DF4-A8BF-8880E94D2217}" srcOrd="1" destOrd="0" presId="urn:microsoft.com/office/officeart/2005/8/layout/orgChart1"/>
    <dgm:cxn modelId="{8D9D4C65-0D04-4303-A776-B500F10FADCC}" type="presOf" srcId="{101611F3-1C2D-4DAC-A2C2-462DC8C04F6E}" destId="{2C518D06-59A8-44E9-B4DE-D2354B380802}" srcOrd="1" destOrd="0" presId="urn:microsoft.com/office/officeart/2005/8/layout/orgChart1"/>
    <dgm:cxn modelId="{0ECAC545-A10E-4A1D-9B83-461095219625}" srcId="{E72F02CF-18B3-473D-BA51-A3A921F54BCB}" destId="{DA630805-589F-40FE-B4A9-A3C7971583FB}" srcOrd="0" destOrd="0" parTransId="{21D2D3E8-ED16-4668-8A50-BA9C625F6C75}" sibTransId="{7DD32041-1F6D-43CF-86D9-B3A357D8B036}"/>
    <dgm:cxn modelId="{1CB9ED65-78F7-4A03-8E9A-7C48AFF738D2}" srcId="{986A668E-B947-4E9B-BC49-750AC65155F3}" destId="{ADAD034A-1C03-496E-B3DA-20F322473142}" srcOrd="0" destOrd="0" parTransId="{905C034C-7C39-4940-8EF1-996096FC5C92}" sibTransId="{0D4CB279-A65C-4060-B37F-7BD7BA178BA0}"/>
    <dgm:cxn modelId="{9F301A46-7973-4139-BE8B-3C19FAA8EFA3}" srcId="{A2074807-3C28-4B33-9EEB-412E5A1AA954}" destId="{783A28AA-F493-4D52-B315-F24AFF5BD00E}" srcOrd="1" destOrd="0" parTransId="{8EA19B09-4081-4C75-BE6F-B89FC9122F02}" sibTransId="{7DE26770-A485-41B9-8439-C2200821D1D8}"/>
    <dgm:cxn modelId="{B94AE746-8552-4B8B-80A4-59BD45266D2E}" type="presOf" srcId="{52C3BCD1-2F5D-456B-ABDD-1FD281CCF16A}" destId="{F93A4A6C-8460-470A-B4C3-3D0A4371DE8F}" srcOrd="1" destOrd="0" presId="urn:microsoft.com/office/officeart/2005/8/layout/orgChart1"/>
    <dgm:cxn modelId="{274E8A48-958B-4B2B-83B4-294A055EE3CD}" srcId="{E670956E-23BE-4CCF-9CC8-C73CE9824EFC}" destId="{4DF2D60D-23A1-4D1B-9910-B7405AEF1AF9}" srcOrd="1" destOrd="0" parTransId="{C9029BB1-6D2B-4E61-AFD3-13881B4AF078}" sibTransId="{FFCE032D-29BA-4D7E-B32A-80869A8FFBAF}"/>
    <dgm:cxn modelId="{174CD86A-A5D9-440E-8BFA-A913F11DC17E}" srcId="{54A214D2-D44C-4CCE-9AEB-B812186FBE9F}" destId="{52C3BCD1-2F5D-456B-ABDD-1FD281CCF16A}" srcOrd="1" destOrd="0" parTransId="{1FA59B25-B97D-4856-89A0-8C3B6E523A3D}" sibTransId="{5CFA36C9-87A7-4E3E-B018-4BB5568D455C}"/>
    <dgm:cxn modelId="{BDFC4F4B-7595-4E87-A369-BB1EF6A5A005}" srcId="{54A214D2-D44C-4CCE-9AEB-B812186FBE9F}" destId="{0F02B370-286F-4E1B-80A8-B2AD40265B7C}" srcOrd="0" destOrd="0" parTransId="{F967AC73-60EA-4945-AEC1-1AE5D8629C87}" sibTransId="{50FF85E0-74FC-459E-B8CB-53E1D88D20DF}"/>
    <dgm:cxn modelId="{040CB06B-F1C0-4D6A-AE67-F6E6833EF74C}" srcId="{435BDAA4-6C6D-4BA3-863B-6A6502930384}" destId="{6AE7F5F1-29A0-46DF-AACF-A442207EF17A}" srcOrd="0" destOrd="0" parTransId="{20C93597-4DC1-4325-8363-E7CD2A9D1B4A}" sibTransId="{D236264C-7958-4241-9268-87FADE28B6BC}"/>
    <dgm:cxn modelId="{9C9FB66B-B9C2-4957-851F-46EF6B218E3E}" type="presOf" srcId="{F35FFE74-4990-45D5-A4CB-80872A2AC027}" destId="{3347A672-0AAE-421D-9612-0367CFCB23F6}" srcOrd="1" destOrd="0" presId="urn:microsoft.com/office/officeart/2005/8/layout/orgChart1"/>
    <dgm:cxn modelId="{8B4D044C-C205-44CB-ABBF-D0B5206485D0}" srcId="{CFBF96BE-57AC-4278-BEE8-4529105B485E}" destId="{435BDAA4-6C6D-4BA3-863B-6A6502930384}" srcOrd="0" destOrd="0" parTransId="{B8FCF6F9-076B-4699-9E4E-2CA4C23B8C97}" sibTransId="{12E3D8B8-8157-4E1C-A5EB-5A67975F36DC}"/>
    <dgm:cxn modelId="{078CDA6C-9C4D-4F1F-828F-8B0C9E0F1F5D}" type="presOf" srcId="{1B6E74F3-B5A8-441C-AB65-775DCB44F666}" destId="{71A8528D-5007-41C3-81C5-D5BBF6988692}" srcOrd="1" destOrd="0" presId="urn:microsoft.com/office/officeart/2005/8/layout/orgChart1"/>
    <dgm:cxn modelId="{619F1E4D-A6A7-41EE-8EB8-56C1BAE57E33}" type="presOf" srcId="{0C099BB8-4A5F-4B8A-B703-DCB7480DDD44}" destId="{7B137947-D56C-407A-8B26-BA72901EA159}" srcOrd="0" destOrd="0" presId="urn:microsoft.com/office/officeart/2005/8/layout/orgChart1"/>
    <dgm:cxn modelId="{9AC74D6E-DDE6-4625-B9D0-EC31B2E681A7}" srcId="{05459587-4988-4521-A172-715582190CFB}" destId="{64C84F6C-4C89-42C9-BBFB-E3A9FEECB53C}" srcOrd="0" destOrd="0" parTransId="{2CEDF25F-6939-4F31-AEE1-81814F018153}" sibTransId="{96EF7CCA-67E8-418B-B4A5-1515FA510C91}"/>
    <dgm:cxn modelId="{0371B74E-DFA4-4BD2-9691-810C03F504EF}" type="presOf" srcId="{23D86414-A4F5-4A8F-A8EB-28F8495A415D}" destId="{D601148F-B1EE-4F56-BE11-D57DB74CD47D}" srcOrd="0" destOrd="0" presId="urn:microsoft.com/office/officeart/2005/8/layout/orgChart1"/>
    <dgm:cxn modelId="{16F7F54E-B0C2-4129-B92D-8DE372385E3B}" srcId="{DBEA68D6-E158-4934-BAF2-CD3B153353BA}" destId="{10A0EA3D-3AD4-4A16-AC66-3525B6400D15}" srcOrd="0" destOrd="0" parTransId="{C9D49A3E-3F67-4AE3-9FDA-6F9BB1AF9BD8}" sibTransId="{E0ACF1AB-2B68-4A49-8ADA-3E481ED4AF09}"/>
    <dgm:cxn modelId="{CE5CC44F-6DBB-4CE2-827A-4318F9D34C81}" type="presOf" srcId="{148B9544-AAE4-4F82-A7BD-B12D32E93924}" destId="{15AE8028-70C7-4D5B-B57D-0B4DC8D041C5}" srcOrd="1" destOrd="0" presId="urn:microsoft.com/office/officeart/2005/8/layout/orgChart1"/>
    <dgm:cxn modelId="{DEB54170-01B8-4754-860A-926ED7C4958D}" type="presOf" srcId="{D0C79BF9-EA6A-470B-B112-99598FC4D66F}" destId="{917A0AFA-0687-4CD7-A02C-2B5A2A29DC08}" srcOrd="0" destOrd="0" presId="urn:microsoft.com/office/officeart/2005/8/layout/orgChart1"/>
    <dgm:cxn modelId="{D8AB7D70-7F70-4624-97F6-43FE10F88766}" type="presOf" srcId="{E6F20497-E36F-4F26-9883-A4BC83ABA34F}" destId="{80857E5D-5A40-47FA-A4DC-63DCAE736606}" srcOrd="0" destOrd="0" presId="urn:microsoft.com/office/officeart/2005/8/layout/orgChart1"/>
    <dgm:cxn modelId="{FA655F51-D6F6-4BD9-9E16-F9B5941EFFAB}" type="presOf" srcId="{BB5616D0-CD6B-4AFA-914E-D4A64560E1D3}" destId="{4A3DB128-2895-4B3C-A51E-CF03A0BEF216}" srcOrd="1" destOrd="0" presId="urn:microsoft.com/office/officeart/2005/8/layout/orgChart1"/>
    <dgm:cxn modelId="{D037C251-7836-4539-B895-CBFEED9D485D}" type="presOf" srcId="{176CD464-A480-4D5E-8CA9-ECC3F2A9DDFC}" destId="{21450613-CA36-4454-85B4-AEB63CA49087}" srcOrd="1" destOrd="0" presId="urn:microsoft.com/office/officeart/2005/8/layout/orgChart1"/>
    <dgm:cxn modelId="{EFCDE451-2354-4EFE-B526-56B196DC5C32}" srcId="{10A0EA3D-3AD4-4A16-AC66-3525B6400D15}" destId="{CFBF96BE-57AC-4278-BEE8-4529105B485E}" srcOrd="4" destOrd="0" parTransId="{E93B594F-0000-4F1E-9B42-4CBD54251AE9}" sibTransId="{193FE8D6-E354-43F8-A281-6AE4CE481BEC}"/>
    <dgm:cxn modelId="{58570B52-E97F-4A51-9537-76902A7E105D}" type="presOf" srcId="{871A2A53-1159-46DE-9E54-4CBCCDE56CC6}" destId="{12E2A867-31D4-403E-B790-54B802E39EC7}" srcOrd="0" destOrd="0" presId="urn:microsoft.com/office/officeart/2005/8/layout/orgChart1"/>
    <dgm:cxn modelId="{59891F72-F891-41D1-95B9-732596DE7802}" type="presOf" srcId="{986A668E-B947-4E9B-BC49-750AC65155F3}" destId="{400FAEDA-F0C0-4E06-AA06-ADBB2A0021C6}" srcOrd="1" destOrd="0" presId="urn:microsoft.com/office/officeart/2005/8/layout/orgChart1"/>
    <dgm:cxn modelId="{CEEB7152-37E6-47BF-BC73-F208623103A5}" srcId="{C5037945-930F-4B75-858B-B894823169CF}" destId="{986A668E-B947-4E9B-BC49-750AC65155F3}" srcOrd="2" destOrd="0" parTransId="{D05A1DE1-7189-4112-B5BB-9BF305C53705}" sibTransId="{E23EDDC4-137D-4726-B038-398AA676BF49}"/>
    <dgm:cxn modelId="{5E53D053-18B7-4747-8CDF-101EB837E805}" srcId="{1B6E74F3-B5A8-441C-AB65-775DCB44F666}" destId="{BB5616D0-CD6B-4AFA-914E-D4A64560E1D3}" srcOrd="0" destOrd="0" parTransId="{260C4ED7-3608-4DAA-8893-2CC8555D359C}" sibTransId="{A13C9B28-DDD2-48E8-855B-074BBF92BA43}"/>
    <dgm:cxn modelId="{BDADBC75-4088-4BE4-AEF1-A6C72AFE39F6}" type="presOf" srcId="{DA630805-589F-40FE-B4A9-A3C7971583FB}" destId="{550D8D09-93EA-4A4E-97F1-95DB55475A48}" srcOrd="0" destOrd="0" presId="urn:microsoft.com/office/officeart/2005/8/layout/orgChart1"/>
    <dgm:cxn modelId="{4AAB6176-6791-4013-9879-506BF33B5A27}" type="presOf" srcId="{5AFEA85B-003E-4014-9827-C634609F3F12}" destId="{8AE61498-7424-433C-B920-4C4E22FE37C9}" srcOrd="0" destOrd="0" presId="urn:microsoft.com/office/officeart/2005/8/layout/orgChart1"/>
    <dgm:cxn modelId="{D5942477-FB57-4167-9F93-7CCD6DED8C2B}" type="presOf" srcId="{64C84F6C-4C89-42C9-BBFB-E3A9FEECB53C}" destId="{D028122C-9A8C-400D-91B3-5E431B062B11}" srcOrd="1" destOrd="0" presId="urn:microsoft.com/office/officeart/2005/8/layout/orgChart1"/>
    <dgm:cxn modelId="{E733DC77-6BFF-416E-8DED-09D64C8BEB7B}" type="presOf" srcId="{7C824701-D480-4131-B912-E574C34922E2}" destId="{B9F3AFFD-3A44-4668-927A-912AF9A62BF3}" srcOrd="0" destOrd="0" presId="urn:microsoft.com/office/officeart/2005/8/layout/orgChart1"/>
    <dgm:cxn modelId="{26CA3378-85E7-4E72-917C-9B8655D6AD8F}" type="presOf" srcId="{17C83013-93B6-4299-822D-850CD1F8E1C4}" destId="{671179AC-5FAC-4A39-B7FF-0414C95E3528}" srcOrd="0" destOrd="0" presId="urn:microsoft.com/office/officeart/2005/8/layout/orgChart1"/>
    <dgm:cxn modelId="{6B366378-59C0-4A4A-AE33-81BEC995B577}" type="presOf" srcId="{A2074807-3C28-4B33-9EEB-412E5A1AA954}" destId="{BC5145C2-F5F8-4F0A-98B6-E0C52595BF1E}" srcOrd="0" destOrd="0" presId="urn:microsoft.com/office/officeart/2005/8/layout/orgChart1"/>
    <dgm:cxn modelId="{ACAE6D58-61CA-4935-978A-A1C58B999F50}" type="presOf" srcId="{81DA8363-0B62-47BB-A1C0-276F95F61685}" destId="{362C6395-CDA7-4EB2-8956-CE67599F0711}" srcOrd="0" destOrd="0" presId="urn:microsoft.com/office/officeart/2005/8/layout/orgChart1"/>
    <dgm:cxn modelId="{F7F1BF78-8F30-4C11-83FB-59DA36F5CC36}" type="presOf" srcId="{226E3F2A-149C-4E31-AF49-05035199D23B}" destId="{C213A015-EC16-4B9F-A988-FF8A7BBB88A6}" srcOrd="0" destOrd="0" presId="urn:microsoft.com/office/officeart/2005/8/layout/orgChart1"/>
    <dgm:cxn modelId="{AD00097A-4239-410F-A5F9-715B0870FF9F}" type="presOf" srcId="{950DF26E-17D9-4CD6-BA22-3B12B191F0B1}" destId="{D7DEFF10-285D-460F-B6C2-3621F12D5071}" srcOrd="0" destOrd="0" presId="urn:microsoft.com/office/officeart/2005/8/layout/orgChart1"/>
    <dgm:cxn modelId="{8526CE7A-61FA-429F-B7CD-ED50CD91D87D}" type="presOf" srcId="{52C3973C-B7F3-447F-8C8A-6D0C97AC7D87}" destId="{DF812D3D-1348-45D9-861B-C0CE67CEE8DF}" srcOrd="1" destOrd="0" presId="urn:microsoft.com/office/officeart/2005/8/layout/orgChart1"/>
    <dgm:cxn modelId="{BF74A67B-0C3C-4B24-9233-360918D0DF79}" type="presOf" srcId="{C9029BB1-6D2B-4E61-AFD3-13881B4AF078}" destId="{84330A31-E4B1-4DBE-8295-7FF2B6F93947}" srcOrd="0" destOrd="0" presId="urn:microsoft.com/office/officeart/2005/8/layout/orgChart1"/>
    <dgm:cxn modelId="{4049E77F-BA23-48DD-8549-36D3E65446D4}" type="presOf" srcId="{00AC022C-23A1-48BC-BDFF-3F7F28B476E7}" destId="{F4DC1B83-6C23-49DE-87E8-6B79DB8CBA59}" srcOrd="0" destOrd="0" presId="urn:microsoft.com/office/officeart/2005/8/layout/orgChart1"/>
    <dgm:cxn modelId="{76630981-0C3F-47D5-8F67-4069E6BF0A47}" type="presOf" srcId="{92162928-B373-4802-B988-4C318FAE4B4C}" destId="{38710617-AD94-492E-877A-67DEA8A29246}" srcOrd="1" destOrd="0" presId="urn:microsoft.com/office/officeart/2005/8/layout/orgChart1"/>
    <dgm:cxn modelId="{21BC5686-6ECA-496C-AAA0-8A60F3B11F87}" type="presOf" srcId="{0F02B370-286F-4E1B-80A8-B2AD40265B7C}" destId="{45497D4B-7384-4409-B2DD-8111D10AE21C}" srcOrd="1" destOrd="0" presId="urn:microsoft.com/office/officeart/2005/8/layout/orgChart1"/>
    <dgm:cxn modelId="{CC60E486-E24D-41FF-A4AA-73AA278CB777}" type="presOf" srcId="{0C099BB8-4A5F-4B8A-B703-DCB7480DDD44}" destId="{865A16D1-A0D6-4099-A000-A45C27DFDD22}" srcOrd="1" destOrd="0" presId="urn:microsoft.com/office/officeart/2005/8/layout/orgChart1"/>
    <dgm:cxn modelId="{81F7B789-8015-4621-9070-2F4462603F6C}" type="presOf" srcId="{9F4895CA-DAB9-4588-8D38-7BD099F5583E}" destId="{819CF286-327E-4771-A756-F0B2B9DBDA4B}" srcOrd="0" destOrd="0" presId="urn:microsoft.com/office/officeart/2005/8/layout/orgChart1"/>
    <dgm:cxn modelId="{78316D8E-AFC5-47D8-AF85-1A8537C54658}" srcId="{145D55AA-61E0-495C-8F2D-EE36475B0338}" destId="{E72F02CF-18B3-473D-BA51-A3A921F54BCB}" srcOrd="0" destOrd="0" parTransId="{DAAB9B73-0654-44F2-BFB2-2A12E0C8324D}" sibTransId="{97E97D14-2633-4446-81A4-AB6C3142C0CC}"/>
    <dgm:cxn modelId="{484A108F-A6C5-4184-A60B-E349AB2F54F0}" type="presOf" srcId="{F8130828-F801-48B7-A83D-32C060147E31}" destId="{B67FA171-3DC1-4B30-B97D-AAB0EE775448}" srcOrd="0" destOrd="0" presId="urn:microsoft.com/office/officeart/2005/8/layout/orgChart1"/>
    <dgm:cxn modelId="{8F257291-C72E-4D47-B409-280D00466F6A}" type="presOf" srcId="{0C9BCA1A-676D-4632-848E-0829D4E5185A}" destId="{80193982-A47D-4ECB-B6F6-8F1D6A7062BB}" srcOrd="0" destOrd="0" presId="urn:microsoft.com/office/officeart/2005/8/layout/orgChart1"/>
    <dgm:cxn modelId="{9821E491-AC14-463C-9F19-986DE5802886}" type="presOf" srcId="{176CD464-A480-4D5E-8CA9-ECC3F2A9DDFC}" destId="{81E07694-06DE-4DA4-BA15-F7FF4EF31C21}" srcOrd="0" destOrd="0" presId="urn:microsoft.com/office/officeart/2005/8/layout/orgChart1"/>
    <dgm:cxn modelId="{B8F3E594-0845-4609-ABEF-6B2FBBEB7E23}" type="presOf" srcId="{FB0EDD93-3471-4BEA-9C74-D18C3A65BE60}" destId="{16D600AC-D904-45AA-A6C7-5EAC376DA718}" srcOrd="0" destOrd="0" presId="urn:microsoft.com/office/officeart/2005/8/layout/orgChart1"/>
    <dgm:cxn modelId="{7FCDE794-8304-44A3-A38E-F0FDF2DD2753}" srcId="{92162928-B373-4802-B988-4C318FAE4B4C}" destId="{176CD464-A480-4D5E-8CA9-ECC3F2A9DDFC}" srcOrd="2" destOrd="0" parTransId="{9F4895CA-DAB9-4588-8D38-7BD099F5583E}" sibTransId="{01A383FF-6FCA-4891-BA9D-7AD5E2B4EC2E}"/>
    <dgm:cxn modelId="{18BCA797-5F65-49B1-8AEA-2FB4844D84F8}" srcId="{C5037945-930F-4B75-858B-B894823169CF}" destId="{950DF26E-17D9-4CD6-BA22-3B12B191F0B1}" srcOrd="0" destOrd="0" parTransId="{8B435217-472D-41FB-B90A-51F67EEBBD13}" sibTransId="{3496055C-9922-4C65-AC08-2AF91F9C60B6}"/>
    <dgm:cxn modelId="{75761298-A969-4D5D-9AC9-32C04551DB0C}" type="presOf" srcId="{435BDAA4-6C6D-4BA3-863B-6A6502930384}" destId="{D27AD6E2-F859-4EE0-99E8-AC86C2B80631}" srcOrd="0" destOrd="0" presId="urn:microsoft.com/office/officeart/2005/8/layout/orgChart1"/>
    <dgm:cxn modelId="{DF2E5698-5B4A-4B41-9C80-E28878EDB7DF}" srcId="{92162928-B373-4802-B988-4C318FAE4B4C}" destId="{00AC022C-23A1-48BC-BDFF-3F7F28B476E7}" srcOrd="1" destOrd="0" parTransId="{5AFEA85B-003E-4014-9827-C634609F3F12}" sibTransId="{88B58C69-EE3A-4081-B4A3-39CAD80B4C51}"/>
    <dgm:cxn modelId="{A75BC499-0D7B-4D2D-ABD1-C71DE704BC6B}" srcId="{A2074807-3C28-4B33-9EEB-412E5A1AA954}" destId="{B34D544A-1EDE-483B-B4CE-765BD1DC6DC0}" srcOrd="0" destOrd="0" parTransId="{3268CC1B-A8C4-48DA-9546-3CC229468C0D}" sibTransId="{92F070E4-9A18-4EE5-A878-96774D9B6DF2}"/>
    <dgm:cxn modelId="{0956129A-1E96-4E51-879A-D8E4BD4B97DF}" type="presOf" srcId="{E93B594F-0000-4F1E-9B42-4CBD54251AE9}" destId="{BCDC2B85-A8D5-4593-867F-DC0483840EB2}" srcOrd="0" destOrd="0" presId="urn:microsoft.com/office/officeart/2005/8/layout/orgChart1"/>
    <dgm:cxn modelId="{F529569B-E01D-4674-B279-772DDC654D5D}" type="presOf" srcId="{B34D544A-1EDE-483B-B4CE-765BD1DC6DC0}" destId="{EFDAD356-93A5-4C29-8F27-2EE36397AAF6}" srcOrd="1" destOrd="0" presId="urn:microsoft.com/office/officeart/2005/8/layout/orgChart1"/>
    <dgm:cxn modelId="{B7DB439E-0C52-4D42-9183-D1DFFBFBE659}" type="presOf" srcId="{260C4ED7-3608-4DAA-8893-2CC8555D359C}" destId="{A43EF91F-8DA5-43EF-8EB3-BB146F5BF4EF}" srcOrd="0" destOrd="0" presId="urn:microsoft.com/office/officeart/2005/8/layout/orgChart1"/>
    <dgm:cxn modelId="{9F53E5A3-9B19-4FC1-8589-24E20C15421E}" srcId="{26763262-632B-46CC-BA82-DA9DFC8A319D}" destId="{54A214D2-D44C-4CCE-9AEB-B812186FBE9F}" srcOrd="0" destOrd="0" parTransId="{C08DA14E-AC2A-41C9-8939-B45B3C4534E7}" sibTransId="{FBCA2515-4244-4CFE-A263-81F118C8D283}"/>
    <dgm:cxn modelId="{816C4AA6-F7F6-4A03-A2C5-967AB6A152A7}" type="presOf" srcId="{E6F20497-E36F-4F26-9883-A4BC83ABA34F}" destId="{E84BCE6F-06E3-4BC8-871D-9A93C6044AE4}" srcOrd="1" destOrd="0" presId="urn:microsoft.com/office/officeart/2005/8/layout/orgChart1"/>
    <dgm:cxn modelId="{A3E372A6-34F7-4B90-818E-7F8664CB7987}" type="presOf" srcId="{ADAD034A-1C03-496E-B3DA-20F322473142}" destId="{FB93CA0E-E6CE-4F14-88AC-8614787B9A43}" srcOrd="0" destOrd="0" presId="urn:microsoft.com/office/officeart/2005/8/layout/orgChart1"/>
    <dgm:cxn modelId="{F1D1A9A7-BE9F-4D2C-8AD1-27125AF88135}" type="presOf" srcId="{CFBF96BE-57AC-4278-BEE8-4529105B485E}" destId="{566DBE28-CF1C-4D21-A527-ACA2FA65BB5E}" srcOrd="1" destOrd="0" presId="urn:microsoft.com/office/officeart/2005/8/layout/orgChart1"/>
    <dgm:cxn modelId="{49A02DA8-92BB-429F-A755-417A2EC3E9B9}" srcId="{C5037945-930F-4B75-858B-B894823169CF}" destId="{92162928-B373-4802-B988-4C318FAE4B4C}" srcOrd="1" destOrd="0" parTransId="{691118F6-AAF5-40E0-AD6D-235FADC018C0}" sibTransId="{7F58E25C-EE12-4CC1-9C39-BC755918B106}"/>
    <dgm:cxn modelId="{6325FAA8-1DD5-47E5-B13C-73BA2E69F5F5}" type="presOf" srcId="{4AB04E85-FE6A-4EA2-B818-06ED39A51C26}" destId="{C3BEE66D-DBFC-4B5B-824F-AE729B3E2A92}" srcOrd="0" destOrd="0" presId="urn:microsoft.com/office/officeart/2005/8/layout/orgChart1"/>
    <dgm:cxn modelId="{5422BBA9-4997-4EBB-82F8-7AD1C63CE5B4}" type="presOf" srcId="{986A668E-B947-4E9B-BC49-750AC65155F3}" destId="{ED485508-0335-465D-B2BE-F208E31B5FAA}" srcOrd="0" destOrd="0" presId="urn:microsoft.com/office/officeart/2005/8/layout/orgChart1"/>
    <dgm:cxn modelId="{B4F5BDAA-973F-4248-9012-7CA4DAFE0C64}" type="presOf" srcId="{9FADCBC3-F229-4620-B60A-FB762FF9A001}" destId="{F505519F-6ECB-4AAF-B47A-F3D32DB6B10C}" srcOrd="0" destOrd="0" presId="urn:microsoft.com/office/officeart/2005/8/layout/orgChart1"/>
    <dgm:cxn modelId="{93B2A6AB-2E0A-453D-92AF-49BC91DEDC73}" type="presOf" srcId="{8EA19B09-4081-4C75-BE6F-B89FC9122F02}" destId="{6BDBD7F3-6083-4497-968C-19145A3D4B38}" srcOrd="0" destOrd="0" presId="urn:microsoft.com/office/officeart/2005/8/layout/orgChart1"/>
    <dgm:cxn modelId="{1C463AAC-A367-4295-B2A1-CFE9A3352BC4}" type="presOf" srcId="{B34D544A-1EDE-483B-B4CE-765BD1DC6DC0}" destId="{FDDCF144-34C8-47DC-8A61-AD413DD9A0C0}" srcOrd="0" destOrd="0" presId="urn:microsoft.com/office/officeart/2005/8/layout/orgChart1"/>
    <dgm:cxn modelId="{C99BBAAC-3CD4-441E-83EB-97C997D28083}" type="presOf" srcId="{4ED5C0B1-92B0-476D-A064-D707F3607BE3}" destId="{88D6AF2A-AB2A-4DDC-9F25-5FEB13DE3F9A}" srcOrd="0" destOrd="0" presId="urn:microsoft.com/office/officeart/2005/8/layout/orgChart1"/>
    <dgm:cxn modelId="{C483F9AD-E324-4BDD-AF71-0637A0A3B4F4}" type="presOf" srcId="{8B435217-472D-41FB-B90A-51F67EEBBD13}" destId="{7CA3097E-DF06-4306-90D8-092D17D517A3}" srcOrd="0" destOrd="0" presId="urn:microsoft.com/office/officeart/2005/8/layout/orgChart1"/>
    <dgm:cxn modelId="{DE1533AE-0E53-48EB-8C6D-7D87AAE5B4CF}" type="presOf" srcId="{6179B0DF-E47A-4DC1-A6E5-35A2A8035506}" destId="{1002BD22-EA91-46EA-86D5-BC40AAB8FD27}" srcOrd="1" destOrd="0" presId="urn:microsoft.com/office/officeart/2005/8/layout/orgChart1"/>
    <dgm:cxn modelId="{C0BE0CB6-07B8-402C-B8A2-7EEBA361FA7F}" type="presOf" srcId="{33FD4574-5FBE-445D-A451-69994E30F552}" destId="{B7681CE4-8CA0-49DE-A9F3-C600278D7504}" srcOrd="0" destOrd="0" presId="urn:microsoft.com/office/officeart/2005/8/layout/orgChart1"/>
    <dgm:cxn modelId="{6EA6E5B7-21A9-4489-A34D-AB1996F6D929}" type="presOf" srcId="{52C3BCD1-2F5D-456B-ABDD-1FD281CCF16A}" destId="{5C7EA8F3-06B8-4CA9-AB03-BC7A37C3AC8C}" srcOrd="0" destOrd="0" presId="urn:microsoft.com/office/officeart/2005/8/layout/orgChart1"/>
    <dgm:cxn modelId="{042E1DB8-A37B-4643-99E7-1B4D4C166A36}" type="presOf" srcId="{E9BCA91D-2D33-4F98-983D-351A33AF2E9D}" destId="{7B180ACB-30A7-4246-B30B-621CBCE75455}" srcOrd="0" destOrd="0" presId="urn:microsoft.com/office/officeart/2005/8/layout/orgChart1"/>
    <dgm:cxn modelId="{BFAB5AB8-98EC-4769-80B8-4860C84A57D5}" type="presOf" srcId="{7649E386-3A39-4F9D-919B-A92095CAA640}" destId="{833E2946-2059-42EA-A351-3111CB6D5C07}" srcOrd="0" destOrd="0" presId="urn:microsoft.com/office/officeart/2005/8/layout/orgChart1"/>
    <dgm:cxn modelId="{A36B20B9-DDA4-42B7-823D-C353B711DE0D}" type="presOf" srcId="{783A28AA-F493-4D52-B315-F24AFF5BD00E}" destId="{DC80A068-6CF2-4B33-9C4A-C4CABD6579BF}" srcOrd="1" destOrd="0" presId="urn:microsoft.com/office/officeart/2005/8/layout/orgChart1"/>
    <dgm:cxn modelId="{C149E3B9-FCA3-4CE1-9203-7B2B73B1C45F}" type="presOf" srcId="{D05A1DE1-7189-4112-B5BB-9BF305C53705}" destId="{A282935C-36BA-42D1-9CF4-5DC857687C79}" srcOrd="0" destOrd="0" presId="urn:microsoft.com/office/officeart/2005/8/layout/orgChart1"/>
    <dgm:cxn modelId="{21270ABD-CED2-42F1-9ECF-CB3428A563CC}" type="presOf" srcId="{E72F02CF-18B3-473D-BA51-A3A921F54BCB}" destId="{F54654D8-6BF6-4CA2-A716-A88B477A9586}" srcOrd="1" destOrd="0" presId="urn:microsoft.com/office/officeart/2005/8/layout/orgChart1"/>
    <dgm:cxn modelId="{CBD31DC1-FA84-4991-BF96-345E844ED7E9}" srcId="{10A0EA3D-3AD4-4A16-AC66-3525B6400D15}" destId="{26763262-632B-46CC-BA82-DA9DFC8A319D}" srcOrd="1" destOrd="0" parTransId="{33FD4574-5FBE-445D-A451-69994E30F552}" sibTransId="{84C37D61-B689-4A7F-B29B-92B77CD3E11A}"/>
    <dgm:cxn modelId="{DA00F6C1-3814-4278-B0E1-820637E2DF8A}" type="presOf" srcId="{628C4987-FA4F-4506-846B-3D4140466F05}" destId="{7965D1EC-84E7-4542-B863-81778AA1A4D3}" srcOrd="0" destOrd="0" presId="urn:microsoft.com/office/officeart/2005/8/layout/orgChart1"/>
    <dgm:cxn modelId="{B122E7C2-6E03-4A33-83BE-FB576B3891B7}" srcId="{10A0EA3D-3AD4-4A16-AC66-3525B6400D15}" destId="{145D55AA-61E0-495C-8F2D-EE36475B0338}" srcOrd="2" destOrd="0" parTransId="{0C9BCA1A-676D-4632-848E-0829D4E5185A}" sibTransId="{DE2925A3-7D6A-483F-AED9-5E2A830936B3}"/>
    <dgm:cxn modelId="{AA714AC3-A705-4A21-A003-A5D3CC7CD04F}" type="presOf" srcId="{0F02B370-286F-4E1B-80A8-B2AD40265B7C}" destId="{78F581A2-A236-4AAE-9594-81595AF744C3}" srcOrd="0" destOrd="0" presId="urn:microsoft.com/office/officeart/2005/8/layout/orgChart1"/>
    <dgm:cxn modelId="{265050C8-FB60-4B2B-A69B-25967E79F069}" type="presOf" srcId="{B8FCF6F9-076B-4699-9E4E-2CA4C23B8C97}" destId="{5489D5DD-FC37-42DE-962B-6993F423AF34}" srcOrd="0" destOrd="0" presId="urn:microsoft.com/office/officeart/2005/8/layout/orgChart1"/>
    <dgm:cxn modelId="{5F5F20C9-F4E0-4374-8747-B7F46FEC88D8}" srcId="{10A0EA3D-3AD4-4A16-AC66-3525B6400D15}" destId="{75DFC915-9462-4A30-AE1F-37CE18B3C6D2}" srcOrd="3" destOrd="0" parTransId="{F8130828-F801-48B7-A83D-32C060147E31}" sibTransId="{727CFFC1-D6CC-4121-8182-E56D6E59AF3A}"/>
    <dgm:cxn modelId="{A66098CA-BBD7-4745-9A79-FD8A8DE6ECDA}" type="presOf" srcId="{148B9544-AAE4-4F82-A7BD-B12D32E93924}" destId="{9602321A-0529-41BB-8BDE-C5896B1187CD}" srcOrd="0" destOrd="0" presId="urn:microsoft.com/office/officeart/2005/8/layout/orgChart1"/>
    <dgm:cxn modelId="{E9180ACC-C7E1-4082-94D7-368478C59E67}" type="presOf" srcId="{64C84F6C-4C89-42C9-BBFB-E3A9FEECB53C}" destId="{7845EB6B-B9D0-4329-A00A-A032CFA8607F}" srcOrd="0" destOrd="0" presId="urn:microsoft.com/office/officeart/2005/8/layout/orgChart1"/>
    <dgm:cxn modelId="{2E5C8CCD-A95D-49FB-8281-0B5974ACBB27}" type="presOf" srcId="{DAAB9B73-0654-44F2-BFB2-2A12E0C8324D}" destId="{6EF5DE40-A613-44B8-8873-5CB179E71291}" srcOrd="0" destOrd="0" presId="urn:microsoft.com/office/officeart/2005/8/layout/orgChart1"/>
    <dgm:cxn modelId="{01E80BCF-1ECB-430D-A350-FE3C8C51032F}" srcId="{10A0EA3D-3AD4-4A16-AC66-3525B6400D15}" destId="{C5037945-930F-4B75-858B-B894823169CF}" srcOrd="0" destOrd="0" parTransId="{D4470D27-09CC-41EB-BA1A-CCC1BA5C0E27}" sibTransId="{1E8234E8-902F-4E23-8B68-776EF1344419}"/>
    <dgm:cxn modelId="{6C8ADED2-715B-4560-862A-953231A391EC}" type="presOf" srcId="{DA630805-589F-40FE-B4A9-A3C7971583FB}" destId="{30979236-57DA-47DF-96D4-AB6AABBC538D}" srcOrd="1" destOrd="0" presId="urn:microsoft.com/office/officeart/2005/8/layout/orgChart1"/>
    <dgm:cxn modelId="{23B9B1D3-27DD-4CC3-A22E-88440AA4E8B1}" srcId="{75DFC915-9462-4A30-AE1F-37CE18B3C6D2}" destId="{1B6E74F3-B5A8-441C-AB65-775DCB44F666}" srcOrd="1" destOrd="0" parTransId="{3C79FE37-D072-433C-85E3-76D9529FB2A4}" sibTransId="{43F121AF-991F-4E24-85F2-84A4E19BC598}"/>
    <dgm:cxn modelId="{417E3AD6-AD47-45CF-B6ED-9C75D763FA04}" type="presOf" srcId="{CD9829E7-840B-4B2B-A393-F04E987952D6}" destId="{F1396398-C9F6-48F4-AA4F-1E9F79E1591E}" srcOrd="0" destOrd="0" presId="urn:microsoft.com/office/officeart/2005/8/layout/orgChart1"/>
    <dgm:cxn modelId="{2545BBD6-5AD2-4DFC-B90C-F239EABF6840}" type="presOf" srcId="{92162928-B373-4802-B988-4C318FAE4B4C}" destId="{E053A169-9C0A-4979-A9C3-739101C47B4F}" srcOrd="0" destOrd="0" presId="urn:microsoft.com/office/officeart/2005/8/layout/orgChart1"/>
    <dgm:cxn modelId="{9DCD54D7-F070-4D5E-BC03-0AB0A61272C7}" type="presOf" srcId="{044DC898-7245-4442-9BD3-48FE3ED2D3B1}" destId="{B5BB71F7-A0FC-4F6C-B14D-D1D62FA86602}" srcOrd="0" destOrd="0" presId="urn:microsoft.com/office/officeart/2005/8/layout/orgChart1"/>
    <dgm:cxn modelId="{070420DA-0A98-4971-91C5-329C2B47EDBD}" srcId="{75DFC915-9462-4A30-AE1F-37CE18B3C6D2}" destId="{05459587-4988-4521-A172-715582190CFB}" srcOrd="0" destOrd="0" parTransId="{81DA8363-0B62-47BB-A1C0-276F95F61685}" sibTransId="{BB821CFB-ECAB-4AFD-84D7-F610E819B777}"/>
    <dgm:cxn modelId="{087665DD-6F8C-4065-B13B-D7D2249E3EB3}" type="presOf" srcId="{23D86414-A4F5-4A8F-A8EB-28F8495A415D}" destId="{4BFE4F46-5105-40ED-A7CA-734332BFB6B1}" srcOrd="1" destOrd="0" presId="urn:microsoft.com/office/officeart/2005/8/layout/orgChart1"/>
    <dgm:cxn modelId="{B6141CE3-6003-4DED-9BAF-7D76A902911E}" type="presOf" srcId="{783A28AA-F493-4D52-B315-F24AFF5BD00E}" destId="{ABFB3F97-6CE9-4E52-918E-35F874A43BCD}" srcOrd="0" destOrd="0" presId="urn:microsoft.com/office/officeart/2005/8/layout/orgChart1"/>
    <dgm:cxn modelId="{9A2424E3-8E65-4731-97A9-ABE7E8F32F63}" type="presOf" srcId="{DF9E427A-F061-4D73-876E-50DFE6A2B7E5}" destId="{016EC23A-2D0E-41F6-A49C-4A8A9AA629EE}" srcOrd="0" destOrd="0" presId="urn:microsoft.com/office/officeart/2005/8/layout/orgChart1"/>
    <dgm:cxn modelId="{914158E6-80A7-480C-B1EE-8F74EE1F445C}" type="presOf" srcId="{6179B0DF-E47A-4DC1-A6E5-35A2A8035506}" destId="{3865DB16-34F6-41C8-ABAD-5A68CDC1E618}" srcOrd="0" destOrd="0" presId="urn:microsoft.com/office/officeart/2005/8/layout/orgChart1"/>
    <dgm:cxn modelId="{866A67E7-ADE4-4C7D-AEE3-9829D67A6158}" type="presOf" srcId="{10A0EA3D-3AD4-4A16-AC66-3525B6400D15}" destId="{5265131C-4C0A-45D5-A034-D2AF2599472B}" srcOrd="1" destOrd="0" presId="urn:microsoft.com/office/officeart/2005/8/layout/orgChart1"/>
    <dgm:cxn modelId="{E0B96BE9-1C9C-409F-A70E-675335BF770A}" type="presOf" srcId="{145D55AA-61E0-495C-8F2D-EE36475B0338}" destId="{2A36DFCF-50EA-4F73-AE79-4C68056A9760}" srcOrd="0" destOrd="0" presId="urn:microsoft.com/office/officeart/2005/8/layout/orgChart1"/>
    <dgm:cxn modelId="{8C90C5EA-D9C5-414F-8D8E-8E2897A26C54}" type="presOf" srcId="{00AC022C-23A1-48BC-BDFF-3F7F28B476E7}" destId="{2E89282F-DCA8-4DC6-A0AC-B3C141F66B5F}" srcOrd="1" destOrd="0" presId="urn:microsoft.com/office/officeart/2005/8/layout/orgChart1"/>
    <dgm:cxn modelId="{F6A166EC-D832-4262-A0A8-609D387AB1B5}" type="presOf" srcId="{7503258F-CB4C-4821-9D8D-C5A58C1571DE}" destId="{2E6867E7-74AC-4BF1-A9FA-4AC7261C94EA}" srcOrd="0" destOrd="0" presId="urn:microsoft.com/office/officeart/2005/8/layout/orgChart1"/>
    <dgm:cxn modelId="{C38036ED-6338-4E55-8D30-9C49E8D3BC3C}" type="presOf" srcId="{950DF26E-17D9-4CD6-BA22-3B12B191F0B1}" destId="{5218C1E6-A7C1-45B1-BD6C-50F3BFADC1B2}" srcOrd="1" destOrd="0" presId="urn:microsoft.com/office/officeart/2005/8/layout/orgChart1"/>
    <dgm:cxn modelId="{FF52CBED-35A2-4EC8-90B0-070F59F53CEF}" srcId="{C5037945-930F-4B75-858B-B894823169CF}" destId="{A2074807-3C28-4B33-9EEB-412E5A1AA954}" srcOrd="3" destOrd="0" parTransId="{CA54F505-FAAD-4FFF-AE99-F02D8805AA90}" sibTransId="{C0480748-AD54-45DF-99A7-51B5C002D86D}"/>
    <dgm:cxn modelId="{ADCC15EE-1DB8-4FD3-A064-68A6FBA4DBB6}" type="presOf" srcId="{52C3973C-B7F3-447F-8C8A-6D0C97AC7D87}" destId="{55D6CDA0-E2F8-4F44-91CF-D45B8B7CACAF}" srcOrd="0" destOrd="0" presId="urn:microsoft.com/office/officeart/2005/8/layout/orgChart1"/>
    <dgm:cxn modelId="{A0543AEF-7B1A-426D-8A8C-1523CD167F7A}" type="presOf" srcId="{DF9E427A-F061-4D73-876E-50DFE6A2B7E5}" destId="{CBB73073-E2BE-4561-B51B-94EBAD9E9723}" srcOrd="1" destOrd="0" presId="urn:microsoft.com/office/officeart/2005/8/layout/orgChart1"/>
    <dgm:cxn modelId="{ED7572F2-668C-4C29-9BD1-FC152A1F4A58}" type="presOf" srcId="{D4470D27-09CC-41EB-BA1A-CCC1BA5C0E27}" destId="{B9DD715D-069C-4BC2-A1E9-3705206A9E7E}" srcOrd="0" destOrd="0" presId="urn:microsoft.com/office/officeart/2005/8/layout/orgChart1"/>
    <dgm:cxn modelId="{0E61A2F3-67A4-4D01-9DEC-7714F1ACB6D8}" type="presOf" srcId="{101611F3-1C2D-4DAC-A2C2-462DC8C04F6E}" destId="{4F00C08F-FE83-4353-956E-AD781481EE01}" srcOrd="0" destOrd="0" presId="urn:microsoft.com/office/officeart/2005/8/layout/orgChart1"/>
    <dgm:cxn modelId="{35F3BBF5-AA37-443A-BAA7-2249199E6C90}" srcId="{986A668E-B947-4E9B-BC49-750AC65155F3}" destId="{9686FD60-0C64-4E7A-B65B-577F4EBB370B}" srcOrd="1" destOrd="0" parTransId="{871A2A53-1159-46DE-9E54-4CBCCDE56CC6}" sibTransId="{7AC05B58-F1D9-4A94-A86B-BF0C8A114FD0}"/>
    <dgm:cxn modelId="{FADC24F6-9EA4-40F3-9EBF-129356B6FC47}" type="presOf" srcId="{21D2D3E8-ED16-4668-8A50-BA9C625F6C75}" destId="{B104FA65-B4C0-4B7B-8F35-47D7504F3B76}" srcOrd="0" destOrd="0" presId="urn:microsoft.com/office/officeart/2005/8/layout/orgChart1"/>
    <dgm:cxn modelId="{3B6E69F6-2D97-42FB-80C9-90F0D7B7D2A6}" srcId="{92162928-B373-4802-B988-4C318FAE4B4C}" destId="{0C099BB8-4A5F-4B8A-B703-DCB7480DDD44}" srcOrd="3" destOrd="0" parTransId="{9FADCBC3-F229-4620-B60A-FB762FF9A001}" sibTransId="{1247D2A4-C4C8-4C39-BE98-B29DD737739E}"/>
    <dgm:cxn modelId="{C94F4AF8-63F4-4299-9BBD-243E4BF07094}" type="presOf" srcId="{54A214D2-D44C-4CCE-9AEB-B812186FBE9F}" destId="{CB02243B-C17F-4AA8-825F-D4F211D97915}" srcOrd="0" destOrd="0" presId="urn:microsoft.com/office/officeart/2005/8/layout/orgChart1"/>
    <dgm:cxn modelId="{66CC2AF9-B116-4253-AC03-EDFA4C71F28F}" type="presOf" srcId="{E72F02CF-18B3-473D-BA51-A3A921F54BCB}" destId="{9EA1F9B9-4D92-4870-BBD2-CB4F964CD17D}" srcOrd="0" destOrd="0" presId="urn:microsoft.com/office/officeart/2005/8/layout/orgChart1"/>
    <dgm:cxn modelId="{2BA058FE-464B-4384-A364-3755884AFA1F}" type="presOf" srcId="{6AE7F5F1-29A0-46DF-AACF-A442207EF17A}" destId="{83DC080B-07F6-4C80-8867-801273870E8D}" srcOrd="1" destOrd="0" presId="urn:microsoft.com/office/officeart/2005/8/layout/orgChart1"/>
    <dgm:cxn modelId="{B505D0FE-1546-4BE7-9366-6825D85ED42D}" type="presOf" srcId="{3C79FE37-D072-433C-85E3-76D9529FB2A4}" destId="{BE316BAB-E484-4713-88F8-60BFB9ECB2F9}" srcOrd="0" destOrd="0" presId="urn:microsoft.com/office/officeart/2005/8/layout/orgChart1"/>
    <dgm:cxn modelId="{0D445FFF-56F3-4E45-AFE8-8CD13937FEBB}" type="presOf" srcId="{05459587-4988-4521-A172-715582190CFB}" destId="{F5119AFF-7505-49C6-B8CC-5346C5423816}" srcOrd="0" destOrd="0" presId="urn:microsoft.com/office/officeart/2005/8/layout/orgChart1"/>
    <dgm:cxn modelId="{186E2853-F483-4871-B132-E1F12E105677}" type="presParOf" srcId="{CE01B670-1EEA-4848-90D3-DFD1C7C7F55F}" destId="{90DD1432-594A-402F-BA90-BF3AD7D3805E}" srcOrd="0" destOrd="0" presId="urn:microsoft.com/office/officeart/2005/8/layout/orgChart1"/>
    <dgm:cxn modelId="{B7BA9620-0452-438F-8760-D726174EE83B}" type="presParOf" srcId="{90DD1432-594A-402F-BA90-BF3AD7D3805E}" destId="{435A436E-4C62-4EA4-BCE3-82AF2D66BD97}" srcOrd="0" destOrd="0" presId="urn:microsoft.com/office/officeart/2005/8/layout/orgChart1"/>
    <dgm:cxn modelId="{7E112987-CF62-449A-B23A-18A552A048C2}" type="presParOf" srcId="{435A436E-4C62-4EA4-BCE3-82AF2D66BD97}" destId="{228A01CC-3BEE-415F-A2AB-98EE968D4C9E}" srcOrd="0" destOrd="0" presId="urn:microsoft.com/office/officeart/2005/8/layout/orgChart1"/>
    <dgm:cxn modelId="{FA060B0C-5352-492B-90EB-3B1BF3F77EF3}" type="presParOf" srcId="{435A436E-4C62-4EA4-BCE3-82AF2D66BD97}" destId="{5265131C-4C0A-45D5-A034-D2AF2599472B}" srcOrd="1" destOrd="0" presId="urn:microsoft.com/office/officeart/2005/8/layout/orgChart1"/>
    <dgm:cxn modelId="{407D6AEE-DD37-4A53-9FF8-3103B041ADE8}" type="presParOf" srcId="{90DD1432-594A-402F-BA90-BF3AD7D3805E}" destId="{65D6C5B1-00A1-4204-9741-CA885FE72364}" srcOrd="1" destOrd="0" presId="urn:microsoft.com/office/officeart/2005/8/layout/orgChart1"/>
    <dgm:cxn modelId="{39E2F54E-B49E-41A1-BFA5-C7F882FC571D}" type="presParOf" srcId="{65D6C5B1-00A1-4204-9741-CA885FE72364}" destId="{B9DD715D-069C-4BC2-A1E9-3705206A9E7E}" srcOrd="0" destOrd="0" presId="urn:microsoft.com/office/officeart/2005/8/layout/orgChart1"/>
    <dgm:cxn modelId="{E68C5B76-CC29-4FD0-A034-9EFE878A7CC5}" type="presParOf" srcId="{65D6C5B1-00A1-4204-9741-CA885FE72364}" destId="{F7B2959F-C810-441E-ABAC-C79DB10C6809}" srcOrd="1" destOrd="0" presId="urn:microsoft.com/office/officeart/2005/8/layout/orgChart1"/>
    <dgm:cxn modelId="{0BBF3F6D-84E8-4AAA-858F-43A4AC8AB0D1}" type="presParOf" srcId="{F7B2959F-C810-441E-ABAC-C79DB10C6809}" destId="{5D913086-3A8D-4E5B-903E-99ABE15D3392}" srcOrd="0" destOrd="0" presId="urn:microsoft.com/office/officeart/2005/8/layout/orgChart1"/>
    <dgm:cxn modelId="{454CFAD4-EFD9-4CE3-BCCB-7199C40FB4AE}" type="presParOf" srcId="{5D913086-3A8D-4E5B-903E-99ABE15D3392}" destId="{EF0DF732-FD85-4D52-8905-6DCB2A652547}" srcOrd="0" destOrd="0" presId="urn:microsoft.com/office/officeart/2005/8/layout/orgChart1"/>
    <dgm:cxn modelId="{25F4231C-C682-4C33-8B91-7943CDC3C247}" type="presParOf" srcId="{5D913086-3A8D-4E5B-903E-99ABE15D3392}" destId="{B3034FE3-F479-4DF4-A8BF-8880E94D2217}" srcOrd="1" destOrd="0" presId="urn:microsoft.com/office/officeart/2005/8/layout/orgChart1"/>
    <dgm:cxn modelId="{9295C9F9-7021-4436-BF77-18B304B58C28}" type="presParOf" srcId="{F7B2959F-C810-441E-ABAC-C79DB10C6809}" destId="{D39E0032-FE8A-41E3-BCA2-2DD8ED595AFD}" srcOrd="1" destOrd="0" presId="urn:microsoft.com/office/officeart/2005/8/layout/orgChart1"/>
    <dgm:cxn modelId="{0000F537-BEBE-4A91-AC98-AF500271BC96}" type="presParOf" srcId="{D39E0032-FE8A-41E3-BCA2-2DD8ED595AFD}" destId="{7CA3097E-DF06-4306-90D8-092D17D517A3}" srcOrd="0" destOrd="0" presId="urn:microsoft.com/office/officeart/2005/8/layout/orgChart1"/>
    <dgm:cxn modelId="{48CA294A-1863-4091-98B2-964D17FC99FA}" type="presParOf" srcId="{D39E0032-FE8A-41E3-BCA2-2DD8ED595AFD}" destId="{AB3ECC90-3C57-44A5-937C-3ADE503D492D}" srcOrd="1" destOrd="0" presId="urn:microsoft.com/office/officeart/2005/8/layout/orgChart1"/>
    <dgm:cxn modelId="{42668C7D-FC39-4654-BC15-8EA8441520A9}" type="presParOf" srcId="{AB3ECC90-3C57-44A5-937C-3ADE503D492D}" destId="{C4524F9E-1F5E-4103-8C7B-1DD3B3E09CA6}" srcOrd="0" destOrd="0" presId="urn:microsoft.com/office/officeart/2005/8/layout/orgChart1"/>
    <dgm:cxn modelId="{D36D9C13-30D7-43BC-B627-2EF8DE1DEE20}" type="presParOf" srcId="{C4524F9E-1F5E-4103-8C7B-1DD3B3E09CA6}" destId="{D7DEFF10-285D-460F-B6C2-3621F12D5071}" srcOrd="0" destOrd="0" presId="urn:microsoft.com/office/officeart/2005/8/layout/orgChart1"/>
    <dgm:cxn modelId="{AE2A04FE-0EDC-431B-830C-FEE3DE94EECB}" type="presParOf" srcId="{C4524F9E-1F5E-4103-8C7B-1DD3B3E09CA6}" destId="{5218C1E6-A7C1-45B1-BD6C-50F3BFADC1B2}" srcOrd="1" destOrd="0" presId="urn:microsoft.com/office/officeart/2005/8/layout/orgChart1"/>
    <dgm:cxn modelId="{51B9583E-38A1-478A-B496-0E1D0CF3A19D}" type="presParOf" srcId="{AB3ECC90-3C57-44A5-937C-3ADE503D492D}" destId="{B280554C-1ADC-4B1E-8EF4-81DC9F4A70AE}" srcOrd="1" destOrd="0" presId="urn:microsoft.com/office/officeart/2005/8/layout/orgChart1"/>
    <dgm:cxn modelId="{BB150A7E-5D8B-427C-80A0-30F078851F2D}" type="presParOf" srcId="{B280554C-1ADC-4B1E-8EF4-81DC9F4A70AE}" destId="{671179AC-5FAC-4A39-B7FF-0414C95E3528}" srcOrd="0" destOrd="0" presId="urn:microsoft.com/office/officeart/2005/8/layout/orgChart1"/>
    <dgm:cxn modelId="{0AA8DCD2-8281-46CF-B370-6D0E6C4904DC}" type="presParOf" srcId="{B280554C-1ADC-4B1E-8EF4-81DC9F4A70AE}" destId="{0AB006A4-182D-4959-8DCB-18D7F1BAD9A9}" srcOrd="1" destOrd="0" presId="urn:microsoft.com/office/officeart/2005/8/layout/orgChart1"/>
    <dgm:cxn modelId="{3E6ED4D6-8607-4F8B-AC23-2C9DD1AC01B1}" type="presParOf" srcId="{0AB006A4-182D-4959-8DCB-18D7F1BAD9A9}" destId="{55AA2491-D4E2-4442-BAC2-BA16763FAF50}" srcOrd="0" destOrd="0" presId="urn:microsoft.com/office/officeart/2005/8/layout/orgChart1"/>
    <dgm:cxn modelId="{88892555-F7DE-437A-80B1-43DAAE9AFE41}" type="presParOf" srcId="{55AA2491-D4E2-4442-BAC2-BA16763FAF50}" destId="{88D6AF2A-AB2A-4DDC-9F25-5FEB13DE3F9A}" srcOrd="0" destOrd="0" presId="urn:microsoft.com/office/officeart/2005/8/layout/orgChart1"/>
    <dgm:cxn modelId="{0ED94EE9-C1A6-410D-AD48-E8981266E4DF}" type="presParOf" srcId="{55AA2491-D4E2-4442-BAC2-BA16763FAF50}" destId="{3E2E92DB-5C6F-4ED9-9583-E91717EC9D4B}" srcOrd="1" destOrd="0" presId="urn:microsoft.com/office/officeart/2005/8/layout/orgChart1"/>
    <dgm:cxn modelId="{54F763A9-F0BC-46E2-BCCA-650949A2BDAD}" type="presParOf" srcId="{0AB006A4-182D-4959-8DCB-18D7F1BAD9A9}" destId="{A775A552-A598-4FF2-828D-28A777D8D49E}" srcOrd="1" destOrd="0" presId="urn:microsoft.com/office/officeart/2005/8/layout/orgChart1"/>
    <dgm:cxn modelId="{F0BBD9BD-3ED1-4E63-86D4-CACA6451162D}" type="presParOf" srcId="{0AB006A4-182D-4959-8DCB-18D7F1BAD9A9}" destId="{4C841937-9171-47C2-B2B1-897C754EA2F9}" srcOrd="2" destOrd="0" presId="urn:microsoft.com/office/officeart/2005/8/layout/orgChart1"/>
    <dgm:cxn modelId="{8B022790-FC50-4C7A-B1CA-A0E0D3493759}" type="presParOf" srcId="{B280554C-1ADC-4B1E-8EF4-81DC9F4A70AE}" destId="{917A0AFA-0687-4CD7-A02C-2B5A2A29DC08}" srcOrd="2" destOrd="0" presId="urn:microsoft.com/office/officeart/2005/8/layout/orgChart1"/>
    <dgm:cxn modelId="{8375B849-32BD-4EA1-B113-971F76F3C96A}" type="presParOf" srcId="{B280554C-1ADC-4B1E-8EF4-81DC9F4A70AE}" destId="{E20BA6D2-893E-487D-8683-EFAF9C9804F2}" srcOrd="3" destOrd="0" presId="urn:microsoft.com/office/officeart/2005/8/layout/orgChart1"/>
    <dgm:cxn modelId="{B3196A87-9807-47DC-850B-94B0303E66A4}" type="presParOf" srcId="{E20BA6D2-893E-487D-8683-EFAF9C9804F2}" destId="{427688FD-121D-47B8-8931-D5204B8647E1}" srcOrd="0" destOrd="0" presId="urn:microsoft.com/office/officeart/2005/8/layout/orgChart1"/>
    <dgm:cxn modelId="{00F22CD5-3A1C-44CE-9E7A-8B6B603DFC37}" type="presParOf" srcId="{427688FD-121D-47B8-8931-D5204B8647E1}" destId="{80857E5D-5A40-47FA-A4DC-63DCAE736606}" srcOrd="0" destOrd="0" presId="urn:microsoft.com/office/officeart/2005/8/layout/orgChart1"/>
    <dgm:cxn modelId="{D244C9DF-8FE5-456C-88BC-73E90A8A480A}" type="presParOf" srcId="{427688FD-121D-47B8-8931-D5204B8647E1}" destId="{E84BCE6F-06E3-4BC8-871D-9A93C6044AE4}" srcOrd="1" destOrd="0" presId="urn:microsoft.com/office/officeart/2005/8/layout/orgChart1"/>
    <dgm:cxn modelId="{A87452AD-FFD6-49FC-8545-65F0229662AD}" type="presParOf" srcId="{E20BA6D2-893E-487D-8683-EFAF9C9804F2}" destId="{61E5CA6B-3955-4E6B-A536-8F209B0425DA}" srcOrd="1" destOrd="0" presId="urn:microsoft.com/office/officeart/2005/8/layout/orgChart1"/>
    <dgm:cxn modelId="{5493A4F0-8669-40A2-B721-0E83BC60C942}" type="presParOf" srcId="{E20BA6D2-893E-487D-8683-EFAF9C9804F2}" destId="{90C2E34E-D962-4C76-984B-1AA560324FC7}" srcOrd="2" destOrd="0" presId="urn:microsoft.com/office/officeart/2005/8/layout/orgChart1"/>
    <dgm:cxn modelId="{4D2D4616-7B36-45D3-9034-B8B951F06ACF}" type="presParOf" srcId="{AB3ECC90-3C57-44A5-937C-3ADE503D492D}" destId="{1420530A-1FB5-4E43-9A35-FF949B7D025C}" srcOrd="2" destOrd="0" presId="urn:microsoft.com/office/officeart/2005/8/layout/orgChart1"/>
    <dgm:cxn modelId="{EE0E5B71-CEAB-4BC4-BBD9-019C7309B7D9}" type="presParOf" srcId="{D39E0032-FE8A-41E3-BCA2-2DD8ED595AFD}" destId="{A6E2B9B1-B808-4C3E-9CA4-FDBFEB7C6E12}" srcOrd="2" destOrd="0" presId="urn:microsoft.com/office/officeart/2005/8/layout/orgChart1"/>
    <dgm:cxn modelId="{9DCECBA9-1178-40DC-864F-8B0856721C8D}" type="presParOf" srcId="{D39E0032-FE8A-41E3-BCA2-2DD8ED595AFD}" destId="{842694ED-63FE-41F5-8205-A2D2ED7AB622}" srcOrd="3" destOrd="0" presId="urn:microsoft.com/office/officeart/2005/8/layout/orgChart1"/>
    <dgm:cxn modelId="{CB58657B-2AB5-44BB-96AC-E5D30E4FB150}" type="presParOf" srcId="{842694ED-63FE-41F5-8205-A2D2ED7AB622}" destId="{156B7B81-9C4B-4435-88FA-61CD1E94F7AC}" srcOrd="0" destOrd="0" presId="urn:microsoft.com/office/officeart/2005/8/layout/orgChart1"/>
    <dgm:cxn modelId="{0A281CFD-E715-4266-BFC9-551095FC40CC}" type="presParOf" srcId="{156B7B81-9C4B-4435-88FA-61CD1E94F7AC}" destId="{E053A169-9C0A-4979-A9C3-739101C47B4F}" srcOrd="0" destOrd="0" presId="urn:microsoft.com/office/officeart/2005/8/layout/orgChart1"/>
    <dgm:cxn modelId="{D35111F7-3A07-4471-B63D-173B0865AF56}" type="presParOf" srcId="{156B7B81-9C4B-4435-88FA-61CD1E94F7AC}" destId="{38710617-AD94-492E-877A-67DEA8A29246}" srcOrd="1" destOrd="0" presId="urn:microsoft.com/office/officeart/2005/8/layout/orgChart1"/>
    <dgm:cxn modelId="{E75B2AEA-1A86-4CAD-AECA-C0DFA3293800}" type="presParOf" srcId="{842694ED-63FE-41F5-8205-A2D2ED7AB622}" destId="{EE25FEE9-C0A4-43A3-BC29-09C1DC02735B}" srcOrd="1" destOrd="0" presId="urn:microsoft.com/office/officeart/2005/8/layout/orgChart1"/>
    <dgm:cxn modelId="{B52DB3C8-1DF7-4DC3-933B-E0BCB6FC738A}" type="presParOf" srcId="{EE25FEE9-C0A4-43A3-BC29-09C1DC02735B}" destId="{C3BEE66D-DBFC-4B5B-824F-AE729B3E2A92}" srcOrd="0" destOrd="0" presId="urn:microsoft.com/office/officeart/2005/8/layout/orgChart1"/>
    <dgm:cxn modelId="{B354502B-F89C-4A67-8ED2-18191632E653}" type="presParOf" srcId="{EE25FEE9-C0A4-43A3-BC29-09C1DC02735B}" destId="{A9CFCED3-6ECE-4576-ABCC-0C5B70059EB9}" srcOrd="1" destOrd="0" presId="urn:microsoft.com/office/officeart/2005/8/layout/orgChart1"/>
    <dgm:cxn modelId="{20106521-4911-442D-8C61-B729A2398A43}" type="presParOf" srcId="{A9CFCED3-6ECE-4576-ABCC-0C5B70059EB9}" destId="{69DD92A3-402B-4486-B358-BBA3E344CCFB}" srcOrd="0" destOrd="0" presId="urn:microsoft.com/office/officeart/2005/8/layout/orgChart1"/>
    <dgm:cxn modelId="{7E342F05-0501-445A-ADC2-105F8EEF8FE4}" type="presParOf" srcId="{69DD92A3-402B-4486-B358-BBA3E344CCFB}" destId="{9602321A-0529-41BB-8BDE-C5896B1187CD}" srcOrd="0" destOrd="0" presId="urn:microsoft.com/office/officeart/2005/8/layout/orgChart1"/>
    <dgm:cxn modelId="{B0536AEF-9F22-4E7B-B885-DDA57F3E9F6F}" type="presParOf" srcId="{69DD92A3-402B-4486-B358-BBA3E344CCFB}" destId="{15AE8028-70C7-4D5B-B57D-0B4DC8D041C5}" srcOrd="1" destOrd="0" presId="urn:microsoft.com/office/officeart/2005/8/layout/orgChart1"/>
    <dgm:cxn modelId="{57EB99DC-587D-452E-B78F-EA4AA28826C3}" type="presParOf" srcId="{A9CFCED3-6ECE-4576-ABCC-0C5B70059EB9}" destId="{939275F3-B58F-45AC-8398-CC8AF1075322}" srcOrd="1" destOrd="0" presId="urn:microsoft.com/office/officeart/2005/8/layout/orgChart1"/>
    <dgm:cxn modelId="{D4AF0001-9F47-40BB-B32E-0465616A687F}" type="presParOf" srcId="{A9CFCED3-6ECE-4576-ABCC-0C5B70059EB9}" destId="{7670B313-9F55-4FF1-B65A-9F20334A188C}" srcOrd="2" destOrd="0" presId="urn:microsoft.com/office/officeart/2005/8/layout/orgChart1"/>
    <dgm:cxn modelId="{8DC99F8E-865B-485E-9B76-F05EB7FE7CA8}" type="presParOf" srcId="{EE25FEE9-C0A4-43A3-BC29-09C1DC02735B}" destId="{8AE61498-7424-433C-B920-4C4E22FE37C9}" srcOrd="2" destOrd="0" presId="urn:microsoft.com/office/officeart/2005/8/layout/orgChart1"/>
    <dgm:cxn modelId="{0E78F0C6-9D39-487D-985D-7F5B9B569B74}" type="presParOf" srcId="{EE25FEE9-C0A4-43A3-BC29-09C1DC02735B}" destId="{8CA74FDC-C221-4F1E-B367-D76A13DF6CEE}" srcOrd="3" destOrd="0" presId="urn:microsoft.com/office/officeart/2005/8/layout/orgChart1"/>
    <dgm:cxn modelId="{41224735-64BD-445E-A434-3B7E6BBF335B}" type="presParOf" srcId="{8CA74FDC-C221-4F1E-B367-D76A13DF6CEE}" destId="{7F16C559-3AAD-4FA9-9616-85DB22A494CA}" srcOrd="0" destOrd="0" presId="urn:microsoft.com/office/officeart/2005/8/layout/orgChart1"/>
    <dgm:cxn modelId="{3F9FC423-7C66-4424-984C-289C3F644FD3}" type="presParOf" srcId="{7F16C559-3AAD-4FA9-9616-85DB22A494CA}" destId="{F4DC1B83-6C23-49DE-87E8-6B79DB8CBA59}" srcOrd="0" destOrd="0" presId="urn:microsoft.com/office/officeart/2005/8/layout/orgChart1"/>
    <dgm:cxn modelId="{A1AC46C2-63A6-4BEA-95D5-B013AA046909}" type="presParOf" srcId="{7F16C559-3AAD-4FA9-9616-85DB22A494CA}" destId="{2E89282F-DCA8-4DC6-A0AC-B3C141F66B5F}" srcOrd="1" destOrd="0" presId="urn:microsoft.com/office/officeart/2005/8/layout/orgChart1"/>
    <dgm:cxn modelId="{AD5D09CD-4AC0-4893-8812-1B27800D417A}" type="presParOf" srcId="{8CA74FDC-C221-4F1E-B367-D76A13DF6CEE}" destId="{F6E2F938-DD76-41F8-BE30-138493256B47}" srcOrd="1" destOrd="0" presId="urn:microsoft.com/office/officeart/2005/8/layout/orgChart1"/>
    <dgm:cxn modelId="{4F8BF258-320A-4A5C-8F69-7C2DC98FB96D}" type="presParOf" srcId="{8CA74FDC-C221-4F1E-B367-D76A13DF6CEE}" destId="{51C1861F-64E4-4F9E-A995-A36D30121CD2}" srcOrd="2" destOrd="0" presId="urn:microsoft.com/office/officeart/2005/8/layout/orgChart1"/>
    <dgm:cxn modelId="{A8623CE1-CCEB-49C1-853B-24ECBA1FDC1A}" type="presParOf" srcId="{EE25FEE9-C0A4-43A3-BC29-09C1DC02735B}" destId="{819CF286-327E-4771-A756-F0B2B9DBDA4B}" srcOrd="4" destOrd="0" presId="urn:microsoft.com/office/officeart/2005/8/layout/orgChart1"/>
    <dgm:cxn modelId="{ADF8C2E9-6F9D-46AC-80E3-DE638BE7E059}" type="presParOf" srcId="{EE25FEE9-C0A4-43A3-BC29-09C1DC02735B}" destId="{28A75BEE-EECD-45B3-B7B1-0467EFCD328F}" srcOrd="5" destOrd="0" presId="urn:microsoft.com/office/officeart/2005/8/layout/orgChart1"/>
    <dgm:cxn modelId="{98C410D4-5A6E-4502-9896-208B989A140B}" type="presParOf" srcId="{28A75BEE-EECD-45B3-B7B1-0467EFCD328F}" destId="{9584EC4C-D6FC-4CDC-A75D-F1C3DAE1B3C2}" srcOrd="0" destOrd="0" presId="urn:microsoft.com/office/officeart/2005/8/layout/orgChart1"/>
    <dgm:cxn modelId="{B1DA8012-35F1-4305-A4D6-7A223966DAEC}" type="presParOf" srcId="{9584EC4C-D6FC-4CDC-A75D-F1C3DAE1B3C2}" destId="{81E07694-06DE-4DA4-BA15-F7FF4EF31C21}" srcOrd="0" destOrd="0" presId="urn:microsoft.com/office/officeart/2005/8/layout/orgChart1"/>
    <dgm:cxn modelId="{91F9565F-EEED-40A0-832A-290E730AC407}" type="presParOf" srcId="{9584EC4C-D6FC-4CDC-A75D-F1C3DAE1B3C2}" destId="{21450613-CA36-4454-85B4-AEB63CA49087}" srcOrd="1" destOrd="0" presId="urn:microsoft.com/office/officeart/2005/8/layout/orgChart1"/>
    <dgm:cxn modelId="{1678D846-9075-4768-9952-9E0DBB0D5976}" type="presParOf" srcId="{28A75BEE-EECD-45B3-B7B1-0467EFCD328F}" destId="{89A8106A-14BF-491C-AA4E-9634881D0523}" srcOrd="1" destOrd="0" presId="urn:microsoft.com/office/officeart/2005/8/layout/orgChart1"/>
    <dgm:cxn modelId="{8DCDD940-4FBC-4A0B-BA6D-F6C8C2B820E2}" type="presParOf" srcId="{28A75BEE-EECD-45B3-B7B1-0467EFCD328F}" destId="{C338D44E-E4B3-49D9-AFCA-3D563E2FF749}" srcOrd="2" destOrd="0" presId="urn:microsoft.com/office/officeart/2005/8/layout/orgChart1"/>
    <dgm:cxn modelId="{87B5798F-6C3E-4250-965A-EDFF381953F6}" type="presParOf" srcId="{EE25FEE9-C0A4-43A3-BC29-09C1DC02735B}" destId="{F505519F-6ECB-4AAF-B47A-F3D32DB6B10C}" srcOrd="6" destOrd="0" presId="urn:microsoft.com/office/officeart/2005/8/layout/orgChart1"/>
    <dgm:cxn modelId="{15CE2EF1-B4D8-4D1C-9233-45AC0CBAB9FF}" type="presParOf" srcId="{EE25FEE9-C0A4-43A3-BC29-09C1DC02735B}" destId="{7242C606-06B1-4653-8213-8258E7030E80}" srcOrd="7" destOrd="0" presId="urn:microsoft.com/office/officeart/2005/8/layout/orgChart1"/>
    <dgm:cxn modelId="{83A8E9F5-78D1-4C65-9379-186F669D566C}" type="presParOf" srcId="{7242C606-06B1-4653-8213-8258E7030E80}" destId="{AA152A31-D95D-4EA6-B90E-65E324E927B1}" srcOrd="0" destOrd="0" presId="urn:microsoft.com/office/officeart/2005/8/layout/orgChart1"/>
    <dgm:cxn modelId="{4CA68EF3-9985-4F73-9913-3B5C7125788B}" type="presParOf" srcId="{AA152A31-D95D-4EA6-B90E-65E324E927B1}" destId="{7B137947-D56C-407A-8B26-BA72901EA159}" srcOrd="0" destOrd="0" presId="urn:microsoft.com/office/officeart/2005/8/layout/orgChart1"/>
    <dgm:cxn modelId="{A11ACA4E-9AA4-40D6-8213-715D73BF1229}" type="presParOf" srcId="{AA152A31-D95D-4EA6-B90E-65E324E927B1}" destId="{865A16D1-A0D6-4099-A000-A45C27DFDD22}" srcOrd="1" destOrd="0" presId="urn:microsoft.com/office/officeart/2005/8/layout/orgChart1"/>
    <dgm:cxn modelId="{2605EF5F-3CDE-44F8-892E-C3DB59A83725}" type="presParOf" srcId="{7242C606-06B1-4653-8213-8258E7030E80}" destId="{25096A2D-D848-4C90-A131-69BB291F338D}" srcOrd="1" destOrd="0" presId="urn:microsoft.com/office/officeart/2005/8/layout/orgChart1"/>
    <dgm:cxn modelId="{E11640B2-8F15-433E-A249-D09EDD0AFBD2}" type="presParOf" srcId="{7242C606-06B1-4653-8213-8258E7030E80}" destId="{B91ED09A-7BB0-46DB-AC80-8FC3BD077EFA}" srcOrd="2" destOrd="0" presId="urn:microsoft.com/office/officeart/2005/8/layout/orgChart1"/>
    <dgm:cxn modelId="{DFE0EFE1-3F4F-4F57-A5F2-C17C2EDE4504}" type="presParOf" srcId="{842694ED-63FE-41F5-8205-A2D2ED7AB622}" destId="{7AE4D891-AFDF-47CA-AE12-C9E64E4BC610}" srcOrd="2" destOrd="0" presId="urn:microsoft.com/office/officeart/2005/8/layout/orgChart1"/>
    <dgm:cxn modelId="{A756D911-9EED-4911-8355-D1036A4AA5C2}" type="presParOf" srcId="{D39E0032-FE8A-41E3-BCA2-2DD8ED595AFD}" destId="{A282935C-36BA-42D1-9CF4-5DC857687C79}" srcOrd="4" destOrd="0" presId="urn:microsoft.com/office/officeart/2005/8/layout/orgChart1"/>
    <dgm:cxn modelId="{7BD27D47-1A8B-4D5A-9814-D81164089D22}" type="presParOf" srcId="{D39E0032-FE8A-41E3-BCA2-2DD8ED595AFD}" destId="{96DA1DE3-8B59-4C2F-B5E8-2AC45D55F0E4}" srcOrd="5" destOrd="0" presId="urn:microsoft.com/office/officeart/2005/8/layout/orgChart1"/>
    <dgm:cxn modelId="{9273D6E0-56FA-4FE5-A98F-F55B0B305501}" type="presParOf" srcId="{96DA1DE3-8B59-4C2F-B5E8-2AC45D55F0E4}" destId="{0B423B26-D597-4DBE-A6EA-088620DCC1DA}" srcOrd="0" destOrd="0" presId="urn:microsoft.com/office/officeart/2005/8/layout/orgChart1"/>
    <dgm:cxn modelId="{2E2D6AA7-56C7-4C33-8A08-216214434084}" type="presParOf" srcId="{0B423B26-D597-4DBE-A6EA-088620DCC1DA}" destId="{ED485508-0335-465D-B2BE-F208E31B5FAA}" srcOrd="0" destOrd="0" presId="urn:microsoft.com/office/officeart/2005/8/layout/orgChart1"/>
    <dgm:cxn modelId="{628A8504-E966-4555-9170-CAA4CD609217}" type="presParOf" srcId="{0B423B26-D597-4DBE-A6EA-088620DCC1DA}" destId="{400FAEDA-F0C0-4E06-AA06-ADBB2A0021C6}" srcOrd="1" destOrd="0" presId="urn:microsoft.com/office/officeart/2005/8/layout/orgChart1"/>
    <dgm:cxn modelId="{C64E7EE7-987A-41C7-ACB2-48FCBAF873CA}" type="presParOf" srcId="{96DA1DE3-8B59-4C2F-B5E8-2AC45D55F0E4}" destId="{4300A973-2B08-4EB1-B340-A9AA8E2DBE0C}" srcOrd="1" destOrd="0" presId="urn:microsoft.com/office/officeart/2005/8/layout/orgChart1"/>
    <dgm:cxn modelId="{8EF6C4BF-8E3B-421C-92C9-5B3B56D9DBBD}" type="presParOf" srcId="{4300A973-2B08-4EB1-B340-A9AA8E2DBE0C}" destId="{18F7C288-D6AB-4F4F-83B5-1D5B84952672}" srcOrd="0" destOrd="0" presId="urn:microsoft.com/office/officeart/2005/8/layout/orgChart1"/>
    <dgm:cxn modelId="{6C32E670-74AA-424D-AFD4-8A3A1ACE3599}" type="presParOf" srcId="{4300A973-2B08-4EB1-B340-A9AA8E2DBE0C}" destId="{3FEDDE94-F41F-4567-B18F-AE730BF824CF}" srcOrd="1" destOrd="0" presId="urn:microsoft.com/office/officeart/2005/8/layout/orgChart1"/>
    <dgm:cxn modelId="{40EBD548-7ABC-4782-874F-2B96040BEB2D}" type="presParOf" srcId="{3FEDDE94-F41F-4567-B18F-AE730BF824CF}" destId="{CFAB2265-B5C0-4397-9D73-B5BB3EB3BB91}" srcOrd="0" destOrd="0" presId="urn:microsoft.com/office/officeart/2005/8/layout/orgChart1"/>
    <dgm:cxn modelId="{9DFB5F0D-5144-4948-BD1E-47B7D0449E24}" type="presParOf" srcId="{CFAB2265-B5C0-4397-9D73-B5BB3EB3BB91}" destId="{FB93CA0E-E6CE-4F14-88AC-8614787B9A43}" srcOrd="0" destOrd="0" presId="urn:microsoft.com/office/officeart/2005/8/layout/orgChart1"/>
    <dgm:cxn modelId="{33DDB8CB-D115-46C4-A155-73CDAFC8EDF6}" type="presParOf" srcId="{CFAB2265-B5C0-4397-9D73-B5BB3EB3BB91}" destId="{1A2EC0AE-D90A-4773-915D-B6F0422675A8}" srcOrd="1" destOrd="0" presId="urn:microsoft.com/office/officeart/2005/8/layout/orgChart1"/>
    <dgm:cxn modelId="{39EE1C40-75CF-4148-BD9D-54EBF8F06DD0}" type="presParOf" srcId="{3FEDDE94-F41F-4567-B18F-AE730BF824CF}" destId="{D3CC560C-81EA-4707-8E6E-80F946490B31}" srcOrd="1" destOrd="0" presId="urn:microsoft.com/office/officeart/2005/8/layout/orgChart1"/>
    <dgm:cxn modelId="{9D2C243C-0B39-4F35-9EBC-0AD5F584FEBF}" type="presParOf" srcId="{3FEDDE94-F41F-4567-B18F-AE730BF824CF}" destId="{AA0426E7-12CE-405E-A6A6-A38BE7945BD9}" srcOrd="2" destOrd="0" presId="urn:microsoft.com/office/officeart/2005/8/layout/orgChart1"/>
    <dgm:cxn modelId="{584A8DDE-D5C6-457B-A404-80C280A9E829}" type="presParOf" srcId="{4300A973-2B08-4EB1-B340-A9AA8E2DBE0C}" destId="{12E2A867-31D4-403E-B790-54B802E39EC7}" srcOrd="2" destOrd="0" presId="urn:microsoft.com/office/officeart/2005/8/layout/orgChart1"/>
    <dgm:cxn modelId="{F5A5FD85-43C8-4771-9554-DD422CED0073}" type="presParOf" srcId="{4300A973-2B08-4EB1-B340-A9AA8E2DBE0C}" destId="{66430474-734D-4BF5-9C47-A369FABD2E16}" srcOrd="3" destOrd="0" presId="urn:microsoft.com/office/officeart/2005/8/layout/orgChart1"/>
    <dgm:cxn modelId="{C5E0B1EB-F059-429D-B8BF-11384464B165}" type="presParOf" srcId="{66430474-734D-4BF5-9C47-A369FABD2E16}" destId="{28647268-E473-43EA-AEDF-864097B45DF7}" srcOrd="0" destOrd="0" presId="urn:microsoft.com/office/officeart/2005/8/layout/orgChart1"/>
    <dgm:cxn modelId="{74891666-FA38-4C02-9FD2-5BD3843578E7}" type="presParOf" srcId="{28647268-E473-43EA-AEDF-864097B45DF7}" destId="{52B16FFE-364E-498E-A9B3-C43BC3B88381}" srcOrd="0" destOrd="0" presId="urn:microsoft.com/office/officeart/2005/8/layout/orgChart1"/>
    <dgm:cxn modelId="{AA076F29-E093-4AA0-920C-A4E408E9DA70}" type="presParOf" srcId="{28647268-E473-43EA-AEDF-864097B45DF7}" destId="{3D670B94-861A-4AB5-B9D1-C5CA0EF96F04}" srcOrd="1" destOrd="0" presId="urn:microsoft.com/office/officeart/2005/8/layout/orgChart1"/>
    <dgm:cxn modelId="{9E4AB8E5-1C78-4223-8D4C-9AE9538F6C70}" type="presParOf" srcId="{66430474-734D-4BF5-9C47-A369FABD2E16}" destId="{4B98BB0C-9B50-4156-86E7-767A7D39A13C}" srcOrd="1" destOrd="0" presId="urn:microsoft.com/office/officeart/2005/8/layout/orgChart1"/>
    <dgm:cxn modelId="{98BC05DF-BC2D-4219-ACC3-5C4EA58BDF90}" type="presParOf" srcId="{66430474-734D-4BF5-9C47-A369FABD2E16}" destId="{332AF2F6-DD32-4C41-97F6-6DEAB07F1EC1}" srcOrd="2" destOrd="0" presId="urn:microsoft.com/office/officeart/2005/8/layout/orgChart1"/>
    <dgm:cxn modelId="{9841E9ED-793C-455D-895C-BAFAF4A1E521}" type="presParOf" srcId="{96DA1DE3-8B59-4C2F-B5E8-2AC45D55F0E4}" destId="{1495BC48-44EF-4C9C-8AF3-32C6924E0572}" srcOrd="2" destOrd="0" presId="urn:microsoft.com/office/officeart/2005/8/layout/orgChart1"/>
    <dgm:cxn modelId="{3A729E6A-5D10-4CCB-AAA7-3F3D73ECA1C8}" type="presParOf" srcId="{D39E0032-FE8A-41E3-BCA2-2DD8ED595AFD}" destId="{CE3C7ECF-52B2-4972-B708-71595BC37092}" srcOrd="6" destOrd="0" presId="urn:microsoft.com/office/officeart/2005/8/layout/orgChart1"/>
    <dgm:cxn modelId="{05F40237-C208-4E7B-89C5-985DFAB8DE95}" type="presParOf" srcId="{D39E0032-FE8A-41E3-BCA2-2DD8ED595AFD}" destId="{CF32D662-8EF9-493E-BFE9-EE51A8FF9E8A}" srcOrd="7" destOrd="0" presId="urn:microsoft.com/office/officeart/2005/8/layout/orgChart1"/>
    <dgm:cxn modelId="{060AC420-8347-4AC6-B81F-608D14AB8836}" type="presParOf" srcId="{CF32D662-8EF9-493E-BFE9-EE51A8FF9E8A}" destId="{BA387F9F-679B-445A-907E-AABA58DAF83C}" srcOrd="0" destOrd="0" presId="urn:microsoft.com/office/officeart/2005/8/layout/orgChart1"/>
    <dgm:cxn modelId="{CFD5C791-8C99-410D-AA92-E60873A7DCE3}" type="presParOf" srcId="{BA387F9F-679B-445A-907E-AABA58DAF83C}" destId="{BC5145C2-F5F8-4F0A-98B6-E0C52595BF1E}" srcOrd="0" destOrd="0" presId="urn:microsoft.com/office/officeart/2005/8/layout/orgChart1"/>
    <dgm:cxn modelId="{526A71E7-8882-4811-A5B3-05B1B9935019}" type="presParOf" srcId="{BA387F9F-679B-445A-907E-AABA58DAF83C}" destId="{F87173C0-D18E-4424-B52E-3430A08B25BA}" srcOrd="1" destOrd="0" presId="urn:microsoft.com/office/officeart/2005/8/layout/orgChart1"/>
    <dgm:cxn modelId="{F37E9A59-1F98-4E41-ABF4-705146831C47}" type="presParOf" srcId="{CF32D662-8EF9-493E-BFE9-EE51A8FF9E8A}" destId="{58FFEC90-DCF9-453A-98C3-3D274BFB4E46}" srcOrd="1" destOrd="0" presId="urn:microsoft.com/office/officeart/2005/8/layout/orgChart1"/>
    <dgm:cxn modelId="{95A46DFB-58BA-4738-9B2F-498E907323AC}" type="presParOf" srcId="{58FFEC90-DCF9-453A-98C3-3D274BFB4E46}" destId="{7E8EA941-22A2-4756-B568-D27A6756260D}" srcOrd="0" destOrd="0" presId="urn:microsoft.com/office/officeart/2005/8/layout/orgChart1"/>
    <dgm:cxn modelId="{52810F78-0F40-4D60-A00B-69C69A8BEB5D}" type="presParOf" srcId="{58FFEC90-DCF9-453A-98C3-3D274BFB4E46}" destId="{799DB3D3-96AE-43F3-BCBD-E540ACD06C36}" srcOrd="1" destOrd="0" presId="urn:microsoft.com/office/officeart/2005/8/layout/orgChart1"/>
    <dgm:cxn modelId="{CC0DE1B8-6402-4A00-8875-419BF66FBB94}" type="presParOf" srcId="{799DB3D3-96AE-43F3-BCBD-E540ACD06C36}" destId="{5BFA1DF3-C46B-4562-8ED6-F040E7800CD4}" srcOrd="0" destOrd="0" presId="urn:microsoft.com/office/officeart/2005/8/layout/orgChart1"/>
    <dgm:cxn modelId="{6C5C6984-08F6-4870-AF6E-02C7B671B0E8}" type="presParOf" srcId="{5BFA1DF3-C46B-4562-8ED6-F040E7800CD4}" destId="{FDDCF144-34C8-47DC-8A61-AD413DD9A0C0}" srcOrd="0" destOrd="0" presId="urn:microsoft.com/office/officeart/2005/8/layout/orgChart1"/>
    <dgm:cxn modelId="{16230CD8-D3A5-4384-84BB-90E71F1FA57F}" type="presParOf" srcId="{5BFA1DF3-C46B-4562-8ED6-F040E7800CD4}" destId="{EFDAD356-93A5-4C29-8F27-2EE36397AAF6}" srcOrd="1" destOrd="0" presId="urn:microsoft.com/office/officeart/2005/8/layout/orgChart1"/>
    <dgm:cxn modelId="{96C8BF54-6D63-4134-83A7-7BBC25E833BE}" type="presParOf" srcId="{799DB3D3-96AE-43F3-BCBD-E540ACD06C36}" destId="{7D750AFA-9BC3-412D-A50C-0B633E0E5D7F}" srcOrd="1" destOrd="0" presId="urn:microsoft.com/office/officeart/2005/8/layout/orgChart1"/>
    <dgm:cxn modelId="{7FF97364-C9FB-4891-83F3-A6CD164C32EF}" type="presParOf" srcId="{799DB3D3-96AE-43F3-BCBD-E540ACD06C36}" destId="{C85D591D-0E1B-4BDF-9DA0-A2127C98C12A}" srcOrd="2" destOrd="0" presId="urn:microsoft.com/office/officeart/2005/8/layout/orgChart1"/>
    <dgm:cxn modelId="{9DFC5287-96FD-45E9-BA27-1A190BBB768A}" type="presParOf" srcId="{58FFEC90-DCF9-453A-98C3-3D274BFB4E46}" destId="{6BDBD7F3-6083-4497-968C-19145A3D4B38}" srcOrd="2" destOrd="0" presId="urn:microsoft.com/office/officeart/2005/8/layout/orgChart1"/>
    <dgm:cxn modelId="{524CD393-5E75-4C95-A369-C176216DDBE2}" type="presParOf" srcId="{58FFEC90-DCF9-453A-98C3-3D274BFB4E46}" destId="{64E86996-0DDE-491D-8CD9-15EB9435F40F}" srcOrd="3" destOrd="0" presId="urn:microsoft.com/office/officeart/2005/8/layout/orgChart1"/>
    <dgm:cxn modelId="{D924FF82-8AFB-4593-9731-979B0A367A55}" type="presParOf" srcId="{64E86996-0DDE-491D-8CD9-15EB9435F40F}" destId="{0B08CF44-242F-4DD2-AC0B-F870D7CE58BF}" srcOrd="0" destOrd="0" presId="urn:microsoft.com/office/officeart/2005/8/layout/orgChart1"/>
    <dgm:cxn modelId="{8B6C44BC-6932-4789-8F06-9E018218FEDE}" type="presParOf" srcId="{0B08CF44-242F-4DD2-AC0B-F870D7CE58BF}" destId="{ABFB3F97-6CE9-4E52-918E-35F874A43BCD}" srcOrd="0" destOrd="0" presId="urn:microsoft.com/office/officeart/2005/8/layout/orgChart1"/>
    <dgm:cxn modelId="{6CCC7E15-C88B-4B88-8BF7-345EF405E443}" type="presParOf" srcId="{0B08CF44-242F-4DD2-AC0B-F870D7CE58BF}" destId="{DC80A068-6CF2-4B33-9C4A-C4CABD6579BF}" srcOrd="1" destOrd="0" presId="urn:microsoft.com/office/officeart/2005/8/layout/orgChart1"/>
    <dgm:cxn modelId="{4956EB6E-01E4-4E18-BC34-9CD67338F53A}" type="presParOf" srcId="{64E86996-0DDE-491D-8CD9-15EB9435F40F}" destId="{2970F0F2-EB68-4836-BB96-D6620232B2C8}" srcOrd="1" destOrd="0" presId="urn:microsoft.com/office/officeart/2005/8/layout/orgChart1"/>
    <dgm:cxn modelId="{F5DDA5FF-F902-4DF0-BCCF-6128ADC8EB5F}" type="presParOf" srcId="{64E86996-0DDE-491D-8CD9-15EB9435F40F}" destId="{B97849BF-01C7-4CD5-842A-6B07A0138C0F}" srcOrd="2" destOrd="0" presId="urn:microsoft.com/office/officeart/2005/8/layout/orgChart1"/>
    <dgm:cxn modelId="{B43BD178-BD00-4932-8B82-3C1136267FC1}" type="presParOf" srcId="{CF32D662-8EF9-493E-BFE9-EE51A8FF9E8A}" destId="{9B1A0D9F-8972-4EA9-9E62-F3765FCC0B3B}" srcOrd="2" destOrd="0" presId="urn:microsoft.com/office/officeart/2005/8/layout/orgChart1"/>
    <dgm:cxn modelId="{05551B72-D1F0-4DA7-B143-9AB60148B94D}" type="presParOf" srcId="{F7B2959F-C810-441E-ABAC-C79DB10C6809}" destId="{3AD04F9E-2087-4B81-B04B-0A2617FA7735}" srcOrd="2" destOrd="0" presId="urn:microsoft.com/office/officeart/2005/8/layout/orgChart1"/>
    <dgm:cxn modelId="{6F20CB88-7DCF-4D63-9AC0-AEEAFBF73D05}" type="presParOf" srcId="{65D6C5B1-00A1-4204-9741-CA885FE72364}" destId="{B7681CE4-8CA0-49DE-A9F3-C600278D7504}" srcOrd="2" destOrd="0" presId="urn:microsoft.com/office/officeart/2005/8/layout/orgChart1"/>
    <dgm:cxn modelId="{9434A345-398D-4E93-B287-F8B727403CFC}" type="presParOf" srcId="{65D6C5B1-00A1-4204-9741-CA885FE72364}" destId="{91803398-F222-4F6F-9FB9-9EE8C12FBCC2}" srcOrd="3" destOrd="0" presId="urn:microsoft.com/office/officeart/2005/8/layout/orgChart1"/>
    <dgm:cxn modelId="{CB165C69-B245-4A4E-B70E-265F38B664D2}" type="presParOf" srcId="{91803398-F222-4F6F-9FB9-9EE8C12FBCC2}" destId="{E9676D5F-E84E-4A51-8820-D92F19CB1465}" srcOrd="0" destOrd="0" presId="urn:microsoft.com/office/officeart/2005/8/layout/orgChart1"/>
    <dgm:cxn modelId="{FF73D0E3-F109-4CAA-BF07-457CC579FC33}" type="presParOf" srcId="{E9676D5F-E84E-4A51-8820-D92F19CB1465}" destId="{99F6D3EC-9833-4C01-AE72-D18361D51C5B}" srcOrd="0" destOrd="0" presId="urn:microsoft.com/office/officeart/2005/8/layout/orgChart1"/>
    <dgm:cxn modelId="{C4954647-A170-4561-A298-B429CC7D0682}" type="presParOf" srcId="{E9676D5F-E84E-4A51-8820-D92F19CB1465}" destId="{2746CEE6-A010-451F-B510-4FCDC2081F65}" srcOrd="1" destOrd="0" presId="urn:microsoft.com/office/officeart/2005/8/layout/orgChart1"/>
    <dgm:cxn modelId="{503102B4-0F50-4F72-9A94-6B773673A5D1}" type="presParOf" srcId="{91803398-F222-4F6F-9FB9-9EE8C12FBCC2}" destId="{35408868-CFD5-48C4-A7F6-DCF16B910BAE}" srcOrd="1" destOrd="0" presId="urn:microsoft.com/office/officeart/2005/8/layout/orgChart1"/>
    <dgm:cxn modelId="{501FF227-6E57-47BF-B36C-527DFA2CC771}" type="presParOf" srcId="{35408868-CFD5-48C4-A7F6-DCF16B910BAE}" destId="{1884A9FB-42E4-4FD9-8810-1F98F3262087}" srcOrd="0" destOrd="0" presId="urn:microsoft.com/office/officeart/2005/8/layout/orgChart1"/>
    <dgm:cxn modelId="{70529068-1013-462D-911D-FA5A1BD8D2D3}" type="presParOf" srcId="{35408868-CFD5-48C4-A7F6-DCF16B910BAE}" destId="{35FA75DA-ADB8-4325-BAAC-83D6377699D2}" srcOrd="1" destOrd="0" presId="urn:microsoft.com/office/officeart/2005/8/layout/orgChart1"/>
    <dgm:cxn modelId="{CC19BA2B-2662-4AC0-9B24-6E164B270FA0}" type="presParOf" srcId="{35FA75DA-ADB8-4325-BAAC-83D6377699D2}" destId="{AEB4B1A3-FB6D-41E9-9B48-D4468C98925F}" srcOrd="0" destOrd="0" presId="urn:microsoft.com/office/officeart/2005/8/layout/orgChart1"/>
    <dgm:cxn modelId="{F3722A6A-E6D8-44DD-A14C-599D4405060B}" type="presParOf" srcId="{AEB4B1A3-FB6D-41E9-9B48-D4468C98925F}" destId="{CB02243B-C17F-4AA8-825F-D4F211D97915}" srcOrd="0" destOrd="0" presId="urn:microsoft.com/office/officeart/2005/8/layout/orgChart1"/>
    <dgm:cxn modelId="{339CF693-0B1C-4BE6-A2C6-BC93DCD38C72}" type="presParOf" srcId="{AEB4B1A3-FB6D-41E9-9B48-D4468C98925F}" destId="{91F9D075-7AAC-466E-8543-3BCFAC1AFA1F}" srcOrd="1" destOrd="0" presId="urn:microsoft.com/office/officeart/2005/8/layout/orgChart1"/>
    <dgm:cxn modelId="{2A38079D-E6CD-48FE-9762-6993F2C651E5}" type="presParOf" srcId="{35FA75DA-ADB8-4325-BAAC-83D6377699D2}" destId="{974E2D99-5862-4C7A-837C-FFEFCC8E79A7}" srcOrd="1" destOrd="0" presId="urn:microsoft.com/office/officeart/2005/8/layout/orgChart1"/>
    <dgm:cxn modelId="{CD37212B-3AD5-4C37-A9AC-21600B879617}" type="presParOf" srcId="{974E2D99-5862-4C7A-837C-FFEFCC8E79A7}" destId="{AB1F82AE-D204-494B-90C7-632A99586039}" srcOrd="0" destOrd="0" presId="urn:microsoft.com/office/officeart/2005/8/layout/orgChart1"/>
    <dgm:cxn modelId="{0ED471D2-A1BA-4514-81A2-E57ED522C078}" type="presParOf" srcId="{974E2D99-5862-4C7A-837C-FFEFCC8E79A7}" destId="{DC0B2FDF-D839-45FE-9E9A-D22897A1B887}" srcOrd="1" destOrd="0" presId="urn:microsoft.com/office/officeart/2005/8/layout/orgChart1"/>
    <dgm:cxn modelId="{F3755647-0988-4925-9403-738B1E87B816}" type="presParOf" srcId="{DC0B2FDF-D839-45FE-9E9A-D22897A1B887}" destId="{1B76E2B1-AF57-455C-83AC-6048046D1721}" srcOrd="0" destOrd="0" presId="urn:microsoft.com/office/officeart/2005/8/layout/orgChart1"/>
    <dgm:cxn modelId="{B3971B0D-3022-4878-8869-E71FD2295DCE}" type="presParOf" srcId="{1B76E2B1-AF57-455C-83AC-6048046D1721}" destId="{78F581A2-A236-4AAE-9594-81595AF744C3}" srcOrd="0" destOrd="0" presId="urn:microsoft.com/office/officeart/2005/8/layout/orgChart1"/>
    <dgm:cxn modelId="{4F405731-5089-4407-B756-C314529DB0B4}" type="presParOf" srcId="{1B76E2B1-AF57-455C-83AC-6048046D1721}" destId="{45497D4B-7384-4409-B2DD-8111D10AE21C}" srcOrd="1" destOrd="0" presId="urn:microsoft.com/office/officeart/2005/8/layout/orgChart1"/>
    <dgm:cxn modelId="{70B59429-5E09-41D6-BB19-554B60FFB37F}" type="presParOf" srcId="{DC0B2FDF-D839-45FE-9E9A-D22897A1B887}" destId="{7655522E-218E-4AD1-9853-C6F4EBC0DDEE}" srcOrd="1" destOrd="0" presId="urn:microsoft.com/office/officeart/2005/8/layout/orgChart1"/>
    <dgm:cxn modelId="{B7B30CA2-0334-4065-9EBB-98A3F60E391E}" type="presParOf" srcId="{DC0B2FDF-D839-45FE-9E9A-D22897A1B887}" destId="{67DAF67C-13D5-4345-A3A2-7B8725F07673}" srcOrd="2" destOrd="0" presId="urn:microsoft.com/office/officeart/2005/8/layout/orgChart1"/>
    <dgm:cxn modelId="{343A4862-1F8F-4EE4-A094-19534A247A15}" type="presParOf" srcId="{974E2D99-5862-4C7A-837C-FFEFCC8E79A7}" destId="{193E33AA-274E-4C00-AFCA-9DB6EDEE5D26}" srcOrd="2" destOrd="0" presId="urn:microsoft.com/office/officeart/2005/8/layout/orgChart1"/>
    <dgm:cxn modelId="{7B909438-967F-4B87-A423-970B0663DF87}" type="presParOf" srcId="{974E2D99-5862-4C7A-837C-FFEFCC8E79A7}" destId="{F3D5026B-8448-41B2-BBBF-05FDED585D48}" srcOrd="3" destOrd="0" presId="urn:microsoft.com/office/officeart/2005/8/layout/orgChart1"/>
    <dgm:cxn modelId="{6DEF22AE-5872-424B-93AB-4BC39AE2D5AF}" type="presParOf" srcId="{F3D5026B-8448-41B2-BBBF-05FDED585D48}" destId="{87ADBE72-D386-4625-9707-54E71DFACB84}" srcOrd="0" destOrd="0" presId="urn:microsoft.com/office/officeart/2005/8/layout/orgChart1"/>
    <dgm:cxn modelId="{EDD32A41-87AD-4254-B821-A00A387DF990}" type="presParOf" srcId="{87ADBE72-D386-4625-9707-54E71DFACB84}" destId="{5C7EA8F3-06B8-4CA9-AB03-BC7A37C3AC8C}" srcOrd="0" destOrd="0" presId="urn:microsoft.com/office/officeart/2005/8/layout/orgChart1"/>
    <dgm:cxn modelId="{5467B7FE-21DE-4788-87FB-94420E7DB089}" type="presParOf" srcId="{87ADBE72-D386-4625-9707-54E71DFACB84}" destId="{F93A4A6C-8460-470A-B4C3-3D0A4371DE8F}" srcOrd="1" destOrd="0" presId="urn:microsoft.com/office/officeart/2005/8/layout/orgChart1"/>
    <dgm:cxn modelId="{5C612BF6-8344-4EB8-997C-CB2D5413AF43}" type="presParOf" srcId="{F3D5026B-8448-41B2-BBBF-05FDED585D48}" destId="{4B2B2C4B-2E0C-4D0B-B555-454D57BBCF30}" srcOrd="1" destOrd="0" presId="urn:microsoft.com/office/officeart/2005/8/layout/orgChart1"/>
    <dgm:cxn modelId="{35E552A3-D534-4E69-B4F7-CF9C8245C6F4}" type="presParOf" srcId="{F3D5026B-8448-41B2-BBBF-05FDED585D48}" destId="{11704B69-8EE7-4217-A30C-45E5EE7DC268}" srcOrd="2" destOrd="0" presId="urn:microsoft.com/office/officeart/2005/8/layout/orgChart1"/>
    <dgm:cxn modelId="{B44E5EEB-F6D8-4E8F-AF28-5490A910F4BB}" type="presParOf" srcId="{35FA75DA-ADB8-4325-BAAC-83D6377699D2}" destId="{3517477E-EFCC-447B-B470-29BCB0F003B1}" srcOrd="2" destOrd="0" presId="urn:microsoft.com/office/officeart/2005/8/layout/orgChart1"/>
    <dgm:cxn modelId="{F8967E52-C275-45CB-8B57-43D4D888470B}" type="presParOf" srcId="{35408868-CFD5-48C4-A7F6-DCF16B910BAE}" destId="{8947F22D-5100-4BE4-9D48-37CDC0BB22B8}" srcOrd="2" destOrd="0" presId="urn:microsoft.com/office/officeart/2005/8/layout/orgChart1"/>
    <dgm:cxn modelId="{55FE9194-5986-4085-A032-5EFA8680F2A3}" type="presParOf" srcId="{35408868-CFD5-48C4-A7F6-DCF16B910BAE}" destId="{4BF36BE8-74FF-4FEF-9027-0AE56F70059D}" srcOrd="3" destOrd="0" presId="urn:microsoft.com/office/officeart/2005/8/layout/orgChart1"/>
    <dgm:cxn modelId="{0C9997F9-9E8B-4ECB-AB0F-BC7C696B0BE3}" type="presParOf" srcId="{4BF36BE8-74FF-4FEF-9027-0AE56F70059D}" destId="{A19779A8-16D1-4670-8A5A-24A060717BEB}" srcOrd="0" destOrd="0" presId="urn:microsoft.com/office/officeart/2005/8/layout/orgChart1"/>
    <dgm:cxn modelId="{CBA85554-6CAC-40AA-9070-F4DF978D60D9}" type="presParOf" srcId="{A19779A8-16D1-4670-8A5A-24A060717BEB}" destId="{6AC24378-0A44-4A7E-8BBF-103B1AD48708}" srcOrd="0" destOrd="0" presId="urn:microsoft.com/office/officeart/2005/8/layout/orgChart1"/>
    <dgm:cxn modelId="{7E327D5F-8531-495F-B7AE-08231D69B9E9}" type="presParOf" srcId="{A19779A8-16D1-4670-8A5A-24A060717BEB}" destId="{A6498950-CC80-4E3A-9EAB-0C3329627061}" srcOrd="1" destOrd="0" presId="urn:microsoft.com/office/officeart/2005/8/layout/orgChart1"/>
    <dgm:cxn modelId="{01754016-2663-4100-95AC-5F82BDFD7E25}" type="presParOf" srcId="{4BF36BE8-74FF-4FEF-9027-0AE56F70059D}" destId="{E4A538C1-7024-4DC7-90AB-EEFBCC858ED7}" srcOrd="1" destOrd="0" presId="urn:microsoft.com/office/officeart/2005/8/layout/orgChart1"/>
    <dgm:cxn modelId="{932F2A61-8750-484E-AAF2-87D480443764}" type="presParOf" srcId="{E4A538C1-7024-4DC7-90AB-EEFBCC858ED7}" destId="{833E2946-2059-42EA-A351-3111CB6D5C07}" srcOrd="0" destOrd="0" presId="urn:microsoft.com/office/officeart/2005/8/layout/orgChart1"/>
    <dgm:cxn modelId="{441BCDEF-EA94-43FD-8493-C790C899D90D}" type="presParOf" srcId="{E4A538C1-7024-4DC7-90AB-EEFBCC858ED7}" destId="{C94FB3A5-F376-4A44-83C2-A79911CA9F77}" srcOrd="1" destOrd="0" presId="urn:microsoft.com/office/officeart/2005/8/layout/orgChart1"/>
    <dgm:cxn modelId="{DA5958B3-3BFE-4BE3-BC65-6B407363F5A2}" type="presParOf" srcId="{C94FB3A5-F376-4A44-83C2-A79911CA9F77}" destId="{0BCDCD97-AB10-4AFD-B871-5EB9FB70FDB0}" srcOrd="0" destOrd="0" presId="urn:microsoft.com/office/officeart/2005/8/layout/orgChart1"/>
    <dgm:cxn modelId="{39DD7A0E-1BE3-4E37-8273-18026CE913A1}" type="presParOf" srcId="{0BCDCD97-AB10-4AFD-B871-5EB9FB70FDB0}" destId="{B5BB71F7-A0FC-4F6C-B14D-D1D62FA86602}" srcOrd="0" destOrd="0" presId="urn:microsoft.com/office/officeart/2005/8/layout/orgChart1"/>
    <dgm:cxn modelId="{62B87805-5E7F-4A7B-8327-F135C4B739D1}" type="presParOf" srcId="{0BCDCD97-AB10-4AFD-B871-5EB9FB70FDB0}" destId="{96139B19-CD25-4309-8522-B05222DA49AC}" srcOrd="1" destOrd="0" presId="urn:microsoft.com/office/officeart/2005/8/layout/orgChart1"/>
    <dgm:cxn modelId="{E9B35983-62CC-4826-8246-7DAE726CB87E}" type="presParOf" srcId="{C94FB3A5-F376-4A44-83C2-A79911CA9F77}" destId="{9FB8DBF5-7864-44F4-BC39-E698385795C0}" srcOrd="1" destOrd="0" presId="urn:microsoft.com/office/officeart/2005/8/layout/orgChart1"/>
    <dgm:cxn modelId="{53414E36-F19D-4C99-AF81-93565F1A83A1}" type="presParOf" srcId="{C94FB3A5-F376-4A44-83C2-A79911CA9F77}" destId="{B9A3F1E5-22AE-481A-B700-079CD100E0E4}" srcOrd="2" destOrd="0" presId="urn:microsoft.com/office/officeart/2005/8/layout/orgChart1"/>
    <dgm:cxn modelId="{2A86C64C-FD07-4B3D-AFAF-95F764141B42}" type="presParOf" srcId="{E4A538C1-7024-4DC7-90AB-EEFBCC858ED7}" destId="{84330A31-E4B1-4DBE-8295-7FF2B6F93947}" srcOrd="2" destOrd="0" presId="urn:microsoft.com/office/officeart/2005/8/layout/orgChart1"/>
    <dgm:cxn modelId="{FAEC43E2-C87D-41B5-ABC0-CC8A4B9604ED}" type="presParOf" srcId="{E4A538C1-7024-4DC7-90AB-EEFBCC858ED7}" destId="{B030A74C-EAC4-4E06-B773-B917FD88F6B0}" srcOrd="3" destOrd="0" presId="urn:microsoft.com/office/officeart/2005/8/layout/orgChart1"/>
    <dgm:cxn modelId="{F15E9B82-B770-44C9-B90E-E63052E5FD0B}" type="presParOf" srcId="{B030A74C-EAC4-4E06-B773-B917FD88F6B0}" destId="{94E64D73-3517-415F-9353-FA9DA513289B}" srcOrd="0" destOrd="0" presId="urn:microsoft.com/office/officeart/2005/8/layout/orgChart1"/>
    <dgm:cxn modelId="{8F26632B-82BF-476D-924E-11D94D124A93}" type="presParOf" srcId="{94E64D73-3517-415F-9353-FA9DA513289B}" destId="{821E3EC7-A6B7-46AC-8BCF-806121184152}" srcOrd="0" destOrd="0" presId="urn:microsoft.com/office/officeart/2005/8/layout/orgChart1"/>
    <dgm:cxn modelId="{AB9E7DF4-3C10-4295-8125-731D16A23571}" type="presParOf" srcId="{94E64D73-3517-415F-9353-FA9DA513289B}" destId="{485909FA-D8E2-48A7-A3D8-F9F0F5993200}" srcOrd="1" destOrd="0" presId="urn:microsoft.com/office/officeart/2005/8/layout/orgChart1"/>
    <dgm:cxn modelId="{DB04B784-F048-40E8-9EA8-430A7B98E188}" type="presParOf" srcId="{B030A74C-EAC4-4E06-B773-B917FD88F6B0}" destId="{EAD9D589-190E-4765-A5F1-3FC6DAC2DB10}" srcOrd="1" destOrd="0" presId="urn:microsoft.com/office/officeart/2005/8/layout/orgChart1"/>
    <dgm:cxn modelId="{CCAA01DA-421A-4DF7-A61C-3276E7274E6C}" type="presParOf" srcId="{B030A74C-EAC4-4E06-B773-B917FD88F6B0}" destId="{8F49FE73-9169-47B0-8E72-722235D51EA1}" srcOrd="2" destOrd="0" presId="urn:microsoft.com/office/officeart/2005/8/layout/orgChart1"/>
    <dgm:cxn modelId="{65A14171-6E7C-4320-8A87-1617C48E19DF}" type="presParOf" srcId="{4BF36BE8-74FF-4FEF-9027-0AE56F70059D}" destId="{51AB98C4-CCEE-41E2-93A7-974FD5D4B5A3}" srcOrd="2" destOrd="0" presId="urn:microsoft.com/office/officeart/2005/8/layout/orgChart1"/>
    <dgm:cxn modelId="{DC89C962-65A1-4DD0-BD0F-EFBEC03E7226}" type="presParOf" srcId="{91803398-F222-4F6F-9FB9-9EE8C12FBCC2}" destId="{A87F6928-E8F0-43AC-972A-1DA949F9B9CC}" srcOrd="2" destOrd="0" presId="urn:microsoft.com/office/officeart/2005/8/layout/orgChart1"/>
    <dgm:cxn modelId="{5814817A-88EF-415B-A6C9-D3570F6BD336}" type="presParOf" srcId="{65D6C5B1-00A1-4204-9741-CA885FE72364}" destId="{80193982-A47D-4ECB-B6F6-8F1D6A7062BB}" srcOrd="4" destOrd="0" presId="urn:microsoft.com/office/officeart/2005/8/layout/orgChart1"/>
    <dgm:cxn modelId="{EEBB2A0C-DD22-4194-838B-2C568655900E}" type="presParOf" srcId="{65D6C5B1-00A1-4204-9741-CA885FE72364}" destId="{47C7A62A-26D7-480A-862B-14A6FAE076B9}" srcOrd="5" destOrd="0" presId="urn:microsoft.com/office/officeart/2005/8/layout/orgChart1"/>
    <dgm:cxn modelId="{3FD03E47-F189-4D45-9BAD-8020F27BD577}" type="presParOf" srcId="{47C7A62A-26D7-480A-862B-14A6FAE076B9}" destId="{736E4FB8-ED38-4446-BF60-94A535EE24CA}" srcOrd="0" destOrd="0" presId="urn:microsoft.com/office/officeart/2005/8/layout/orgChart1"/>
    <dgm:cxn modelId="{BA082A5D-5AB2-43EB-A58E-1265EFD1C331}" type="presParOf" srcId="{736E4FB8-ED38-4446-BF60-94A535EE24CA}" destId="{2A36DFCF-50EA-4F73-AE79-4C68056A9760}" srcOrd="0" destOrd="0" presId="urn:microsoft.com/office/officeart/2005/8/layout/orgChart1"/>
    <dgm:cxn modelId="{7C59F2D5-BA46-4B1E-A076-B8ADD8ED8B49}" type="presParOf" srcId="{736E4FB8-ED38-4446-BF60-94A535EE24CA}" destId="{692C7E62-0620-45DB-A27F-358647ADDB69}" srcOrd="1" destOrd="0" presId="urn:microsoft.com/office/officeart/2005/8/layout/orgChart1"/>
    <dgm:cxn modelId="{85FB1917-46AC-4B38-A83B-983C87912B2A}" type="presParOf" srcId="{47C7A62A-26D7-480A-862B-14A6FAE076B9}" destId="{8917C416-59C1-4FCA-A445-2AF2CA10DE6D}" srcOrd="1" destOrd="0" presId="urn:microsoft.com/office/officeart/2005/8/layout/orgChart1"/>
    <dgm:cxn modelId="{A10CDD1F-4A90-4D3C-B927-3CA8E271FB3C}" type="presParOf" srcId="{8917C416-59C1-4FCA-A445-2AF2CA10DE6D}" destId="{6EF5DE40-A613-44B8-8873-5CB179E71291}" srcOrd="0" destOrd="0" presId="urn:microsoft.com/office/officeart/2005/8/layout/orgChart1"/>
    <dgm:cxn modelId="{E0C5ABB5-2BC5-464F-B71C-8B5C5D44204F}" type="presParOf" srcId="{8917C416-59C1-4FCA-A445-2AF2CA10DE6D}" destId="{995B743B-13E9-4FE6-AF33-CC6E0550A40F}" srcOrd="1" destOrd="0" presId="urn:microsoft.com/office/officeart/2005/8/layout/orgChart1"/>
    <dgm:cxn modelId="{16A603DF-48ED-48D0-8C73-24018E04709A}" type="presParOf" srcId="{995B743B-13E9-4FE6-AF33-CC6E0550A40F}" destId="{41598615-3668-4A43-AE8A-CD604955CD2A}" srcOrd="0" destOrd="0" presId="urn:microsoft.com/office/officeart/2005/8/layout/orgChart1"/>
    <dgm:cxn modelId="{A70DF45B-EA20-4207-9018-B8B06BF3DBDE}" type="presParOf" srcId="{41598615-3668-4A43-AE8A-CD604955CD2A}" destId="{9EA1F9B9-4D92-4870-BBD2-CB4F964CD17D}" srcOrd="0" destOrd="0" presId="urn:microsoft.com/office/officeart/2005/8/layout/orgChart1"/>
    <dgm:cxn modelId="{EC141293-CAEE-4CC9-98CA-D959F9E7B9F3}" type="presParOf" srcId="{41598615-3668-4A43-AE8A-CD604955CD2A}" destId="{F54654D8-6BF6-4CA2-A716-A88B477A9586}" srcOrd="1" destOrd="0" presId="urn:microsoft.com/office/officeart/2005/8/layout/orgChart1"/>
    <dgm:cxn modelId="{896F71BF-3393-46DE-805D-D725D185AB9D}" type="presParOf" srcId="{995B743B-13E9-4FE6-AF33-CC6E0550A40F}" destId="{F0C89A3F-BB50-41A8-B81D-7B7989B05824}" srcOrd="1" destOrd="0" presId="urn:microsoft.com/office/officeart/2005/8/layout/orgChart1"/>
    <dgm:cxn modelId="{E62A7FA3-757C-49CF-A5B0-1ECB55DFC36B}" type="presParOf" srcId="{F0C89A3F-BB50-41A8-B81D-7B7989B05824}" destId="{B104FA65-B4C0-4B7B-8F35-47D7504F3B76}" srcOrd="0" destOrd="0" presId="urn:microsoft.com/office/officeart/2005/8/layout/orgChart1"/>
    <dgm:cxn modelId="{884BAE89-C96A-4777-B89E-A3FC7A61EC27}" type="presParOf" srcId="{F0C89A3F-BB50-41A8-B81D-7B7989B05824}" destId="{5F7251BF-3067-4667-84F9-68638D50F081}" srcOrd="1" destOrd="0" presId="urn:microsoft.com/office/officeart/2005/8/layout/orgChart1"/>
    <dgm:cxn modelId="{5EAAB527-CB54-4040-B34C-5B68955DDA99}" type="presParOf" srcId="{5F7251BF-3067-4667-84F9-68638D50F081}" destId="{422B12DC-1F91-48C9-9290-016E18440677}" srcOrd="0" destOrd="0" presId="urn:microsoft.com/office/officeart/2005/8/layout/orgChart1"/>
    <dgm:cxn modelId="{5E92CA27-43C3-4400-82A5-4C476CC7DC8B}" type="presParOf" srcId="{422B12DC-1F91-48C9-9290-016E18440677}" destId="{550D8D09-93EA-4A4E-97F1-95DB55475A48}" srcOrd="0" destOrd="0" presId="urn:microsoft.com/office/officeart/2005/8/layout/orgChart1"/>
    <dgm:cxn modelId="{23407EF2-C89D-4CDB-8950-B4D2D25F78E3}" type="presParOf" srcId="{422B12DC-1F91-48C9-9290-016E18440677}" destId="{30979236-57DA-47DF-96D4-AB6AABBC538D}" srcOrd="1" destOrd="0" presId="urn:microsoft.com/office/officeart/2005/8/layout/orgChart1"/>
    <dgm:cxn modelId="{9A57477D-4F62-4B98-B994-626BA8479F1B}" type="presParOf" srcId="{5F7251BF-3067-4667-84F9-68638D50F081}" destId="{939B9510-C2F6-41B3-822A-A5BF47127E96}" srcOrd="1" destOrd="0" presId="urn:microsoft.com/office/officeart/2005/8/layout/orgChart1"/>
    <dgm:cxn modelId="{10292608-ED67-4BA0-9098-DB4E2FFD2278}" type="presParOf" srcId="{5F7251BF-3067-4667-84F9-68638D50F081}" destId="{692E8A60-CB90-424C-AFA8-2F1A403147AB}" srcOrd="2" destOrd="0" presId="urn:microsoft.com/office/officeart/2005/8/layout/orgChart1"/>
    <dgm:cxn modelId="{AB7BB502-AF38-4693-A8C4-A2B802DF912C}" type="presParOf" srcId="{F0C89A3F-BB50-41A8-B81D-7B7989B05824}" destId="{727B956F-D72C-4AE4-8D9E-D5EAAA044204}" srcOrd="2" destOrd="0" presId="urn:microsoft.com/office/officeart/2005/8/layout/orgChart1"/>
    <dgm:cxn modelId="{FAB60F79-A6A5-417F-BFFF-C71BADB777C2}" type="presParOf" srcId="{F0C89A3F-BB50-41A8-B81D-7B7989B05824}" destId="{3F0D928F-C5C6-4209-89C7-2DC22F440C9A}" srcOrd="3" destOrd="0" presId="urn:microsoft.com/office/officeart/2005/8/layout/orgChart1"/>
    <dgm:cxn modelId="{603C5A50-EB75-4105-83F4-78E49C13218F}" type="presParOf" srcId="{3F0D928F-C5C6-4209-89C7-2DC22F440C9A}" destId="{89A646BC-328E-41A9-8DF1-DCDA6CC3C425}" srcOrd="0" destOrd="0" presId="urn:microsoft.com/office/officeart/2005/8/layout/orgChart1"/>
    <dgm:cxn modelId="{23CE924A-3A61-4040-8A98-F36973373127}" type="presParOf" srcId="{89A646BC-328E-41A9-8DF1-DCDA6CC3C425}" destId="{016EC23A-2D0E-41F6-A49C-4A8A9AA629EE}" srcOrd="0" destOrd="0" presId="urn:microsoft.com/office/officeart/2005/8/layout/orgChart1"/>
    <dgm:cxn modelId="{D29298D9-350E-4803-9A83-195A8B414726}" type="presParOf" srcId="{89A646BC-328E-41A9-8DF1-DCDA6CC3C425}" destId="{CBB73073-E2BE-4561-B51B-94EBAD9E9723}" srcOrd="1" destOrd="0" presId="urn:microsoft.com/office/officeart/2005/8/layout/orgChart1"/>
    <dgm:cxn modelId="{12BC06E4-660F-4A4E-AB86-2FD91FFC7EA9}" type="presParOf" srcId="{3F0D928F-C5C6-4209-89C7-2DC22F440C9A}" destId="{A2D7CAED-0941-4B4F-8DD4-28606AD9D38D}" srcOrd="1" destOrd="0" presId="urn:microsoft.com/office/officeart/2005/8/layout/orgChart1"/>
    <dgm:cxn modelId="{D113507B-C49A-441B-BB96-16AF6F3FD753}" type="presParOf" srcId="{3F0D928F-C5C6-4209-89C7-2DC22F440C9A}" destId="{06DD9A92-3EBE-4509-A0B6-B94B2A043EB1}" srcOrd="2" destOrd="0" presId="urn:microsoft.com/office/officeart/2005/8/layout/orgChart1"/>
    <dgm:cxn modelId="{050B7A32-8A7F-4359-BCD2-9515F4DEAA8B}" type="presParOf" srcId="{995B743B-13E9-4FE6-AF33-CC6E0550A40F}" destId="{683892C0-C419-46BC-A3E0-860D73A40584}" srcOrd="2" destOrd="0" presId="urn:microsoft.com/office/officeart/2005/8/layout/orgChart1"/>
    <dgm:cxn modelId="{5DEE80A3-44B9-45F8-80AD-F1F2CEF36E6D}" type="presParOf" srcId="{8917C416-59C1-4FCA-A445-2AF2CA10DE6D}" destId="{F1396398-C9F6-48F4-AA4F-1E9F79E1591E}" srcOrd="2" destOrd="0" presId="urn:microsoft.com/office/officeart/2005/8/layout/orgChart1"/>
    <dgm:cxn modelId="{BEA524D9-012E-4436-A74E-903961468839}" type="presParOf" srcId="{8917C416-59C1-4FCA-A445-2AF2CA10DE6D}" destId="{E5126307-494E-4B84-9F19-09827FC9D874}" srcOrd="3" destOrd="0" presId="urn:microsoft.com/office/officeart/2005/8/layout/orgChart1"/>
    <dgm:cxn modelId="{1E07ADB0-092D-4172-AC54-634A8BB49A31}" type="presParOf" srcId="{E5126307-494E-4B84-9F19-09827FC9D874}" destId="{CDBA4625-BF3A-434F-ABBE-CC242A863C0C}" srcOrd="0" destOrd="0" presId="urn:microsoft.com/office/officeart/2005/8/layout/orgChart1"/>
    <dgm:cxn modelId="{CCDE3D60-7B0B-4EC2-A5F6-6ADC3EB15B71}" type="presParOf" srcId="{CDBA4625-BF3A-434F-ABBE-CC242A863C0C}" destId="{55D6CDA0-E2F8-4F44-91CF-D45B8B7CACAF}" srcOrd="0" destOrd="0" presId="urn:microsoft.com/office/officeart/2005/8/layout/orgChart1"/>
    <dgm:cxn modelId="{20264DA9-E32E-4720-BDCD-48537F286488}" type="presParOf" srcId="{CDBA4625-BF3A-434F-ABBE-CC242A863C0C}" destId="{DF812D3D-1348-45D9-861B-C0CE67CEE8DF}" srcOrd="1" destOrd="0" presId="urn:microsoft.com/office/officeart/2005/8/layout/orgChart1"/>
    <dgm:cxn modelId="{F8EF2477-A93A-48AD-BCE1-C88EFA7BE190}" type="presParOf" srcId="{E5126307-494E-4B84-9F19-09827FC9D874}" destId="{D2AC8B04-FBE8-4F82-8DC3-90F7410252E8}" srcOrd="1" destOrd="0" presId="urn:microsoft.com/office/officeart/2005/8/layout/orgChart1"/>
    <dgm:cxn modelId="{EE7E1E02-0E6C-4617-8598-BECB6655D5A9}" type="presParOf" srcId="{D2AC8B04-FBE8-4F82-8DC3-90F7410252E8}" destId="{2E6867E7-74AC-4BF1-A9FA-4AC7261C94EA}" srcOrd="0" destOrd="0" presId="urn:microsoft.com/office/officeart/2005/8/layout/orgChart1"/>
    <dgm:cxn modelId="{0E718E5F-719B-4603-A462-D164C9F6FB3B}" type="presParOf" srcId="{D2AC8B04-FBE8-4F82-8DC3-90F7410252E8}" destId="{F4FE13A6-9F02-4216-96F7-5149500E79F8}" srcOrd="1" destOrd="0" presId="urn:microsoft.com/office/officeart/2005/8/layout/orgChart1"/>
    <dgm:cxn modelId="{56FE5F19-2502-47EC-9621-AA522B1387DD}" type="presParOf" srcId="{F4FE13A6-9F02-4216-96F7-5149500E79F8}" destId="{B910A640-20F8-40CB-8C21-72D3292DAF7D}" srcOrd="0" destOrd="0" presId="urn:microsoft.com/office/officeart/2005/8/layout/orgChart1"/>
    <dgm:cxn modelId="{D9189A6E-01C1-4A8E-ABAA-E5471295AEC6}" type="presParOf" srcId="{B910A640-20F8-40CB-8C21-72D3292DAF7D}" destId="{3865DB16-34F6-41C8-ABAD-5A68CDC1E618}" srcOrd="0" destOrd="0" presId="urn:microsoft.com/office/officeart/2005/8/layout/orgChart1"/>
    <dgm:cxn modelId="{A2B028E6-8B70-4B47-8042-786F5C7D8A5E}" type="presParOf" srcId="{B910A640-20F8-40CB-8C21-72D3292DAF7D}" destId="{1002BD22-EA91-46EA-86D5-BC40AAB8FD27}" srcOrd="1" destOrd="0" presId="urn:microsoft.com/office/officeart/2005/8/layout/orgChart1"/>
    <dgm:cxn modelId="{C39C6E7D-A5FE-469B-8BB4-4CE7716C7FBC}" type="presParOf" srcId="{F4FE13A6-9F02-4216-96F7-5149500E79F8}" destId="{C18C182C-25D6-4782-AA35-57666DC65905}" srcOrd="1" destOrd="0" presId="urn:microsoft.com/office/officeart/2005/8/layout/orgChart1"/>
    <dgm:cxn modelId="{54523A00-0BBC-4000-A044-AF8CF0141BD2}" type="presParOf" srcId="{F4FE13A6-9F02-4216-96F7-5149500E79F8}" destId="{4BF485B8-AACE-48A9-A30C-D711169146EB}" srcOrd="2" destOrd="0" presId="urn:microsoft.com/office/officeart/2005/8/layout/orgChart1"/>
    <dgm:cxn modelId="{0AC7F3BC-EE3A-4C53-AB89-25FDFC6D1A4D}" type="presParOf" srcId="{D2AC8B04-FBE8-4F82-8DC3-90F7410252E8}" destId="{16D600AC-D904-45AA-A6C7-5EAC376DA718}" srcOrd="2" destOrd="0" presId="urn:microsoft.com/office/officeart/2005/8/layout/orgChart1"/>
    <dgm:cxn modelId="{79B3E833-E28E-4632-A658-DB2FC7C2676E}" type="presParOf" srcId="{D2AC8B04-FBE8-4F82-8DC3-90F7410252E8}" destId="{19997ABE-8B23-4115-8D41-E55CAF4E9A9E}" srcOrd="3" destOrd="0" presId="urn:microsoft.com/office/officeart/2005/8/layout/orgChart1"/>
    <dgm:cxn modelId="{12C9C80A-8E82-436B-8A1E-0423F8F88F81}" type="presParOf" srcId="{19997ABE-8B23-4115-8D41-E55CAF4E9A9E}" destId="{B30779DE-CD89-4193-B231-8CEF0AA2897B}" srcOrd="0" destOrd="0" presId="urn:microsoft.com/office/officeart/2005/8/layout/orgChart1"/>
    <dgm:cxn modelId="{87F55F9C-F71A-4E74-8720-6ED8E79C59E4}" type="presParOf" srcId="{B30779DE-CD89-4193-B231-8CEF0AA2897B}" destId="{0A5EED6C-F2BD-4DA1-9DA3-1CF629ED9ABF}" srcOrd="0" destOrd="0" presId="urn:microsoft.com/office/officeart/2005/8/layout/orgChart1"/>
    <dgm:cxn modelId="{F7156A8A-CC7A-479C-BD7F-07536B616DE3}" type="presParOf" srcId="{B30779DE-CD89-4193-B231-8CEF0AA2897B}" destId="{E016FB47-A545-488F-83C0-0164DBB3E565}" srcOrd="1" destOrd="0" presId="urn:microsoft.com/office/officeart/2005/8/layout/orgChart1"/>
    <dgm:cxn modelId="{5877F590-4708-4BD5-912C-F206B42BC8E9}" type="presParOf" srcId="{19997ABE-8B23-4115-8D41-E55CAF4E9A9E}" destId="{C5D3D9A3-9B9F-4B58-858C-0AE3A2824D6A}" srcOrd="1" destOrd="0" presId="urn:microsoft.com/office/officeart/2005/8/layout/orgChart1"/>
    <dgm:cxn modelId="{710E18D1-9209-4146-8C58-DC7562B0A20B}" type="presParOf" srcId="{19997ABE-8B23-4115-8D41-E55CAF4E9A9E}" destId="{DFB0B1A0-7FB2-4E96-A127-0730B3209EE1}" srcOrd="2" destOrd="0" presId="urn:microsoft.com/office/officeart/2005/8/layout/orgChart1"/>
    <dgm:cxn modelId="{B92BA03C-D8B8-4BCC-BB03-53969357039D}" type="presParOf" srcId="{E5126307-494E-4B84-9F19-09827FC9D874}" destId="{F7AAA351-ABAF-4340-BBFE-7A50D4EFAA74}" srcOrd="2" destOrd="0" presId="urn:microsoft.com/office/officeart/2005/8/layout/orgChart1"/>
    <dgm:cxn modelId="{2785873F-2E95-4455-9F76-7357E376755C}" type="presParOf" srcId="{47C7A62A-26D7-480A-862B-14A6FAE076B9}" destId="{A96D6414-3676-4A92-85D8-5DD124BA2942}" srcOrd="2" destOrd="0" presId="urn:microsoft.com/office/officeart/2005/8/layout/orgChart1"/>
    <dgm:cxn modelId="{455372F3-6D74-4C4A-8B2D-6361541F9949}" type="presParOf" srcId="{65D6C5B1-00A1-4204-9741-CA885FE72364}" destId="{B67FA171-3DC1-4B30-B97D-AAB0EE775448}" srcOrd="6" destOrd="0" presId="urn:microsoft.com/office/officeart/2005/8/layout/orgChart1"/>
    <dgm:cxn modelId="{07B3619B-C69D-4221-A8F1-E9FFE030924F}" type="presParOf" srcId="{65D6C5B1-00A1-4204-9741-CA885FE72364}" destId="{9050899D-C12D-433D-BA67-5366AE2099EB}" srcOrd="7" destOrd="0" presId="urn:microsoft.com/office/officeart/2005/8/layout/orgChart1"/>
    <dgm:cxn modelId="{2F39E5F7-3C85-467C-A825-AFA16037B3E6}" type="presParOf" srcId="{9050899D-C12D-433D-BA67-5366AE2099EB}" destId="{FA4CBB32-6DC4-463A-97E6-6F6C874672E4}" srcOrd="0" destOrd="0" presId="urn:microsoft.com/office/officeart/2005/8/layout/orgChart1"/>
    <dgm:cxn modelId="{EB6580E0-A10A-4C9D-835F-0666B4D89367}" type="presParOf" srcId="{FA4CBB32-6DC4-463A-97E6-6F6C874672E4}" destId="{858CCC95-E4CA-427E-8CC5-EA54BE327E50}" srcOrd="0" destOrd="0" presId="urn:microsoft.com/office/officeart/2005/8/layout/orgChart1"/>
    <dgm:cxn modelId="{EEEE9E0C-596A-4550-BCFF-E8CD9ECC482F}" type="presParOf" srcId="{FA4CBB32-6DC4-463A-97E6-6F6C874672E4}" destId="{6F0642B5-C6D2-460F-8B0D-117246BD79FD}" srcOrd="1" destOrd="0" presId="urn:microsoft.com/office/officeart/2005/8/layout/orgChart1"/>
    <dgm:cxn modelId="{A3ADAB9F-205A-416F-9D27-1332D8981E37}" type="presParOf" srcId="{9050899D-C12D-433D-BA67-5366AE2099EB}" destId="{212E254B-8521-46A2-8B27-60BF05F6C21C}" srcOrd="1" destOrd="0" presId="urn:microsoft.com/office/officeart/2005/8/layout/orgChart1"/>
    <dgm:cxn modelId="{FE2AD90D-4BE9-4810-8FBC-4DD7727330D8}" type="presParOf" srcId="{212E254B-8521-46A2-8B27-60BF05F6C21C}" destId="{362C6395-CDA7-4EB2-8956-CE67599F0711}" srcOrd="0" destOrd="0" presId="urn:microsoft.com/office/officeart/2005/8/layout/orgChart1"/>
    <dgm:cxn modelId="{DDB34BB9-FF1B-48E8-898E-27ECD392BA94}" type="presParOf" srcId="{212E254B-8521-46A2-8B27-60BF05F6C21C}" destId="{12FC3C31-BF70-463F-85E6-6C6DECA5ECB0}" srcOrd="1" destOrd="0" presId="urn:microsoft.com/office/officeart/2005/8/layout/orgChart1"/>
    <dgm:cxn modelId="{1509D724-C7FF-4D83-8158-3A1BF0EE4398}" type="presParOf" srcId="{12FC3C31-BF70-463F-85E6-6C6DECA5ECB0}" destId="{692356F9-16E3-4269-AC10-B48F562F6350}" srcOrd="0" destOrd="0" presId="urn:microsoft.com/office/officeart/2005/8/layout/orgChart1"/>
    <dgm:cxn modelId="{9388D1D3-A4D8-49E9-BFC1-2AA6DE7DB474}" type="presParOf" srcId="{692356F9-16E3-4269-AC10-B48F562F6350}" destId="{F5119AFF-7505-49C6-B8CC-5346C5423816}" srcOrd="0" destOrd="0" presId="urn:microsoft.com/office/officeart/2005/8/layout/orgChart1"/>
    <dgm:cxn modelId="{1728F539-EED7-4C6B-9BCE-1314BA4918CD}" type="presParOf" srcId="{692356F9-16E3-4269-AC10-B48F562F6350}" destId="{E4298F15-1B1C-4C7E-A9D9-C674AC3871A9}" srcOrd="1" destOrd="0" presId="urn:microsoft.com/office/officeart/2005/8/layout/orgChart1"/>
    <dgm:cxn modelId="{982451E0-3A25-4618-80B3-74D4E2ADB7CF}" type="presParOf" srcId="{12FC3C31-BF70-463F-85E6-6C6DECA5ECB0}" destId="{596DD6B5-721C-4365-8C70-A33DA29F2333}" srcOrd="1" destOrd="0" presId="urn:microsoft.com/office/officeart/2005/8/layout/orgChart1"/>
    <dgm:cxn modelId="{416E4280-A66E-40A7-A1F6-BF3159F6F143}" type="presParOf" srcId="{596DD6B5-721C-4365-8C70-A33DA29F2333}" destId="{109402AC-4CF6-4F22-8D6A-D3C1188B5393}" srcOrd="0" destOrd="0" presId="urn:microsoft.com/office/officeart/2005/8/layout/orgChart1"/>
    <dgm:cxn modelId="{1A23E240-B7F9-43BE-9078-3919A54A526A}" type="presParOf" srcId="{596DD6B5-721C-4365-8C70-A33DA29F2333}" destId="{FE28105F-AAFF-4966-AA84-32417214F510}" srcOrd="1" destOrd="0" presId="urn:microsoft.com/office/officeart/2005/8/layout/orgChart1"/>
    <dgm:cxn modelId="{75568D33-4CCE-4FF5-B8DC-EED10B7F3CE9}" type="presParOf" srcId="{FE28105F-AAFF-4966-AA84-32417214F510}" destId="{817482A5-22DC-49F3-9CA3-FD065E6B35CF}" srcOrd="0" destOrd="0" presId="urn:microsoft.com/office/officeart/2005/8/layout/orgChart1"/>
    <dgm:cxn modelId="{D7FA4C0E-A502-4BCF-BB25-C925AECF4CC5}" type="presParOf" srcId="{817482A5-22DC-49F3-9CA3-FD065E6B35CF}" destId="{7845EB6B-B9D0-4329-A00A-A032CFA8607F}" srcOrd="0" destOrd="0" presId="urn:microsoft.com/office/officeart/2005/8/layout/orgChart1"/>
    <dgm:cxn modelId="{5222F388-ACCA-4A43-B7F0-2D8FBD53FCF8}" type="presParOf" srcId="{817482A5-22DC-49F3-9CA3-FD065E6B35CF}" destId="{D028122C-9A8C-400D-91B3-5E431B062B11}" srcOrd="1" destOrd="0" presId="urn:microsoft.com/office/officeart/2005/8/layout/orgChart1"/>
    <dgm:cxn modelId="{A91A1825-ED5D-49AB-9765-3E8AC67287C2}" type="presParOf" srcId="{FE28105F-AAFF-4966-AA84-32417214F510}" destId="{D8068839-FC4C-47FD-9D5B-EA790A28BE59}" srcOrd="1" destOrd="0" presId="urn:microsoft.com/office/officeart/2005/8/layout/orgChart1"/>
    <dgm:cxn modelId="{48649330-2045-44C2-884A-B3F18093BB90}" type="presParOf" srcId="{FE28105F-AAFF-4966-AA84-32417214F510}" destId="{68BB8EBF-EF42-4AA7-A502-A2898DA40447}" srcOrd="2" destOrd="0" presId="urn:microsoft.com/office/officeart/2005/8/layout/orgChart1"/>
    <dgm:cxn modelId="{49ECC9A6-DB40-4B9E-BC9C-2C68FBCC5EE9}" type="presParOf" srcId="{12FC3C31-BF70-463F-85E6-6C6DECA5ECB0}" destId="{4ACA9E40-9061-4DB8-AF0E-E26B8E3C0D3A}" srcOrd="2" destOrd="0" presId="urn:microsoft.com/office/officeart/2005/8/layout/orgChart1"/>
    <dgm:cxn modelId="{10ADD8BC-1091-4989-8EED-F6F360CD25CC}" type="presParOf" srcId="{212E254B-8521-46A2-8B27-60BF05F6C21C}" destId="{BE316BAB-E484-4713-88F8-60BFB9ECB2F9}" srcOrd="2" destOrd="0" presId="urn:microsoft.com/office/officeart/2005/8/layout/orgChart1"/>
    <dgm:cxn modelId="{78B3E7A0-DF90-43F9-9EEF-42658CF0F538}" type="presParOf" srcId="{212E254B-8521-46A2-8B27-60BF05F6C21C}" destId="{235CF454-738B-405A-85CD-421FFD5C9EB4}" srcOrd="3" destOrd="0" presId="urn:microsoft.com/office/officeart/2005/8/layout/orgChart1"/>
    <dgm:cxn modelId="{71D7B336-3090-44D1-85BF-003A90AB53AB}" type="presParOf" srcId="{235CF454-738B-405A-85CD-421FFD5C9EB4}" destId="{6EA77787-3398-4DDC-B818-D55AA7CE88B1}" srcOrd="0" destOrd="0" presId="urn:microsoft.com/office/officeart/2005/8/layout/orgChart1"/>
    <dgm:cxn modelId="{2CF016D9-702C-455A-98FB-9DEC4C366BF1}" type="presParOf" srcId="{6EA77787-3398-4DDC-B818-D55AA7CE88B1}" destId="{8D4EDDFD-3F99-48DD-B17E-DED0EC8CDDD0}" srcOrd="0" destOrd="0" presId="urn:microsoft.com/office/officeart/2005/8/layout/orgChart1"/>
    <dgm:cxn modelId="{7BAD6253-59D2-440A-8CD5-D27F5CCB5961}" type="presParOf" srcId="{6EA77787-3398-4DDC-B818-D55AA7CE88B1}" destId="{71A8528D-5007-41C3-81C5-D5BBF6988692}" srcOrd="1" destOrd="0" presId="urn:microsoft.com/office/officeart/2005/8/layout/orgChart1"/>
    <dgm:cxn modelId="{A4EF4A13-4B6A-4A7D-BB72-BAC5ECF11CE5}" type="presParOf" srcId="{235CF454-738B-405A-85CD-421FFD5C9EB4}" destId="{41266EB5-6822-4380-8214-AF227CA6FBE2}" srcOrd="1" destOrd="0" presId="urn:microsoft.com/office/officeart/2005/8/layout/orgChart1"/>
    <dgm:cxn modelId="{1C911344-506F-4BC4-AD8F-862CEBFACDDB}" type="presParOf" srcId="{41266EB5-6822-4380-8214-AF227CA6FBE2}" destId="{A43EF91F-8DA5-43EF-8EB3-BB146F5BF4EF}" srcOrd="0" destOrd="0" presId="urn:microsoft.com/office/officeart/2005/8/layout/orgChart1"/>
    <dgm:cxn modelId="{99B1EA8E-7F2D-4AE1-AFEA-84A5DCCEF3D3}" type="presParOf" srcId="{41266EB5-6822-4380-8214-AF227CA6FBE2}" destId="{40E0D3DD-9B1A-422B-BD4A-8E6C3E301DC3}" srcOrd="1" destOrd="0" presId="urn:microsoft.com/office/officeart/2005/8/layout/orgChart1"/>
    <dgm:cxn modelId="{A25C5CC8-FABF-4499-A24B-3E50F178AD11}" type="presParOf" srcId="{40E0D3DD-9B1A-422B-BD4A-8E6C3E301DC3}" destId="{BA48E19B-0F9D-481F-AD1E-7CEDD78FF588}" srcOrd="0" destOrd="0" presId="urn:microsoft.com/office/officeart/2005/8/layout/orgChart1"/>
    <dgm:cxn modelId="{B54E3EAB-8A69-49F6-9653-D249370C3A53}" type="presParOf" srcId="{BA48E19B-0F9D-481F-AD1E-7CEDD78FF588}" destId="{6EE46714-DE7C-41DB-BFF7-B9C85E642D2D}" srcOrd="0" destOrd="0" presId="urn:microsoft.com/office/officeart/2005/8/layout/orgChart1"/>
    <dgm:cxn modelId="{5EFCF748-C1F0-4970-B36A-1FFD7AEFDE72}" type="presParOf" srcId="{BA48E19B-0F9D-481F-AD1E-7CEDD78FF588}" destId="{4A3DB128-2895-4B3C-A51E-CF03A0BEF216}" srcOrd="1" destOrd="0" presId="urn:microsoft.com/office/officeart/2005/8/layout/orgChart1"/>
    <dgm:cxn modelId="{03720C80-B35A-41D2-ABF9-8EA4102DC0C8}" type="presParOf" srcId="{40E0D3DD-9B1A-422B-BD4A-8E6C3E301DC3}" destId="{BD90B170-03AB-4761-B381-6689039A91D7}" srcOrd="1" destOrd="0" presId="urn:microsoft.com/office/officeart/2005/8/layout/orgChart1"/>
    <dgm:cxn modelId="{95A7401B-4CE3-423B-87CE-B677EA92CC12}" type="presParOf" srcId="{40E0D3DD-9B1A-422B-BD4A-8E6C3E301DC3}" destId="{4B14A816-4F72-4208-BF15-B15153F3E357}" srcOrd="2" destOrd="0" presId="urn:microsoft.com/office/officeart/2005/8/layout/orgChart1"/>
    <dgm:cxn modelId="{22C08DD1-059F-4FA2-A4D0-F08CE8D8778E}" type="presParOf" srcId="{41266EB5-6822-4380-8214-AF227CA6FBE2}" destId="{C213A015-EC16-4B9F-A988-FF8A7BBB88A6}" srcOrd="2" destOrd="0" presId="urn:microsoft.com/office/officeart/2005/8/layout/orgChart1"/>
    <dgm:cxn modelId="{B66CFF14-D856-4224-BB05-E05B63132ADF}" type="presParOf" srcId="{41266EB5-6822-4380-8214-AF227CA6FBE2}" destId="{C8E409F6-B69C-4B41-87EF-A9E9AF5BCB9B}" srcOrd="3" destOrd="0" presId="urn:microsoft.com/office/officeart/2005/8/layout/orgChart1"/>
    <dgm:cxn modelId="{704F185F-C80B-4EDE-AA1D-FD60B22A36F6}" type="presParOf" srcId="{C8E409F6-B69C-4B41-87EF-A9E9AF5BCB9B}" destId="{C5884F31-3884-49C7-AE8F-6D03B960CFBC}" srcOrd="0" destOrd="0" presId="urn:microsoft.com/office/officeart/2005/8/layout/orgChart1"/>
    <dgm:cxn modelId="{56C8584D-5009-4AD4-BA7C-60D5FE3EC8AB}" type="presParOf" srcId="{C5884F31-3884-49C7-AE8F-6D03B960CFBC}" destId="{23C620D9-0E46-4B77-A12F-3537A154FCBA}" srcOrd="0" destOrd="0" presId="urn:microsoft.com/office/officeart/2005/8/layout/orgChart1"/>
    <dgm:cxn modelId="{01CEE47C-FD31-49D2-AD5A-9771430D53EE}" type="presParOf" srcId="{C5884F31-3884-49C7-AE8F-6D03B960CFBC}" destId="{3347A672-0AAE-421D-9612-0367CFCB23F6}" srcOrd="1" destOrd="0" presId="urn:microsoft.com/office/officeart/2005/8/layout/orgChart1"/>
    <dgm:cxn modelId="{605137E9-A2B5-4304-880E-AB73F5FE9DAD}" type="presParOf" srcId="{C8E409F6-B69C-4B41-87EF-A9E9AF5BCB9B}" destId="{7E4EA97F-D44D-4A84-B8A6-BC873F0F6586}" srcOrd="1" destOrd="0" presId="urn:microsoft.com/office/officeart/2005/8/layout/orgChart1"/>
    <dgm:cxn modelId="{EB6596D8-6F0F-4A30-B4EC-C7E18DDB5A7B}" type="presParOf" srcId="{C8E409F6-B69C-4B41-87EF-A9E9AF5BCB9B}" destId="{82F18416-9B46-4985-91B7-8A7EE4F32A6D}" srcOrd="2" destOrd="0" presId="urn:microsoft.com/office/officeart/2005/8/layout/orgChart1"/>
    <dgm:cxn modelId="{39F03B94-D116-4BE2-AD26-4854D184344C}" type="presParOf" srcId="{235CF454-738B-405A-85CD-421FFD5C9EB4}" destId="{7737F3F5-144A-4757-A10B-63150BBE79A5}" srcOrd="2" destOrd="0" presId="urn:microsoft.com/office/officeart/2005/8/layout/orgChart1"/>
    <dgm:cxn modelId="{23B00034-5B15-4C87-85FE-E63F34C5B253}" type="presParOf" srcId="{9050899D-C12D-433D-BA67-5366AE2099EB}" destId="{EE5F734F-9F36-4C79-A3BC-220E7FAA674E}" srcOrd="2" destOrd="0" presId="urn:microsoft.com/office/officeart/2005/8/layout/orgChart1"/>
    <dgm:cxn modelId="{87AE151F-2C65-489B-B7FC-B1A5D849CAE2}" type="presParOf" srcId="{65D6C5B1-00A1-4204-9741-CA885FE72364}" destId="{BCDC2B85-A8D5-4593-867F-DC0483840EB2}" srcOrd="8" destOrd="0" presId="urn:microsoft.com/office/officeart/2005/8/layout/orgChart1"/>
    <dgm:cxn modelId="{B6E611AA-9083-42C1-9CF3-90AB66E529BF}" type="presParOf" srcId="{65D6C5B1-00A1-4204-9741-CA885FE72364}" destId="{5737F07D-3BAB-48F7-A08D-31C96ABB745A}" srcOrd="9" destOrd="0" presId="urn:microsoft.com/office/officeart/2005/8/layout/orgChart1"/>
    <dgm:cxn modelId="{1EBAEAD7-369A-4BC4-9321-3A4591F9C960}" type="presParOf" srcId="{5737F07D-3BAB-48F7-A08D-31C96ABB745A}" destId="{400E70F2-206E-4207-9BAE-AA4950AB067D}" srcOrd="0" destOrd="0" presId="urn:microsoft.com/office/officeart/2005/8/layout/orgChart1"/>
    <dgm:cxn modelId="{07420B14-CD34-49CE-B5DC-DB6806EA97EE}" type="presParOf" srcId="{400E70F2-206E-4207-9BAE-AA4950AB067D}" destId="{B6882BBA-C028-45B6-AA74-004B50941257}" srcOrd="0" destOrd="0" presId="urn:microsoft.com/office/officeart/2005/8/layout/orgChart1"/>
    <dgm:cxn modelId="{71DAC3C6-E73F-403F-AB61-6E489E0E2464}" type="presParOf" srcId="{400E70F2-206E-4207-9BAE-AA4950AB067D}" destId="{566DBE28-CF1C-4D21-A527-ACA2FA65BB5E}" srcOrd="1" destOrd="0" presId="urn:microsoft.com/office/officeart/2005/8/layout/orgChart1"/>
    <dgm:cxn modelId="{151A82ED-6609-4FE1-9882-C77BD6F0CB99}" type="presParOf" srcId="{5737F07D-3BAB-48F7-A08D-31C96ABB745A}" destId="{03CD7D9C-8C3B-4156-87BC-15BE577EF0F1}" srcOrd="1" destOrd="0" presId="urn:microsoft.com/office/officeart/2005/8/layout/orgChart1"/>
    <dgm:cxn modelId="{DCE48ACB-7456-49CA-940C-AC25457B2EC9}" type="presParOf" srcId="{03CD7D9C-8C3B-4156-87BC-15BE577EF0F1}" destId="{5489D5DD-FC37-42DE-962B-6993F423AF34}" srcOrd="0" destOrd="0" presId="urn:microsoft.com/office/officeart/2005/8/layout/orgChart1"/>
    <dgm:cxn modelId="{27B1BAB9-9A4E-43E1-9E3F-DEE1CF86E427}" type="presParOf" srcId="{03CD7D9C-8C3B-4156-87BC-15BE577EF0F1}" destId="{BA5F6171-F2F1-43FD-B8E5-B5CCA007C296}" srcOrd="1" destOrd="0" presId="urn:microsoft.com/office/officeart/2005/8/layout/orgChart1"/>
    <dgm:cxn modelId="{8F02F181-14F9-4A65-B3D1-6495660F3BBF}" type="presParOf" srcId="{BA5F6171-F2F1-43FD-B8E5-B5CCA007C296}" destId="{9310BCC2-D236-4405-9CC4-65E08969ADA7}" srcOrd="0" destOrd="0" presId="urn:microsoft.com/office/officeart/2005/8/layout/orgChart1"/>
    <dgm:cxn modelId="{80BC7AA6-9AF6-4A3F-8F3D-F51BF96B8EA1}" type="presParOf" srcId="{9310BCC2-D236-4405-9CC4-65E08969ADA7}" destId="{D27AD6E2-F859-4EE0-99E8-AC86C2B80631}" srcOrd="0" destOrd="0" presId="urn:microsoft.com/office/officeart/2005/8/layout/orgChart1"/>
    <dgm:cxn modelId="{E515AF10-4319-45AA-BCF6-090D99A8F18F}" type="presParOf" srcId="{9310BCC2-D236-4405-9CC4-65E08969ADA7}" destId="{B5B547D9-1EC6-4C68-97AC-E62BDA82905D}" srcOrd="1" destOrd="0" presId="urn:microsoft.com/office/officeart/2005/8/layout/orgChart1"/>
    <dgm:cxn modelId="{AE5A6FD0-6397-48B0-8124-B838356CE492}" type="presParOf" srcId="{BA5F6171-F2F1-43FD-B8E5-B5CCA007C296}" destId="{9BE8806E-47EF-4996-A6CC-711244C7C529}" srcOrd="1" destOrd="0" presId="urn:microsoft.com/office/officeart/2005/8/layout/orgChart1"/>
    <dgm:cxn modelId="{BBD35E9E-E3E3-481C-86C0-69E76B69751F}" type="presParOf" srcId="{9BE8806E-47EF-4996-A6CC-711244C7C529}" destId="{3F275E6C-EF52-44B6-A1FE-02C759FE80EB}" srcOrd="0" destOrd="0" presId="urn:microsoft.com/office/officeart/2005/8/layout/orgChart1"/>
    <dgm:cxn modelId="{50BFF17E-4DC8-4555-9098-B3A39345F1F1}" type="presParOf" srcId="{9BE8806E-47EF-4996-A6CC-711244C7C529}" destId="{38E28F90-9147-4454-ACA9-26C25A166647}" srcOrd="1" destOrd="0" presId="urn:microsoft.com/office/officeart/2005/8/layout/orgChart1"/>
    <dgm:cxn modelId="{0481FDB2-132B-421F-A36B-D6C5BF3E62B5}" type="presParOf" srcId="{38E28F90-9147-4454-ACA9-26C25A166647}" destId="{F2F68809-52F8-4638-9C48-524C58408B9D}" srcOrd="0" destOrd="0" presId="urn:microsoft.com/office/officeart/2005/8/layout/orgChart1"/>
    <dgm:cxn modelId="{8A9777EA-3E6C-4D76-A66B-6C8704F4724E}" type="presParOf" srcId="{F2F68809-52F8-4638-9C48-524C58408B9D}" destId="{ED8C2754-99A8-4ED1-BB55-3C2EFFCC0D21}" srcOrd="0" destOrd="0" presId="urn:microsoft.com/office/officeart/2005/8/layout/orgChart1"/>
    <dgm:cxn modelId="{5463C6EB-F646-4D96-84EC-CC37E4E3C1F1}" type="presParOf" srcId="{F2F68809-52F8-4638-9C48-524C58408B9D}" destId="{83DC080B-07F6-4C80-8867-801273870E8D}" srcOrd="1" destOrd="0" presId="urn:microsoft.com/office/officeart/2005/8/layout/orgChart1"/>
    <dgm:cxn modelId="{B315A6ED-9621-4786-8BCA-0CEAC0EA733B}" type="presParOf" srcId="{38E28F90-9147-4454-ACA9-26C25A166647}" destId="{A000072A-B8CD-46B7-A5B4-C1AF819C612E}" srcOrd="1" destOrd="0" presId="urn:microsoft.com/office/officeart/2005/8/layout/orgChart1"/>
    <dgm:cxn modelId="{9C2BCF4D-563F-42DC-95F3-843983A0AA6C}" type="presParOf" srcId="{38E28F90-9147-4454-ACA9-26C25A166647}" destId="{0C1A2FD9-ADE7-474A-9178-0403F08F3C3B}" srcOrd="2" destOrd="0" presId="urn:microsoft.com/office/officeart/2005/8/layout/orgChart1"/>
    <dgm:cxn modelId="{B7AACF5A-686B-48D7-8DDE-54D0033FABB4}" type="presParOf" srcId="{BA5F6171-F2F1-43FD-B8E5-B5CCA007C296}" destId="{79A93CA2-F414-43B6-B79D-28829BC2FEA2}" srcOrd="2" destOrd="0" presId="urn:microsoft.com/office/officeart/2005/8/layout/orgChart1"/>
    <dgm:cxn modelId="{4A10C75D-2279-4404-9088-B40846109823}" type="presParOf" srcId="{5737F07D-3BAB-48F7-A08D-31C96ABB745A}" destId="{FD21FF1C-F2CA-4171-8B6E-255BBCDFCAB3}" srcOrd="2" destOrd="0" presId="urn:microsoft.com/office/officeart/2005/8/layout/orgChart1"/>
    <dgm:cxn modelId="{0C948CDF-5A93-485A-B77B-A06F48FEA168}" type="presParOf" srcId="{90DD1432-594A-402F-BA90-BF3AD7D3805E}" destId="{A3AAC15C-000A-445D-B4DF-8F50490B99CA}" srcOrd="2" destOrd="0" presId="urn:microsoft.com/office/officeart/2005/8/layout/orgChart1"/>
    <dgm:cxn modelId="{10B9968E-B850-42B6-8400-5739D81676C0}" type="presParOf" srcId="{A3AAC15C-000A-445D-B4DF-8F50490B99CA}" destId="{7B180ACB-30A7-4246-B30B-621CBCE75455}" srcOrd="0" destOrd="0" presId="urn:microsoft.com/office/officeart/2005/8/layout/orgChart1"/>
    <dgm:cxn modelId="{39ABCBBF-6F2A-46AA-90B7-02E2DED36462}" type="presParOf" srcId="{A3AAC15C-000A-445D-B4DF-8F50490B99CA}" destId="{510F6F60-D68C-4BCA-BC91-F98CB2D49639}" srcOrd="1" destOrd="0" presId="urn:microsoft.com/office/officeart/2005/8/layout/orgChart1"/>
    <dgm:cxn modelId="{70BE73AB-D95A-4359-AB55-FF91F36A40BC}" type="presParOf" srcId="{510F6F60-D68C-4BCA-BC91-F98CB2D49639}" destId="{60044235-2BCA-4776-A3AA-9CFD8C543268}" srcOrd="0" destOrd="0" presId="urn:microsoft.com/office/officeart/2005/8/layout/orgChart1"/>
    <dgm:cxn modelId="{DB183976-22D0-48E4-85F9-08345CFC6D62}" type="presParOf" srcId="{60044235-2BCA-4776-A3AA-9CFD8C543268}" destId="{D601148F-B1EE-4F56-BE11-D57DB74CD47D}" srcOrd="0" destOrd="0" presId="urn:microsoft.com/office/officeart/2005/8/layout/orgChart1"/>
    <dgm:cxn modelId="{B1EDD33C-7443-4CBE-858D-5021CF63D2E5}" type="presParOf" srcId="{60044235-2BCA-4776-A3AA-9CFD8C543268}" destId="{4BFE4F46-5105-40ED-A7CA-734332BFB6B1}" srcOrd="1" destOrd="0" presId="urn:microsoft.com/office/officeart/2005/8/layout/orgChart1"/>
    <dgm:cxn modelId="{60E2C6C3-2E34-46CF-9AAC-33CF4A3A8201}" type="presParOf" srcId="{510F6F60-D68C-4BCA-BC91-F98CB2D49639}" destId="{40DA5591-2B00-42C6-8E3A-D4D4171ACA20}" srcOrd="1" destOrd="0" presId="urn:microsoft.com/office/officeart/2005/8/layout/orgChart1"/>
    <dgm:cxn modelId="{59DB9A0B-3E65-4740-B8A3-98F4D850B6FD}" type="presParOf" srcId="{510F6F60-D68C-4BCA-BC91-F98CB2D49639}" destId="{94811549-1418-465E-96EA-E512EEE33CDE}" srcOrd="2" destOrd="0" presId="urn:microsoft.com/office/officeart/2005/8/layout/orgChart1"/>
    <dgm:cxn modelId="{DA8E7381-4F74-4365-A786-181E5AA77641}" type="presParOf" srcId="{A3AAC15C-000A-445D-B4DF-8F50490B99CA}" destId="{771E02B0-8CF3-49F1-85F9-2385BAAA1BCC}" srcOrd="2" destOrd="0" presId="urn:microsoft.com/office/officeart/2005/8/layout/orgChart1"/>
    <dgm:cxn modelId="{73F1EB98-F78F-4269-AAA1-C593BEAF7EFA}" type="presParOf" srcId="{A3AAC15C-000A-445D-B4DF-8F50490B99CA}" destId="{AF3A45B6-E307-4972-9825-754912AAE352}" srcOrd="3" destOrd="0" presId="urn:microsoft.com/office/officeart/2005/8/layout/orgChart1"/>
    <dgm:cxn modelId="{17721F1F-F4CB-40C9-BDE4-CF54E7E4AB45}" type="presParOf" srcId="{AF3A45B6-E307-4972-9825-754912AAE352}" destId="{46C046EA-351E-400D-9F6A-C4958350A106}" srcOrd="0" destOrd="0" presId="urn:microsoft.com/office/officeart/2005/8/layout/orgChart1"/>
    <dgm:cxn modelId="{3A770154-C03A-43AA-B4F3-5C954F0A3E13}" type="presParOf" srcId="{46C046EA-351E-400D-9F6A-C4958350A106}" destId="{7965D1EC-84E7-4542-B863-81778AA1A4D3}" srcOrd="0" destOrd="0" presId="urn:microsoft.com/office/officeart/2005/8/layout/orgChart1"/>
    <dgm:cxn modelId="{F0074A01-1A23-49A8-82D6-E057883949D1}" type="presParOf" srcId="{46C046EA-351E-400D-9F6A-C4958350A106}" destId="{082A83E5-F474-4FB7-98DD-1E5FE8A8E622}" srcOrd="1" destOrd="0" presId="urn:microsoft.com/office/officeart/2005/8/layout/orgChart1"/>
    <dgm:cxn modelId="{A296DA9A-423C-490E-84CD-4CAC3DEBC01C}" type="presParOf" srcId="{AF3A45B6-E307-4972-9825-754912AAE352}" destId="{0FFD0FE3-1C21-4E23-86E2-66C04498F8D9}" srcOrd="1" destOrd="0" presId="urn:microsoft.com/office/officeart/2005/8/layout/orgChart1"/>
    <dgm:cxn modelId="{AB7C7228-92DD-4B89-96E2-2389CDCDC5D1}" type="presParOf" srcId="{AF3A45B6-E307-4972-9825-754912AAE352}" destId="{A1436CC2-DC17-4999-9682-6967B86E803C}" srcOrd="2" destOrd="0" presId="urn:microsoft.com/office/officeart/2005/8/layout/orgChart1"/>
    <dgm:cxn modelId="{C894E891-728F-4FBC-BF4A-625B654B8EF8}" type="presParOf" srcId="{A3AAC15C-000A-445D-B4DF-8F50490B99CA}" destId="{B9F3AFFD-3A44-4668-927A-912AF9A62BF3}" srcOrd="4" destOrd="0" presId="urn:microsoft.com/office/officeart/2005/8/layout/orgChart1"/>
    <dgm:cxn modelId="{AC397F67-4948-4A44-8377-D6853E19BE14}" type="presParOf" srcId="{A3AAC15C-000A-445D-B4DF-8F50490B99CA}" destId="{C6467863-58E3-499F-9E63-C33A2077CD59}" srcOrd="5" destOrd="0" presId="urn:microsoft.com/office/officeart/2005/8/layout/orgChart1"/>
    <dgm:cxn modelId="{9C8464D6-0FD5-4B69-92E6-C6EB3B6A13C3}" type="presParOf" srcId="{C6467863-58E3-499F-9E63-C33A2077CD59}" destId="{269BCE92-4566-4ECA-B14E-D47876CC4D6F}" srcOrd="0" destOrd="0" presId="urn:microsoft.com/office/officeart/2005/8/layout/orgChart1"/>
    <dgm:cxn modelId="{FA7F3D4E-8D6E-46AE-BCAD-7194C3DADB77}" type="presParOf" srcId="{269BCE92-4566-4ECA-B14E-D47876CC4D6F}" destId="{4F00C08F-FE83-4353-956E-AD781481EE01}" srcOrd="0" destOrd="0" presId="urn:microsoft.com/office/officeart/2005/8/layout/orgChart1"/>
    <dgm:cxn modelId="{1454478F-F78B-44D9-B2B5-9FACE9426945}" type="presParOf" srcId="{269BCE92-4566-4ECA-B14E-D47876CC4D6F}" destId="{2C518D06-59A8-44E9-B4DE-D2354B380802}" srcOrd="1" destOrd="0" presId="urn:microsoft.com/office/officeart/2005/8/layout/orgChart1"/>
    <dgm:cxn modelId="{DA80C2BF-3819-4FDC-BE8D-99D792782A9F}" type="presParOf" srcId="{C6467863-58E3-499F-9E63-C33A2077CD59}" destId="{42F3C220-72F2-417B-AAF6-2F431CA69719}" srcOrd="1" destOrd="0" presId="urn:microsoft.com/office/officeart/2005/8/layout/orgChart1"/>
    <dgm:cxn modelId="{CDAB6A3C-28C8-4DFD-8C5F-E4BBF47A0E8F}" type="presParOf" srcId="{C6467863-58E3-499F-9E63-C33A2077CD59}" destId="{415233B3-C49B-4F2C-84E8-AED994686ED6}"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BEA68D6-E158-4934-BAF2-CD3B153353BA}" type="doc">
      <dgm:prSet loTypeId="urn:microsoft.com/office/officeart/2005/8/layout/orgChart1" loCatId="hierarchy" qsTypeId="urn:microsoft.com/office/officeart/2005/8/quickstyle/simple2" qsCatId="simple" csTypeId="urn:microsoft.com/office/officeart/2005/8/colors/accent0_3" csCatId="mainScheme" phldr="1"/>
      <dgm:spPr/>
      <dgm:t>
        <a:bodyPr/>
        <a:lstStyle/>
        <a:p>
          <a:endParaRPr lang="en-AU"/>
        </a:p>
      </dgm:t>
    </dgm:pt>
    <dgm:pt modelId="{10A0EA3D-3AD4-4A16-AC66-3525B6400D15}">
      <dgm:prSet phldrT="[Text]" phldr="0" custT="1"/>
      <dgm:spPr>
        <a:solidFill>
          <a:srgbClr val="002060"/>
        </a:solidFill>
      </dgm:spPr>
      <dgm:t>
        <a:bodyPr/>
        <a:lstStyle/>
        <a:p>
          <a:r>
            <a:rPr lang="en-AU" sz="2400"/>
            <a:t>Offence Management</a:t>
          </a:r>
        </a:p>
      </dgm:t>
    </dgm:pt>
    <dgm:pt modelId="{C9D49A3E-3F67-4AE3-9FDA-6F9BB1AF9BD8}" type="parTrans" cxnId="{16F7F54E-B0C2-4129-B92D-8DE372385E3B}">
      <dgm:prSet/>
      <dgm:spPr/>
      <dgm:t>
        <a:bodyPr/>
        <a:lstStyle/>
        <a:p>
          <a:endParaRPr lang="en-AU"/>
        </a:p>
      </dgm:t>
    </dgm:pt>
    <dgm:pt modelId="{E0ACF1AB-2B68-4A49-8ADA-3E481ED4AF09}" type="sibTrans" cxnId="{16F7F54E-B0C2-4129-B92D-8DE372385E3B}">
      <dgm:prSet/>
      <dgm:spPr/>
      <dgm:t>
        <a:bodyPr/>
        <a:lstStyle/>
        <a:p>
          <a:endParaRPr lang="en-AU"/>
        </a:p>
      </dgm:t>
    </dgm:pt>
    <dgm:pt modelId="{92162928-B373-4802-B988-4C318FAE4B4C}">
      <dgm:prSet phldrT="[Text]" phldr="0"/>
      <dgm:spPr>
        <a:solidFill>
          <a:schemeClr val="accent5">
            <a:lumMod val="40000"/>
            <a:lumOff val="60000"/>
          </a:schemeClr>
        </a:solidFill>
      </dgm:spPr>
      <dgm:t>
        <a:bodyPr/>
        <a:lstStyle/>
        <a:p>
          <a:r>
            <a:rPr lang="en-AU" b="0" i="0" u="none"/>
            <a:t>Off </a:t>
          </a:r>
          <a:r>
            <a:rPr lang="en-AU" b="0" i="0" u="none" err="1"/>
            <a:t>Mgmt</a:t>
          </a:r>
          <a:r>
            <a:rPr lang="en-AU" b="0" i="0" u="none"/>
            <a:t> Data Governance, Model &amp; Ownership</a:t>
          </a:r>
          <a:endParaRPr lang="en-AU"/>
        </a:p>
      </dgm:t>
    </dgm:pt>
    <dgm:pt modelId="{691118F6-AAF5-40E0-AD6D-235FADC018C0}" type="parTrans" cxnId="{49A02DA8-92BB-429F-A755-417A2EC3E9B9}">
      <dgm:prSet/>
      <dgm:spPr/>
      <dgm:t>
        <a:bodyPr/>
        <a:lstStyle/>
        <a:p>
          <a:endParaRPr lang="en-AU"/>
        </a:p>
      </dgm:t>
    </dgm:pt>
    <dgm:pt modelId="{7F58E25C-EE12-4CC1-9C39-BC755918B106}" type="sibTrans" cxnId="{49A02DA8-92BB-429F-A755-417A2EC3E9B9}">
      <dgm:prSet/>
      <dgm:spPr/>
      <dgm:t>
        <a:bodyPr/>
        <a:lstStyle/>
        <a:p>
          <a:endParaRPr lang="en-AU"/>
        </a:p>
      </dgm:t>
    </dgm:pt>
    <dgm:pt modelId="{0F02B370-286F-4E1B-80A8-B2AD40265B7C}">
      <dgm:prSet/>
      <dgm:spPr>
        <a:solidFill>
          <a:schemeClr val="accent5">
            <a:lumMod val="40000"/>
            <a:lumOff val="60000"/>
          </a:schemeClr>
        </a:solidFill>
      </dgm:spPr>
      <dgm:t>
        <a:bodyPr/>
        <a:lstStyle/>
        <a:p>
          <a:r>
            <a:rPr lang="en-AU"/>
            <a:t>FMP Discovery</a:t>
          </a:r>
        </a:p>
      </dgm:t>
    </dgm:pt>
    <dgm:pt modelId="{F967AC73-60EA-4945-AEC1-1AE5D8629C87}" type="parTrans" cxnId="{BDFC4F4B-7595-4E87-A369-BB1EF6A5A005}">
      <dgm:prSet/>
      <dgm:spPr/>
      <dgm:t>
        <a:bodyPr/>
        <a:lstStyle/>
        <a:p>
          <a:endParaRPr lang="en-AU"/>
        </a:p>
      </dgm:t>
    </dgm:pt>
    <dgm:pt modelId="{50FF85E0-74FC-459E-B8CB-53E1D88D20DF}" type="sibTrans" cxnId="{BDFC4F4B-7595-4E87-A369-BB1EF6A5A005}">
      <dgm:prSet/>
      <dgm:spPr/>
      <dgm:t>
        <a:bodyPr/>
        <a:lstStyle/>
        <a:p>
          <a:endParaRPr lang="en-AU"/>
        </a:p>
      </dgm:t>
    </dgm:pt>
    <dgm:pt modelId="{DF9E427A-F061-4D73-876E-50DFE6A2B7E5}">
      <dgm:prSet/>
      <dgm:spPr>
        <a:solidFill>
          <a:schemeClr val="accent5">
            <a:lumMod val="40000"/>
            <a:lumOff val="60000"/>
          </a:schemeClr>
        </a:solidFill>
      </dgm:spPr>
      <dgm:t>
        <a:bodyPr/>
        <a:lstStyle/>
        <a:p>
          <a:r>
            <a:rPr lang="en-AU"/>
            <a:t>IAP IIPS</a:t>
          </a:r>
        </a:p>
      </dgm:t>
    </dgm:pt>
    <dgm:pt modelId="{0A2748D7-A676-47D0-86C9-1C95FAEAC323}" type="parTrans" cxnId="{11EB690B-E4FE-4F67-AE1F-18BDE3A0C068}">
      <dgm:prSet/>
      <dgm:spPr/>
      <dgm:t>
        <a:bodyPr/>
        <a:lstStyle/>
        <a:p>
          <a:endParaRPr lang="en-AU"/>
        </a:p>
      </dgm:t>
    </dgm:pt>
    <dgm:pt modelId="{976951EB-5A6F-4FE6-946C-BA2364294F13}" type="sibTrans" cxnId="{11EB690B-E4FE-4F67-AE1F-18BDE3A0C068}">
      <dgm:prSet/>
      <dgm:spPr/>
      <dgm:t>
        <a:bodyPr/>
        <a:lstStyle/>
        <a:p>
          <a:endParaRPr lang="en-AU"/>
        </a:p>
      </dgm:t>
    </dgm:pt>
    <dgm:pt modelId="{8A1877A1-49A7-439E-89B0-3E940B08C001}">
      <dgm:prSet phldrT="[Text]" phldr="0"/>
      <dgm:spPr>
        <a:solidFill>
          <a:schemeClr val="tx2">
            <a:lumMod val="75000"/>
            <a:lumOff val="25000"/>
          </a:schemeClr>
        </a:solidFill>
      </dgm:spPr>
      <dgm:t>
        <a:bodyPr/>
        <a:lstStyle/>
        <a:p>
          <a:r>
            <a:rPr lang="en-AU"/>
            <a:t>Design</a:t>
          </a:r>
        </a:p>
      </dgm:t>
    </dgm:pt>
    <dgm:pt modelId="{29CF090A-B91B-4091-8F72-67506C11307A}" type="parTrans" cxnId="{C5CDBAE0-A381-41DA-BAAC-13769BAD8E54}">
      <dgm:prSet/>
      <dgm:spPr/>
      <dgm:t>
        <a:bodyPr/>
        <a:lstStyle/>
        <a:p>
          <a:endParaRPr lang="en-AU"/>
        </a:p>
      </dgm:t>
    </dgm:pt>
    <dgm:pt modelId="{EA090F57-EB51-48C4-8911-A91CE1A12049}" type="sibTrans" cxnId="{C5CDBAE0-A381-41DA-BAAC-13769BAD8E54}">
      <dgm:prSet/>
      <dgm:spPr/>
      <dgm:t>
        <a:bodyPr/>
        <a:lstStyle/>
        <a:p>
          <a:endParaRPr lang="en-AU"/>
        </a:p>
      </dgm:t>
    </dgm:pt>
    <dgm:pt modelId="{15D23B13-BF56-4F50-B307-A08EB36ACBF4}">
      <dgm:prSet phldrT="[Text]" phldr="0"/>
      <dgm:spPr>
        <a:solidFill>
          <a:schemeClr val="tx2">
            <a:lumMod val="75000"/>
            <a:lumOff val="25000"/>
          </a:schemeClr>
        </a:solidFill>
      </dgm:spPr>
      <dgm:t>
        <a:bodyPr/>
        <a:lstStyle/>
        <a:p>
          <a:r>
            <a:rPr lang="en-AU"/>
            <a:t>Delivery</a:t>
          </a:r>
        </a:p>
      </dgm:t>
    </dgm:pt>
    <dgm:pt modelId="{F543E64C-8AB9-41B0-B3C2-0E2ACEB9DA0F}" type="parTrans" cxnId="{798386AA-59B9-4723-A211-0B9814277C0C}">
      <dgm:prSet/>
      <dgm:spPr/>
      <dgm:t>
        <a:bodyPr/>
        <a:lstStyle/>
        <a:p>
          <a:endParaRPr lang="en-AU"/>
        </a:p>
      </dgm:t>
    </dgm:pt>
    <dgm:pt modelId="{360ADFA0-44AF-45B4-9B5F-5245B0D26D8F}" type="sibTrans" cxnId="{798386AA-59B9-4723-A211-0B9814277C0C}">
      <dgm:prSet/>
      <dgm:spPr/>
      <dgm:t>
        <a:bodyPr/>
        <a:lstStyle/>
        <a:p>
          <a:endParaRPr lang="en-AU"/>
        </a:p>
      </dgm:t>
    </dgm:pt>
    <dgm:pt modelId="{C4C27F72-3942-48C4-AB98-667F0ADE6E34}">
      <dgm:prSet phldrT="[Text]" phldr="0"/>
      <dgm:spPr>
        <a:solidFill>
          <a:schemeClr val="tx2">
            <a:lumMod val="75000"/>
            <a:lumOff val="25000"/>
          </a:schemeClr>
        </a:solidFill>
      </dgm:spPr>
      <dgm:t>
        <a:bodyPr/>
        <a:lstStyle/>
        <a:p>
          <a:r>
            <a:rPr lang="en-AU"/>
            <a:t>Discovery</a:t>
          </a:r>
        </a:p>
      </dgm:t>
    </dgm:pt>
    <dgm:pt modelId="{5FD1F8F5-D6D0-4F54-B5D5-E214AD21C9A6}" type="parTrans" cxnId="{64065324-408B-4CDE-9E37-A9A797A30426}">
      <dgm:prSet/>
      <dgm:spPr/>
      <dgm:t>
        <a:bodyPr/>
        <a:lstStyle/>
        <a:p>
          <a:endParaRPr lang="en-AU"/>
        </a:p>
      </dgm:t>
    </dgm:pt>
    <dgm:pt modelId="{B9FFDC6E-D7CC-446C-BC07-5F2BA29C5C33}" type="sibTrans" cxnId="{64065324-408B-4CDE-9E37-A9A797A30426}">
      <dgm:prSet/>
      <dgm:spPr/>
      <dgm:t>
        <a:bodyPr/>
        <a:lstStyle/>
        <a:p>
          <a:endParaRPr lang="en-AU"/>
        </a:p>
      </dgm:t>
    </dgm:pt>
    <dgm:pt modelId="{0A6D5C0B-A1BF-41BD-AA8D-43F936D399EA}">
      <dgm:prSet phldrT="[Text]" phldr="0"/>
      <dgm:spPr>
        <a:solidFill>
          <a:schemeClr val="tx2">
            <a:lumMod val="75000"/>
            <a:lumOff val="25000"/>
          </a:schemeClr>
        </a:solidFill>
      </dgm:spPr>
      <dgm:t>
        <a:bodyPr/>
        <a:lstStyle/>
        <a:p>
          <a:r>
            <a:rPr lang="en-AU" dirty="0"/>
            <a:t>Discovery</a:t>
          </a:r>
        </a:p>
      </dgm:t>
    </dgm:pt>
    <dgm:pt modelId="{B3C76091-5368-4912-B5FF-0AD3F30CA124}" type="parTrans" cxnId="{87395E1B-A496-443C-BC0C-25B2053B78ED}">
      <dgm:prSet/>
      <dgm:spPr/>
      <dgm:t>
        <a:bodyPr/>
        <a:lstStyle/>
        <a:p>
          <a:endParaRPr lang="en-AU"/>
        </a:p>
      </dgm:t>
    </dgm:pt>
    <dgm:pt modelId="{62F3A57E-2F5A-4157-BBE8-A7B952173FCC}" type="sibTrans" cxnId="{87395E1B-A496-443C-BC0C-25B2053B78ED}">
      <dgm:prSet/>
      <dgm:spPr/>
      <dgm:t>
        <a:bodyPr/>
        <a:lstStyle/>
        <a:p>
          <a:endParaRPr lang="en-AU"/>
        </a:p>
      </dgm:t>
    </dgm:pt>
    <dgm:pt modelId="{9CC3383C-1B71-45FF-A65B-DCE8FC17A9FB}">
      <dgm:prSet phldrT="[Text]" phldr="0"/>
      <dgm:spPr>
        <a:solidFill>
          <a:schemeClr val="tx2">
            <a:lumMod val="75000"/>
            <a:lumOff val="25000"/>
          </a:schemeClr>
        </a:solidFill>
      </dgm:spPr>
      <dgm:t>
        <a:bodyPr/>
        <a:lstStyle/>
        <a:p>
          <a:r>
            <a:rPr lang="en-AU"/>
            <a:t>Discovery</a:t>
          </a:r>
        </a:p>
      </dgm:t>
    </dgm:pt>
    <dgm:pt modelId="{861ACE2A-0235-486D-A8CB-4DF13E32F60D}" type="parTrans" cxnId="{A8D9381C-143E-4929-89BE-981BF573AD78}">
      <dgm:prSet/>
      <dgm:spPr/>
      <dgm:t>
        <a:bodyPr/>
        <a:lstStyle/>
        <a:p>
          <a:endParaRPr lang="en-AU"/>
        </a:p>
      </dgm:t>
    </dgm:pt>
    <dgm:pt modelId="{6A91AE28-6D38-461A-9F45-1572CFCB75C9}" type="sibTrans" cxnId="{A8D9381C-143E-4929-89BE-981BF573AD78}">
      <dgm:prSet/>
      <dgm:spPr/>
      <dgm:t>
        <a:bodyPr/>
        <a:lstStyle/>
        <a:p>
          <a:endParaRPr lang="en-AU"/>
        </a:p>
      </dgm:t>
    </dgm:pt>
    <dgm:pt modelId="{F0689DFF-B9BC-44F4-8390-F87AB859BE32}">
      <dgm:prSet phldrT="[Text]" phldr="0"/>
      <dgm:spPr>
        <a:solidFill>
          <a:schemeClr val="tx2">
            <a:lumMod val="75000"/>
            <a:lumOff val="25000"/>
          </a:schemeClr>
        </a:solidFill>
      </dgm:spPr>
      <dgm:t>
        <a:bodyPr/>
        <a:lstStyle/>
        <a:p>
          <a:r>
            <a:rPr lang="en-AU"/>
            <a:t>Design</a:t>
          </a:r>
        </a:p>
      </dgm:t>
    </dgm:pt>
    <dgm:pt modelId="{6C104926-6DF9-4B9E-AC3E-9F8A142DA858}" type="parTrans" cxnId="{05459255-8A54-40DC-9508-C55A6B2C2E17}">
      <dgm:prSet/>
      <dgm:spPr/>
      <dgm:t>
        <a:bodyPr/>
        <a:lstStyle/>
        <a:p>
          <a:endParaRPr lang="en-AU"/>
        </a:p>
      </dgm:t>
    </dgm:pt>
    <dgm:pt modelId="{9DFCE84D-E92A-426F-ACA2-F5A64F73FB87}" type="sibTrans" cxnId="{05459255-8A54-40DC-9508-C55A6B2C2E17}">
      <dgm:prSet/>
      <dgm:spPr/>
      <dgm:t>
        <a:bodyPr/>
        <a:lstStyle/>
        <a:p>
          <a:endParaRPr lang="en-AU"/>
        </a:p>
      </dgm:t>
    </dgm:pt>
    <dgm:pt modelId="{DFA8DD48-8FE9-406C-89D1-CAC7946AEC1E}">
      <dgm:prSet phldrT="[Text]" phldr="0"/>
      <dgm:spPr>
        <a:solidFill>
          <a:schemeClr val="tx2">
            <a:lumMod val="75000"/>
            <a:lumOff val="25000"/>
          </a:schemeClr>
        </a:solidFill>
      </dgm:spPr>
      <dgm:t>
        <a:bodyPr/>
        <a:lstStyle/>
        <a:p>
          <a:r>
            <a:rPr lang="en-AU"/>
            <a:t>Transition</a:t>
          </a:r>
        </a:p>
      </dgm:t>
    </dgm:pt>
    <dgm:pt modelId="{C57A0644-6BAB-409F-BC8F-FD3D33E101BA}" type="parTrans" cxnId="{E8EBC508-C9E1-44BB-9F5F-BF63B2F873BB}">
      <dgm:prSet/>
      <dgm:spPr/>
      <dgm:t>
        <a:bodyPr/>
        <a:lstStyle/>
        <a:p>
          <a:endParaRPr lang="en-AU"/>
        </a:p>
      </dgm:t>
    </dgm:pt>
    <dgm:pt modelId="{6D955058-7618-4A30-BD95-538227261BF4}" type="sibTrans" cxnId="{E8EBC508-C9E1-44BB-9F5F-BF63B2F873BB}">
      <dgm:prSet/>
      <dgm:spPr/>
      <dgm:t>
        <a:bodyPr/>
        <a:lstStyle/>
        <a:p>
          <a:endParaRPr lang="en-AU"/>
        </a:p>
      </dgm:t>
    </dgm:pt>
    <dgm:pt modelId="{5A42179D-EC3E-4A5C-8F8B-FEE485CACCDF}">
      <dgm:prSet phldrT="[Text]" phldr="0"/>
      <dgm:spPr>
        <a:solidFill>
          <a:schemeClr val="bg2">
            <a:lumMod val="25000"/>
          </a:schemeClr>
        </a:solidFill>
      </dgm:spPr>
      <dgm:t>
        <a:bodyPr/>
        <a:lstStyle/>
        <a:p>
          <a:r>
            <a:rPr lang="en-AU"/>
            <a:t>Business Discovery</a:t>
          </a:r>
        </a:p>
      </dgm:t>
    </dgm:pt>
    <dgm:pt modelId="{3A603E36-B990-4048-886B-1CE4086129CF}" type="parTrans" cxnId="{4370009C-400E-4229-B035-26417442FA22}">
      <dgm:prSet/>
      <dgm:spPr/>
      <dgm:t>
        <a:bodyPr/>
        <a:lstStyle/>
        <a:p>
          <a:endParaRPr lang="en-AU"/>
        </a:p>
      </dgm:t>
    </dgm:pt>
    <dgm:pt modelId="{617D776F-C6C0-48C4-B0DD-F811651F7433}" type="sibTrans" cxnId="{4370009C-400E-4229-B035-26417442FA22}">
      <dgm:prSet/>
      <dgm:spPr/>
      <dgm:t>
        <a:bodyPr/>
        <a:lstStyle/>
        <a:p>
          <a:endParaRPr lang="en-AU"/>
        </a:p>
      </dgm:t>
    </dgm:pt>
    <dgm:pt modelId="{63222B31-3EB4-404E-B584-CF444A737C35}">
      <dgm:prSet phldrT="[Text]" phldr="0"/>
      <dgm:spPr>
        <a:solidFill>
          <a:schemeClr val="bg2">
            <a:lumMod val="25000"/>
          </a:schemeClr>
        </a:solidFill>
      </dgm:spPr>
      <dgm:t>
        <a:bodyPr/>
        <a:lstStyle/>
        <a:p>
          <a:r>
            <a:rPr lang="en-AU"/>
            <a:t>Governance Discovery</a:t>
          </a:r>
        </a:p>
      </dgm:t>
    </dgm:pt>
    <dgm:pt modelId="{2E7B18DD-7669-4E22-BFD7-E4B2A402FB33}" type="parTrans" cxnId="{813045A4-5A5A-429F-A065-5C77E8EBC2F4}">
      <dgm:prSet/>
      <dgm:spPr/>
      <dgm:t>
        <a:bodyPr/>
        <a:lstStyle/>
        <a:p>
          <a:endParaRPr lang="en-AU"/>
        </a:p>
      </dgm:t>
    </dgm:pt>
    <dgm:pt modelId="{26BC95DC-C2A7-40A8-87E0-07028245B16B}" type="sibTrans" cxnId="{813045A4-5A5A-429F-A065-5C77E8EBC2F4}">
      <dgm:prSet/>
      <dgm:spPr/>
      <dgm:t>
        <a:bodyPr/>
        <a:lstStyle/>
        <a:p>
          <a:endParaRPr lang="en-AU"/>
        </a:p>
      </dgm:t>
    </dgm:pt>
    <dgm:pt modelId="{8DBB3781-D389-4498-A8FE-B4C5ED35B71F}">
      <dgm:prSet phldrT="[Text]" phldr="0"/>
      <dgm:spPr>
        <a:solidFill>
          <a:schemeClr val="bg2">
            <a:lumMod val="25000"/>
          </a:schemeClr>
        </a:solidFill>
      </dgm:spPr>
      <dgm:t>
        <a:bodyPr/>
        <a:lstStyle/>
        <a:p>
          <a:r>
            <a:rPr lang="en-AU"/>
            <a:t>Architecture Discovery</a:t>
          </a:r>
        </a:p>
      </dgm:t>
    </dgm:pt>
    <dgm:pt modelId="{C8314B25-5841-4870-8EED-FA49CCB2AA99}" type="parTrans" cxnId="{85912DA2-4631-48F1-A729-7B75AD6F9B36}">
      <dgm:prSet/>
      <dgm:spPr/>
      <dgm:t>
        <a:bodyPr/>
        <a:lstStyle/>
        <a:p>
          <a:endParaRPr lang="en-AU"/>
        </a:p>
      </dgm:t>
    </dgm:pt>
    <dgm:pt modelId="{2E29D909-161F-4B46-80A9-DCC6C70750F1}" type="sibTrans" cxnId="{85912DA2-4631-48F1-A729-7B75AD6F9B36}">
      <dgm:prSet/>
      <dgm:spPr/>
      <dgm:t>
        <a:bodyPr/>
        <a:lstStyle/>
        <a:p>
          <a:endParaRPr lang="en-AU"/>
        </a:p>
      </dgm:t>
    </dgm:pt>
    <dgm:pt modelId="{1C140ACB-8E9D-415E-A0F6-18E8C458C1E5}">
      <dgm:prSet phldrT="[Text]" phldr="0"/>
      <dgm:spPr>
        <a:solidFill>
          <a:schemeClr val="bg2">
            <a:lumMod val="25000"/>
          </a:schemeClr>
        </a:solidFill>
      </dgm:spPr>
      <dgm:t>
        <a:bodyPr/>
        <a:lstStyle/>
        <a:p>
          <a:r>
            <a:rPr lang="en-AU"/>
            <a:t>Dependency Discovery</a:t>
          </a:r>
        </a:p>
      </dgm:t>
    </dgm:pt>
    <dgm:pt modelId="{D4BB7D83-EABF-4C08-A360-DDC4C627C87D}" type="parTrans" cxnId="{5115CB09-1873-4F23-8EE5-85A8840C2464}">
      <dgm:prSet/>
      <dgm:spPr/>
      <dgm:t>
        <a:bodyPr/>
        <a:lstStyle/>
        <a:p>
          <a:endParaRPr lang="en-AU"/>
        </a:p>
      </dgm:t>
    </dgm:pt>
    <dgm:pt modelId="{68117FB1-1BCE-4E55-9094-77CA863AAA65}" type="sibTrans" cxnId="{5115CB09-1873-4F23-8EE5-85A8840C2464}">
      <dgm:prSet/>
      <dgm:spPr/>
      <dgm:t>
        <a:bodyPr/>
        <a:lstStyle/>
        <a:p>
          <a:endParaRPr lang="en-AU"/>
        </a:p>
      </dgm:t>
    </dgm:pt>
    <dgm:pt modelId="{D5DD8952-EBFB-4144-B3BC-BCD16EF9DA4B}">
      <dgm:prSet phldrT="[Text]" phldr="0"/>
      <dgm:spPr>
        <a:solidFill>
          <a:schemeClr val="bg2">
            <a:lumMod val="75000"/>
          </a:schemeClr>
        </a:solidFill>
      </dgm:spPr>
      <dgm:t>
        <a:bodyPr/>
        <a:lstStyle/>
        <a:p>
          <a:r>
            <a:rPr lang="en-AU" dirty="0"/>
            <a:t>Stakeholder Analysis</a:t>
          </a:r>
        </a:p>
      </dgm:t>
    </dgm:pt>
    <dgm:pt modelId="{E88449D7-FDF8-408A-977B-31F6075B2F4B}" type="parTrans" cxnId="{75694DE6-D7FB-4972-9EF4-733DC299E53C}">
      <dgm:prSet/>
      <dgm:spPr/>
      <dgm:t>
        <a:bodyPr/>
        <a:lstStyle/>
        <a:p>
          <a:endParaRPr lang="en-AU"/>
        </a:p>
      </dgm:t>
    </dgm:pt>
    <dgm:pt modelId="{E161BBA6-1440-4C29-82F6-2EA159537F17}" type="sibTrans" cxnId="{75694DE6-D7FB-4972-9EF4-733DC299E53C}">
      <dgm:prSet/>
      <dgm:spPr/>
      <dgm:t>
        <a:bodyPr/>
        <a:lstStyle/>
        <a:p>
          <a:endParaRPr lang="en-AU"/>
        </a:p>
      </dgm:t>
    </dgm:pt>
    <dgm:pt modelId="{D7242625-1BA0-4E4D-96E7-BFBCAF53EA7C}">
      <dgm:prSet phldrT="[Text]" phldr="0"/>
      <dgm:spPr>
        <a:solidFill>
          <a:schemeClr val="bg2">
            <a:lumMod val="75000"/>
          </a:schemeClr>
        </a:solidFill>
      </dgm:spPr>
      <dgm:t>
        <a:bodyPr/>
        <a:lstStyle/>
        <a:p>
          <a:r>
            <a:rPr lang="en-AU" dirty="0"/>
            <a:t>Current State Assessment</a:t>
          </a:r>
        </a:p>
      </dgm:t>
    </dgm:pt>
    <dgm:pt modelId="{7D801419-E0D4-4219-B366-3609C115F2A8}" type="parTrans" cxnId="{9F4BE3A3-40E5-4E09-BD84-90F1A83C6541}">
      <dgm:prSet/>
      <dgm:spPr/>
      <dgm:t>
        <a:bodyPr/>
        <a:lstStyle/>
        <a:p>
          <a:endParaRPr lang="en-AU"/>
        </a:p>
      </dgm:t>
    </dgm:pt>
    <dgm:pt modelId="{4BF02583-B0C9-4D10-9EC8-99BD4E6B6E51}" type="sibTrans" cxnId="{9F4BE3A3-40E5-4E09-BD84-90F1A83C6541}">
      <dgm:prSet/>
      <dgm:spPr/>
      <dgm:t>
        <a:bodyPr/>
        <a:lstStyle/>
        <a:p>
          <a:endParaRPr lang="en-AU"/>
        </a:p>
      </dgm:t>
    </dgm:pt>
    <dgm:pt modelId="{68480DE3-2018-499F-8F92-883E780CBBD0}">
      <dgm:prSet phldrT="[Text]" phldr="0"/>
      <dgm:spPr>
        <a:solidFill>
          <a:schemeClr val="bg2">
            <a:lumMod val="75000"/>
          </a:schemeClr>
        </a:solidFill>
      </dgm:spPr>
      <dgm:t>
        <a:bodyPr/>
        <a:lstStyle/>
        <a:p>
          <a:r>
            <a:rPr lang="en-AU"/>
            <a:t>Process Assessment</a:t>
          </a:r>
        </a:p>
      </dgm:t>
    </dgm:pt>
    <dgm:pt modelId="{7C8B04F3-5F71-439E-926E-3BC4C2B9B229}" type="parTrans" cxnId="{C02D36F5-4427-484A-9E3D-7DD0A62533E5}">
      <dgm:prSet/>
      <dgm:spPr/>
      <dgm:t>
        <a:bodyPr/>
        <a:lstStyle/>
        <a:p>
          <a:endParaRPr lang="en-AU"/>
        </a:p>
      </dgm:t>
    </dgm:pt>
    <dgm:pt modelId="{E5628792-8304-4121-8335-756B015FE224}" type="sibTrans" cxnId="{C02D36F5-4427-484A-9E3D-7DD0A62533E5}">
      <dgm:prSet/>
      <dgm:spPr/>
      <dgm:t>
        <a:bodyPr/>
        <a:lstStyle/>
        <a:p>
          <a:endParaRPr lang="en-AU"/>
        </a:p>
      </dgm:t>
    </dgm:pt>
    <dgm:pt modelId="{CC929F21-8013-46C4-8421-2D5FE0042D6C}">
      <dgm:prSet phldrT="[Text]" phldr="0"/>
      <dgm:spPr>
        <a:solidFill>
          <a:schemeClr val="bg2">
            <a:lumMod val="75000"/>
          </a:schemeClr>
        </a:solidFill>
      </dgm:spPr>
      <dgm:t>
        <a:bodyPr/>
        <a:lstStyle/>
        <a:p>
          <a:r>
            <a:rPr lang="en-AU"/>
            <a:t>Governance Assessment</a:t>
          </a:r>
        </a:p>
      </dgm:t>
    </dgm:pt>
    <dgm:pt modelId="{BA2BC18B-4263-41C9-A697-E51A8A8C5118}" type="parTrans" cxnId="{C261DCF7-7B48-4958-B1E2-18CBD2343C23}">
      <dgm:prSet/>
      <dgm:spPr/>
      <dgm:t>
        <a:bodyPr/>
        <a:lstStyle/>
        <a:p>
          <a:endParaRPr lang="en-AU"/>
        </a:p>
      </dgm:t>
    </dgm:pt>
    <dgm:pt modelId="{0D6E8319-6D1A-413B-A1AF-C77EADADEF4D}" type="sibTrans" cxnId="{C261DCF7-7B48-4958-B1E2-18CBD2343C23}">
      <dgm:prSet/>
      <dgm:spPr/>
      <dgm:t>
        <a:bodyPr/>
        <a:lstStyle/>
        <a:p>
          <a:endParaRPr lang="en-AU"/>
        </a:p>
      </dgm:t>
    </dgm:pt>
    <dgm:pt modelId="{9B6404EB-4D08-4A6A-ACB7-DFA6C942E710}">
      <dgm:prSet phldrT="[Text]" phldr="0"/>
      <dgm:spPr>
        <a:solidFill>
          <a:schemeClr val="bg2">
            <a:lumMod val="75000"/>
          </a:schemeClr>
        </a:solidFill>
      </dgm:spPr>
      <dgm:t>
        <a:bodyPr/>
        <a:lstStyle/>
        <a:p>
          <a:r>
            <a:rPr lang="en-AU"/>
            <a:t>Decision Framework</a:t>
          </a:r>
        </a:p>
      </dgm:t>
    </dgm:pt>
    <dgm:pt modelId="{4C73D89A-0FFC-4C4E-BE2B-B1247BC52A36}" type="parTrans" cxnId="{E8FFDF8A-23EC-4BBB-97A8-587AD53D78B5}">
      <dgm:prSet/>
      <dgm:spPr/>
      <dgm:t>
        <a:bodyPr/>
        <a:lstStyle/>
        <a:p>
          <a:endParaRPr lang="en-AU"/>
        </a:p>
      </dgm:t>
    </dgm:pt>
    <dgm:pt modelId="{69378DA3-8DCF-4083-A2A7-716F1C1E12E4}" type="sibTrans" cxnId="{E8FFDF8A-23EC-4BBB-97A8-587AD53D78B5}">
      <dgm:prSet/>
      <dgm:spPr/>
      <dgm:t>
        <a:bodyPr/>
        <a:lstStyle/>
        <a:p>
          <a:endParaRPr lang="en-AU"/>
        </a:p>
      </dgm:t>
    </dgm:pt>
    <dgm:pt modelId="{5A5CF42E-03C4-49BB-AB88-9A583FE3C69C}">
      <dgm:prSet/>
      <dgm:spPr>
        <a:solidFill>
          <a:schemeClr val="bg2">
            <a:lumMod val="75000"/>
          </a:schemeClr>
        </a:solidFill>
      </dgm:spPr>
      <dgm:t>
        <a:bodyPr/>
        <a:lstStyle/>
        <a:p>
          <a:r>
            <a:rPr lang="en-AU" dirty="0"/>
            <a:t>Ownership Assessment</a:t>
          </a:r>
        </a:p>
      </dgm:t>
    </dgm:pt>
    <dgm:pt modelId="{0CE07C34-4CA2-4C32-82E8-3BF35C81EC1D}" type="parTrans" cxnId="{C6CB2792-5F7F-4052-8E27-4CB82EC56892}">
      <dgm:prSet/>
      <dgm:spPr/>
      <dgm:t>
        <a:bodyPr/>
        <a:lstStyle/>
        <a:p>
          <a:endParaRPr lang="en-AU"/>
        </a:p>
      </dgm:t>
    </dgm:pt>
    <dgm:pt modelId="{21944D36-F688-4BCC-BC56-B1F4E56F431E}" type="sibTrans" cxnId="{C6CB2792-5F7F-4052-8E27-4CB82EC56892}">
      <dgm:prSet/>
      <dgm:spPr/>
      <dgm:t>
        <a:bodyPr/>
        <a:lstStyle/>
        <a:p>
          <a:endParaRPr lang="en-AU"/>
        </a:p>
      </dgm:t>
    </dgm:pt>
    <dgm:pt modelId="{F777C386-9C66-4588-9C98-D1BFE741DCBA}">
      <dgm:prSet phldrT="[Text]" phldr="0"/>
      <dgm:spPr>
        <a:solidFill>
          <a:schemeClr val="bg2">
            <a:lumMod val="75000"/>
          </a:schemeClr>
        </a:solidFill>
      </dgm:spPr>
      <dgm:t>
        <a:bodyPr/>
        <a:lstStyle/>
        <a:p>
          <a:r>
            <a:rPr lang="en-AU" dirty="0"/>
            <a:t>System Landscape Assessment</a:t>
          </a:r>
        </a:p>
      </dgm:t>
    </dgm:pt>
    <dgm:pt modelId="{45D0D23E-96A6-4A4D-8953-8A4F778F4353}" type="parTrans" cxnId="{ECA65B64-B896-4ADF-8945-8DDE3B27BBB7}">
      <dgm:prSet/>
      <dgm:spPr/>
      <dgm:t>
        <a:bodyPr/>
        <a:lstStyle/>
        <a:p>
          <a:endParaRPr lang="en-AU"/>
        </a:p>
      </dgm:t>
    </dgm:pt>
    <dgm:pt modelId="{F35208B6-01C6-4621-9E54-09057F87A693}" type="sibTrans" cxnId="{ECA65B64-B896-4ADF-8945-8DDE3B27BBB7}">
      <dgm:prSet/>
      <dgm:spPr/>
      <dgm:t>
        <a:bodyPr/>
        <a:lstStyle/>
        <a:p>
          <a:endParaRPr lang="en-AU"/>
        </a:p>
      </dgm:t>
    </dgm:pt>
    <dgm:pt modelId="{3AAAD805-F60D-4829-B2A8-6D3808E96F11}">
      <dgm:prSet phldrT="[Text]" phldr="0"/>
      <dgm:spPr>
        <a:solidFill>
          <a:schemeClr val="bg2">
            <a:lumMod val="75000"/>
          </a:schemeClr>
        </a:solidFill>
      </dgm:spPr>
      <dgm:t>
        <a:bodyPr/>
        <a:lstStyle/>
        <a:p>
          <a:r>
            <a:rPr lang="en-AU"/>
            <a:t>Integration Assessment</a:t>
          </a:r>
        </a:p>
      </dgm:t>
    </dgm:pt>
    <dgm:pt modelId="{218F1E54-AAAF-463A-A48C-5CB03933CB7A}" type="parTrans" cxnId="{57465E39-C91C-4369-ACC7-AE6B620324D5}">
      <dgm:prSet/>
      <dgm:spPr/>
      <dgm:t>
        <a:bodyPr/>
        <a:lstStyle/>
        <a:p>
          <a:endParaRPr lang="en-AU"/>
        </a:p>
      </dgm:t>
    </dgm:pt>
    <dgm:pt modelId="{17AF751A-DA35-4266-A9D2-5F6C9974FB0C}" type="sibTrans" cxnId="{57465E39-C91C-4369-ACC7-AE6B620324D5}">
      <dgm:prSet/>
      <dgm:spPr/>
      <dgm:t>
        <a:bodyPr/>
        <a:lstStyle/>
        <a:p>
          <a:endParaRPr lang="en-AU"/>
        </a:p>
      </dgm:t>
    </dgm:pt>
    <dgm:pt modelId="{6BEBF716-6D32-4984-92DD-73C758126BCD}">
      <dgm:prSet phldrT="[Text]" phldr="0"/>
      <dgm:spPr>
        <a:solidFill>
          <a:schemeClr val="bg2">
            <a:lumMod val="75000"/>
          </a:schemeClr>
        </a:solidFill>
      </dgm:spPr>
      <dgm:t>
        <a:bodyPr/>
        <a:lstStyle/>
        <a:p>
          <a:r>
            <a:rPr lang="en-AU"/>
            <a:t>QRO Dependency Map</a:t>
          </a:r>
        </a:p>
      </dgm:t>
    </dgm:pt>
    <dgm:pt modelId="{63DCBAE1-7532-4EF2-8267-0EF6C87DD36B}" type="parTrans" cxnId="{15E93DC9-026A-4F0B-BD0C-8FCCEDE07B8F}">
      <dgm:prSet/>
      <dgm:spPr/>
      <dgm:t>
        <a:bodyPr/>
        <a:lstStyle/>
        <a:p>
          <a:endParaRPr lang="en-AU"/>
        </a:p>
      </dgm:t>
    </dgm:pt>
    <dgm:pt modelId="{0A11CC1C-4DDA-4BDD-A7EF-74F80554C7E9}" type="sibTrans" cxnId="{15E93DC9-026A-4F0B-BD0C-8FCCEDE07B8F}">
      <dgm:prSet/>
      <dgm:spPr/>
      <dgm:t>
        <a:bodyPr/>
        <a:lstStyle/>
        <a:p>
          <a:endParaRPr lang="en-AU"/>
        </a:p>
      </dgm:t>
    </dgm:pt>
    <dgm:pt modelId="{BD209292-D0AE-4FF0-8323-C169CA255E1E}">
      <dgm:prSet phldrT="[Text]" phldr="0"/>
      <dgm:spPr>
        <a:solidFill>
          <a:schemeClr val="bg2">
            <a:lumMod val="75000"/>
          </a:schemeClr>
        </a:solidFill>
      </dgm:spPr>
      <dgm:t>
        <a:bodyPr/>
        <a:lstStyle/>
        <a:p>
          <a:r>
            <a:rPr lang="en-AU"/>
            <a:t>Legislative Assessment</a:t>
          </a:r>
        </a:p>
      </dgm:t>
    </dgm:pt>
    <dgm:pt modelId="{831DFC10-486E-421A-8ECF-B06D0CA4AED9}" type="parTrans" cxnId="{BB76CECA-D0FA-47C8-8F97-17E4AC792351}">
      <dgm:prSet/>
      <dgm:spPr/>
      <dgm:t>
        <a:bodyPr/>
        <a:lstStyle/>
        <a:p>
          <a:endParaRPr lang="en-AU"/>
        </a:p>
      </dgm:t>
    </dgm:pt>
    <dgm:pt modelId="{86168077-46FC-45F4-B5F9-BED362AA04FB}" type="sibTrans" cxnId="{BB76CECA-D0FA-47C8-8F97-17E4AC792351}">
      <dgm:prSet/>
      <dgm:spPr/>
      <dgm:t>
        <a:bodyPr/>
        <a:lstStyle/>
        <a:p>
          <a:endParaRPr lang="en-AU"/>
        </a:p>
      </dgm:t>
    </dgm:pt>
    <dgm:pt modelId="{EA932824-1211-4989-8F21-6923495AD0A8}">
      <dgm:prSet phldrT="[Text]" phldr="0"/>
      <dgm:spPr>
        <a:solidFill>
          <a:schemeClr val="bg2">
            <a:lumMod val="75000"/>
          </a:schemeClr>
        </a:solidFill>
      </dgm:spPr>
      <dgm:t>
        <a:bodyPr/>
        <a:lstStyle/>
        <a:p>
          <a:r>
            <a:rPr lang="en-AU"/>
            <a:t>Funding Assessment</a:t>
          </a:r>
        </a:p>
      </dgm:t>
    </dgm:pt>
    <dgm:pt modelId="{3F0FA33A-7F69-4B4E-B29A-BC747251621C}" type="parTrans" cxnId="{8CBB8CA9-DED1-4C27-AE6B-5AD9C23EAE44}">
      <dgm:prSet/>
      <dgm:spPr/>
      <dgm:t>
        <a:bodyPr/>
        <a:lstStyle/>
        <a:p>
          <a:endParaRPr lang="en-AU"/>
        </a:p>
      </dgm:t>
    </dgm:pt>
    <dgm:pt modelId="{3B834BCD-A84B-47C3-BFC4-91B32FE5E284}" type="sibTrans" cxnId="{8CBB8CA9-DED1-4C27-AE6B-5AD9C23EAE44}">
      <dgm:prSet/>
      <dgm:spPr/>
      <dgm:t>
        <a:bodyPr/>
        <a:lstStyle/>
        <a:p>
          <a:endParaRPr lang="en-AU"/>
        </a:p>
      </dgm:t>
    </dgm:pt>
    <dgm:pt modelId="{49861E97-2C2A-4C17-B9C8-EB2C05076328}">
      <dgm:prSet phldrT="[Text]" phldr="0"/>
      <dgm:spPr>
        <a:solidFill>
          <a:schemeClr val="tx2">
            <a:lumMod val="75000"/>
            <a:lumOff val="25000"/>
          </a:schemeClr>
        </a:solidFill>
      </dgm:spPr>
      <dgm:t>
        <a:bodyPr/>
        <a:lstStyle/>
        <a:p>
          <a:r>
            <a:rPr lang="en-AU"/>
            <a:t>Design</a:t>
          </a:r>
        </a:p>
      </dgm:t>
    </dgm:pt>
    <dgm:pt modelId="{B118B741-7C1E-4C97-93AB-C5D198037651}" type="parTrans" cxnId="{FB3C1483-D8DD-41F1-974E-19DBFD16E797}">
      <dgm:prSet/>
      <dgm:spPr/>
      <dgm:t>
        <a:bodyPr/>
        <a:lstStyle/>
        <a:p>
          <a:endParaRPr lang="en-AU"/>
        </a:p>
      </dgm:t>
    </dgm:pt>
    <dgm:pt modelId="{10BB714F-90ED-4090-B023-710544168DE1}" type="sibTrans" cxnId="{FB3C1483-D8DD-41F1-974E-19DBFD16E797}">
      <dgm:prSet/>
      <dgm:spPr/>
      <dgm:t>
        <a:bodyPr/>
        <a:lstStyle/>
        <a:p>
          <a:endParaRPr lang="en-AU"/>
        </a:p>
      </dgm:t>
    </dgm:pt>
    <dgm:pt modelId="{0AA981E4-713D-4538-AC35-733F772739EB}">
      <dgm:prSet phldrT="[Text]" phldr="0"/>
      <dgm:spPr>
        <a:solidFill>
          <a:schemeClr val="bg2">
            <a:lumMod val="25000"/>
          </a:schemeClr>
        </a:solidFill>
      </dgm:spPr>
      <dgm:t>
        <a:bodyPr/>
        <a:lstStyle/>
        <a:p>
          <a:r>
            <a:rPr lang="en-AU"/>
            <a:t>Governance Design</a:t>
          </a:r>
        </a:p>
      </dgm:t>
    </dgm:pt>
    <dgm:pt modelId="{C2BECED7-40C8-4575-B96A-202C8FA6689D}" type="parTrans" cxnId="{2A2F1915-9173-465C-9063-BD3E4401C1B0}">
      <dgm:prSet/>
      <dgm:spPr/>
      <dgm:t>
        <a:bodyPr/>
        <a:lstStyle/>
        <a:p>
          <a:endParaRPr lang="en-AU"/>
        </a:p>
      </dgm:t>
    </dgm:pt>
    <dgm:pt modelId="{37DFE96E-9570-4AC0-A0A0-F372E2DE01A7}" type="sibTrans" cxnId="{2A2F1915-9173-465C-9063-BD3E4401C1B0}">
      <dgm:prSet/>
      <dgm:spPr/>
      <dgm:t>
        <a:bodyPr/>
        <a:lstStyle/>
        <a:p>
          <a:endParaRPr lang="en-AU"/>
        </a:p>
      </dgm:t>
    </dgm:pt>
    <dgm:pt modelId="{2F7CC09C-4904-4882-B77D-3D56C4FBC367}">
      <dgm:prSet phldrT="[Text]" phldr="0"/>
      <dgm:spPr>
        <a:solidFill>
          <a:schemeClr val="bg2">
            <a:lumMod val="75000"/>
          </a:schemeClr>
        </a:solidFill>
      </dgm:spPr>
      <dgm:t>
        <a:bodyPr/>
        <a:lstStyle/>
        <a:p>
          <a:r>
            <a:rPr lang="en-AU"/>
            <a:t>Future Operating Model</a:t>
          </a:r>
        </a:p>
      </dgm:t>
    </dgm:pt>
    <dgm:pt modelId="{B287FE6D-4943-4AE9-B040-90FE25549A8A}" type="parTrans" cxnId="{19176B86-CFE3-4837-8C56-5E88A7A8453B}">
      <dgm:prSet/>
      <dgm:spPr/>
      <dgm:t>
        <a:bodyPr/>
        <a:lstStyle/>
        <a:p>
          <a:endParaRPr lang="en-AU"/>
        </a:p>
      </dgm:t>
    </dgm:pt>
    <dgm:pt modelId="{D96C7C71-4C03-4131-B668-1829E868341D}" type="sibTrans" cxnId="{19176B86-CFE3-4837-8C56-5E88A7A8453B}">
      <dgm:prSet/>
      <dgm:spPr/>
      <dgm:t>
        <a:bodyPr/>
        <a:lstStyle/>
        <a:p>
          <a:endParaRPr lang="en-AU"/>
        </a:p>
      </dgm:t>
    </dgm:pt>
    <dgm:pt modelId="{B4BBA0D6-8259-4A17-A2F2-C4DA629140F8}">
      <dgm:prSet phldrT="[Text]" phldr="0"/>
      <dgm:spPr>
        <a:solidFill>
          <a:schemeClr val="bg2">
            <a:lumMod val="75000"/>
          </a:schemeClr>
        </a:solidFill>
      </dgm:spPr>
      <dgm:t>
        <a:bodyPr/>
        <a:lstStyle/>
        <a:p>
          <a:r>
            <a:rPr lang="en-AU"/>
            <a:t>Governance Framework</a:t>
          </a:r>
        </a:p>
      </dgm:t>
    </dgm:pt>
    <dgm:pt modelId="{7CBED805-DF88-4F69-A5A9-7C7A1C18D07F}" type="parTrans" cxnId="{B39295B4-673B-4C03-A3F6-A97F4ED9EDD7}">
      <dgm:prSet/>
      <dgm:spPr/>
      <dgm:t>
        <a:bodyPr/>
        <a:lstStyle/>
        <a:p>
          <a:endParaRPr lang="en-AU"/>
        </a:p>
      </dgm:t>
    </dgm:pt>
    <dgm:pt modelId="{1C07E9F6-CA74-4E90-B787-2A5A62016925}" type="sibTrans" cxnId="{B39295B4-673B-4C03-A3F6-A97F4ED9EDD7}">
      <dgm:prSet/>
      <dgm:spPr/>
      <dgm:t>
        <a:bodyPr/>
        <a:lstStyle/>
        <a:p>
          <a:endParaRPr lang="en-AU"/>
        </a:p>
      </dgm:t>
    </dgm:pt>
    <dgm:pt modelId="{9456DBE1-C658-4E3D-A94F-B4F5418BC0C6}">
      <dgm:prSet phldrT="[Text]" phldr="0"/>
      <dgm:spPr>
        <a:solidFill>
          <a:schemeClr val="bg2">
            <a:lumMod val="75000"/>
          </a:schemeClr>
        </a:solidFill>
      </dgm:spPr>
      <dgm:t>
        <a:bodyPr/>
        <a:lstStyle/>
        <a:p>
          <a:r>
            <a:rPr lang="en-AU"/>
            <a:t>Ownership Model</a:t>
          </a:r>
        </a:p>
      </dgm:t>
    </dgm:pt>
    <dgm:pt modelId="{7BB2B11B-8886-4570-A54D-991B0EF04478}" type="parTrans" cxnId="{D075C08A-5F74-46A7-9641-4B5F55063EDF}">
      <dgm:prSet/>
      <dgm:spPr/>
      <dgm:t>
        <a:bodyPr/>
        <a:lstStyle/>
        <a:p>
          <a:endParaRPr lang="en-AU"/>
        </a:p>
      </dgm:t>
    </dgm:pt>
    <dgm:pt modelId="{510BA17A-5077-4D0C-9915-842D5DB078F0}" type="sibTrans" cxnId="{D075C08A-5F74-46A7-9641-4B5F55063EDF}">
      <dgm:prSet/>
      <dgm:spPr/>
      <dgm:t>
        <a:bodyPr/>
        <a:lstStyle/>
        <a:p>
          <a:endParaRPr lang="en-AU"/>
        </a:p>
      </dgm:t>
    </dgm:pt>
    <dgm:pt modelId="{D623C341-B5C0-465A-8569-37000674ECC0}">
      <dgm:prSet phldrT="[Text]" phldr="0"/>
      <dgm:spPr>
        <a:solidFill>
          <a:schemeClr val="bg2">
            <a:lumMod val="25000"/>
          </a:schemeClr>
        </a:solidFill>
      </dgm:spPr>
      <dgm:t>
        <a:bodyPr/>
        <a:lstStyle/>
        <a:p>
          <a:r>
            <a:rPr lang="en-AU"/>
            <a:t>Data Design</a:t>
          </a:r>
        </a:p>
      </dgm:t>
    </dgm:pt>
    <dgm:pt modelId="{0C97B839-46E9-46A0-BD12-2FA80171C465}" type="parTrans" cxnId="{4CF811E7-AC45-44D2-8D9E-1DB2D68E078A}">
      <dgm:prSet/>
      <dgm:spPr/>
      <dgm:t>
        <a:bodyPr/>
        <a:lstStyle/>
        <a:p>
          <a:endParaRPr lang="en-AU"/>
        </a:p>
      </dgm:t>
    </dgm:pt>
    <dgm:pt modelId="{6262295B-6CAC-4EC7-B9F7-49E434AE969B}" type="sibTrans" cxnId="{4CF811E7-AC45-44D2-8D9E-1DB2D68E078A}">
      <dgm:prSet/>
      <dgm:spPr/>
      <dgm:t>
        <a:bodyPr/>
        <a:lstStyle/>
        <a:p>
          <a:endParaRPr lang="en-AU"/>
        </a:p>
      </dgm:t>
    </dgm:pt>
    <dgm:pt modelId="{38E5799D-1616-44B4-9838-3D94AEA68B0B}">
      <dgm:prSet phldrT="[Text]" phldr="0"/>
      <dgm:spPr>
        <a:solidFill>
          <a:schemeClr val="bg2">
            <a:lumMod val="75000"/>
          </a:schemeClr>
        </a:solidFill>
      </dgm:spPr>
      <dgm:t>
        <a:bodyPr/>
        <a:lstStyle/>
        <a:p>
          <a:r>
            <a:rPr lang="en-AU"/>
            <a:t>Data Governance Model</a:t>
          </a:r>
        </a:p>
      </dgm:t>
    </dgm:pt>
    <dgm:pt modelId="{D4788762-4397-4300-A806-E5A1408011E5}" type="parTrans" cxnId="{F0E7A1FF-5408-42A5-89EB-8BC2B783CC34}">
      <dgm:prSet/>
      <dgm:spPr/>
      <dgm:t>
        <a:bodyPr/>
        <a:lstStyle/>
        <a:p>
          <a:endParaRPr lang="en-AU"/>
        </a:p>
      </dgm:t>
    </dgm:pt>
    <dgm:pt modelId="{C5D889A0-316C-4B4C-94E5-DD23CF02F5D1}" type="sibTrans" cxnId="{F0E7A1FF-5408-42A5-89EB-8BC2B783CC34}">
      <dgm:prSet/>
      <dgm:spPr/>
      <dgm:t>
        <a:bodyPr/>
        <a:lstStyle/>
        <a:p>
          <a:endParaRPr lang="en-AU"/>
        </a:p>
      </dgm:t>
    </dgm:pt>
    <dgm:pt modelId="{641B8182-8D37-4627-89CE-69A33437DC33}">
      <dgm:prSet phldrT="[Text]" phldr="0"/>
      <dgm:spPr>
        <a:solidFill>
          <a:schemeClr val="bg2">
            <a:lumMod val="75000"/>
          </a:schemeClr>
        </a:solidFill>
      </dgm:spPr>
      <dgm:t>
        <a:bodyPr/>
        <a:lstStyle/>
        <a:p>
          <a:r>
            <a:rPr lang="en-AU"/>
            <a:t>Information Model</a:t>
          </a:r>
        </a:p>
      </dgm:t>
    </dgm:pt>
    <dgm:pt modelId="{ED6F2E9A-A7FC-4498-8956-3A5EBC5F5521}" type="parTrans" cxnId="{5D26E620-CA24-4FA8-8CB4-74301EDEC3EC}">
      <dgm:prSet/>
      <dgm:spPr/>
      <dgm:t>
        <a:bodyPr/>
        <a:lstStyle/>
        <a:p>
          <a:endParaRPr lang="en-AU"/>
        </a:p>
      </dgm:t>
    </dgm:pt>
    <dgm:pt modelId="{8365DEFB-D27E-44F5-8613-0ADFC2B801A3}" type="sibTrans" cxnId="{5D26E620-CA24-4FA8-8CB4-74301EDEC3EC}">
      <dgm:prSet/>
      <dgm:spPr/>
      <dgm:t>
        <a:bodyPr/>
        <a:lstStyle/>
        <a:p>
          <a:endParaRPr lang="en-AU"/>
        </a:p>
      </dgm:t>
    </dgm:pt>
    <dgm:pt modelId="{86DE36A1-BFFB-4B7F-BED9-D8EA4D02136D}">
      <dgm:prSet phldrT="[Text]" phldr="0"/>
      <dgm:spPr>
        <a:solidFill>
          <a:schemeClr val="tx2">
            <a:lumMod val="75000"/>
            <a:lumOff val="25000"/>
          </a:schemeClr>
        </a:solidFill>
      </dgm:spPr>
      <dgm:t>
        <a:bodyPr/>
        <a:lstStyle/>
        <a:p>
          <a:r>
            <a:rPr lang="en-AU"/>
            <a:t>Delivery</a:t>
          </a:r>
        </a:p>
      </dgm:t>
    </dgm:pt>
    <dgm:pt modelId="{C54683B2-CD9B-41F2-A23D-EF3BA8E3648D}" type="parTrans" cxnId="{5BBE3CD0-8A64-4C56-88A8-A16AE2C7ECE6}">
      <dgm:prSet/>
      <dgm:spPr/>
      <dgm:t>
        <a:bodyPr/>
        <a:lstStyle/>
        <a:p>
          <a:endParaRPr lang="en-AU"/>
        </a:p>
      </dgm:t>
    </dgm:pt>
    <dgm:pt modelId="{B12008DE-A740-487F-AE9F-B5DFE5B5354B}" type="sibTrans" cxnId="{5BBE3CD0-8A64-4C56-88A8-A16AE2C7ECE6}">
      <dgm:prSet/>
      <dgm:spPr/>
      <dgm:t>
        <a:bodyPr/>
        <a:lstStyle/>
        <a:p>
          <a:endParaRPr lang="en-AU"/>
        </a:p>
      </dgm:t>
    </dgm:pt>
    <dgm:pt modelId="{B7E335E1-A9F3-42D5-A2D7-DB26CFF308C8}">
      <dgm:prSet phldrT="[Text]" phldr="0"/>
      <dgm:spPr>
        <a:solidFill>
          <a:schemeClr val="bg2">
            <a:lumMod val="25000"/>
          </a:schemeClr>
        </a:solidFill>
      </dgm:spPr>
      <dgm:t>
        <a:bodyPr/>
        <a:lstStyle/>
        <a:p>
          <a:r>
            <a:rPr lang="en-AU"/>
            <a:t>Governance Implementation</a:t>
          </a:r>
        </a:p>
      </dgm:t>
    </dgm:pt>
    <dgm:pt modelId="{BB41534B-2033-45FB-9A86-3473FDF76D0E}" type="parTrans" cxnId="{82801B1A-3F27-4928-8371-81D6909D5EF8}">
      <dgm:prSet/>
      <dgm:spPr/>
      <dgm:t>
        <a:bodyPr/>
        <a:lstStyle/>
        <a:p>
          <a:endParaRPr lang="en-AU"/>
        </a:p>
      </dgm:t>
    </dgm:pt>
    <dgm:pt modelId="{0631CB91-2991-400B-B051-4194CEF73290}" type="sibTrans" cxnId="{82801B1A-3F27-4928-8371-81D6909D5EF8}">
      <dgm:prSet/>
      <dgm:spPr/>
      <dgm:t>
        <a:bodyPr/>
        <a:lstStyle/>
        <a:p>
          <a:endParaRPr lang="en-AU"/>
        </a:p>
      </dgm:t>
    </dgm:pt>
    <dgm:pt modelId="{A9A22A48-EAA3-4A02-B25F-4D0B6F832F06}">
      <dgm:prSet phldrT="[Text]" phldr="0"/>
      <dgm:spPr>
        <a:solidFill>
          <a:schemeClr val="bg2">
            <a:lumMod val="25000"/>
          </a:schemeClr>
        </a:solidFill>
      </dgm:spPr>
      <dgm:t>
        <a:bodyPr/>
        <a:lstStyle/>
        <a:p>
          <a:r>
            <a:rPr lang="en-AU"/>
            <a:t>Data Implementation</a:t>
          </a:r>
        </a:p>
      </dgm:t>
    </dgm:pt>
    <dgm:pt modelId="{E398E0B2-9E9C-4B76-9C12-A131FD54892F}" type="parTrans" cxnId="{22DC5D89-A2D1-48FF-8F37-4E3EEE279CA6}">
      <dgm:prSet/>
      <dgm:spPr/>
      <dgm:t>
        <a:bodyPr/>
        <a:lstStyle/>
        <a:p>
          <a:endParaRPr lang="en-AU"/>
        </a:p>
      </dgm:t>
    </dgm:pt>
    <dgm:pt modelId="{717F086C-A5CC-4DAF-B5EB-B5597141A380}" type="sibTrans" cxnId="{22DC5D89-A2D1-48FF-8F37-4E3EEE279CA6}">
      <dgm:prSet/>
      <dgm:spPr/>
      <dgm:t>
        <a:bodyPr/>
        <a:lstStyle/>
        <a:p>
          <a:endParaRPr lang="en-AU"/>
        </a:p>
      </dgm:t>
    </dgm:pt>
    <dgm:pt modelId="{5AA9CEDD-AE00-4584-931D-4EDD27B0C49E}">
      <dgm:prSet phldrT="[Text]" phldr="0"/>
      <dgm:spPr>
        <a:solidFill>
          <a:schemeClr val="bg2">
            <a:lumMod val="75000"/>
          </a:schemeClr>
        </a:solidFill>
      </dgm:spPr>
      <dgm:t>
        <a:bodyPr/>
        <a:lstStyle/>
        <a:p>
          <a:r>
            <a:rPr lang="en-AU"/>
            <a:t>Governance Artefacts</a:t>
          </a:r>
        </a:p>
      </dgm:t>
    </dgm:pt>
    <dgm:pt modelId="{EBF98B0C-66B9-41B3-BDBE-18C902E75E9A}" type="parTrans" cxnId="{614BCB71-DEA1-49CB-ADC5-D20AA85209AA}">
      <dgm:prSet/>
      <dgm:spPr/>
      <dgm:t>
        <a:bodyPr/>
        <a:lstStyle/>
        <a:p>
          <a:endParaRPr lang="en-AU"/>
        </a:p>
      </dgm:t>
    </dgm:pt>
    <dgm:pt modelId="{71E260E6-D4E4-4CE4-A6B3-18A059096844}" type="sibTrans" cxnId="{614BCB71-DEA1-49CB-ADC5-D20AA85209AA}">
      <dgm:prSet/>
      <dgm:spPr/>
      <dgm:t>
        <a:bodyPr/>
        <a:lstStyle/>
        <a:p>
          <a:endParaRPr lang="en-AU"/>
        </a:p>
      </dgm:t>
    </dgm:pt>
    <dgm:pt modelId="{72E13C97-5D84-47FA-8265-06320C9BCCFD}">
      <dgm:prSet phldrT="[Text]" phldr="0"/>
      <dgm:spPr>
        <a:solidFill>
          <a:schemeClr val="bg2">
            <a:lumMod val="75000"/>
          </a:schemeClr>
        </a:solidFill>
      </dgm:spPr>
      <dgm:t>
        <a:bodyPr/>
        <a:lstStyle/>
        <a:p>
          <a:r>
            <a:rPr lang="en-AU"/>
            <a:t>Committee Structures</a:t>
          </a:r>
        </a:p>
      </dgm:t>
    </dgm:pt>
    <dgm:pt modelId="{D1EE26A9-4CE8-4DB6-9B3E-DB7908C42284}" type="parTrans" cxnId="{B13AC917-C060-475F-B922-518AA076315D}">
      <dgm:prSet/>
      <dgm:spPr/>
      <dgm:t>
        <a:bodyPr/>
        <a:lstStyle/>
        <a:p>
          <a:endParaRPr lang="en-AU"/>
        </a:p>
      </dgm:t>
    </dgm:pt>
    <dgm:pt modelId="{F85A93DA-0F38-42A1-BD7C-84F9BA268595}" type="sibTrans" cxnId="{B13AC917-C060-475F-B922-518AA076315D}">
      <dgm:prSet/>
      <dgm:spPr/>
      <dgm:t>
        <a:bodyPr/>
        <a:lstStyle/>
        <a:p>
          <a:endParaRPr lang="en-AU"/>
        </a:p>
      </dgm:t>
    </dgm:pt>
    <dgm:pt modelId="{DA6F59D5-EE2B-4BCE-A28F-A935A630D0C3}">
      <dgm:prSet phldrT="[Text]" phldr="0"/>
      <dgm:spPr>
        <a:solidFill>
          <a:schemeClr val="bg2">
            <a:lumMod val="75000"/>
          </a:schemeClr>
        </a:solidFill>
      </dgm:spPr>
      <dgm:t>
        <a:bodyPr/>
        <a:lstStyle/>
        <a:p>
          <a:r>
            <a:rPr lang="en-AU"/>
            <a:t>Management Process</a:t>
          </a:r>
        </a:p>
      </dgm:t>
    </dgm:pt>
    <dgm:pt modelId="{846F7E52-FB87-44EC-8536-A38813B75680}" type="parTrans" cxnId="{4E9AD961-E158-4A07-8745-DDBCBAB75891}">
      <dgm:prSet/>
      <dgm:spPr/>
      <dgm:t>
        <a:bodyPr/>
        <a:lstStyle/>
        <a:p>
          <a:endParaRPr lang="en-AU"/>
        </a:p>
      </dgm:t>
    </dgm:pt>
    <dgm:pt modelId="{2C48460A-A022-4A11-BBD3-18FE287C1DD8}" type="sibTrans" cxnId="{4E9AD961-E158-4A07-8745-DDBCBAB75891}">
      <dgm:prSet/>
      <dgm:spPr/>
      <dgm:t>
        <a:bodyPr/>
        <a:lstStyle/>
        <a:p>
          <a:endParaRPr lang="en-AU"/>
        </a:p>
      </dgm:t>
    </dgm:pt>
    <dgm:pt modelId="{5E0F4334-0928-42B6-965F-A8CA486C9AF0}">
      <dgm:prSet phldrT="[Text]" phldr="0"/>
      <dgm:spPr>
        <a:solidFill>
          <a:schemeClr val="bg2">
            <a:lumMod val="75000"/>
          </a:schemeClr>
        </a:solidFill>
      </dgm:spPr>
      <dgm:t>
        <a:bodyPr/>
        <a:lstStyle/>
        <a:p>
          <a:r>
            <a:rPr lang="en-AU"/>
            <a:t>Data Standards</a:t>
          </a:r>
        </a:p>
      </dgm:t>
    </dgm:pt>
    <dgm:pt modelId="{5C699522-7800-45DB-9361-F4130FAE4B03}" type="parTrans" cxnId="{E467875D-6839-49A5-80CC-FE6A1F17889D}">
      <dgm:prSet/>
      <dgm:spPr/>
      <dgm:t>
        <a:bodyPr/>
        <a:lstStyle/>
        <a:p>
          <a:endParaRPr lang="en-AU"/>
        </a:p>
      </dgm:t>
    </dgm:pt>
    <dgm:pt modelId="{E89C788B-0630-4026-B65E-0B1CCAFC3DFA}" type="sibTrans" cxnId="{E467875D-6839-49A5-80CC-FE6A1F17889D}">
      <dgm:prSet/>
      <dgm:spPr/>
      <dgm:t>
        <a:bodyPr/>
        <a:lstStyle/>
        <a:p>
          <a:endParaRPr lang="en-AU"/>
        </a:p>
      </dgm:t>
    </dgm:pt>
    <dgm:pt modelId="{583F4520-1953-4CC2-B809-000295BA89E8}">
      <dgm:prSet phldrT="[Text]" phldr="0"/>
      <dgm:spPr>
        <a:solidFill>
          <a:schemeClr val="bg2">
            <a:lumMod val="75000"/>
          </a:schemeClr>
        </a:solidFill>
      </dgm:spPr>
      <dgm:t>
        <a:bodyPr/>
        <a:lstStyle/>
        <a:p>
          <a:r>
            <a:rPr lang="en-AU"/>
            <a:t>Ownership Controls</a:t>
          </a:r>
        </a:p>
      </dgm:t>
    </dgm:pt>
    <dgm:pt modelId="{9B138F8A-A1F6-4FAD-8E95-BEE1A59D3841}" type="parTrans" cxnId="{5F2FA4D6-2FAB-44DB-8D6C-09EFA3B3091D}">
      <dgm:prSet/>
      <dgm:spPr/>
      <dgm:t>
        <a:bodyPr/>
        <a:lstStyle/>
        <a:p>
          <a:endParaRPr lang="en-AU"/>
        </a:p>
      </dgm:t>
    </dgm:pt>
    <dgm:pt modelId="{92823A06-5544-4A6F-949D-99663D2B832C}" type="sibTrans" cxnId="{5F2FA4D6-2FAB-44DB-8D6C-09EFA3B3091D}">
      <dgm:prSet/>
      <dgm:spPr/>
      <dgm:t>
        <a:bodyPr/>
        <a:lstStyle/>
        <a:p>
          <a:endParaRPr lang="en-AU"/>
        </a:p>
      </dgm:t>
    </dgm:pt>
    <dgm:pt modelId="{021B5089-25C3-4018-8E13-766E0C375F48}">
      <dgm:prSet phldrT="[Text]" phldr="0"/>
      <dgm:spPr>
        <a:solidFill>
          <a:schemeClr val="tx2">
            <a:lumMod val="75000"/>
            <a:lumOff val="25000"/>
          </a:schemeClr>
        </a:solidFill>
      </dgm:spPr>
      <dgm:t>
        <a:bodyPr/>
        <a:lstStyle/>
        <a:p>
          <a:r>
            <a:rPr lang="en-AU"/>
            <a:t>Transition</a:t>
          </a:r>
        </a:p>
      </dgm:t>
    </dgm:pt>
    <dgm:pt modelId="{0E42D102-811A-4276-A418-495C4A4D5A35}" type="parTrans" cxnId="{660EDEB1-3912-41F2-A2E9-CF452151BEDB}">
      <dgm:prSet/>
      <dgm:spPr/>
      <dgm:t>
        <a:bodyPr/>
        <a:lstStyle/>
        <a:p>
          <a:endParaRPr lang="en-AU"/>
        </a:p>
      </dgm:t>
    </dgm:pt>
    <dgm:pt modelId="{E90EA8EE-BFC1-4A1B-9B85-76D17C3755FE}" type="sibTrans" cxnId="{660EDEB1-3912-41F2-A2E9-CF452151BEDB}">
      <dgm:prSet/>
      <dgm:spPr/>
      <dgm:t>
        <a:bodyPr/>
        <a:lstStyle/>
        <a:p>
          <a:endParaRPr lang="en-AU"/>
        </a:p>
      </dgm:t>
    </dgm:pt>
    <dgm:pt modelId="{4B5C6D8A-8794-41A1-BBCB-A0C9AD93CDA0}">
      <dgm:prSet phldrT="[Text]" phldr="0"/>
      <dgm:spPr/>
      <dgm:t>
        <a:bodyPr/>
        <a:lstStyle/>
        <a:p>
          <a:r>
            <a:rPr lang="en-AU"/>
            <a:t>Adoption Plan</a:t>
          </a:r>
        </a:p>
      </dgm:t>
    </dgm:pt>
    <dgm:pt modelId="{4A2B8B04-49DF-434E-94BD-93827425E0BD}" type="parTrans" cxnId="{DBEAA6B4-8EFD-4863-BDB5-9D3D42072731}">
      <dgm:prSet/>
      <dgm:spPr/>
      <dgm:t>
        <a:bodyPr/>
        <a:lstStyle/>
        <a:p>
          <a:endParaRPr lang="en-AU"/>
        </a:p>
      </dgm:t>
    </dgm:pt>
    <dgm:pt modelId="{400E7428-DBDE-48D4-8B1A-359BB15A0772}" type="sibTrans" cxnId="{DBEAA6B4-8EFD-4863-BDB5-9D3D42072731}">
      <dgm:prSet/>
      <dgm:spPr/>
      <dgm:t>
        <a:bodyPr/>
        <a:lstStyle/>
        <a:p>
          <a:endParaRPr lang="en-AU"/>
        </a:p>
      </dgm:t>
    </dgm:pt>
    <dgm:pt modelId="{0E1327A6-AC31-4800-8C27-B5A707A75919}">
      <dgm:prSet phldrT="[Text]" phldr="0"/>
      <dgm:spPr>
        <a:solidFill>
          <a:schemeClr val="bg2">
            <a:lumMod val="75000"/>
          </a:schemeClr>
        </a:solidFill>
      </dgm:spPr>
      <dgm:t>
        <a:bodyPr/>
        <a:lstStyle/>
        <a:p>
          <a:r>
            <a:rPr lang="en-AU" dirty="0"/>
            <a:t>Communications Plan</a:t>
          </a:r>
        </a:p>
      </dgm:t>
    </dgm:pt>
    <dgm:pt modelId="{5E6D24F2-EAB4-49FC-9CAA-8695A27B58B0}" type="parTrans" cxnId="{8CFE2C27-1280-47AA-B3EB-0BB513FA5095}">
      <dgm:prSet/>
      <dgm:spPr/>
      <dgm:t>
        <a:bodyPr/>
        <a:lstStyle/>
        <a:p>
          <a:endParaRPr lang="en-AU"/>
        </a:p>
      </dgm:t>
    </dgm:pt>
    <dgm:pt modelId="{496B8755-CC38-4FBB-B194-9CFC7D200C46}" type="sibTrans" cxnId="{8CFE2C27-1280-47AA-B3EB-0BB513FA5095}">
      <dgm:prSet/>
      <dgm:spPr/>
      <dgm:t>
        <a:bodyPr/>
        <a:lstStyle/>
        <a:p>
          <a:endParaRPr lang="en-AU"/>
        </a:p>
      </dgm:t>
    </dgm:pt>
    <dgm:pt modelId="{D3653E06-8835-4B8E-ADBE-2824546FAB24}">
      <dgm:prSet phldrT="[Text]" phldr="0"/>
      <dgm:spPr>
        <a:solidFill>
          <a:schemeClr val="bg2">
            <a:lumMod val="75000"/>
          </a:schemeClr>
        </a:solidFill>
      </dgm:spPr>
      <dgm:t>
        <a:bodyPr/>
        <a:lstStyle/>
        <a:p>
          <a:r>
            <a:rPr lang="en-AU"/>
            <a:t>Benefits Baseline</a:t>
          </a:r>
        </a:p>
      </dgm:t>
    </dgm:pt>
    <dgm:pt modelId="{2BA036D2-531F-4485-B0EF-1009B34E059F}" type="parTrans" cxnId="{CDF2BD78-2C9F-4507-88B1-9D5E16C49E4B}">
      <dgm:prSet/>
      <dgm:spPr/>
      <dgm:t>
        <a:bodyPr/>
        <a:lstStyle/>
        <a:p>
          <a:endParaRPr lang="en-AU"/>
        </a:p>
      </dgm:t>
    </dgm:pt>
    <dgm:pt modelId="{C4E153D2-CE6A-4BED-9F64-A6D5B83371D5}" type="sibTrans" cxnId="{CDF2BD78-2C9F-4507-88B1-9D5E16C49E4B}">
      <dgm:prSet/>
      <dgm:spPr/>
      <dgm:t>
        <a:bodyPr/>
        <a:lstStyle/>
        <a:p>
          <a:endParaRPr lang="en-AU"/>
        </a:p>
      </dgm:t>
    </dgm:pt>
    <dgm:pt modelId="{F07CE4D9-BC58-4AAB-8425-5E61C7E7DAFC}">
      <dgm:prSet phldrT="[Text]" phldr="0"/>
      <dgm:spPr>
        <a:solidFill>
          <a:schemeClr val="tx2">
            <a:lumMod val="75000"/>
            <a:lumOff val="25000"/>
          </a:schemeClr>
        </a:solidFill>
      </dgm:spPr>
      <dgm:t>
        <a:bodyPr/>
        <a:lstStyle/>
        <a:p>
          <a:r>
            <a:rPr lang="en-AU"/>
            <a:t>Delivery</a:t>
          </a:r>
        </a:p>
      </dgm:t>
    </dgm:pt>
    <dgm:pt modelId="{095CBBC6-B9E4-4DF2-9371-D1267DD8C5DB}" type="parTrans" cxnId="{E82C0B08-B566-41DA-BD76-71DB30886E81}">
      <dgm:prSet/>
      <dgm:spPr/>
      <dgm:t>
        <a:bodyPr/>
        <a:lstStyle/>
        <a:p>
          <a:endParaRPr lang="en-AU"/>
        </a:p>
      </dgm:t>
    </dgm:pt>
    <dgm:pt modelId="{2C84AEEE-D625-4C85-A532-93CC7F1F92AA}" type="sibTrans" cxnId="{E82C0B08-B566-41DA-BD76-71DB30886E81}">
      <dgm:prSet/>
      <dgm:spPr/>
      <dgm:t>
        <a:bodyPr/>
        <a:lstStyle/>
        <a:p>
          <a:endParaRPr lang="en-AU"/>
        </a:p>
      </dgm:t>
    </dgm:pt>
    <dgm:pt modelId="{B1716553-DDF0-4464-B1BC-8036116D1904}">
      <dgm:prSet phldrT="[Text]" phldr="0"/>
      <dgm:spPr>
        <a:solidFill>
          <a:schemeClr val="bg2">
            <a:lumMod val="75000"/>
          </a:schemeClr>
        </a:solidFill>
      </dgm:spPr>
      <dgm:t>
        <a:bodyPr/>
        <a:lstStyle/>
        <a:p>
          <a:r>
            <a:rPr lang="en-AU"/>
            <a:t>Future State Service Design</a:t>
          </a:r>
        </a:p>
      </dgm:t>
    </dgm:pt>
    <dgm:pt modelId="{70B2F95B-C17B-422C-B96A-DBA0CC038D4A}" type="parTrans" cxnId="{6568EAA2-6F93-459E-9345-7345A5D0D5C8}">
      <dgm:prSet/>
      <dgm:spPr/>
      <dgm:t>
        <a:bodyPr/>
        <a:lstStyle/>
        <a:p>
          <a:endParaRPr lang="en-AU"/>
        </a:p>
      </dgm:t>
    </dgm:pt>
    <dgm:pt modelId="{14AFB2B8-0E45-491A-A3AC-19ED5878F557}" type="sibTrans" cxnId="{6568EAA2-6F93-459E-9345-7345A5D0D5C8}">
      <dgm:prSet/>
      <dgm:spPr/>
      <dgm:t>
        <a:bodyPr/>
        <a:lstStyle/>
        <a:p>
          <a:endParaRPr lang="en-AU"/>
        </a:p>
      </dgm:t>
    </dgm:pt>
    <dgm:pt modelId="{F1FC4225-0E4A-4DF5-8AF7-AB18C4253689}">
      <dgm:prSet phldrT="[Text]" phldr="0"/>
      <dgm:spPr>
        <a:solidFill>
          <a:schemeClr val="bg2">
            <a:lumMod val="75000"/>
          </a:schemeClr>
        </a:solidFill>
      </dgm:spPr>
      <dgm:t>
        <a:bodyPr/>
        <a:lstStyle/>
        <a:p>
          <a:r>
            <a:rPr lang="en-AU"/>
            <a:t>Integration Design</a:t>
          </a:r>
        </a:p>
      </dgm:t>
    </dgm:pt>
    <dgm:pt modelId="{D7697434-ADDF-4F28-95A6-2A4EA043777D}" type="parTrans" cxnId="{C78082E7-B066-4BE6-B8D4-FD1AF7CBA618}">
      <dgm:prSet/>
      <dgm:spPr/>
      <dgm:t>
        <a:bodyPr/>
        <a:lstStyle/>
        <a:p>
          <a:endParaRPr lang="en-AU"/>
        </a:p>
      </dgm:t>
    </dgm:pt>
    <dgm:pt modelId="{9F58B1D8-5C30-48F9-839C-7F1F3EDE1B6C}" type="sibTrans" cxnId="{C78082E7-B066-4BE6-B8D4-FD1AF7CBA618}">
      <dgm:prSet/>
      <dgm:spPr/>
      <dgm:t>
        <a:bodyPr/>
        <a:lstStyle/>
        <a:p>
          <a:endParaRPr lang="en-AU"/>
        </a:p>
      </dgm:t>
    </dgm:pt>
    <dgm:pt modelId="{B371A65B-0BF1-46AF-BE91-8A5F7EDF8E97}">
      <dgm:prSet phldrT="[Text]" phldr="0"/>
      <dgm:spPr>
        <a:solidFill>
          <a:schemeClr val="bg2">
            <a:lumMod val="75000"/>
          </a:schemeClr>
        </a:solidFill>
      </dgm:spPr>
      <dgm:t>
        <a:bodyPr/>
        <a:lstStyle/>
        <a:p>
          <a:r>
            <a:rPr lang="en-AU"/>
            <a:t>Interface Enhancements</a:t>
          </a:r>
        </a:p>
      </dgm:t>
    </dgm:pt>
    <dgm:pt modelId="{7745F8DB-936E-4337-BA5B-77C791AD9562}" type="parTrans" cxnId="{8C52BAF7-A187-4246-A30F-78A7322DC35C}">
      <dgm:prSet/>
      <dgm:spPr/>
      <dgm:t>
        <a:bodyPr/>
        <a:lstStyle/>
        <a:p>
          <a:endParaRPr lang="en-AU"/>
        </a:p>
      </dgm:t>
    </dgm:pt>
    <dgm:pt modelId="{CBB4EA8B-00A1-4385-9A6E-940C861F49AD}" type="sibTrans" cxnId="{8C52BAF7-A187-4246-A30F-78A7322DC35C}">
      <dgm:prSet/>
      <dgm:spPr/>
      <dgm:t>
        <a:bodyPr/>
        <a:lstStyle/>
        <a:p>
          <a:endParaRPr lang="en-AU"/>
        </a:p>
      </dgm:t>
    </dgm:pt>
    <dgm:pt modelId="{D8FB0DD6-5730-49A2-8853-A9929F20C64C}">
      <dgm:prSet phldrT="[Text]" phldr="0"/>
      <dgm:spPr>
        <a:solidFill>
          <a:schemeClr val="bg2">
            <a:lumMod val="75000"/>
          </a:schemeClr>
        </a:solidFill>
      </dgm:spPr>
      <dgm:t>
        <a:bodyPr/>
        <a:lstStyle/>
        <a:p>
          <a:r>
            <a:rPr lang="en-AU"/>
            <a:t>Service Enhancements</a:t>
          </a:r>
        </a:p>
      </dgm:t>
    </dgm:pt>
    <dgm:pt modelId="{66032DAB-A697-4CE6-A50C-FEAADF26F9C9}" type="parTrans" cxnId="{C6BD11CD-2BD7-45F6-83B7-51DDE540DBA4}">
      <dgm:prSet/>
      <dgm:spPr/>
      <dgm:t>
        <a:bodyPr/>
        <a:lstStyle/>
        <a:p>
          <a:endParaRPr lang="en-AU"/>
        </a:p>
      </dgm:t>
    </dgm:pt>
    <dgm:pt modelId="{1D2DDB6B-4416-499A-A638-AFBCBB7D6DBB}" type="sibTrans" cxnId="{C6BD11CD-2BD7-45F6-83B7-51DDE540DBA4}">
      <dgm:prSet/>
      <dgm:spPr/>
      <dgm:t>
        <a:bodyPr/>
        <a:lstStyle/>
        <a:p>
          <a:endParaRPr lang="en-AU"/>
        </a:p>
      </dgm:t>
    </dgm:pt>
    <dgm:pt modelId="{F1F05255-7EED-418E-9D42-7427C5870479}">
      <dgm:prSet phldrT="[Text]" phldr="0"/>
      <dgm:spPr>
        <a:solidFill>
          <a:schemeClr val="bg2">
            <a:lumMod val="25000"/>
          </a:schemeClr>
        </a:solidFill>
      </dgm:spPr>
      <dgm:t>
        <a:bodyPr/>
        <a:lstStyle/>
        <a:p>
          <a:r>
            <a:rPr lang="en-AU"/>
            <a:t>Business Discovery</a:t>
          </a:r>
        </a:p>
      </dgm:t>
    </dgm:pt>
    <dgm:pt modelId="{E180D5EB-FEC7-412D-BCE9-BA3847616023}" type="parTrans" cxnId="{4F7A3861-E8EF-4AA2-9288-8E6D2992FCDC}">
      <dgm:prSet/>
      <dgm:spPr/>
      <dgm:t>
        <a:bodyPr/>
        <a:lstStyle/>
        <a:p>
          <a:endParaRPr lang="en-AU"/>
        </a:p>
      </dgm:t>
    </dgm:pt>
    <dgm:pt modelId="{04DE5B08-10E1-430A-9EF5-E815840130F0}" type="sibTrans" cxnId="{4F7A3861-E8EF-4AA2-9288-8E6D2992FCDC}">
      <dgm:prSet/>
      <dgm:spPr/>
      <dgm:t>
        <a:bodyPr/>
        <a:lstStyle/>
        <a:p>
          <a:endParaRPr lang="en-AU"/>
        </a:p>
      </dgm:t>
    </dgm:pt>
    <dgm:pt modelId="{D3CE3FAA-0099-4AEA-A6D0-17A8A7734B0E}">
      <dgm:prSet phldrT="[Text]"/>
      <dgm:spPr>
        <a:solidFill>
          <a:schemeClr val="bg2">
            <a:lumMod val="75000"/>
          </a:schemeClr>
        </a:solidFill>
      </dgm:spPr>
      <dgm:t>
        <a:bodyPr/>
        <a:lstStyle/>
        <a:p>
          <a:r>
            <a:rPr lang="en-AU"/>
            <a:t>Current Process Assessment</a:t>
          </a:r>
        </a:p>
      </dgm:t>
    </dgm:pt>
    <dgm:pt modelId="{60EB6D41-37C4-4F4F-9103-BDAD7CE848E2}" type="parTrans" cxnId="{6E67F63A-039D-4AC9-85AE-98A68D6F8DA8}">
      <dgm:prSet/>
      <dgm:spPr/>
      <dgm:t>
        <a:bodyPr/>
        <a:lstStyle/>
        <a:p>
          <a:endParaRPr lang="en-AU"/>
        </a:p>
      </dgm:t>
    </dgm:pt>
    <dgm:pt modelId="{52E5C332-D767-4FC2-B556-959E00603FF1}" type="sibTrans" cxnId="{6E67F63A-039D-4AC9-85AE-98A68D6F8DA8}">
      <dgm:prSet/>
      <dgm:spPr/>
      <dgm:t>
        <a:bodyPr/>
        <a:lstStyle/>
        <a:p>
          <a:endParaRPr lang="en-AU"/>
        </a:p>
      </dgm:t>
    </dgm:pt>
    <dgm:pt modelId="{D60495A8-2048-477D-AFD5-52765B154FDC}">
      <dgm:prSet/>
      <dgm:spPr>
        <a:solidFill>
          <a:schemeClr val="bg2">
            <a:lumMod val="75000"/>
          </a:schemeClr>
        </a:solidFill>
      </dgm:spPr>
      <dgm:t>
        <a:bodyPr/>
        <a:lstStyle/>
        <a:p>
          <a:r>
            <a:rPr lang="en-AU"/>
            <a:t>User Assessment</a:t>
          </a:r>
        </a:p>
      </dgm:t>
    </dgm:pt>
    <dgm:pt modelId="{C95B6263-7540-4EF5-9837-E50062706DDE}" type="parTrans" cxnId="{25E0EDF9-5569-4230-B2DF-B249B2FD7EF4}">
      <dgm:prSet/>
      <dgm:spPr/>
      <dgm:t>
        <a:bodyPr/>
        <a:lstStyle/>
        <a:p>
          <a:endParaRPr lang="en-AU"/>
        </a:p>
      </dgm:t>
    </dgm:pt>
    <dgm:pt modelId="{439B76FA-9460-40F8-9581-9249E34E3D43}" type="sibTrans" cxnId="{25E0EDF9-5569-4230-B2DF-B249B2FD7EF4}">
      <dgm:prSet/>
      <dgm:spPr/>
      <dgm:t>
        <a:bodyPr/>
        <a:lstStyle/>
        <a:p>
          <a:endParaRPr lang="en-AU"/>
        </a:p>
      </dgm:t>
    </dgm:pt>
    <dgm:pt modelId="{7F8A7C11-64C3-4429-B905-3C4323189ABA}">
      <dgm:prSet phldrT="[Text]"/>
      <dgm:spPr>
        <a:solidFill>
          <a:schemeClr val="bg2">
            <a:lumMod val="25000"/>
          </a:schemeClr>
        </a:solidFill>
      </dgm:spPr>
      <dgm:t>
        <a:bodyPr/>
        <a:lstStyle/>
        <a:p>
          <a:r>
            <a:rPr lang="en-AU"/>
            <a:t>Technical Discovery</a:t>
          </a:r>
        </a:p>
      </dgm:t>
    </dgm:pt>
    <dgm:pt modelId="{7E5BB268-CB88-4F27-8C04-81C656AF0862}" type="parTrans" cxnId="{F72A3EE5-49A9-4C69-88BC-7C80E5A3A95C}">
      <dgm:prSet/>
      <dgm:spPr/>
      <dgm:t>
        <a:bodyPr/>
        <a:lstStyle/>
        <a:p>
          <a:endParaRPr lang="en-AU"/>
        </a:p>
      </dgm:t>
    </dgm:pt>
    <dgm:pt modelId="{D60F8BF5-18F8-4907-85D8-68D5142DA3FA}" type="sibTrans" cxnId="{F72A3EE5-49A9-4C69-88BC-7C80E5A3A95C}">
      <dgm:prSet/>
      <dgm:spPr/>
      <dgm:t>
        <a:bodyPr/>
        <a:lstStyle/>
        <a:p>
          <a:endParaRPr lang="en-AU"/>
        </a:p>
      </dgm:t>
    </dgm:pt>
    <dgm:pt modelId="{E42C0EAE-ACEC-45B2-8C56-61F700F9368B}">
      <dgm:prSet phldrT="[Text]"/>
      <dgm:spPr>
        <a:solidFill>
          <a:schemeClr val="bg2">
            <a:lumMod val="75000"/>
          </a:schemeClr>
        </a:solidFill>
      </dgm:spPr>
      <dgm:t>
        <a:bodyPr/>
        <a:lstStyle/>
        <a:p>
          <a:r>
            <a:rPr lang="en-AU"/>
            <a:t>Interface Assessment</a:t>
          </a:r>
        </a:p>
      </dgm:t>
    </dgm:pt>
    <dgm:pt modelId="{E0E64423-99B8-46DC-98F0-C9D71B558B2A}" type="parTrans" cxnId="{8DD42A81-D6AC-48FD-8ABF-F021C54E08E4}">
      <dgm:prSet/>
      <dgm:spPr/>
      <dgm:t>
        <a:bodyPr/>
        <a:lstStyle/>
        <a:p>
          <a:endParaRPr lang="en-AU"/>
        </a:p>
      </dgm:t>
    </dgm:pt>
    <dgm:pt modelId="{0161B0DF-343C-4FA1-8A6B-AA3FC84F314C}" type="sibTrans" cxnId="{8DD42A81-D6AC-48FD-8ABF-F021C54E08E4}">
      <dgm:prSet/>
      <dgm:spPr/>
      <dgm:t>
        <a:bodyPr/>
        <a:lstStyle/>
        <a:p>
          <a:endParaRPr lang="en-AU"/>
        </a:p>
      </dgm:t>
    </dgm:pt>
    <dgm:pt modelId="{3735A814-76D3-4818-8DA1-2023A7CA95C7}">
      <dgm:prSet/>
      <dgm:spPr>
        <a:solidFill>
          <a:schemeClr val="bg2">
            <a:lumMod val="75000"/>
          </a:schemeClr>
        </a:solidFill>
      </dgm:spPr>
      <dgm:t>
        <a:bodyPr/>
        <a:lstStyle/>
        <a:p>
          <a:r>
            <a:rPr lang="en-AU"/>
            <a:t>Service Assessment</a:t>
          </a:r>
        </a:p>
      </dgm:t>
    </dgm:pt>
    <dgm:pt modelId="{0C710E75-844B-48CE-91CE-D144B51058D6}" type="parTrans" cxnId="{6849B599-6E5E-4927-BB3F-D036840257E2}">
      <dgm:prSet/>
      <dgm:spPr/>
      <dgm:t>
        <a:bodyPr/>
        <a:lstStyle/>
        <a:p>
          <a:endParaRPr lang="en-AU"/>
        </a:p>
      </dgm:t>
    </dgm:pt>
    <dgm:pt modelId="{013B0002-8059-409E-A724-F1D20055A482}" type="sibTrans" cxnId="{6849B599-6E5E-4927-BB3F-D036840257E2}">
      <dgm:prSet/>
      <dgm:spPr/>
      <dgm:t>
        <a:bodyPr/>
        <a:lstStyle/>
        <a:p>
          <a:endParaRPr lang="en-AU"/>
        </a:p>
      </dgm:t>
    </dgm:pt>
    <dgm:pt modelId="{4791CC2A-ED07-4CC0-814C-180E2E708BCD}">
      <dgm:prSet/>
      <dgm:spPr>
        <a:solidFill>
          <a:schemeClr val="bg2">
            <a:lumMod val="75000"/>
          </a:schemeClr>
        </a:solidFill>
      </dgm:spPr>
      <dgm:t>
        <a:bodyPr/>
        <a:lstStyle/>
        <a:p>
          <a:r>
            <a:rPr lang="en-AU"/>
            <a:t>Integration Assessment</a:t>
          </a:r>
        </a:p>
      </dgm:t>
    </dgm:pt>
    <dgm:pt modelId="{2E3A2599-02D1-4176-84D5-BD69D3E26B03}" type="parTrans" cxnId="{FDB88D31-7FA7-41F4-9436-87AE95D2AB41}">
      <dgm:prSet/>
      <dgm:spPr/>
      <dgm:t>
        <a:bodyPr/>
        <a:lstStyle/>
        <a:p>
          <a:endParaRPr lang="en-AU"/>
        </a:p>
      </dgm:t>
    </dgm:pt>
    <dgm:pt modelId="{D629D895-F34C-4F3D-B00A-75F82BC4E9FA}" type="sibTrans" cxnId="{FDB88D31-7FA7-41F4-9436-87AE95D2AB41}">
      <dgm:prSet/>
      <dgm:spPr/>
      <dgm:t>
        <a:bodyPr/>
        <a:lstStyle/>
        <a:p>
          <a:endParaRPr lang="en-AU"/>
        </a:p>
      </dgm:t>
    </dgm:pt>
    <dgm:pt modelId="{F4BABE74-254C-4FEA-B43C-2C2D6433B48C}">
      <dgm:prSet phldrT="[Text]" phldr="0"/>
      <dgm:spPr>
        <a:solidFill>
          <a:schemeClr val="bg2">
            <a:lumMod val="25000"/>
          </a:schemeClr>
        </a:solidFill>
      </dgm:spPr>
      <dgm:t>
        <a:bodyPr/>
        <a:lstStyle/>
        <a:p>
          <a:r>
            <a:rPr lang="en-AU"/>
            <a:t>Risk Discovery</a:t>
          </a:r>
        </a:p>
      </dgm:t>
    </dgm:pt>
    <dgm:pt modelId="{F7D45185-1C6F-4AD9-8393-F5C8782238A3}" type="parTrans" cxnId="{CDB4A617-30E5-4B19-8DD5-04AF7F9277FA}">
      <dgm:prSet/>
      <dgm:spPr/>
      <dgm:t>
        <a:bodyPr/>
        <a:lstStyle/>
        <a:p>
          <a:endParaRPr lang="en-AU"/>
        </a:p>
      </dgm:t>
    </dgm:pt>
    <dgm:pt modelId="{6C6D8C9E-05DC-4A1E-8902-77A232B300AC}" type="sibTrans" cxnId="{CDB4A617-30E5-4B19-8DD5-04AF7F9277FA}">
      <dgm:prSet/>
      <dgm:spPr/>
      <dgm:t>
        <a:bodyPr/>
        <a:lstStyle/>
        <a:p>
          <a:endParaRPr lang="en-AU"/>
        </a:p>
      </dgm:t>
    </dgm:pt>
    <dgm:pt modelId="{1B1DB1B2-F695-4FC4-8E2F-4DD8FE4B70E0}">
      <dgm:prSet phldrT="[Text]"/>
      <dgm:spPr>
        <a:solidFill>
          <a:schemeClr val="bg2">
            <a:lumMod val="75000"/>
          </a:schemeClr>
        </a:solidFill>
      </dgm:spPr>
      <dgm:t>
        <a:bodyPr/>
        <a:lstStyle/>
        <a:p>
          <a:r>
            <a:rPr lang="en-AU"/>
            <a:t>Gap Analysis</a:t>
          </a:r>
        </a:p>
      </dgm:t>
    </dgm:pt>
    <dgm:pt modelId="{4C45DFC1-161C-476C-A1F2-B9D0E36B34C7}" type="parTrans" cxnId="{308E8975-80B5-421E-AE6C-5ED80CC90EB9}">
      <dgm:prSet/>
      <dgm:spPr/>
      <dgm:t>
        <a:bodyPr/>
        <a:lstStyle/>
        <a:p>
          <a:endParaRPr lang="en-AU"/>
        </a:p>
      </dgm:t>
    </dgm:pt>
    <dgm:pt modelId="{2E404D61-0328-4702-82F9-02850BE14D8A}" type="sibTrans" cxnId="{308E8975-80B5-421E-AE6C-5ED80CC90EB9}">
      <dgm:prSet/>
      <dgm:spPr/>
      <dgm:t>
        <a:bodyPr/>
        <a:lstStyle/>
        <a:p>
          <a:endParaRPr lang="en-AU"/>
        </a:p>
      </dgm:t>
    </dgm:pt>
    <dgm:pt modelId="{DC078674-2B79-44B6-BE12-ED78A1E7F28F}">
      <dgm:prSet/>
      <dgm:spPr>
        <a:solidFill>
          <a:schemeClr val="bg2">
            <a:lumMod val="75000"/>
          </a:schemeClr>
        </a:solidFill>
      </dgm:spPr>
      <dgm:t>
        <a:bodyPr/>
        <a:lstStyle/>
        <a:p>
          <a:r>
            <a:rPr lang="en-AU"/>
            <a:t>Risk Assessment</a:t>
          </a:r>
        </a:p>
      </dgm:t>
    </dgm:pt>
    <dgm:pt modelId="{794B3A96-2C24-484E-990F-5DC06CACE812}" type="parTrans" cxnId="{0EFECEA8-002D-4ECF-ADF4-8F7EC3E89243}">
      <dgm:prSet/>
      <dgm:spPr/>
      <dgm:t>
        <a:bodyPr/>
        <a:lstStyle/>
        <a:p>
          <a:endParaRPr lang="en-AU"/>
        </a:p>
      </dgm:t>
    </dgm:pt>
    <dgm:pt modelId="{A13BF6C7-E48C-4D19-B1BC-7AA49FE3BFCA}" type="sibTrans" cxnId="{0EFECEA8-002D-4ECF-ADF4-8F7EC3E89243}">
      <dgm:prSet/>
      <dgm:spPr/>
      <dgm:t>
        <a:bodyPr/>
        <a:lstStyle/>
        <a:p>
          <a:endParaRPr lang="en-AU"/>
        </a:p>
      </dgm:t>
    </dgm:pt>
    <dgm:pt modelId="{2AC9A4EC-3F6D-4130-8362-E2A029BAF022}">
      <dgm:prSet phldrT="[Text]" phldr="0"/>
      <dgm:spPr>
        <a:solidFill>
          <a:schemeClr val="tx2">
            <a:lumMod val="75000"/>
            <a:lumOff val="25000"/>
          </a:schemeClr>
        </a:solidFill>
      </dgm:spPr>
      <dgm:t>
        <a:bodyPr/>
        <a:lstStyle/>
        <a:p>
          <a:r>
            <a:rPr lang="en-AU"/>
            <a:t>Transition</a:t>
          </a:r>
        </a:p>
      </dgm:t>
    </dgm:pt>
    <dgm:pt modelId="{DDE08E7B-5244-4619-89BB-46A8A7D789D0}" type="parTrans" cxnId="{94438A56-7D69-4313-82A9-0C44F02455D0}">
      <dgm:prSet/>
      <dgm:spPr/>
      <dgm:t>
        <a:bodyPr/>
        <a:lstStyle/>
        <a:p>
          <a:endParaRPr lang="en-AU"/>
        </a:p>
      </dgm:t>
    </dgm:pt>
    <dgm:pt modelId="{C675E471-A754-4EA6-9720-CF786ED4E280}" type="sibTrans" cxnId="{94438A56-7D69-4313-82A9-0C44F02455D0}">
      <dgm:prSet/>
      <dgm:spPr/>
      <dgm:t>
        <a:bodyPr/>
        <a:lstStyle/>
        <a:p>
          <a:endParaRPr lang="en-AU"/>
        </a:p>
      </dgm:t>
    </dgm:pt>
    <dgm:pt modelId="{9EDA86DC-81A2-4417-86A6-BD6BB16DA56D}">
      <dgm:prSet phldrT="[Text]" phldr="0"/>
      <dgm:spPr>
        <a:solidFill>
          <a:schemeClr val="bg2">
            <a:lumMod val="75000"/>
          </a:schemeClr>
        </a:solidFill>
      </dgm:spPr>
      <dgm:t>
        <a:bodyPr/>
        <a:lstStyle/>
        <a:p>
          <a:r>
            <a:rPr lang="en-AU"/>
            <a:t>Release Readiness Assessment</a:t>
          </a:r>
        </a:p>
      </dgm:t>
    </dgm:pt>
    <dgm:pt modelId="{DA15AA31-3E64-490F-AED0-8C5641294B4B}" type="parTrans" cxnId="{5EE16854-AC50-47B7-BEB2-6D9698B92DCB}">
      <dgm:prSet/>
      <dgm:spPr/>
      <dgm:t>
        <a:bodyPr/>
        <a:lstStyle/>
        <a:p>
          <a:endParaRPr lang="en-AU"/>
        </a:p>
      </dgm:t>
    </dgm:pt>
    <dgm:pt modelId="{A53477B8-A953-42EA-A7BC-ECE30DB70F50}" type="sibTrans" cxnId="{5EE16854-AC50-47B7-BEB2-6D9698B92DCB}">
      <dgm:prSet/>
      <dgm:spPr/>
      <dgm:t>
        <a:bodyPr/>
        <a:lstStyle/>
        <a:p>
          <a:endParaRPr lang="en-AU"/>
        </a:p>
      </dgm:t>
    </dgm:pt>
    <dgm:pt modelId="{1E7CF004-8EFD-4CAD-8BFF-961E8401BE93}">
      <dgm:prSet phldrT="[Text]" phldr="0"/>
      <dgm:spPr>
        <a:solidFill>
          <a:schemeClr val="bg2">
            <a:lumMod val="75000"/>
          </a:schemeClr>
        </a:solidFill>
      </dgm:spPr>
      <dgm:t>
        <a:bodyPr/>
        <a:lstStyle/>
        <a:p>
          <a:r>
            <a:rPr lang="en-AU"/>
            <a:t>Operational Handover</a:t>
          </a:r>
        </a:p>
      </dgm:t>
    </dgm:pt>
    <dgm:pt modelId="{1F1410A4-BCBE-4B86-9AA6-0843EFEF408A}" type="parTrans" cxnId="{8FFC889B-8576-49B9-AADD-587AE9883732}">
      <dgm:prSet/>
      <dgm:spPr/>
      <dgm:t>
        <a:bodyPr/>
        <a:lstStyle/>
        <a:p>
          <a:endParaRPr lang="en-AU"/>
        </a:p>
      </dgm:t>
    </dgm:pt>
    <dgm:pt modelId="{043ED748-3D43-4FED-8664-90100D581BD6}" type="sibTrans" cxnId="{8FFC889B-8576-49B9-AADD-587AE9883732}">
      <dgm:prSet/>
      <dgm:spPr/>
      <dgm:t>
        <a:bodyPr/>
        <a:lstStyle/>
        <a:p>
          <a:endParaRPr lang="en-AU"/>
        </a:p>
      </dgm:t>
    </dgm:pt>
    <dgm:pt modelId="{1B230E48-4E89-4D7B-B5E6-00CFDFE3C343}">
      <dgm:prSet phldrT="[Text]" phldr="0"/>
      <dgm:spPr>
        <a:solidFill>
          <a:schemeClr val="bg2">
            <a:lumMod val="25000"/>
          </a:schemeClr>
        </a:solidFill>
      </dgm:spPr>
      <dgm:t>
        <a:bodyPr/>
        <a:lstStyle/>
        <a:p>
          <a:r>
            <a:rPr lang="en-AU"/>
            <a:t>Business Discovery</a:t>
          </a:r>
        </a:p>
      </dgm:t>
    </dgm:pt>
    <dgm:pt modelId="{154A8910-BF43-4405-9D89-426114B79D9F}" type="parTrans" cxnId="{D8514391-70F1-4159-8909-16827CEA0DE6}">
      <dgm:prSet/>
      <dgm:spPr/>
      <dgm:t>
        <a:bodyPr/>
        <a:lstStyle/>
        <a:p>
          <a:endParaRPr lang="en-AU"/>
        </a:p>
      </dgm:t>
    </dgm:pt>
    <dgm:pt modelId="{306BAC5F-D414-47A3-8E8F-061FB097DF64}" type="sibTrans" cxnId="{D8514391-70F1-4159-8909-16827CEA0DE6}">
      <dgm:prSet/>
      <dgm:spPr/>
      <dgm:t>
        <a:bodyPr/>
        <a:lstStyle/>
        <a:p>
          <a:endParaRPr lang="en-AU"/>
        </a:p>
      </dgm:t>
    </dgm:pt>
    <dgm:pt modelId="{612E2D92-85C0-4E80-9AC9-6C21ED763068}">
      <dgm:prSet phldrT="[Text]" phldr="0"/>
      <dgm:spPr>
        <a:solidFill>
          <a:schemeClr val="bg2">
            <a:lumMod val="75000"/>
          </a:schemeClr>
        </a:solidFill>
      </dgm:spPr>
      <dgm:t>
        <a:bodyPr/>
        <a:lstStyle/>
        <a:p>
          <a:r>
            <a:rPr lang="en-AU"/>
            <a:t>Current Process Assessment</a:t>
          </a:r>
        </a:p>
      </dgm:t>
    </dgm:pt>
    <dgm:pt modelId="{26E83CA6-D3EE-49C3-96F3-B3F22A98D2A4}" type="parTrans" cxnId="{4EEBC316-4684-4416-B93E-96BD42AD842B}">
      <dgm:prSet/>
      <dgm:spPr/>
      <dgm:t>
        <a:bodyPr/>
        <a:lstStyle/>
        <a:p>
          <a:endParaRPr lang="en-AU"/>
        </a:p>
      </dgm:t>
    </dgm:pt>
    <dgm:pt modelId="{84BA5770-0F05-423D-9D3F-B7DDC7DB26DD}" type="sibTrans" cxnId="{4EEBC316-4684-4416-B93E-96BD42AD842B}">
      <dgm:prSet/>
      <dgm:spPr/>
      <dgm:t>
        <a:bodyPr/>
        <a:lstStyle/>
        <a:p>
          <a:endParaRPr lang="en-AU"/>
        </a:p>
      </dgm:t>
    </dgm:pt>
    <dgm:pt modelId="{067145A3-B2F1-49F7-BACA-D8D0EDBE1551}">
      <dgm:prSet phldrT="[Text]" phldr="0"/>
      <dgm:spPr>
        <a:solidFill>
          <a:schemeClr val="bg2">
            <a:lumMod val="75000"/>
          </a:schemeClr>
        </a:solidFill>
      </dgm:spPr>
      <dgm:t>
        <a:bodyPr/>
        <a:lstStyle/>
        <a:p>
          <a:r>
            <a:rPr lang="en-AU"/>
            <a:t>User Assessment</a:t>
          </a:r>
        </a:p>
      </dgm:t>
    </dgm:pt>
    <dgm:pt modelId="{1B0918FA-C3CE-4F5E-9E58-07B6BAC67E68}" type="parTrans" cxnId="{C879AD95-4B92-41AE-94F9-A8FC221A94D1}">
      <dgm:prSet/>
      <dgm:spPr/>
      <dgm:t>
        <a:bodyPr/>
        <a:lstStyle/>
        <a:p>
          <a:endParaRPr lang="en-AU"/>
        </a:p>
      </dgm:t>
    </dgm:pt>
    <dgm:pt modelId="{4BE3B022-F82D-41AB-985F-59F1B740FD08}" type="sibTrans" cxnId="{C879AD95-4B92-41AE-94F9-A8FC221A94D1}">
      <dgm:prSet/>
      <dgm:spPr/>
      <dgm:t>
        <a:bodyPr/>
        <a:lstStyle/>
        <a:p>
          <a:endParaRPr lang="en-AU"/>
        </a:p>
      </dgm:t>
    </dgm:pt>
    <dgm:pt modelId="{BCAEB837-9924-46F9-964C-9E2FEA06BE11}">
      <dgm:prSet phldrT="[Text]" phldr="0"/>
      <dgm:spPr>
        <a:solidFill>
          <a:schemeClr val="bg2">
            <a:lumMod val="25000"/>
          </a:schemeClr>
        </a:solidFill>
      </dgm:spPr>
      <dgm:t>
        <a:bodyPr/>
        <a:lstStyle/>
        <a:p>
          <a:r>
            <a:rPr lang="en-AU"/>
            <a:t>Technical Discovery</a:t>
          </a:r>
        </a:p>
      </dgm:t>
    </dgm:pt>
    <dgm:pt modelId="{A0B1F5CC-35DE-4A30-AEDB-E4A05D2CFA23}" type="parTrans" cxnId="{CEDE4164-0375-4D4F-97E6-B2EC10BFEC17}">
      <dgm:prSet/>
      <dgm:spPr/>
      <dgm:t>
        <a:bodyPr/>
        <a:lstStyle/>
        <a:p>
          <a:endParaRPr lang="en-AU"/>
        </a:p>
      </dgm:t>
    </dgm:pt>
    <dgm:pt modelId="{10F363BF-051E-4D96-89CC-93CBF4D5E883}" type="sibTrans" cxnId="{CEDE4164-0375-4D4F-97E6-B2EC10BFEC17}">
      <dgm:prSet/>
      <dgm:spPr/>
      <dgm:t>
        <a:bodyPr/>
        <a:lstStyle/>
        <a:p>
          <a:endParaRPr lang="en-AU"/>
        </a:p>
      </dgm:t>
    </dgm:pt>
    <dgm:pt modelId="{92BDB16F-72EB-46AB-ADE0-89722D4C77C0}">
      <dgm:prSet phldrT="[Text]" phldr="0"/>
      <dgm:spPr>
        <a:solidFill>
          <a:schemeClr val="bg2">
            <a:lumMod val="75000"/>
          </a:schemeClr>
        </a:solidFill>
      </dgm:spPr>
      <dgm:t>
        <a:bodyPr/>
        <a:lstStyle/>
        <a:p>
          <a:r>
            <a:rPr lang="en-AU"/>
            <a:t>Interface Assessment</a:t>
          </a:r>
        </a:p>
      </dgm:t>
    </dgm:pt>
    <dgm:pt modelId="{E815C228-C6B2-4C57-9A07-5583455E2A8F}" type="parTrans" cxnId="{B6EB69FB-4013-47EF-93D6-03624961CA32}">
      <dgm:prSet/>
      <dgm:spPr/>
      <dgm:t>
        <a:bodyPr/>
        <a:lstStyle/>
        <a:p>
          <a:endParaRPr lang="en-AU"/>
        </a:p>
      </dgm:t>
    </dgm:pt>
    <dgm:pt modelId="{0B479FB5-DB34-4D1E-A289-29BEB4231BAC}" type="sibTrans" cxnId="{B6EB69FB-4013-47EF-93D6-03624961CA32}">
      <dgm:prSet/>
      <dgm:spPr/>
      <dgm:t>
        <a:bodyPr/>
        <a:lstStyle/>
        <a:p>
          <a:endParaRPr lang="en-AU"/>
        </a:p>
      </dgm:t>
    </dgm:pt>
    <dgm:pt modelId="{307790BE-99A0-4EE1-BF23-5AE3B054DA3D}">
      <dgm:prSet phldrT="[Text]" phldr="0"/>
      <dgm:spPr>
        <a:solidFill>
          <a:schemeClr val="bg2">
            <a:lumMod val="75000"/>
          </a:schemeClr>
        </a:solidFill>
      </dgm:spPr>
      <dgm:t>
        <a:bodyPr/>
        <a:lstStyle/>
        <a:p>
          <a:r>
            <a:rPr lang="en-AU"/>
            <a:t>Service Assessments</a:t>
          </a:r>
        </a:p>
      </dgm:t>
    </dgm:pt>
    <dgm:pt modelId="{AF81931E-CC79-4750-831D-F70BD44DF7F3}" type="sibTrans" cxnId="{5D34FEEE-362E-46B7-AF87-CE1EE1BE1120}">
      <dgm:prSet/>
      <dgm:spPr/>
      <dgm:t>
        <a:bodyPr/>
        <a:lstStyle/>
        <a:p>
          <a:endParaRPr lang="en-AU"/>
        </a:p>
      </dgm:t>
    </dgm:pt>
    <dgm:pt modelId="{F000B40E-A29D-41BD-860E-404754E42BF9}" type="parTrans" cxnId="{5D34FEEE-362E-46B7-AF87-CE1EE1BE1120}">
      <dgm:prSet/>
      <dgm:spPr/>
      <dgm:t>
        <a:bodyPr/>
        <a:lstStyle/>
        <a:p>
          <a:endParaRPr lang="en-AU"/>
        </a:p>
      </dgm:t>
    </dgm:pt>
    <dgm:pt modelId="{854B5B42-661B-4835-916F-06399B512871}">
      <dgm:prSet phldrT="[Text]" phldr="0"/>
      <dgm:spPr>
        <a:solidFill>
          <a:schemeClr val="bg2">
            <a:lumMod val="75000"/>
          </a:schemeClr>
        </a:solidFill>
      </dgm:spPr>
      <dgm:t>
        <a:bodyPr/>
        <a:lstStyle/>
        <a:p>
          <a:r>
            <a:rPr lang="en-AU"/>
            <a:t>Integration Assessment</a:t>
          </a:r>
        </a:p>
      </dgm:t>
    </dgm:pt>
    <dgm:pt modelId="{7C747682-88EE-493A-8104-ACF9570CF6C9}" type="parTrans" cxnId="{BA1CB6CA-A734-4020-9925-430FCAFD59BC}">
      <dgm:prSet/>
      <dgm:spPr/>
      <dgm:t>
        <a:bodyPr/>
        <a:lstStyle/>
        <a:p>
          <a:endParaRPr lang="en-AU"/>
        </a:p>
      </dgm:t>
    </dgm:pt>
    <dgm:pt modelId="{27F48ED9-B98C-452D-ACF8-7CFA59601135}" type="sibTrans" cxnId="{BA1CB6CA-A734-4020-9925-430FCAFD59BC}">
      <dgm:prSet/>
      <dgm:spPr/>
      <dgm:t>
        <a:bodyPr/>
        <a:lstStyle/>
        <a:p>
          <a:endParaRPr lang="en-AU"/>
        </a:p>
      </dgm:t>
    </dgm:pt>
    <dgm:pt modelId="{CB6D8FBE-EA7B-4A8E-8B1F-21C5CFEBF97A}">
      <dgm:prSet phldrT="[Text]" phldr="0"/>
      <dgm:spPr>
        <a:solidFill>
          <a:schemeClr val="bg2">
            <a:lumMod val="25000"/>
          </a:schemeClr>
        </a:solidFill>
      </dgm:spPr>
      <dgm:t>
        <a:bodyPr/>
        <a:lstStyle/>
        <a:p>
          <a:r>
            <a:rPr lang="en-AU"/>
            <a:t>Risk Discovery</a:t>
          </a:r>
        </a:p>
      </dgm:t>
    </dgm:pt>
    <dgm:pt modelId="{7B223D0C-6899-453F-85BA-81EC0D2395C5}" type="parTrans" cxnId="{43AEAA07-2ECA-46B7-A471-5D007ACB8974}">
      <dgm:prSet/>
      <dgm:spPr/>
      <dgm:t>
        <a:bodyPr/>
        <a:lstStyle/>
        <a:p>
          <a:endParaRPr lang="en-AU"/>
        </a:p>
      </dgm:t>
    </dgm:pt>
    <dgm:pt modelId="{2AA9FB05-381E-4352-A06C-EEDDF94991CE}" type="sibTrans" cxnId="{43AEAA07-2ECA-46B7-A471-5D007ACB8974}">
      <dgm:prSet/>
      <dgm:spPr/>
      <dgm:t>
        <a:bodyPr/>
        <a:lstStyle/>
        <a:p>
          <a:endParaRPr lang="en-AU"/>
        </a:p>
      </dgm:t>
    </dgm:pt>
    <dgm:pt modelId="{84BDC038-AD7F-46A0-9D31-13D0A2274358}">
      <dgm:prSet phldrT="[Text]" phldr="0"/>
      <dgm:spPr>
        <a:solidFill>
          <a:schemeClr val="bg2">
            <a:lumMod val="75000"/>
          </a:schemeClr>
        </a:solidFill>
      </dgm:spPr>
      <dgm:t>
        <a:bodyPr/>
        <a:lstStyle/>
        <a:p>
          <a:r>
            <a:rPr lang="en-AU"/>
            <a:t>Gap Analysis</a:t>
          </a:r>
        </a:p>
      </dgm:t>
    </dgm:pt>
    <dgm:pt modelId="{A7BD5BDD-F7D6-4321-9568-3FB22961CF6E}" type="parTrans" cxnId="{075D0CC7-6DD2-404A-BF3F-8D83F560C265}">
      <dgm:prSet/>
      <dgm:spPr/>
      <dgm:t>
        <a:bodyPr/>
        <a:lstStyle/>
        <a:p>
          <a:endParaRPr lang="en-AU"/>
        </a:p>
      </dgm:t>
    </dgm:pt>
    <dgm:pt modelId="{753C72E6-F13B-415C-AC0F-4676E792A699}" type="sibTrans" cxnId="{075D0CC7-6DD2-404A-BF3F-8D83F560C265}">
      <dgm:prSet/>
      <dgm:spPr/>
      <dgm:t>
        <a:bodyPr/>
        <a:lstStyle/>
        <a:p>
          <a:endParaRPr lang="en-AU"/>
        </a:p>
      </dgm:t>
    </dgm:pt>
    <dgm:pt modelId="{079E905E-769D-4152-9DDB-A5330EF74753}">
      <dgm:prSet phldrT="[Text]" phldr="0"/>
      <dgm:spPr>
        <a:solidFill>
          <a:schemeClr val="bg2">
            <a:lumMod val="75000"/>
          </a:schemeClr>
        </a:solidFill>
      </dgm:spPr>
      <dgm:t>
        <a:bodyPr/>
        <a:lstStyle/>
        <a:p>
          <a:r>
            <a:rPr lang="en-AU"/>
            <a:t>Risk Assessment</a:t>
          </a:r>
        </a:p>
      </dgm:t>
    </dgm:pt>
    <dgm:pt modelId="{ADFF9405-80A0-410C-B14C-9E14F1D328AF}" type="parTrans" cxnId="{E16A48D9-B553-4183-ACFA-0A8B1D252B7B}">
      <dgm:prSet/>
      <dgm:spPr/>
      <dgm:t>
        <a:bodyPr/>
        <a:lstStyle/>
        <a:p>
          <a:endParaRPr lang="en-AU"/>
        </a:p>
      </dgm:t>
    </dgm:pt>
    <dgm:pt modelId="{5CDD23AA-2C33-4274-90FE-95BF290E9BEE}" type="sibTrans" cxnId="{E16A48D9-B553-4183-ACFA-0A8B1D252B7B}">
      <dgm:prSet/>
      <dgm:spPr/>
      <dgm:t>
        <a:bodyPr/>
        <a:lstStyle/>
        <a:p>
          <a:endParaRPr lang="en-AU"/>
        </a:p>
      </dgm:t>
    </dgm:pt>
    <dgm:pt modelId="{C95CA0BB-CCBD-4083-9654-FA2AEB739304}">
      <dgm:prSet phldrT="[Text]" phldr="0"/>
      <dgm:spPr>
        <a:solidFill>
          <a:schemeClr val="bg2">
            <a:lumMod val="75000"/>
          </a:schemeClr>
        </a:solidFill>
      </dgm:spPr>
      <dgm:t>
        <a:bodyPr/>
        <a:lstStyle/>
        <a:p>
          <a:r>
            <a:rPr lang="en-AU" dirty="0"/>
            <a:t>Future State Service Design</a:t>
          </a:r>
        </a:p>
      </dgm:t>
    </dgm:pt>
    <dgm:pt modelId="{9A284A1E-4918-4297-8A72-6B0925B197E9}" type="parTrans" cxnId="{445327FC-AD7D-4BCB-99B3-BE9B61F304EB}">
      <dgm:prSet/>
      <dgm:spPr/>
      <dgm:t>
        <a:bodyPr/>
        <a:lstStyle/>
        <a:p>
          <a:endParaRPr lang="en-AU"/>
        </a:p>
      </dgm:t>
    </dgm:pt>
    <dgm:pt modelId="{E8C81739-2AEA-414E-9DCD-C70E9B00F795}" type="sibTrans" cxnId="{445327FC-AD7D-4BCB-99B3-BE9B61F304EB}">
      <dgm:prSet/>
      <dgm:spPr/>
      <dgm:t>
        <a:bodyPr/>
        <a:lstStyle/>
        <a:p>
          <a:endParaRPr lang="en-AU"/>
        </a:p>
      </dgm:t>
    </dgm:pt>
    <dgm:pt modelId="{F9142AAF-7A9C-4C3D-B9D0-E7E126163DE4}">
      <dgm:prSet phldrT="[Text]" phldr="0"/>
      <dgm:spPr>
        <a:solidFill>
          <a:schemeClr val="bg2">
            <a:lumMod val="75000"/>
          </a:schemeClr>
        </a:solidFill>
      </dgm:spPr>
      <dgm:t>
        <a:bodyPr/>
        <a:lstStyle/>
        <a:p>
          <a:r>
            <a:rPr lang="en-AU"/>
            <a:t>Integration Design</a:t>
          </a:r>
        </a:p>
      </dgm:t>
    </dgm:pt>
    <dgm:pt modelId="{25689287-43F7-46CC-A2C0-58B97039B0DE}" type="parTrans" cxnId="{1EB1FFB0-5D84-487A-B859-03848FC98A61}">
      <dgm:prSet/>
      <dgm:spPr/>
      <dgm:t>
        <a:bodyPr/>
        <a:lstStyle/>
        <a:p>
          <a:endParaRPr lang="en-AU"/>
        </a:p>
      </dgm:t>
    </dgm:pt>
    <dgm:pt modelId="{AD6720AC-8F73-4CDB-BD10-C91C4A9FE37C}" type="sibTrans" cxnId="{1EB1FFB0-5D84-487A-B859-03848FC98A61}">
      <dgm:prSet/>
      <dgm:spPr/>
      <dgm:t>
        <a:bodyPr/>
        <a:lstStyle/>
        <a:p>
          <a:endParaRPr lang="en-AU"/>
        </a:p>
      </dgm:t>
    </dgm:pt>
    <dgm:pt modelId="{2298900B-F80F-4D4D-96D3-6C957919937F}">
      <dgm:prSet phldrT="[Text]" phldr="0"/>
      <dgm:spPr>
        <a:solidFill>
          <a:schemeClr val="bg2">
            <a:lumMod val="75000"/>
          </a:schemeClr>
        </a:solidFill>
      </dgm:spPr>
      <dgm:t>
        <a:bodyPr/>
        <a:lstStyle/>
        <a:p>
          <a:r>
            <a:rPr lang="en-AU" dirty="0"/>
            <a:t>Interface Enhancements</a:t>
          </a:r>
        </a:p>
      </dgm:t>
    </dgm:pt>
    <dgm:pt modelId="{767A3ED7-29B0-4169-8B52-6BBCB8DE4A6A}" type="parTrans" cxnId="{C34CD075-965D-4782-A013-54C65E65EA09}">
      <dgm:prSet/>
      <dgm:spPr/>
      <dgm:t>
        <a:bodyPr/>
        <a:lstStyle/>
        <a:p>
          <a:endParaRPr lang="en-AU"/>
        </a:p>
      </dgm:t>
    </dgm:pt>
    <dgm:pt modelId="{8DD1D11D-0EC0-40F6-8EE3-158162563407}" type="sibTrans" cxnId="{C34CD075-965D-4782-A013-54C65E65EA09}">
      <dgm:prSet/>
      <dgm:spPr/>
      <dgm:t>
        <a:bodyPr/>
        <a:lstStyle/>
        <a:p>
          <a:endParaRPr lang="en-AU"/>
        </a:p>
      </dgm:t>
    </dgm:pt>
    <dgm:pt modelId="{5CCDEBD3-6629-47A5-A434-F797A71577A8}">
      <dgm:prSet phldrT="[Text]" phldr="0"/>
      <dgm:spPr>
        <a:solidFill>
          <a:schemeClr val="bg2">
            <a:lumMod val="75000"/>
          </a:schemeClr>
        </a:solidFill>
      </dgm:spPr>
      <dgm:t>
        <a:bodyPr/>
        <a:lstStyle/>
        <a:p>
          <a:r>
            <a:rPr lang="en-AU" dirty="0"/>
            <a:t>Service Enhancements</a:t>
          </a:r>
        </a:p>
      </dgm:t>
    </dgm:pt>
    <dgm:pt modelId="{175A7557-7D95-4E41-90D8-73252170E5BD}" type="parTrans" cxnId="{EC61CF3E-0F7B-41F1-8073-2DC3017B3EA1}">
      <dgm:prSet/>
      <dgm:spPr/>
      <dgm:t>
        <a:bodyPr/>
        <a:lstStyle/>
        <a:p>
          <a:endParaRPr lang="en-AU"/>
        </a:p>
      </dgm:t>
    </dgm:pt>
    <dgm:pt modelId="{3842B8AA-592E-4488-A590-75FEACA08413}" type="sibTrans" cxnId="{EC61CF3E-0F7B-41F1-8073-2DC3017B3EA1}">
      <dgm:prSet/>
      <dgm:spPr/>
      <dgm:t>
        <a:bodyPr/>
        <a:lstStyle/>
        <a:p>
          <a:endParaRPr lang="en-AU"/>
        </a:p>
      </dgm:t>
    </dgm:pt>
    <dgm:pt modelId="{D68F3F03-69C5-4CD5-8936-79C58D3198ED}">
      <dgm:prSet phldrT="[Text]" phldr="0"/>
      <dgm:spPr>
        <a:solidFill>
          <a:schemeClr val="bg2">
            <a:lumMod val="75000"/>
          </a:schemeClr>
        </a:solidFill>
      </dgm:spPr>
      <dgm:t>
        <a:bodyPr/>
        <a:lstStyle/>
        <a:p>
          <a:r>
            <a:rPr lang="en-AU" dirty="0"/>
            <a:t>Release Readiness Assessment</a:t>
          </a:r>
        </a:p>
      </dgm:t>
    </dgm:pt>
    <dgm:pt modelId="{1313936B-3891-42D8-B9E1-E9A81DC413FD}" type="parTrans" cxnId="{4B69DC43-3452-4796-81B6-F0E0E373B40C}">
      <dgm:prSet/>
      <dgm:spPr/>
      <dgm:t>
        <a:bodyPr/>
        <a:lstStyle/>
        <a:p>
          <a:endParaRPr lang="en-AU"/>
        </a:p>
      </dgm:t>
    </dgm:pt>
    <dgm:pt modelId="{323D35B3-1035-4D1D-BCCE-0EF7FF45B1E1}" type="sibTrans" cxnId="{4B69DC43-3452-4796-81B6-F0E0E373B40C}">
      <dgm:prSet/>
      <dgm:spPr/>
      <dgm:t>
        <a:bodyPr/>
        <a:lstStyle/>
        <a:p>
          <a:endParaRPr lang="en-AU"/>
        </a:p>
      </dgm:t>
    </dgm:pt>
    <dgm:pt modelId="{2C3FDBE5-2167-407B-813A-C18411B1360B}">
      <dgm:prSet phldrT="[Text]" phldr="0"/>
      <dgm:spPr>
        <a:solidFill>
          <a:schemeClr val="bg2">
            <a:lumMod val="75000"/>
          </a:schemeClr>
        </a:solidFill>
      </dgm:spPr>
      <dgm:t>
        <a:bodyPr/>
        <a:lstStyle/>
        <a:p>
          <a:r>
            <a:rPr lang="en-AU" dirty="0"/>
            <a:t>Operational Handover</a:t>
          </a:r>
        </a:p>
      </dgm:t>
    </dgm:pt>
    <dgm:pt modelId="{8AEB1825-7C05-473A-921C-CE2BBEDAF689}" type="parTrans" cxnId="{B0F339EF-70B3-46A2-BA59-75BAC428E078}">
      <dgm:prSet/>
      <dgm:spPr/>
      <dgm:t>
        <a:bodyPr/>
        <a:lstStyle/>
        <a:p>
          <a:endParaRPr lang="en-AU"/>
        </a:p>
      </dgm:t>
    </dgm:pt>
    <dgm:pt modelId="{AF02C232-3C89-45C9-8541-911B248BA404}" type="sibTrans" cxnId="{B0F339EF-70B3-46A2-BA59-75BAC428E078}">
      <dgm:prSet/>
      <dgm:spPr/>
      <dgm:t>
        <a:bodyPr/>
        <a:lstStyle/>
        <a:p>
          <a:endParaRPr lang="en-AU"/>
        </a:p>
      </dgm:t>
    </dgm:pt>
    <dgm:pt modelId="{CE01B670-1EEA-4848-90D3-DFD1C7C7F55F}" type="pres">
      <dgm:prSet presAssocID="{DBEA68D6-E158-4934-BAF2-CD3B153353BA}" presName="hierChild1" presStyleCnt="0">
        <dgm:presLayoutVars>
          <dgm:orgChart val="1"/>
          <dgm:chPref val="1"/>
          <dgm:dir/>
          <dgm:animOne val="branch"/>
          <dgm:animLvl val="lvl"/>
          <dgm:resizeHandles/>
        </dgm:presLayoutVars>
      </dgm:prSet>
      <dgm:spPr/>
    </dgm:pt>
    <dgm:pt modelId="{3AF247A6-5907-446E-AA6F-4BAC28FD9F2C}" type="pres">
      <dgm:prSet presAssocID="{10A0EA3D-3AD4-4A16-AC66-3525B6400D15}" presName="hierRoot1" presStyleCnt="0">
        <dgm:presLayoutVars>
          <dgm:hierBranch val="init"/>
        </dgm:presLayoutVars>
      </dgm:prSet>
      <dgm:spPr/>
    </dgm:pt>
    <dgm:pt modelId="{FB8CCF8C-63A8-4B00-B8C6-A24AC6552628}" type="pres">
      <dgm:prSet presAssocID="{10A0EA3D-3AD4-4A16-AC66-3525B6400D15}" presName="rootComposite1" presStyleCnt="0"/>
      <dgm:spPr/>
    </dgm:pt>
    <dgm:pt modelId="{248530AC-F178-403E-A897-42E299E5ED21}" type="pres">
      <dgm:prSet presAssocID="{10A0EA3D-3AD4-4A16-AC66-3525B6400D15}" presName="rootText1" presStyleLbl="node0" presStyleIdx="0" presStyleCnt="1" custScaleX="2000000" custScaleY="226725" custLinFactNeighborX="-53210">
        <dgm:presLayoutVars>
          <dgm:chPref val="3"/>
        </dgm:presLayoutVars>
      </dgm:prSet>
      <dgm:spPr/>
    </dgm:pt>
    <dgm:pt modelId="{BD047E60-9F9C-4B43-B9EF-1A7F5A8327BA}" type="pres">
      <dgm:prSet presAssocID="{10A0EA3D-3AD4-4A16-AC66-3525B6400D15}" presName="rootConnector1" presStyleLbl="node1" presStyleIdx="0" presStyleCnt="0"/>
      <dgm:spPr/>
    </dgm:pt>
    <dgm:pt modelId="{9098D234-D388-4106-B539-B7C38DD6D81C}" type="pres">
      <dgm:prSet presAssocID="{10A0EA3D-3AD4-4A16-AC66-3525B6400D15}" presName="hierChild2" presStyleCnt="0"/>
      <dgm:spPr/>
    </dgm:pt>
    <dgm:pt modelId="{A6E2B9B1-B808-4C3E-9CA4-FDBFEB7C6E12}" type="pres">
      <dgm:prSet presAssocID="{691118F6-AAF5-40E0-AD6D-235FADC018C0}" presName="Name37" presStyleLbl="parChTrans1D2" presStyleIdx="0" presStyleCnt="3"/>
      <dgm:spPr/>
    </dgm:pt>
    <dgm:pt modelId="{842694ED-63FE-41F5-8205-A2D2ED7AB622}" type="pres">
      <dgm:prSet presAssocID="{92162928-B373-4802-B988-4C318FAE4B4C}" presName="hierRoot2" presStyleCnt="0">
        <dgm:presLayoutVars>
          <dgm:hierBranch val="init"/>
        </dgm:presLayoutVars>
      </dgm:prSet>
      <dgm:spPr/>
    </dgm:pt>
    <dgm:pt modelId="{156B7B81-9C4B-4435-88FA-61CD1E94F7AC}" type="pres">
      <dgm:prSet presAssocID="{92162928-B373-4802-B988-4C318FAE4B4C}" presName="rootComposite" presStyleCnt="0"/>
      <dgm:spPr/>
    </dgm:pt>
    <dgm:pt modelId="{E053A169-9C0A-4979-A9C3-739101C47B4F}" type="pres">
      <dgm:prSet presAssocID="{92162928-B373-4802-B988-4C318FAE4B4C}" presName="rootText" presStyleLbl="node2" presStyleIdx="0" presStyleCnt="3" custScaleX="1054432" custLinFactNeighborX="-71943" custLinFactNeighborY="2878">
        <dgm:presLayoutVars>
          <dgm:chPref val="3"/>
        </dgm:presLayoutVars>
      </dgm:prSet>
      <dgm:spPr/>
    </dgm:pt>
    <dgm:pt modelId="{38710617-AD94-492E-877A-67DEA8A29246}" type="pres">
      <dgm:prSet presAssocID="{92162928-B373-4802-B988-4C318FAE4B4C}" presName="rootConnector" presStyleLbl="node2" presStyleIdx="0" presStyleCnt="3"/>
      <dgm:spPr/>
    </dgm:pt>
    <dgm:pt modelId="{EE25FEE9-C0A4-43A3-BC29-09C1DC02735B}" type="pres">
      <dgm:prSet presAssocID="{92162928-B373-4802-B988-4C318FAE4B4C}" presName="hierChild4" presStyleCnt="0"/>
      <dgm:spPr/>
    </dgm:pt>
    <dgm:pt modelId="{EDFF0DCF-8733-4B5E-925F-FB7A26254795}" type="pres">
      <dgm:prSet presAssocID="{B3C76091-5368-4912-B5FF-0AD3F30CA124}" presName="Name37" presStyleLbl="parChTrans1D3" presStyleIdx="0" presStyleCnt="12"/>
      <dgm:spPr/>
    </dgm:pt>
    <dgm:pt modelId="{4E75635F-BF0A-40EC-B20D-25ADDAA1BDB8}" type="pres">
      <dgm:prSet presAssocID="{0A6D5C0B-A1BF-41BD-AA8D-43F936D399EA}" presName="hierRoot2" presStyleCnt="0">
        <dgm:presLayoutVars>
          <dgm:hierBranch val="init"/>
        </dgm:presLayoutVars>
      </dgm:prSet>
      <dgm:spPr/>
    </dgm:pt>
    <dgm:pt modelId="{B9E03E8B-7B90-4AD1-B84D-7E27F2A1AA3A}" type="pres">
      <dgm:prSet presAssocID="{0A6D5C0B-A1BF-41BD-AA8D-43F936D399EA}" presName="rootComposite" presStyleCnt="0"/>
      <dgm:spPr/>
    </dgm:pt>
    <dgm:pt modelId="{A16E3FA9-1B5B-46B1-AE9C-23AA6716D2DC}" type="pres">
      <dgm:prSet presAssocID="{0A6D5C0B-A1BF-41BD-AA8D-43F936D399EA}" presName="rootText" presStyleLbl="node3" presStyleIdx="0" presStyleCnt="12">
        <dgm:presLayoutVars>
          <dgm:chPref val="3"/>
        </dgm:presLayoutVars>
      </dgm:prSet>
      <dgm:spPr/>
    </dgm:pt>
    <dgm:pt modelId="{A0AC0E93-74DD-412D-8618-C5AD8E644AE4}" type="pres">
      <dgm:prSet presAssocID="{0A6D5C0B-A1BF-41BD-AA8D-43F936D399EA}" presName="rootConnector" presStyleLbl="node3" presStyleIdx="0" presStyleCnt="12"/>
      <dgm:spPr/>
    </dgm:pt>
    <dgm:pt modelId="{090B3B2D-5D85-4F10-AE97-111017870F80}" type="pres">
      <dgm:prSet presAssocID="{0A6D5C0B-A1BF-41BD-AA8D-43F936D399EA}" presName="hierChild4" presStyleCnt="0"/>
      <dgm:spPr/>
    </dgm:pt>
    <dgm:pt modelId="{91CD8546-DFA9-4185-8750-132EE451A931}" type="pres">
      <dgm:prSet presAssocID="{3A603E36-B990-4048-886B-1CE4086129CF}" presName="Name37" presStyleLbl="parChTrans1D4" presStyleIdx="0" presStyleCnt="64"/>
      <dgm:spPr/>
    </dgm:pt>
    <dgm:pt modelId="{518C9E7F-3BE2-4601-A8F9-F63907CE6749}" type="pres">
      <dgm:prSet presAssocID="{5A42179D-EC3E-4A5C-8F8B-FEE485CACCDF}" presName="hierRoot2" presStyleCnt="0">
        <dgm:presLayoutVars>
          <dgm:hierBranch val="init"/>
        </dgm:presLayoutVars>
      </dgm:prSet>
      <dgm:spPr/>
    </dgm:pt>
    <dgm:pt modelId="{30093EA5-7DB8-4CB4-BAD8-ADACBA61D107}" type="pres">
      <dgm:prSet presAssocID="{5A42179D-EC3E-4A5C-8F8B-FEE485CACCDF}" presName="rootComposite" presStyleCnt="0"/>
      <dgm:spPr/>
    </dgm:pt>
    <dgm:pt modelId="{DC9B7AE9-5984-4C01-A7B8-E46136F86869}" type="pres">
      <dgm:prSet presAssocID="{5A42179D-EC3E-4A5C-8F8B-FEE485CACCDF}" presName="rootText" presStyleLbl="node4" presStyleIdx="0" presStyleCnt="64">
        <dgm:presLayoutVars>
          <dgm:chPref val="3"/>
        </dgm:presLayoutVars>
      </dgm:prSet>
      <dgm:spPr/>
    </dgm:pt>
    <dgm:pt modelId="{7BA67530-1CB3-4F50-BC55-5B3E9BC8C82C}" type="pres">
      <dgm:prSet presAssocID="{5A42179D-EC3E-4A5C-8F8B-FEE485CACCDF}" presName="rootConnector" presStyleLbl="node4" presStyleIdx="0" presStyleCnt="64"/>
      <dgm:spPr/>
    </dgm:pt>
    <dgm:pt modelId="{6A47DC40-B9C1-4035-80C9-81327D84201A}" type="pres">
      <dgm:prSet presAssocID="{5A42179D-EC3E-4A5C-8F8B-FEE485CACCDF}" presName="hierChild4" presStyleCnt="0"/>
      <dgm:spPr/>
    </dgm:pt>
    <dgm:pt modelId="{66E1C7E6-A64F-4F71-B628-280C9F9A84B1}" type="pres">
      <dgm:prSet presAssocID="{E88449D7-FDF8-408A-977B-31F6075B2F4B}" presName="Name37" presStyleLbl="parChTrans1D4" presStyleIdx="1" presStyleCnt="64"/>
      <dgm:spPr/>
    </dgm:pt>
    <dgm:pt modelId="{AC734726-0E70-43FC-82C1-FD7D3746CEE7}" type="pres">
      <dgm:prSet presAssocID="{D5DD8952-EBFB-4144-B3BC-BCD16EF9DA4B}" presName="hierRoot2" presStyleCnt="0">
        <dgm:presLayoutVars>
          <dgm:hierBranch val="init"/>
        </dgm:presLayoutVars>
      </dgm:prSet>
      <dgm:spPr/>
    </dgm:pt>
    <dgm:pt modelId="{8E933A64-9F32-4792-92DC-B9FE14E05DA3}" type="pres">
      <dgm:prSet presAssocID="{D5DD8952-EBFB-4144-B3BC-BCD16EF9DA4B}" presName="rootComposite" presStyleCnt="0"/>
      <dgm:spPr/>
    </dgm:pt>
    <dgm:pt modelId="{72D2B8FF-240C-48D8-B9C2-7DFE3AF7CB3B}" type="pres">
      <dgm:prSet presAssocID="{D5DD8952-EBFB-4144-B3BC-BCD16EF9DA4B}" presName="rootText" presStyleLbl="node4" presStyleIdx="1" presStyleCnt="64">
        <dgm:presLayoutVars>
          <dgm:chPref val="3"/>
        </dgm:presLayoutVars>
      </dgm:prSet>
      <dgm:spPr/>
    </dgm:pt>
    <dgm:pt modelId="{E38BDE39-3A41-46F6-A551-62CA3916033B}" type="pres">
      <dgm:prSet presAssocID="{D5DD8952-EBFB-4144-B3BC-BCD16EF9DA4B}" presName="rootConnector" presStyleLbl="node4" presStyleIdx="1" presStyleCnt="64"/>
      <dgm:spPr/>
    </dgm:pt>
    <dgm:pt modelId="{0AE08E1B-6A61-4AE2-B30F-26F0D4659DAE}" type="pres">
      <dgm:prSet presAssocID="{D5DD8952-EBFB-4144-B3BC-BCD16EF9DA4B}" presName="hierChild4" presStyleCnt="0"/>
      <dgm:spPr/>
    </dgm:pt>
    <dgm:pt modelId="{B05325F3-A0DF-450D-BD09-F10A57F93C1F}" type="pres">
      <dgm:prSet presAssocID="{D5DD8952-EBFB-4144-B3BC-BCD16EF9DA4B}" presName="hierChild5" presStyleCnt="0"/>
      <dgm:spPr/>
    </dgm:pt>
    <dgm:pt modelId="{7F687EE3-C740-44EF-81F5-C24160C39C26}" type="pres">
      <dgm:prSet presAssocID="{7D801419-E0D4-4219-B366-3609C115F2A8}" presName="Name37" presStyleLbl="parChTrans1D4" presStyleIdx="2" presStyleCnt="64"/>
      <dgm:spPr/>
    </dgm:pt>
    <dgm:pt modelId="{61D19BB0-E769-42E1-8DC0-EE3D053FE424}" type="pres">
      <dgm:prSet presAssocID="{D7242625-1BA0-4E4D-96E7-BFBCAF53EA7C}" presName="hierRoot2" presStyleCnt="0">
        <dgm:presLayoutVars>
          <dgm:hierBranch val="init"/>
        </dgm:presLayoutVars>
      </dgm:prSet>
      <dgm:spPr/>
    </dgm:pt>
    <dgm:pt modelId="{29F81622-221F-4ED4-A7E3-22AAAD2C9F6C}" type="pres">
      <dgm:prSet presAssocID="{D7242625-1BA0-4E4D-96E7-BFBCAF53EA7C}" presName="rootComposite" presStyleCnt="0"/>
      <dgm:spPr/>
    </dgm:pt>
    <dgm:pt modelId="{6E9D13A8-0DB7-413A-B469-C6A4E066CD8F}" type="pres">
      <dgm:prSet presAssocID="{D7242625-1BA0-4E4D-96E7-BFBCAF53EA7C}" presName="rootText" presStyleLbl="node4" presStyleIdx="2" presStyleCnt="64">
        <dgm:presLayoutVars>
          <dgm:chPref val="3"/>
        </dgm:presLayoutVars>
      </dgm:prSet>
      <dgm:spPr/>
    </dgm:pt>
    <dgm:pt modelId="{56415853-C6FC-40BE-8FFD-0D7B5CA522E4}" type="pres">
      <dgm:prSet presAssocID="{D7242625-1BA0-4E4D-96E7-BFBCAF53EA7C}" presName="rootConnector" presStyleLbl="node4" presStyleIdx="2" presStyleCnt="64"/>
      <dgm:spPr/>
    </dgm:pt>
    <dgm:pt modelId="{7E5D68F3-0549-4BBF-9844-C0C6B8C28C07}" type="pres">
      <dgm:prSet presAssocID="{D7242625-1BA0-4E4D-96E7-BFBCAF53EA7C}" presName="hierChild4" presStyleCnt="0"/>
      <dgm:spPr/>
    </dgm:pt>
    <dgm:pt modelId="{160ABC96-73BE-4F5B-962D-605C3F307811}" type="pres">
      <dgm:prSet presAssocID="{D7242625-1BA0-4E4D-96E7-BFBCAF53EA7C}" presName="hierChild5" presStyleCnt="0"/>
      <dgm:spPr/>
    </dgm:pt>
    <dgm:pt modelId="{A1AA7F3C-E660-4A68-AABC-FFE0E464D83C}" type="pres">
      <dgm:prSet presAssocID="{7C8B04F3-5F71-439E-926E-3BC4C2B9B229}" presName="Name37" presStyleLbl="parChTrans1D4" presStyleIdx="3" presStyleCnt="64"/>
      <dgm:spPr/>
    </dgm:pt>
    <dgm:pt modelId="{FD912DAC-A0E9-4CB4-94EA-FC2424D91741}" type="pres">
      <dgm:prSet presAssocID="{68480DE3-2018-499F-8F92-883E780CBBD0}" presName="hierRoot2" presStyleCnt="0">
        <dgm:presLayoutVars>
          <dgm:hierBranch val="init"/>
        </dgm:presLayoutVars>
      </dgm:prSet>
      <dgm:spPr/>
    </dgm:pt>
    <dgm:pt modelId="{3000B9B2-0E16-46A6-B653-58D9B7B26638}" type="pres">
      <dgm:prSet presAssocID="{68480DE3-2018-499F-8F92-883E780CBBD0}" presName="rootComposite" presStyleCnt="0"/>
      <dgm:spPr/>
    </dgm:pt>
    <dgm:pt modelId="{9012A185-18BF-409B-A29A-93BEC0571132}" type="pres">
      <dgm:prSet presAssocID="{68480DE3-2018-499F-8F92-883E780CBBD0}" presName="rootText" presStyleLbl="node4" presStyleIdx="3" presStyleCnt="64">
        <dgm:presLayoutVars>
          <dgm:chPref val="3"/>
        </dgm:presLayoutVars>
      </dgm:prSet>
      <dgm:spPr/>
    </dgm:pt>
    <dgm:pt modelId="{8A74DD18-C14D-4C06-8182-616EC8483F07}" type="pres">
      <dgm:prSet presAssocID="{68480DE3-2018-499F-8F92-883E780CBBD0}" presName="rootConnector" presStyleLbl="node4" presStyleIdx="3" presStyleCnt="64"/>
      <dgm:spPr/>
    </dgm:pt>
    <dgm:pt modelId="{F8E9AB2D-8C12-4339-A69C-00E8F7D3A4E7}" type="pres">
      <dgm:prSet presAssocID="{68480DE3-2018-499F-8F92-883E780CBBD0}" presName="hierChild4" presStyleCnt="0"/>
      <dgm:spPr/>
    </dgm:pt>
    <dgm:pt modelId="{EAEDB462-7E22-498E-BE59-EAAEBDBD8FBA}" type="pres">
      <dgm:prSet presAssocID="{68480DE3-2018-499F-8F92-883E780CBBD0}" presName="hierChild5" presStyleCnt="0"/>
      <dgm:spPr/>
    </dgm:pt>
    <dgm:pt modelId="{36AD4B8E-3094-4F0D-ADB3-6B622D3F9E55}" type="pres">
      <dgm:prSet presAssocID="{5A42179D-EC3E-4A5C-8F8B-FEE485CACCDF}" presName="hierChild5" presStyleCnt="0"/>
      <dgm:spPr/>
    </dgm:pt>
    <dgm:pt modelId="{E271776F-6031-473F-B722-558A2C55C3D6}" type="pres">
      <dgm:prSet presAssocID="{2E7B18DD-7669-4E22-BFD7-E4B2A402FB33}" presName="Name37" presStyleLbl="parChTrans1D4" presStyleIdx="4" presStyleCnt="64"/>
      <dgm:spPr/>
    </dgm:pt>
    <dgm:pt modelId="{B323739E-1703-4EAD-9F44-DD98E118395E}" type="pres">
      <dgm:prSet presAssocID="{63222B31-3EB4-404E-B584-CF444A737C35}" presName="hierRoot2" presStyleCnt="0">
        <dgm:presLayoutVars>
          <dgm:hierBranch val="init"/>
        </dgm:presLayoutVars>
      </dgm:prSet>
      <dgm:spPr/>
    </dgm:pt>
    <dgm:pt modelId="{5BCD35B8-3AB8-43F6-9336-9069751E277B}" type="pres">
      <dgm:prSet presAssocID="{63222B31-3EB4-404E-B584-CF444A737C35}" presName="rootComposite" presStyleCnt="0"/>
      <dgm:spPr/>
    </dgm:pt>
    <dgm:pt modelId="{114778C6-162F-4F5E-9259-25B75E9473B4}" type="pres">
      <dgm:prSet presAssocID="{63222B31-3EB4-404E-B584-CF444A737C35}" presName="rootText" presStyleLbl="node4" presStyleIdx="4" presStyleCnt="64">
        <dgm:presLayoutVars>
          <dgm:chPref val="3"/>
        </dgm:presLayoutVars>
      </dgm:prSet>
      <dgm:spPr/>
    </dgm:pt>
    <dgm:pt modelId="{59D1E9FF-01D7-46BD-9B3A-F8AE6501E27F}" type="pres">
      <dgm:prSet presAssocID="{63222B31-3EB4-404E-B584-CF444A737C35}" presName="rootConnector" presStyleLbl="node4" presStyleIdx="4" presStyleCnt="64"/>
      <dgm:spPr/>
    </dgm:pt>
    <dgm:pt modelId="{378A436F-C5A7-4E06-B3AD-535981A70C44}" type="pres">
      <dgm:prSet presAssocID="{63222B31-3EB4-404E-B584-CF444A737C35}" presName="hierChild4" presStyleCnt="0"/>
      <dgm:spPr/>
    </dgm:pt>
    <dgm:pt modelId="{B43BA2A5-6AB7-42D3-B346-5F6A07F4A877}" type="pres">
      <dgm:prSet presAssocID="{0CE07C34-4CA2-4C32-82E8-3BF35C81EC1D}" presName="Name37" presStyleLbl="parChTrans1D4" presStyleIdx="5" presStyleCnt="64"/>
      <dgm:spPr/>
    </dgm:pt>
    <dgm:pt modelId="{DC85144C-4CF4-403D-82E1-414C4F64C576}" type="pres">
      <dgm:prSet presAssocID="{5A5CF42E-03C4-49BB-AB88-9A583FE3C69C}" presName="hierRoot2" presStyleCnt="0">
        <dgm:presLayoutVars>
          <dgm:hierBranch val="init"/>
        </dgm:presLayoutVars>
      </dgm:prSet>
      <dgm:spPr/>
    </dgm:pt>
    <dgm:pt modelId="{32A4DEC8-B541-43DD-945F-240F716461B3}" type="pres">
      <dgm:prSet presAssocID="{5A5CF42E-03C4-49BB-AB88-9A583FE3C69C}" presName="rootComposite" presStyleCnt="0"/>
      <dgm:spPr/>
    </dgm:pt>
    <dgm:pt modelId="{DF5DCAF9-CCDB-4E48-AFBD-27692A5C4A09}" type="pres">
      <dgm:prSet presAssocID="{5A5CF42E-03C4-49BB-AB88-9A583FE3C69C}" presName="rootText" presStyleLbl="node4" presStyleIdx="5" presStyleCnt="64">
        <dgm:presLayoutVars>
          <dgm:chPref val="3"/>
        </dgm:presLayoutVars>
      </dgm:prSet>
      <dgm:spPr/>
    </dgm:pt>
    <dgm:pt modelId="{99BF5574-8336-4BD5-9525-2A5CF9679BA4}" type="pres">
      <dgm:prSet presAssocID="{5A5CF42E-03C4-49BB-AB88-9A583FE3C69C}" presName="rootConnector" presStyleLbl="node4" presStyleIdx="5" presStyleCnt="64"/>
      <dgm:spPr/>
    </dgm:pt>
    <dgm:pt modelId="{60438335-DFD6-4F0F-ABAE-0EE8438C8CDF}" type="pres">
      <dgm:prSet presAssocID="{5A5CF42E-03C4-49BB-AB88-9A583FE3C69C}" presName="hierChild4" presStyleCnt="0"/>
      <dgm:spPr/>
    </dgm:pt>
    <dgm:pt modelId="{7F007263-5B9D-4DA0-B4E9-410605264D00}" type="pres">
      <dgm:prSet presAssocID="{5A5CF42E-03C4-49BB-AB88-9A583FE3C69C}" presName="hierChild5" presStyleCnt="0"/>
      <dgm:spPr/>
    </dgm:pt>
    <dgm:pt modelId="{CB9FEA7D-CB3E-4CD3-A871-70A81E0869FE}" type="pres">
      <dgm:prSet presAssocID="{BA2BC18B-4263-41C9-A697-E51A8A8C5118}" presName="Name37" presStyleLbl="parChTrans1D4" presStyleIdx="6" presStyleCnt="64"/>
      <dgm:spPr/>
    </dgm:pt>
    <dgm:pt modelId="{E7A72D19-0AAD-4BAC-ADD6-CB84A027EEC9}" type="pres">
      <dgm:prSet presAssocID="{CC929F21-8013-46C4-8421-2D5FE0042D6C}" presName="hierRoot2" presStyleCnt="0">
        <dgm:presLayoutVars>
          <dgm:hierBranch val="init"/>
        </dgm:presLayoutVars>
      </dgm:prSet>
      <dgm:spPr/>
    </dgm:pt>
    <dgm:pt modelId="{39918399-749F-409F-A735-5418BBD47B19}" type="pres">
      <dgm:prSet presAssocID="{CC929F21-8013-46C4-8421-2D5FE0042D6C}" presName="rootComposite" presStyleCnt="0"/>
      <dgm:spPr/>
    </dgm:pt>
    <dgm:pt modelId="{1ED44247-7FCD-405D-85D8-BB575DBE246A}" type="pres">
      <dgm:prSet presAssocID="{CC929F21-8013-46C4-8421-2D5FE0042D6C}" presName="rootText" presStyleLbl="node4" presStyleIdx="6" presStyleCnt="64">
        <dgm:presLayoutVars>
          <dgm:chPref val="3"/>
        </dgm:presLayoutVars>
      </dgm:prSet>
      <dgm:spPr/>
    </dgm:pt>
    <dgm:pt modelId="{ED763706-01DA-49B8-986E-AAD3C244AC35}" type="pres">
      <dgm:prSet presAssocID="{CC929F21-8013-46C4-8421-2D5FE0042D6C}" presName="rootConnector" presStyleLbl="node4" presStyleIdx="6" presStyleCnt="64"/>
      <dgm:spPr/>
    </dgm:pt>
    <dgm:pt modelId="{C327FCB2-F916-4301-B9F1-E707E9D35E3A}" type="pres">
      <dgm:prSet presAssocID="{CC929F21-8013-46C4-8421-2D5FE0042D6C}" presName="hierChild4" presStyleCnt="0"/>
      <dgm:spPr/>
    </dgm:pt>
    <dgm:pt modelId="{951F3173-EF76-4B4E-8B2B-F1596EE7F935}" type="pres">
      <dgm:prSet presAssocID="{CC929F21-8013-46C4-8421-2D5FE0042D6C}" presName="hierChild5" presStyleCnt="0"/>
      <dgm:spPr/>
    </dgm:pt>
    <dgm:pt modelId="{234EEF05-C793-4B31-BF4E-09800F94572F}" type="pres">
      <dgm:prSet presAssocID="{4C73D89A-0FFC-4C4E-BE2B-B1247BC52A36}" presName="Name37" presStyleLbl="parChTrans1D4" presStyleIdx="7" presStyleCnt="64"/>
      <dgm:spPr/>
    </dgm:pt>
    <dgm:pt modelId="{6F83E2A5-60BA-44C3-A9D2-85EE5659A192}" type="pres">
      <dgm:prSet presAssocID="{9B6404EB-4D08-4A6A-ACB7-DFA6C942E710}" presName="hierRoot2" presStyleCnt="0">
        <dgm:presLayoutVars>
          <dgm:hierBranch val="init"/>
        </dgm:presLayoutVars>
      </dgm:prSet>
      <dgm:spPr/>
    </dgm:pt>
    <dgm:pt modelId="{7AA1032D-97E0-4807-B7E6-E50106DD3331}" type="pres">
      <dgm:prSet presAssocID="{9B6404EB-4D08-4A6A-ACB7-DFA6C942E710}" presName="rootComposite" presStyleCnt="0"/>
      <dgm:spPr/>
    </dgm:pt>
    <dgm:pt modelId="{9CDF834E-7890-4531-B27E-8C67A6143810}" type="pres">
      <dgm:prSet presAssocID="{9B6404EB-4D08-4A6A-ACB7-DFA6C942E710}" presName="rootText" presStyleLbl="node4" presStyleIdx="7" presStyleCnt="64">
        <dgm:presLayoutVars>
          <dgm:chPref val="3"/>
        </dgm:presLayoutVars>
      </dgm:prSet>
      <dgm:spPr/>
    </dgm:pt>
    <dgm:pt modelId="{2378E99B-19D0-4F6E-960C-AE1CC70A78E7}" type="pres">
      <dgm:prSet presAssocID="{9B6404EB-4D08-4A6A-ACB7-DFA6C942E710}" presName="rootConnector" presStyleLbl="node4" presStyleIdx="7" presStyleCnt="64"/>
      <dgm:spPr/>
    </dgm:pt>
    <dgm:pt modelId="{8722CA6B-2C48-47F2-A4B1-0C44B6D5B7F2}" type="pres">
      <dgm:prSet presAssocID="{9B6404EB-4D08-4A6A-ACB7-DFA6C942E710}" presName="hierChild4" presStyleCnt="0"/>
      <dgm:spPr/>
    </dgm:pt>
    <dgm:pt modelId="{F56B6CFE-48EB-466C-8824-572F82F8EED8}" type="pres">
      <dgm:prSet presAssocID="{9B6404EB-4D08-4A6A-ACB7-DFA6C942E710}" presName="hierChild5" presStyleCnt="0"/>
      <dgm:spPr/>
    </dgm:pt>
    <dgm:pt modelId="{FC21E8AB-B74D-4C58-B62F-C827A9AC5260}" type="pres">
      <dgm:prSet presAssocID="{63222B31-3EB4-404E-B584-CF444A737C35}" presName="hierChild5" presStyleCnt="0"/>
      <dgm:spPr/>
    </dgm:pt>
    <dgm:pt modelId="{662A89D3-3A75-47D2-8FED-ED538A4A9010}" type="pres">
      <dgm:prSet presAssocID="{C8314B25-5841-4870-8EED-FA49CCB2AA99}" presName="Name37" presStyleLbl="parChTrans1D4" presStyleIdx="8" presStyleCnt="64"/>
      <dgm:spPr/>
    </dgm:pt>
    <dgm:pt modelId="{F148708D-BC81-44BA-BD13-5DFE0AB508F7}" type="pres">
      <dgm:prSet presAssocID="{8DBB3781-D389-4498-A8FE-B4C5ED35B71F}" presName="hierRoot2" presStyleCnt="0">
        <dgm:presLayoutVars>
          <dgm:hierBranch val="init"/>
        </dgm:presLayoutVars>
      </dgm:prSet>
      <dgm:spPr/>
    </dgm:pt>
    <dgm:pt modelId="{57DBAE32-37A2-4719-8058-0F4DE2D43859}" type="pres">
      <dgm:prSet presAssocID="{8DBB3781-D389-4498-A8FE-B4C5ED35B71F}" presName="rootComposite" presStyleCnt="0"/>
      <dgm:spPr/>
    </dgm:pt>
    <dgm:pt modelId="{B1DC4D10-5390-4F55-B09B-F65D02043EED}" type="pres">
      <dgm:prSet presAssocID="{8DBB3781-D389-4498-A8FE-B4C5ED35B71F}" presName="rootText" presStyleLbl="node4" presStyleIdx="8" presStyleCnt="64">
        <dgm:presLayoutVars>
          <dgm:chPref val="3"/>
        </dgm:presLayoutVars>
      </dgm:prSet>
      <dgm:spPr/>
    </dgm:pt>
    <dgm:pt modelId="{7F709500-08B1-4BD2-8E58-A897C8F4239C}" type="pres">
      <dgm:prSet presAssocID="{8DBB3781-D389-4498-A8FE-B4C5ED35B71F}" presName="rootConnector" presStyleLbl="node4" presStyleIdx="8" presStyleCnt="64"/>
      <dgm:spPr/>
    </dgm:pt>
    <dgm:pt modelId="{FE9FE30D-6ED8-4DBA-9568-1ADE21D70450}" type="pres">
      <dgm:prSet presAssocID="{8DBB3781-D389-4498-A8FE-B4C5ED35B71F}" presName="hierChild4" presStyleCnt="0"/>
      <dgm:spPr/>
    </dgm:pt>
    <dgm:pt modelId="{93FA3FBA-44AB-4D79-ABBF-1DD0904B299C}" type="pres">
      <dgm:prSet presAssocID="{45D0D23E-96A6-4A4D-8953-8A4F778F4353}" presName="Name37" presStyleLbl="parChTrans1D4" presStyleIdx="9" presStyleCnt="64"/>
      <dgm:spPr/>
    </dgm:pt>
    <dgm:pt modelId="{D0E12C9B-B36B-4D8B-879D-FEADC34B5E2B}" type="pres">
      <dgm:prSet presAssocID="{F777C386-9C66-4588-9C98-D1BFE741DCBA}" presName="hierRoot2" presStyleCnt="0">
        <dgm:presLayoutVars>
          <dgm:hierBranch val="init"/>
        </dgm:presLayoutVars>
      </dgm:prSet>
      <dgm:spPr/>
    </dgm:pt>
    <dgm:pt modelId="{48D9D028-C2D4-4A4D-8D75-C52CF9E66459}" type="pres">
      <dgm:prSet presAssocID="{F777C386-9C66-4588-9C98-D1BFE741DCBA}" presName="rootComposite" presStyleCnt="0"/>
      <dgm:spPr/>
    </dgm:pt>
    <dgm:pt modelId="{153960CB-5236-4EAC-AF71-1F1D5B0AFFB5}" type="pres">
      <dgm:prSet presAssocID="{F777C386-9C66-4588-9C98-D1BFE741DCBA}" presName="rootText" presStyleLbl="node4" presStyleIdx="9" presStyleCnt="64">
        <dgm:presLayoutVars>
          <dgm:chPref val="3"/>
        </dgm:presLayoutVars>
      </dgm:prSet>
      <dgm:spPr/>
    </dgm:pt>
    <dgm:pt modelId="{E53D1333-E2E1-4203-94F5-E71D5DF1FE7F}" type="pres">
      <dgm:prSet presAssocID="{F777C386-9C66-4588-9C98-D1BFE741DCBA}" presName="rootConnector" presStyleLbl="node4" presStyleIdx="9" presStyleCnt="64"/>
      <dgm:spPr/>
    </dgm:pt>
    <dgm:pt modelId="{D649237A-0572-44DC-AB90-2E8FDB917F53}" type="pres">
      <dgm:prSet presAssocID="{F777C386-9C66-4588-9C98-D1BFE741DCBA}" presName="hierChild4" presStyleCnt="0"/>
      <dgm:spPr/>
    </dgm:pt>
    <dgm:pt modelId="{63103B44-8A06-4F3D-BE5B-782BE7F071C7}" type="pres">
      <dgm:prSet presAssocID="{F777C386-9C66-4588-9C98-D1BFE741DCBA}" presName="hierChild5" presStyleCnt="0"/>
      <dgm:spPr/>
    </dgm:pt>
    <dgm:pt modelId="{EAD2A8DB-63BB-441E-90BA-578D2E70E356}" type="pres">
      <dgm:prSet presAssocID="{218F1E54-AAAF-463A-A48C-5CB03933CB7A}" presName="Name37" presStyleLbl="parChTrans1D4" presStyleIdx="10" presStyleCnt="64"/>
      <dgm:spPr/>
    </dgm:pt>
    <dgm:pt modelId="{6A098CA0-BEA4-447F-8B24-226DBFF19612}" type="pres">
      <dgm:prSet presAssocID="{3AAAD805-F60D-4829-B2A8-6D3808E96F11}" presName="hierRoot2" presStyleCnt="0">
        <dgm:presLayoutVars>
          <dgm:hierBranch val="init"/>
        </dgm:presLayoutVars>
      </dgm:prSet>
      <dgm:spPr/>
    </dgm:pt>
    <dgm:pt modelId="{81D6F093-5697-442B-8FFF-7F58984E1ABE}" type="pres">
      <dgm:prSet presAssocID="{3AAAD805-F60D-4829-B2A8-6D3808E96F11}" presName="rootComposite" presStyleCnt="0"/>
      <dgm:spPr/>
    </dgm:pt>
    <dgm:pt modelId="{444BBF2F-D161-49C9-A35C-33721E8A2C3F}" type="pres">
      <dgm:prSet presAssocID="{3AAAD805-F60D-4829-B2A8-6D3808E96F11}" presName="rootText" presStyleLbl="node4" presStyleIdx="10" presStyleCnt="64">
        <dgm:presLayoutVars>
          <dgm:chPref val="3"/>
        </dgm:presLayoutVars>
      </dgm:prSet>
      <dgm:spPr/>
    </dgm:pt>
    <dgm:pt modelId="{12EE91DF-2582-447A-8BA3-34961AD51F38}" type="pres">
      <dgm:prSet presAssocID="{3AAAD805-F60D-4829-B2A8-6D3808E96F11}" presName="rootConnector" presStyleLbl="node4" presStyleIdx="10" presStyleCnt="64"/>
      <dgm:spPr/>
    </dgm:pt>
    <dgm:pt modelId="{4D9D6D00-CD39-4F61-A182-D18185746F0F}" type="pres">
      <dgm:prSet presAssocID="{3AAAD805-F60D-4829-B2A8-6D3808E96F11}" presName="hierChild4" presStyleCnt="0"/>
      <dgm:spPr/>
    </dgm:pt>
    <dgm:pt modelId="{E564BBC7-14A4-4978-8ABB-E3499CDE5DB5}" type="pres">
      <dgm:prSet presAssocID="{3AAAD805-F60D-4829-B2A8-6D3808E96F11}" presName="hierChild5" presStyleCnt="0"/>
      <dgm:spPr/>
    </dgm:pt>
    <dgm:pt modelId="{C753C070-91FC-4C26-B4A4-A80B70A01220}" type="pres">
      <dgm:prSet presAssocID="{8DBB3781-D389-4498-A8FE-B4C5ED35B71F}" presName="hierChild5" presStyleCnt="0"/>
      <dgm:spPr/>
    </dgm:pt>
    <dgm:pt modelId="{1586D9E3-8175-4626-9624-FAD1B7141B63}" type="pres">
      <dgm:prSet presAssocID="{D4BB7D83-EABF-4C08-A360-DDC4C627C87D}" presName="Name37" presStyleLbl="parChTrans1D4" presStyleIdx="11" presStyleCnt="64"/>
      <dgm:spPr/>
    </dgm:pt>
    <dgm:pt modelId="{3A31DB3D-903E-4D9B-A4D0-209A2BDBE3B2}" type="pres">
      <dgm:prSet presAssocID="{1C140ACB-8E9D-415E-A0F6-18E8C458C1E5}" presName="hierRoot2" presStyleCnt="0">
        <dgm:presLayoutVars>
          <dgm:hierBranch val="init"/>
        </dgm:presLayoutVars>
      </dgm:prSet>
      <dgm:spPr/>
    </dgm:pt>
    <dgm:pt modelId="{3AFBA315-C549-4669-8F8C-1F26547A39E2}" type="pres">
      <dgm:prSet presAssocID="{1C140ACB-8E9D-415E-A0F6-18E8C458C1E5}" presName="rootComposite" presStyleCnt="0"/>
      <dgm:spPr/>
    </dgm:pt>
    <dgm:pt modelId="{81D7E6B9-D027-414C-AF90-A09F55001369}" type="pres">
      <dgm:prSet presAssocID="{1C140ACB-8E9D-415E-A0F6-18E8C458C1E5}" presName="rootText" presStyleLbl="node4" presStyleIdx="11" presStyleCnt="64">
        <dgm:presLayoutVars>
          <dgm:chPref val="3"/>
        </dgm:presLayoutVars>
      </dgm:prSet>
      <dgm:spPr/>
    </dgm:pt>
    <dgm:pt modelId="{BF3984B2-25DA-47BF-AAFA-41CDE9B36A87}" type="pres">
      <dgm:prSet presAssocID="{1C140ACB-8E9D-415E-A0F6-18E8C458C1E5}" presName="rootConnector" presStyleLbl="node4" presStyleIdx="11" presStyleCnt="64"/>
      <dgm:spPr/>
    </dgm:pt>
    <dgm:pt modelId="{19DD85D9-49F2-4CE1-8BEA-E226E9BE399C}" type="pres">
      <dgm:prSet presAssocID="{1C140ACB-8E9D-415E-A0F6-18E8C458C1E5}" presName="hierChild4" presStyleCnt="0"/>
      <dgm:spPr/>
    </dgm:pt>
    <dgm:pt modelId="{7A24FDD4-ADB7-42B4-9586-F25F7C1F1156}" type="pres">
      <dgm:prSet presAssocID="{63DCBAE1-7532-4EF2-8267-0EF6C87DD36B}" presName="Name37" presStyleLbl="parChTrans1D4" presStyleIdx="12" presStyleCnt="64"/>
      <dgm:spPr/>
    </dgm:pt>
    <dgm:pt modelId="{72D66C21-55DB-450E-887C-F135A168B690}" type="pres">
      <dgm:prSet presAssocID="{6BEBF716-6D32-4984-92DD-73C758126BCD}" presName="hierRoot2" presStyleCnt="0">
        <dgm:presLayoutVars>
          <dgm:hierBranch val="init"/>
        </dgm:presLayoutVars>
      </dgm:prSet>
      <dgm:spPr/>
    </dgm:pt>
    <dgm:pt modelId="{F87C5974-6B02-46DE-8F9F-B06BCACCCFB4}" type="pres">
      <dgm:prSet presAssocID="{6BEBF716-6D32-4984-92DD-73C758126BCD}" presName="rootComposite" presStyleCnt="0"/>
      <dgm:spPr/>
    </dgm:pt>
    <dgm:pt modelId="{96598CCD-E1AA-44A4-B0AD-B711BFE8C567}" type="pres">
      <dgm:prSet presAssocID="{6BEBF716-6D32-4984-92DD-73C758126BCD}" presName="rootText" presStyleLbl="node4" presStyleIdx="12" presStyleCnt="64">
        <dgm:presLayoutVars>
          <dgm:chPref val="3"/>
        </dgm:presLayoutVars>
      </dgm:prSet>
      <dgm:spPr/>
    </dgm:pt>
    <dgm:pt modelId="{DD63FFC8-4D75-46B3-BEF3-C7B894E9A4DB}" type="pres">
      <dgm:prSet presAssocID="{6BEBF716-6D32-4984-92DD-73C758126BCD}" presName="rootConnector" presStyleLbl="node4" presStyleIdx="12" presStyleCnt="64"/>
      <dgm:spPr/>
    </dgm:pt>
    <dgm:pt modelId="{37FCCA9E-8121-43CF-8DFB-7AAF9CCA6C78}" type="pres">
      <dgm:prSet presAssocID="{6BEBF716-6D32-4984-92DD-73C758126BCD}" presName="hierChild4" presStyleCnt="0"/>
      <dgm:spPr/>
    </dgm:pt>
    <dgm:pt modelId="{0519159D-452E-4DED-B64A-35314C20DEE1}" type="pres">
      <dgm:prSet presAssocID="{6BEBF716-6D32-4984-92DD-73C758126BCD}" presName="hierChild5" presStyleCnt="0"/>
      <dgm:spPr/>
    </dgm:pt>
    <dgm:pt modelId="{5E3F4068-8BA9-453F-822B-264AD92AFB84}" type="pres">
      <dgm:prSet presAssocID="{831DFC10-486E-421A-8ECF-B06D0CA4AED9}" presName="Name37" presStyleLbl="parChTrans1D4" presStyleIdx="13" presStyleCnt="64"/>
      <dgm:spPr/>
    </dgm:pt>
    <dgm:pt modelId="{3E6CDC6E-F335-4145-9254-B36F902A8DC8}" type="pres">
      <dgm:prSet presAssocID="{BD209292-D0AE-4FF0-8323-C169CA255E1E}" presName="hierRoot2" presStyleCnt="0">
        <dgm:presLayoutVars>
          <dgm:hierBranch val="init"/>
        </dgm:presLayoutVars>
      </dgm:prSet>
      <dgm:spPr/>
    </dgm:pt>
    <dgm:pt modelId="{7B691733-EDBF-4FDF-9FCD-9618540C77E5}" type="pres">
      <dgm:prSet presAssocID="{BD209292-D0AE-4FF0-8323-C169CA255E1E}" presName="rootComposite" presStyleCnt="0"/>
      <dgm:spPr/>
    </dgm:pt>
    <dgm:pt modelId="{2D64400F-78A9-4756-A506-9C724BB03560}" type="pres">
      <dgm:prSet presAssocID="{BD209292-D0AE-4FF0-8323-C169CA255E1E}" presName="rootText" presStyleLbl="node4" presStyleIdx="13" presStyleCnt="64">
        <dgm:presLayoutVars>
          <dgm:chPref val="3"/>
        </dgm:presLayoutVars>
      </dgm:prSet>
      <dgm:spPr/>
    </dgm:pt>
    <dgm:pt modelId="{D983545D-9E20-4E63-8872-A6A5D2EAEB38}" type="pres">
      <dgm:prSet presAssocID="{BD209292-D0AE-4FF0-8323-C169CA255E1E}" presName="rootConnector" presStyleLbl="node4" presStyleIdx="13" presStyleCnt="64"/>
      <dgm:spPr/>
    </dgm:pt>
    <dgm:pt modelId="{87EB960C-14E5-49B3-95B8-7DBBF81F6EE3}" type="pres">
      <dgm:prSet presAssocID="{BD209292-D0AE-4FF0-8323-C169CA255E1E}" presName="hierChild4" presStyleCnt="0"/>
      <dgm:spPr/>
    </dgm:pt>
    <dgm:pt modelId="{31EA1031-8923-40D4-AC9F-9564030D0489}" type="pres">
      <dgm:prSet presAssocID="{BD209292-D0AE-4FF0-8323-C169CA255E1E}" presName="hierChild5" presStyleCnt="0"/>
      <dgm:spPr/>
    </dgm:pt>
    <dgm:pt modelId="{BB916898-3FAD-4BFC-9509-7C4D1AEBDA5B}" type="pres">
      <dgm:prSet presAssocID="{3F0FA33A-7F69-4B4E-B29A-BC747251621C}" presName="Name37" presStyleLbl="parChTrans1D4" presStyleIdx="14" presStyleCnt="64"/>
      <dgm:spPr/>
    </dgm:pt>
    <dgm:pt modelId="{3EBF0705-39E3-400A-ABAD-210E82914DC7}" type="pres">
      <dgm:prSet presAssocID="{EA932824-1211-4989-8F21-6923495AD0A8}" presName="hierRoot2" presStyleCnt="0">
        <dgm:presLayoutVars>
          <dgm:hierBranch val="init"/>
        </dgm:presLayoutVars>
      </dgm:prSet>
      <dgm:spPr/>
    </dgm:pt>
    <dgm:pt modelId="{F3BFED82-FB82-4CF3-ACFB-797FE33F86A0}" type="pres">
      <dgm:prSet presAssocID="{EA932824-1211-4989-8F21-6923495AD0A8}" presName="rootComposite" presStyleCnt="0"/>
      <dgm:spPr/>
    </dgm:pt>
    <dgm:pt modelId="{7318A7D7-297B-4941-875A-939742AAAF70}" type="pres">
      <dgm:prSet presAssocID="{EA932824-1211-4989-8F21-6923495AD0A8}" presName="rootText" presStyleLbl="node4" presStyleIdx="14" presStyleCnt="64">
        <dgm:presLayoutVars>
          <dgm:chPref val="3"/>
        </dgm:presLayoutVars>
      </dgm:prSet>
      <dgm:spPr/>
    </dgm:pt>
    <dgm:pt modelId="{779C0ACE-19D0-4B25-85F8-66E64BE3CD59}" type="pres">
      <dgm:prSet presAssocID="{EA932824-1211-4989-8F21-6923495AD0A8}" presName="rootConnector" presStyleLbl="node4" presStyleIdx="14" presStyleCnt="64"/>
      <dgm:spPr/>
    </dgm:pt>
    <dgm:pt modelId="{25BDF202-C75D-43DC-833A-0E8A254C99F0}" type="pres">
      <dgm:prSet presAssocID="{EA932824-1211-4989-8F21-6923495AD0A8}" presName="hierChild4" presStyleCnt="0"/>
      <dgm:spPr/>
    </dgm:pt>
    <dgm:pt modelId="{601A29FE-8770-4F41-A651-42CDE5629391}" type="pres">
      <dgm:prSet presAssocID="{EA932824-1211-4989-8F21-6923495AD0A8}" presName="hierChild5" presStyleCnt="0"/>
      <dgm:spPr/>
    </dgm:pt>
    <dgm:pt modelId="{8B60BE79-4615-4852-B666-24EC5E4774FF}" type="pres">
      <dgm:prSet presAssocID="{1C140ACB-8E9D-415E-A0F6-18E8C458C1E5}" presName="hierChild5" presStyleCnt="0"/>
      <dgm:spPr/>
    </dgm:pt>
    <dgm:pt modelId="{F845BA34-B5C8-4DB1-BA47-945D4ACC6234}" type="pres">
      <dgm:prSet presAssocID="{0A6D5C0B-A1BF-41BD-AA8D-43F936D399EA}" presName="hierChild5" presStyleCnt="0"/>
      <dgm:spPr/>
    </dgm:pt>
    <dgm:pt modelId="{CC8BED81-A362-4C99-BB8D-CCEF2E9AE72F}" type="pres">
      <dgm:prSet presAssocID="{B118B741-7C1E-4C97-93AB-C5D198037651}" presName="Name37" presStyleLbl="parChTrans1D3" presStyleIdx="1" presStyleCnt="12"/>
      <dgm:spPr/>
    </dgm:pt>
    <dgm:pt modelId="{2D76D609-4730-4869-A242-08FD56DF8918}" type="pres">
      <dgm:prSet presAssocID="{49861E97-2C2A-4C17-B9C8-EB2C05076328}" presName="hierRoot2" presStyleCnt="0">
        <dgm:presLayoutVars>
          <dgm:hierBranch val="init"/>
        </dgm:presLayoutVars>
      </dgm:prSet>
      <dgm:spPr/>
    </dgm:pt>
    <dgm:pt modelId="{EBB943D3-0647-4D24-B388-C267ECA53D8D}" type="pres">
      <dgm:prSet presAssocID="{49861E97-2C2A-4C17-B9C8-EB2C05076328}" presName="rootComposite" presStyleCnt="0"/>
      <dgm:spPr/>
    </dgm:pt>
    <dgm:pt modelId="{FD613575-A898-41F5-896E-E77AA5B9E5C7}" type="pres">
      <dgm:prSet presAssocID="{49861E97-2C2A-4C17-B9C8-EB2C05076328}" presName="rootText" presStyleLbl="node3" presStyleIdx="1" presStyleCnt="12">
        <dgm:presLayoutVars>
          <dgm:chPref val="3"/>
        </dgm:presLayoutVars>
      </dgm:prSet>
      <dgm:spPr/>
    </dgm:pt>
    <dgm:pt modelId="{DA5CEF68-1BBB-4F74-8D2E-2037930B3425}" type="pres">
      <dgm:prSet presAssocID="{49861E97-2C2A-4C17-B9C8-EB2C05076328}" presName="rootConnector" presStyleLbl="node3" presStyleIdx="1" presStyleCnt="12"/>
      <dgm:spPr/>
    </dgm:pt>
    <dgm:pt modelId="{7B785340-3230-442C-A766-D6C06DAC6BA4}" type="pres">
      <dgm:prSet presAssocID="{49861E97-2C2A-4C17-B9C8-EB2C05076328}" presName="hierChild4" presStyleCnt="0"/>
      <dgm:spPr/>
    </dgm:pt>
    <dgm:pt modelId="{6E8CDA83-42CE-47E8-910E-3758DD9C2979}" type="pres">
      <dgm:prSet presAssocID="{C2BECED7-40C8-4575-B96A-202C8FA6689D}" presName="Name37" presStyleLbl="parChTrans1D4" presStyleIdx="15" presStyleCnt="64"/>
      <dgm:spPr/>
    </dgm:pt>
    <dgm:pt modelId="{C1BAC3ED-FFB2-4A54-A6F2-7C0B79C88247}" type="pres">
      <dgm:prSet presAssocID="{0AA981E4-713D-4538-AC35-733F772739EB}" presName="hierRoot2" presStyleCnt="0">
        <dgm:presLayoutVars>
          <dgm:hierBranch val="init"/>
        </dgm:presLayoutVars>
      </dgm:prSet>
      <dgm:spPr/>
    </dgm:pt>
    <dgm:pt modelId="{084EE56D-2026-46F1-922D-B75FCA0FFC63}" type="pres">
      <dgm:prSet presAssocID="{0AA981E4-713D-4538-AC35-733F772739EB}" presName="rootComposite" presStyleCnt="0"/>
      <dgm:spPr/>
    </dgm:pt>
    <dgm:pt modelId="{7E7B8DB1-C87B-46F0-874A-E7F1E8220E19}" type="pres">
      <dgm:prSet presAssocID="{0AA981E4-713D-4538-AC35-733F772739EB}" presName="rootText" presStyleLbl="node4" presStyleIdx="15" presStyleCnt="64">
        <dgm:presLayoutVars>
          <dgm:chPref val="3"/>
        </dgm:presLayoutVars>
      </dgm:prSet>
      <dgm:spPr/>
    </dgm:pt>
    <dgm:pt modelId="{A09BEC69-C694-4618-B5ED-272B1731CD35}" type="pres">
      <dgm:prSet presAssocID="{0AA981E4-713D-4538-AC35-733F772739EB}" presName="rootConnector" presStyleLbl="node4" presStyleIdx="15" presStyleCnt="64"/>
      <dgm:spPr/>
    </dgm:pt>
    <dgm:pt modelId="{32BA31CF-D1F1-4B8C-8A25-08E0CB7DC3AA}" type="pres">
      <dgm:prSet presAssocID="{0AA981E4-713D-4538-AC35-733F772739EB}" presName="hierChild4" presStyleCnt="0"/>
      <dgm:spPr/>
    </dgm:pt>
    <dgm:pt modelId="{5CD1BE29-1B88-4A95-8B97-F8B8705E7D77}" type="pres">
      <dgm:prSet presAssocID="{B287FE6D-4943-4AE9-B040-90FE25549A8A}" presName="Name37" presStyleLbl="parChTrans1D4" presStyleIdx="16" presStyleCnt="64"/>
      <dgm:spPr/>
    </dgm:pt>
    <dgm:pt modelId="{B14ACDE6-1909-4370-BA99-CB7FBA2F8383}" type="pres">
      <dgm:prSet presAssocID="{2F7CC09C-4904-4882-B77D-3D56C4FBC367}" presName="hierRoot2" presStyleCnt="0">
        <dgm:presLayoutVars>
          <dgm:hierBranch val="init"/>
        </dgm:presLayoutVars>
      </dgm:prSet>
      <dgm:spPr/>
    </dgm:pt>
    <dgm:pt modelId="{599380E0-D6E0-418E-9E58-9BFF1D2EED2A}" type="pres">
      <dgm:prSet presAssocID="{2F7CC09C-4904-4882-B77D-3D56C4FBC367}" presName="rootComposite" presStyleCnt="0"/>
      <dgm:spPr/>
    </dgm:pt>
    <dgm:pt modelId="{0999E4C7-D8A2-4AF2-977F-87B492328EBB}" type="pres">
      <dgm:prSet presAssocID="{2F7CC09C-4904-4882-B77D-3D56C4FBC367}" presName="rootText" presStyleLbl="node4" presStyleIdx="16" presStyleCnt="64">
        <dgm:presLayoutVars>
          <dgm:chPref val="3"/>
        </dgm:presLayoutVars>
      </dgm:prSet>
      <dgm:spPr/>
    </dgm:pt>
    <dgm:pt modelId="{B751B72A-C9D6-40B4-9CE4-E4169B52197C}" type="pres">
      <dgm:prSet presAssocID="{2F7CC09C-4904-4882-B77D-3D56C4FBC367}" presName="rootConnector" presStyleLbl="node4" presStyleIdx="16" presStyleCnt="64"/>
      <dgm:spPr/>
    </dgm:pt>
    <dgm:pt modelId="{587F4EE9-C810-466D-A863-788F6CA8721F}" type="pres">
      <dgm:prSet presAssocID="{2F7CC09C-4904-4882-B77D-3D56C4FBC367}" presName="hierChild4" presStyleCnt="0"/>
      <dgm:spPr/>
    </dgm:pt>
    <dgm:pt modelId="{44EC2DB5-886E-465C-87E9-525615D7655D}" type="pres">
      <dgm:prSet presAssocID="{2F7CC09C-4904-4882-B77D-3D56C4FBC367}" presName="hierChild5" presStyleCnt="0"/>
      <dgm:spPr/>
    </dgm:pt>
    <dgm:pt modelId="{BB16EFAF-B14B-4155-B9D2-4459673CA659}" type="pres">
      <dgm:prSet presAssocID="{7CBED805-DF88-4F69-A5A9-7C7A1C18D07F}" presName="Name37" presStyleLbl="parChTrans1D4" presStyleIdx="17" presStyleCnt="64"/>
      <dgm:spPr/>
    </dgm:pt>
    <dgm:pt modelId="{7EAB707D-0F45-440C-8A1F-A432023C5A82}" type="pres">
      <dgm:prSet presAssocID="{B4BBA0D6-8259-4A17-A2F2-C4DA629140F8}" presName="hierRoot2" presStyleCnt="0">
        <dgm:presLayoutVars>
          <dgm:hierBranch val="init"/>
        </dgm:presLayoutVars>
      </dgm:prSet>
      <dgm:spPr/>
    </dgm:pt>
    <dgm:pt modelId="{F1805062-852B-47D1-B856-283178981E1C}" type="pres">
      <dgm:prSet presAssocID="{B4BBA0D6-8259-4A17-A2F2-C4DA629140F8}" presName="rootComposite" presStyleCnt="0"/>
      <dgm:spPr/>
    </dgm:pt>
    <dgm:pt modelId="{3D7B121C-CF22-4E06-9351-0E71D9A4EC23}" type="pres">
      <dgm:prSet presAssocID="{B4BBA0D6-8259-4A17-A2F2-C4DA629140F8}" presName="rootText" presStyleLbl="node4" presStyleIdx="17" presStyleCnt="64">
        <dgm:presLayoutVars>
          <dgm:chPref val="3"/>
        </dgm:presLayoutVars>
      </dgm:prSet>
      <dgm:spPr/>
    </dgm:pt>
    <dgm:pt modelId="{4CB7D604-0707-4C12-B4B4-A4EF39A0CB61}" type="pres">
      <dgm:prSet presAssocID="{B4BBA0D6-8259-4A17-A2F2-C4DA629140F8}" presName="rootConnector" presStyleLbl="node4" presStyleIdx="17" presStyleCnt="64"/>
      <dgm:spPr/>
    </dgm:pt>
    <dgm:pt modelId="{F7AC85CF-32FF-4692-BA7F-C33EC467CF40}" type="pres">
      <dgm:prSet presAssocID="{B4BBA0D6-8259-4A17-A2F2-C4DA629140F8}" presName="hierChild4" presStyleCnt="0"/>
      <dgm:spPr/>
    </dgm:pt>
    <dgm:pt modelId="{B8886B5C-354A-46DA-940D-8A3DF6575A62}" type="pres">
      <dgm:prSet presAssocID="{B4BBA0D6-8259-4A17-A2F2-C4DA629140F8}" presName="hierChild5" presStyleCnt="0"/>
      <dgm:spPr/>
    </dgm:pt>
    <dgm:pt modelId="{6E55D00C-7625-4C4E-89B2-F443D3C29081}" type="pres">
      <dgm:prSet presAssocID="{7BB2B11B-8886-4570-A54D-991B0EF04478}" presName="Name37" presStyleLbl="parChTrans1D4" presStyleIdx="18" presStyleCnt="64"/>
      <dgm:spPr/>
    </dgm:pt>
    <dgm:pt modelId="{A55136FD-5334-43DD-A440-8CDDB0E499B6}" type="pres">
      <dgm:prSet presAssocID="{9456DBE1-C658-4E3D-A94F-B4F5418BC0C6}" presName="hierRoot2" presStyleCnt="0">
        <dgm:presLayoutVars>
          <dgm:hierBranch val="init"/>
        </dgm:presLayoutVars>
      </dgm:prSet>
      <dgm:spPr/>
    </dgm:pt>
    <dgm:pt modelId="{F4FEABCF-EC93-403A-829A-5148C4CEA599}" type="pres">
      <dgm:prSet presAssocID="{9456DBE1-C658-4E3D-A94F-B4F5418BC0C6}" presName="rootComposite" presStyleCnt="0"/>
      <dgm:spPr/>
    </dgm:pt>
    <dgm:pt modelId="{50ECADE4-F65D-479E-A062-3A524D075131}" type="pres">
      <dgm:prSet presAssocID="{9456DBE1-C658-4E3D-A94F-B4F5418BC0C6}" presName="rootText" presStyleLbl="node4" presStyleIdx="18" presStyleCnt="64">
        <dgm:presLayoutVars>
          <dgm:chPref val="3"/>
        </dgm:presLayoutVars>
      </dgm:prSet>
      <dgm:spPr/>
    </dgm:pt>
    <dgm:pt modelId="{377F6647-CE15-4218-94F2-925DF2A26469}" type="pres">
      <dgm:prSet presAssocID="{9456DBE1-C658-4E3D-A94F-B4F5418BC0C6}" presName="rootConnector" presStyleLbl="node4" presStyleIdx="18" presStyleCnt="64"/>
      <dgm:spPr/>
    </dgm:pt>
    <dgm:pt modelId="{727B4EBB-564E-45A6-BE4A-78291E19A633}" type="pres">
      <dgm:prSet presAssocID="{9456DBE1-C658-4E3D-A94F-B4F5418BC0C6}" presName="hierChild4" presStyleCnt="0"/>
      <dgm:spPr/>
    </dgm:pt>
    <dgm:pt modelId="{73F9BEFF-FB26-4F55-9A11-816B3678E2C7}" type="pres">
      <dgm:prSet presAssocID="{9456DBE1-C658-4E3D-A94F-B4F5418BC0C6}" presName="hierChild5" presStyleCnt="0"/>
      <dgm:spPr/>
    </dgm:pt>
    <dgm:pt modelId="{A283EACD-972C-492A-91CD-CFAA9A2258F1}" type="pres">
      <dgm:prSet presAssocID="{0AA981E4-713D-4538-AC35-733F772739EB}" presName="hierChild5" presStyleCnt="0"/>
      <dgm:spPr/>
    </dgm:pt>
    <dgm:pt modelId="{9536AC81-1201-4585-BCE9-314430413C60}" type="pres">
      <dgm:prSet presAssocID="{0C97B839-46E9-46A0-BD12-2FA80171C465}" presName="Name37" presStyleLbl="parChTrans1D4" presStyleIdx="19" presStyleCnt="64"/>
      <dgm:spPr/>
    </dgm:pt>
    <dgm:pt modelId="{F38E2A7F-2897-4FDC-88F1-69F4FEBDE9B4}" type="pres">
      <dgm:prSet presAssocID="{D623C341-B5C0-465A-8569-37000674ECC0}" presName="hierRoot2" presStyleCnt="0">
        <dgm:presLayoutVars>
          <dgm:hierBranch val="init"/>
        </dgm:presLayoutVars>
      </dgm:prSet>
      <dgm:spPr/>
    </dgm:pt>
    <dgm:pt modelId="{E56BD692-44E4-4A48-BBC4-523EAB9BF132}" type="pres">
      <dgm:prSet presAssocID="{D623C341-B5C0-465A-8569-37000674ECC0}" presName="rootComposite" presStyleCnt="0"/>
      <dgm:spPr/>
    </dgm:pt>
    <dgm:pt modelId="{0467C9F2-1327-4A3E-B2E2-4C82F5B4348F}" type="pres">
      <dgm:prSet presAssocID="{D623C341-B5C0-465A-8569-37000674ECC0}" presName="rootText" presStyleLbl="node4" presStyleIdx="19" presStyleCnt="64">
        <dgm:presLayoutVars>
          <dgm:chPref val="3"/>
        </dgm:presLayoutVars>
      </dgm:prSet>
      <dgm:spPr/>
    </dgm:pt>
    <dgm:pt modelId="{F0A42DF4-2B7D-4829-B600-9FF573DBC85E}" type="pres">
      <dgm:prSet presAssocID="{D623C341-B5C0-465A-8569-37000674ECC0}" presName="rootConnector" presStyleLbl="node4" presStyleIdx="19" presStyleCnt="64"/>
      <dgm:spPr/>
    </dgm:pt>
    <dgm:pt modelId="{FCEC6899-461A-452D-8C72-28F8CC7373DF}" type="pres">
      <dgm:prSet presAssocID="{D623C341-B5C0-465A-8569-37000674ECC0}" presName="hierChild4" presStyleCnt="0"/>
      <dgm:spPr/>
    </dgm:pt>
    <dgm:pt modelId="{A0FD088B-33F5-4BFE-A1DA-A07B1C8A0F37}" type="pres">
      <dgm:prSet presAssocID="{D4788762-4397-4300-A806-E5A1408011E5}" presName="Name37" presStyleLbl="parChTrans1D4" presStyleIdx="20" presStyleCnt="64"/>
      <dgm:spPr/>
    </dgm:pt>
    <dgm:pt modelId="{D418B2EB-D149-4783-8BDD-2F0661955657}" type="pres">
      <dgm:prSet presAssocID="{38E5799D-1616-44B4-9838-3D94AEA68B0B}" presName="hierRoot2" presStyleCnt="0">
        <dgm:presLayoutVars>
          <dgm:hierBranch val="init"/>
        </dgm:presLayoutVars>
      </dgm:prSet>
      <dgm:spPr/>
    </dgm:pt>
    <dgm:pt modelId="{108E3AB5-6905-4AA5-81EB-B1C265D15D81}" type="pres">
      <dgm:prSet presAssocID="{38E5799D-1616-44B4-9838-3D94AEA68B0B}" presName="rootComposite" presStyleCnt="0"/>
      <dgm:spPr/>
    </dgm:pt>
    <dgm:pt modelId="{2F4B6304-7B09-453F-AAB4-68E39E988078}" type="pres">
      <dgm:prSet presAssocID="{38E5799D-1616-44B4-9838-3D94AEA68B0B}" presName="rootText" presStyleLbl="node4" presStyleIdx="20" presStyleCnt="64">
        <dgm:presLayoutVars>
          <dgm:chPref val="3"/>
        </dgm:presLayoutVars>
      </dgm:prSet>
      <dgm:spPr/>
    </dgm:pt>
    <dgm:pt modelId="{0C251CFF-30BA-46B6-AFA7-A3774A5E7660}" type="pres">
      <dgm:prSet presAssocID="{38E5799D-1616-44B4-9838-3D94AEA68B0B}" presName="rootConnector" presStyleLbl="node4" presStyleIdx="20" presStyleCnt="64"/>
      <dgm:spPr/>
    </dgm:pt>
    <dgm:pt modelId="{C46765DB-CF14-4FC5-AA3C-628BBFC367E2}" type="pres">
      <dgm:prSet presAssocID="{38E5799D-1616-44B4-9838-3D94AEA68B0B}" presName="hierChild4" presStyleCnt="0"/>
      <dgm:spPr/>
    </dgm:pt>
    <dgm:pt modelId="{EC0A5F93-BA49-4DBF-95E8-E192B767B335}" type="pres">
      <dgm:prSet presAssocID="{38E5799D-1616-44B4-9838-3D94AEA68B0B}" presName="hierChild5" presStyleCnt="0"/>
      <dgm:spPr/>
    </dgm:pt>
    <dgm:pt modelId="{106AFCDF-FC18-4AEF-BC46-0F41330D740B}" type="pres">
      <dgm:prSet presAssocID="{ED6F2E9A-A7FC-4498-8956-3A5EBC5F5521}" presName="Name37" presStyleLbl="parChTrans1D4" presStyleIdx="21" presStyleCnt="64"/>
      <dgm:spPr/>
    </dgm:pt>
    <dgm:pt modelId="{D552C6E9-A81C-4147-9051-5C9969D4E68C}" type="pres">
      <dgm:prSet presAssocID="{641B8182-8D37-4627-89CE-69A33437DC33}" presName="hierRoot2" presStyleCnt="0">
        <dgm:presLayoutVars>
          <dgm:hierBranch val="init"/>
        </dgm:presLayoutVars>
      </dgm:prSet>
      <dgm:spPr/>
    </dgm:pt>
    <dgm:pt modelId="{CE46E445-EAD1-40F6-B36A-E9588D170D7C}" type="pres">
      <dgm:prSet presAssocID="{641B8182-8D37-4627-89CE-69A33437DC33}" presName="rootComposite" presStyleCnt="0"/>
      <dgm:spPr/>
    </dgm:pt>
    <dgm:pt modelId="{08009F0F-6DB3-44EF-80BD-E0F5863E561B}" type="pres">
      <dgm:prSet presAssocID="{641B8182-8D37-4627-89CE-69A33437DC33}" presName="rootText" presStyleLbl="node4" presStyleIdx="21" presStyleCnt="64">
        <dgm:presLayoutVars>
          <dgm:chPref val="3"/>
        </dgm:presLayoutVars>
      </dgm:prSet>
      <dgm:spPr/>
    </dgm:pt>
    <dgm:pt modelId="{F6C9B0E0-D847-4FD4-B945-9DD2F515020A}" type="pres">
      <dgm:prSet presAssocID="{641B8182-8D37-4627-89CE-69A33437DC33}" presName="rootConnector" presStyleLbl="node4" presStyleIdx="21" presStyleCnt="64"/>
      <dgm:spPr/>
    </dgm:pt>
    <dgm:pt modelId="{DC36D6CB-0EFD-452F-AC31-3A798919F175}" type="pres">
      <dgm:prSet presAssocID="{641B8182-8D37-4627-89CE-69A33437DC33}" presName="hierChild4" presStyleCnt="0"/>
      <dgm:spPr/>
    </dgm:pt>
    <dgm:pt modelId="{525A3DD1-EAA1-4C7C-B4D1-8801842C41BF}" type="pres">
      <dgm:prSet presAssocID="{641B8182-8D37-4627-89CE-69A33437DC33}" presName="hierChild5" presStyleCnt="0"/>
      <dgm:spPr/>
    </dgm:pt>
    <dgm:pt modelId="{BF5C69D5-1546-413D-9694-59D9403F1038}" type="pres">
      <dgm:prSet presAssocID="{D623C341-B5C0-465A-8569-37000674ECC0}" presName="hierChild5" presStyleCnt="0"/>
      <dgm:spPr/>
    </dgm:pt>
    <dgm:pt modelId="{D1B1DC3C-BC99-4A25-B0A4-D88AE1706E9D}" type="pres">
      <dgm:prSet presAssocID="{49861E97-2C2A-4C17-B9C8-EB2C05076328}" presName="hierChild5" presStyleCnt="0"/>
      <dgm:spPr/>
    </dgm:pt>
    <dgm:pt modelId="{F83724B7-8A68-4068-9F1F-7461351419E8}" type="pres">
      <dgm:prSet presAssocID="{C54683B2-CD9B-41F2-A23D-EF3BA8E3648D}" presName="Name37" presStyleLbl="parChTrans1D3" presStyleIdx="2" presStyleCnt="12"/>
      <dgm:spPr/>
    </dgm:pt>
    <dgm:pt modelId="{D3A2DA5A-CD9D-4CE3-8E29-9E2E88E33C79}" type="pres">
      <dgm:prSet presAssocID="{86DE36A1-BFFB-4B7F-BED9-D8EA4D02136D}" presName="hierRoot2" presStyleCnt="0">
        <dgm:presLayoutVars>
          <dgm:hierBranch val="init"/>
        </dgm:presLayoutVars>
      </dgm:prSet>
      <dgm:spPr/>
    </dgm:pt>
    <dgm:pt modelId="{AB35F270-42CA-4BDF-A6E0-9494FB40B7CF}" type="pres">
      <dgm:prSet presAssocID="{86DE36A1-BFFB-4B7F-BED9-D8EA4D02136D}" presName="rootComposite" presStyleCnt="0"/>
      <dgm:spPr/>
    </dgm:pt>
    <dgm:pt modelId="{AD8F3E5D-6877-4434-88B6-859210680E76}" type="pres">
      <dgm:prSet presAssocID="{86DE36A1-BFFB-4B7F-BED9-D8EA4D02136D}" presName="rootText" presStyleLbl="node3" presStyleIdx="2" presStyleCnt="12">
        <dgm:presLayoutVars>
          <dgm:chPref val="3"/>
        </dgm:presLayoutVars>
      </dgm:prSet>
      <dgm:spPr/>
    </dgm:pt>
    <dgm:pt modelId="{AC98A31F-2F65-43C3-A122-1006578BB5AC}" type="pres">
      <dgm:prSet presAssocID="{86DE36A1-BFFB-4B7F-BED9-D8EA4D02136D}" presName="rootConnector" presStyleLbl="node3" presStyleIdx="2" presStyleCnt="12"/>
      <dgm:spPr/>
    </dgm:pt>
    <dgm:pt modelId="{ED98B451-DFA3-42D7-9EA7-7F9B2B6A8175}" type="pres">
      <dgm:prSet presAssocID="{86DE36A1-BFFB-4B7F-BED9-D8EA4D02136D}" presName="hierChild4" presStyleCnt="0"/>
      <dgm:spPr/>
    </dgm:pt>
    <dgm:pt modelId="{5F2222D5-0DD0-403F-8DEF-BF4C4921864E}" type="pres">
      <dgm:prSet presAssocID="{BB41534B-2033-45FB-9A86-3473FDF76D0E}" presName="Name37" presStyleLbl="parChTrans1D4" presStyleIdx="22" presStyleCnt="64"/>
      <dgm:spPr/>
    </dgm:pt>
    <dgm:pt modelId="{7B9AF848-06AA-49F7-BF31-CD1A7237DE42}" type="pres">
      <dgm:prSet presAssocID="{B7E335E1-A9F3-42D5-A2D7-DB26CFF308C8}" presName="hierRoot2" presStyleCnt="0">
        <dgm:presLayoutVars>
          <dgm:hierBranch val="init"/>
        </dgm:presLayoutVars>
      </dgm:prSet>
      <dgm:spPr/>
    </dgm:pt>
    <dgm:pt modelId="{2DAD5747-A91D-4045-816D-F9BCF1B94900}" type="pres">
      <dgm:prSet presAssocID="{B7E335E1-A9F3-42D5-A2D7-DB26CFF308C8}" presName="rootComposite" presStyleCnt="0"/>
      <dgm:spPr/>
    </dgm:pt>
    <dgm:pt modelId="{A58D9CD5-EC7C-4E1A-924A-3E2D405A4473}" type="pres">
      <dgm:prSet presAssocID="{B7E335E1-A9F3-42D5-A2D7-DB26CFF308C8}" presName="rootText" presStyleLbl="node4" presStyleIdx="22" presStyleCnt="64">
        <dgm:presLayoutVars>
          <dgm:chPref val="3"/>
        </dgm:presLayoutVars>
      </dgm:prSet>
      <dgm:spPr/>
    </dgm:pt>
    <dgm:pt modelId="{20CE54E7-32D5-4786-9076-DE9D513965BA}" type="pres">
      <dgm:prSet presAssocID="{B7E335E1-A9F3-42D5-A2D7-DB26CFF308C8}" presName="rootConnector" presStyleLbl="node4" presStyleIdx="22" presStyleCnt="64"/>
      <dgm:spPr/>
    </dgm:pt>
    <dgm:pt modelId="{3B20CF47-3055-411B-8879-022E47CF9CF8}" type="pres">
      <dgm:prSet presAssocID="{B7E335E1-A9F3-42D5-A2D7-DB26CFF308C8}" presName="hierChild4" presStyleCnt="0"/>
      <dgm:spPr/>
    </dgm:pt>
    <dgm:pt modelId="{C6F327C7-4B3F-4DC8-8B55-5822D07CCF79}" type="pres">
      <dgm:prSet presAssocID="{EBF98B0C-66B9-41B3-BDBE-18C902E75E9A}" presName="Name37" presStyleLbl="parChTrans1D4" presStyleIdx="23" presStyleCnt="64"/>
      <dgm:spPr/>
    </dgm:pt>
    <dgm:pt modelId="{DDE92ACD-B1DE-476A-985A-2D9CA68A7CE1}" type="pres">
      <dgm:prSet presAssocID="{5AA9CEDD-AE00-4584-931D-4EDD27B0C49E}" presName="hierRoot2" presStyleCnt="0">
        <dgm:presLayoutVars>
          <dgm:hierBranch val="init"/>
        </dgm:presLayoutVars>
      </dgm:prSet>
      <dgm:spPr/>
    </dgm:pt>
    <dgm:pt modelId="{0A2CD453-1777-4C54-9D44-FFD186A6BEF3}" type="pres">
      <dgm:prSet presAssocID="{5AA9CEDD-AE00-4584-931D-4EDD27B0C49E}" presName="rootComposite" presStyleCnt="0"/>
      <dgm:spPr/>
    </dgm:pt>
    <dgm:pt modelId="{7F026EC1-FEA9-4188-8949-AC14A7C35364}" type="pres">
      <dgm:prSet presAssocID="{5AA9CEDD-AE00-4584-931D-4EDD27B0C49E}" presName="rootText" presStyleLbl="node4" presStyleIdx="23" presStyleCnt="64">
        <dgm:presLayoutVars>
          <dgm:chPref val="3"/>
        </dgm:presLayoutVars>
      </dgm:prSet>
      <dgm:spPr/>
    </dgm:pt>
    <dgm:pt modelId="{00F263F7-7ACD-4569-A66D-BB0BAE5DA181}" type="pres">
      <dgm:prSet presAssocID="{5AA9CEDD-AE00-4584-931D-4EDD27B0C49E}" presName="rootConnector" presStyleLbl="node4" presStyleIdx="23" presStyleCnt="64"/>
      <dgm:spPr/>
    </dgm:pt>
    <dgm:pt modelId="{B2F1F70E-F278-4131-AE34-96830160B2F7}" type="pres">
      <dgm:prSet presAssocID="{5AA9CEDD-AE00-4584-931D-4EDD27B0C49E}" presName="hierChild4" presStyleCnt="0"/>
      <dgm:spPr/>
    </dgm:pt>
    <dgm:pt modelId="{686D1D91-3165-4DAD-A156-97DAF2F0A0B5}" type="pres">
      <dgm:prSet presAssocID="{5AA9CEDD-AE00-4584-931D-4EDD27B0C49E}" presName="hierChild5" presStyleCnt="0"/>
      <dgm:spPr/>
    </dgm:pt>
    <dgm:pt modelId="{2B8E2584-B024-4B8A-A736-7A16718A19B4}" type="pres">
      <dgm:prSet presAssocID="{D1EE26A9-4CE8-4DB6-9B3E-DB7908C42284}" presName="Name37" presStyleLbl="parChTrans1D4" presStyleIdx="24" presStyleCnt="64"/>
      <dgm:spPr/>
    </dgm:pt>
    <dgm:pt modelId="{D8911AC3-6E2D-4EE5-80B3-303B1FAF33D7}" type="pres">
      <dgm:prSet presAssocID="{72E13C97-5D84-47FA-8265-06320C9BCCFD}" presName="hierRoot2" presStyleCnt="0">
        <dgm:presLayoutVars>
          <dgm:hierBranch val="init"/>
        </dgm:presLayoutVars>
      </dgm:prSet>
      <dgm:spPr/>
    </dgm:pt>
    <dgm:pt modelId="{280C0918-044D-4A0B-A58F-60BDE8A91D59}" type="pres">
      <dgm:prSet presAssocID="{72E13C97-5D84-47FA-8265-06320C9BCCFD}" presName="rootComposite" presStyleCnt="0"/>
      <dgm:spPr/>
    </dgm:pt>
    <dgm:pt modelId="{F37A55F8-5CA0-44EA-A27F-DEFD5459FBD1}" type="pres">
      <dgm:prSet presAssocID="{72E13C97-5D84-47FA-8265-06320C9BCCFD}" presName="rootText" presStyleLbl="node4" presStyleIdx="24" presStyleCnt="64">
        <dgm:presLayoutVars>
          <dgm:chPref val="3"/>
        </dgm:presLayoutVars>
      </dgm:prSet>
      <dgm:spPr/>
    </dgm:pt>
    <dgm:pt modelId="{922D082F-24BB-48CA-9D43-A2746D42CE7C}" type="pres">
      <dgm:prSet presAssocID="{72E13C97-5D84-47FA-8265-06320C9BCCFD}" presName="rootConnector" presStyleLbl="node4" presStyleIdx="24" presStyleCnt="64"/>
      <dgm:spPr/>
    </dgm:pt>
    <dgm:pt modelId="{81CD1D2C-30CA-4D9E-B0B3-1ED837CBF431}" type="pres">
      <dgm:prSet presAssocID="{72E13C97-5D84-47FA-8265-06320C9BCCFD}" presName="hierChild4" presStyleCnt="0"/>
      <dgm:spPr/>
    </dgm:pt>
    <dgm:pt modelId="{7CBA4F2C-9619-4D08-8848-F5A7C4A6829B}" type="pres">
      <dgm:prSet presAssocID="{72E13C97-5D84-47FA-8265-06320C9BCCFD}" presName="hierChild5" presStyleCnt="0"/>
      <dgm:spPr/>
    </dgm:pt>
    <dgm:pt modelId="{E0DADAB3-565E-4084-8586-8D047CCA6429}" type="pres">
      <dgm:prSet presAssocID="{846F7E52-FB87-44EC-8536-A38813B75680}" presName="Name37" presStyleLbl="parChTrans1D4" presStyleIdx="25" presStyleCnt="64"/>
      <dgm:spPr/>
    </dgm:pt>
    <dgm:pt modelId="{234F6F24-C27D-44DB-9C47-AE7F10B3541D}" type="pres">
      <dgm:prSet presAssocID="{DA6F59D5-EE2B-4BCE-A28F-A935A630D0C3}" presName="hierRoot2" presStyleCnt="0">
        <dgm:presLayoutVars>
          <dgm:hierBranch val="init"/>
        </dgm:presLayoutVars>
      </dgm:prSet>
      <dgm:spPr/>
    </dgm:pt>
    <dgm:pt modelId="{395D0C1D-AE4F-4434-BFB7-AB8C94B2A498}" type="pres">
      <dgm:prSet presAssocID="{DA6F59D5-EE2B-4BCE-A28F-A935A630D0C3}" presName="rootComposite" presStyleCnt="0"/>
      <dgm:spPr/>
    </dgm:pt>
    <dgm:pt modelId="{05E57D69-EF45-4451-AA13-4E1C85B965D2}" type="pres">
      <dgm:prSet presAssocID="{DA6F59D5-EE2B-4BCE-A28F-A935A630D0C3}" presName="rootText" presStyleLbl="node4" presStyleIdx="25" presStyleCnt="64">
        <dgm:presLayoutVars>
          <dgm:chPref val="3"/>
        </dgm:presLayoutVars>
      </dgm:prSet>
      <dgm:spPr/>
    </dgm:pt>
    <dgm:pt modelId="{2FD4CBEE-611C-4F79-B0E4-592400D7DCCB}" type="pres">
      <dgm:prSet presAssocID="{DA6F59D5-EE2B-4BCE-A28F-A935A630D0C3}" presName="rootConnector" presStyleLbl="node4" presStyleIdx="25" presStyleCnt="64"/>
      <dgm:spPr/>
    </dgm:pt>
    <dgm:pt modelId="{1CCB4A0A-2C43-4FA8-972E-E8877F642B8F}" type="pres">
      <dgm:prSet presAssocID="{DA6F59D5-EE2B-4BCE-A28F-A935A630D0C3}" presName="hierChild4" presStyleCnt="0"/>
      <dgm:spPr/>
    </dgm:pt>
    <dgm:pt modelId="{D43295E9-106F-43EB-8A91-C18F7E20044C}" type="pres">
      <dgm:prSet presAssocID="{DA6F59D5-EE2B-4BCE-A28F-A935A630D0C3}" presName="hierChild5" presStyleCnt="0"/>
      <dgm:spPr/>
    </dgm:pt>
    <dgm:pt modelId="{11D74340-09EF-4A24-9CB6-FBFA44F69620}" type="pres">
      <dgm:prSet presAssocID="{B7E335E1-A9F3-42D5-A2D7-DB26CFF308C8}" presName="hierChild5" presStyleCnt="0"/>
      <dgm:spPr/>
    </dgm:pt>
    <dgm:pt modelId="{FF690CBE-F11F-47F7-AB42-7974481A2C86}" type="pres">
      <dgm:prSet presAssocID="{E398E0B2-9E9C-4B76-9C12-A131FD54892F}" presName="Name37" presStyleLbl="parChTrans1D4" presStyleIdx="26" presStyleCnt="64"/>
      <dgm:spPr/>
    </dgm:pt>
    <dgm:pt modelId="{E05E74D5-BACC-4404-9361-CDD1CAD0577A}" type="pres">
      <dgm:prSet presAssocID="{A9A22A48-EAA3-4A02-B25F-4D0B6F832F06}" presName="hierRoot2" presStyleCnt="0">
        <dgm:presLayoutVars>
          <dgm:hierBranch val="init"/>
        </dgm:presLayoutVars>
      </dgm:prSet>
      <dgm:spPr/>
    </dgm:pt>
    <dgm:pt modelId="{BBAF4DDD-F577-49F7-AA9B-E98549C5E401}" type="pres">
      <dgm:prSet presAssocID="{A9A22A48-EAA3-4A02-B25F-4D0B6F832F06}" presName="rootComposite" presStyleCnt="0"/>
      <dgm:spPr/>
    </dgm:pt>
    <dgm:pt modelId="{01501F47-2992-41C1-8338-A9756C7A26EB}" type="pres">
      <dgm:prSet presAssocID="{A9A22A48-EAA3-4A02-B25F-4D0B6F832F06}" presName="rootText" presStyleLbl="node4" presStyleIdx="26" presStyleCnt="64">
        <dgm:presLayoutVars>
          <dgm:chPref val="3"/>
        </dgm:presLayoutVars>
      </dgm:prSet>
      <dgm:spPr/>
    </dgm:pt>
    <dgm:pt modelId="{738B70F6-2E52-4AA4-8906-A20C2A1BA328}" type="pres">
      <dgm:prSet presAssocID="{A9A22A48-EAA3-4A02-B25F-4D0B6F832F06}" presName="rootConnector" presStyleLbl="node4" presStyleIdx="26" presStyleCnt="64"/>
      <dgm:spPr/>
    </dgm:pt>
    <dgm:pt modelId="{52CCE66D-3D7F-41E1-8404-5F93D50B12FE}" type="pres">
      <dgm:prSet presAssocID="{A9A22A48-EAA3-4A02-B25F-4D0B6F832F06}" presName="hierChild4" presStyleCnt="0"/>
      <dgm:spPr/>
    </dgm:pt>
    <dgm:pt modelId="{35F6957F-E9C9-4CAA-8F53-39F89716A8AF}" type="pres">
      <dgm:prSet presAssocID="{5C699522-7800-45DB-9361-F4130FAE4B03}" presName="Name37" presStyleLbl="parChTrans1D4" presStyleIdx="27" presStyleCnt="64"/>
      <dgm:spPr/>
    </dgm:pt>
    <dgm:pt modelId="{07945CE7-3D36-448B-91AE-75709F2B48F4}" type="pres">
      <dgm:prSet presAssocID="{5E0F4334-0928-42B6-965F-A8CA486C9AF0}" presName="hierRoot2" presStyleCnt="0">
        <dgm:presLayoutVars>
          <dgm:hierBranch val="init"/>
        </dgm:presLayoutVars>
      </dgm:prSet>
      <dgm:spPr/>
    </dgm:pt>
    <dgm:pt modelId="{56B0B405-1C37-4813-A6F5-29EE543A6454}" type="pres">
      <dgm:prSet presAssocID="{5E0F4334-0928-42B6-965F-A8CA486C9AF0}" presName="rootComposite" presStyleCnt="0"/>
      <dgm:spPr/>
    </dgm:pt>
    <dgm:pt modelId="{E4B478F0-0C52-450E-9A45-2F8E1AA33B44}" type="pres">
      <dgm:prSet presAssocID="{5E0F4334-0928-42B6-965F-A8CA486C9AF0}" presName="rootText" presStyleLbl="node4" presStyleIdx="27" presStyleCnt="64">
        <dgm:presLayoutVars>
          <dgm:chPref val="3"/>
        </dgm:presLayoutVars>
      </dgm:prSet>
      <dgm:spPr/>
    </dgm:pt>
    <dgm:pt modelId="{13A6BFF2-1B0F-4B85-B35B-1B0700207607}" type="pres">
      <dgm:prSet presAssocID="{5E0F4334-0928-42B6-965F-A8CA486C9AF0}" presName="rootConnector" presStyleLbl="node4" presStyleIdx="27" presStyleCnt="64"/>
      <dgm:spPr/>
    </dgm:pt>
    <dgm:pt modelId="{B9A2FA64-E694-4733-A803-61217A0193CF}" type="pres">
      <dgm:prSet presAssocID="{5E0F4334-0928-42B6-965F-A8CA486C9AF0}" presName="hierChild4" presStyleCnt="0"/>
      <dgm:spPr/>
    </dgm:pt>
    <dgm:pt modelId="{F1A7979F-2D89-4C0D-B6F3-CBF83B906DBC}" type="pres">
      <dgm:prSet presAssocID="{5E0F4334-0928-42B6-965F-A8CA486C9AF0}" presName="hierChild5" presStyleCnt="0"/>
      <dgm:spPr/>
    </dgm:pt>
    <dgm:pt modelId="{22A63DAF-6A1F-4185-9B30-464E896BE184}" type="pres">
      <dgm:prSet presAssocID="{9B138F8A-A1F6-4FAD-8E95-BEE1A59D3841}" presName="Name37" presStyleLbl="parChTrans1D4" presStyleIdx="28" presStyleCnt="64"/>
      <dgm:spPr/>
    </dgm:pt>
    <dgm:pt modelId="{6975770B-D8C6-4E6F-9CB1-CFDD5A6D83BE}" type="pres">
      <dgm:prSet presAssocID="{583F4520-1953-4CC2-B809-000295BA89E8}" presName="hierRoot2" presStyleCnt="0">
        <dgm:presLayoutVars>
          <dgm:hierBranch val="init"/>
        </dgm:presLayoutVars>
      </dgm:prSet>
      <dgm:spPr/>
    </dgm:pt>
    <dgm:pt modelId="{CA94837C-CBA0-4B72-8C1B-E2C8FDC1FFC4}" type="pres">
      <dgm:prSet presAssocID="{583F4520-1953-4CC2-B809-000295BA89E8}" presName="rootComposite" presStyleCnt="0"/>
      <dgm:spPr/>
    </dgm:pt>
    <dgm:pt modelId="{E062CE4B-2AE7-4C8A-AA4F-0714A7829239}" type="pres">
      <dgm:prSet presAssocID="{583F4520-1953-4CC2-B809-000295BA89E8}" presName="rootText" presStyleLbl="node4" presStyleIdx="28" presStyleCnt="64">
        <dgm:presLayoutVars>
          <dgm:chPref val="3"/>
        </dgm:presLayoutVars>
      </dgm:prSet>
      <dgm:spPr/>
    </dgm:pt>
    <dgm:pt modelId="{49D0106B-6B82-417D-888B-1A4697D1268B}" type="pres">
      <dgm:prSet presAssocID="{583F4520-1953-4CC2-B809-000295BA89E8}" presName="rootConnector" presStyleLbl="node4" presStyleIdx="28" presStyleCnt="64"/>
      <dgm:spPr/>
    </dgm:pt>
    <dgm:pt modelId="{B77B976B-8DB8-4814-869B-B8EA8D20F263}" type="pres">
      <dgm:prSet presAssocID="{583F4520-1953-4CC2-B809-000295BA89E8}" presName="hierChild4" presStyleCnt="0"/>
      <dgm:spPr/>
    </dgm:pt>
    <dgm:pt modelId="{3CBE84A4-B449-420B-AFCF-9C34867CFF11}" type="pres">
      <dgm:prSet presAssocID="{583F4520-1953-4CC2-B809-000295BA89E8}" presName="hierChild5" presStyleCnt="0"/>
      <dgm:spPr/>
    </dgm:pt>
    <dgm:pt modelId="{2F242EE7-B12A-4760-A8B9-B9FC6A4BFD94}" type="pres">
      <dgm:prSet presAssocID="{A9A22A48-EAA3-4A02-B25F-4D0B6F832F06}" presName="hierChild5" presStyleCnt="0"/>
      <dgm:spPr/>
    </dgm:pt>
    <dgm:pt modelId="{24ED4A8B-B631-4BBE-8446-B596B472B277}" type="pres">
      <dgm:prSet presAssocID="{86DE36A1-BFFB-4B7F-BED9-D8EA4D02136D}" presName="hierChild5" presStyleCnt="0"/>
      <dgm:spPr/>
    </dgm:pt>
    <dgm:pt modelId="{253396CA-2023-4B6F-B3D0-486668DC912F}" type="pres">
      <dgm:prSet presAssocID="{0E42D102-811A-4276-A418-495C4A4D5A35}" presName="Name37" presStyleLbl="parChTrans1D3" presStyleIdx="3" presStyleCnt="12"/>
      <dgm:spPr/>
    </dgm:pt>
    <dgm:pt modelId="{8EF269E1-5B3C-4078-9246-F62BFFBFE9C9}" type="pres">
      <dgm:prSet presAssocID="{021B5089-25C3-4018-8E13-766E0C375F48}" presName="hierRoot2" presStyleCnt="0">
        <dgm:presLayoutVars>
          <dgm:hierBranch val="init"/>
        </dgm:presLayoutVars>
      </dgm:prSet>
      <dgm:spPr/>
    </dgm:pt>
    <dgm:pt modelId="{747DEDFC-A8F6-4B4C-B296-53614399CF77}" type="pres">
      <dgm:prSet presAssocID="{021B5089-25C3-4018-8E13-766E0C375F48}" presName="rootComposite" presStyleCnt="0"/>
      <dgm:spPr/>
    </dgm:pt>
    <dgm:pt modelId="{75BA3DE3-AA99-4354-BFB6-2EC60D0CF7E3}" type="pres">
      <dgm:prSet presAssocID="{021B5089-25C3-4018-8E13-766E0C375F48}" presName="rootText" presStyleLbl="node3" presStyleIdx="3" presStyleCnt="12">
        <dgm:presLayoutVars>
          <dgm:chPref val="3"/>
        </dgm:presLayoutVars>
      </dgm:prSet>
      <dgm:spPr/>
    </dgm:pt>
    <dgm:pt modelId="{BAFDCA28-78EE-4BE1-8A77-03B32F73159A}" type="pres">
      <dgm:prSet presAssocID="{021B5089-25C3-4018-8E13-766E0C375F48}" presName="rootConnector" presStyleLbl="node3" presStyleIdx="3" presStyleCnt="12"/>
      <dgm:spPr/>
    </dgm:pt>
    <dgm:pt modelId="{CAA5CC5D-AB1A-4EFE-B7C9-269C0C9FBFD6}" type="pres">
      <dgm:prSet presAssocID="{021B5089-25C3-4018-8E13-766E0C375F48}" presName="hierChild4" presStyleCnt="0"/>
      <dgm:spPr/>
    </dgm:pt>
    <dgm:pt modelId="{7CCBF48D-7227-464A-9FBF-6500D7B12B35}" type="pres">
      <dgm:prSet presAssocID="{4A2B8B04-49DF-434E-94BD-93827425E0BD}" presName="Name37" presStyleLbl="parChTrans1D4" presStyleIdx="29" presStyleCnt="64"/>
      <dgm:spPr/>
    </dgm:pt>
    <dgm:pt modelId="{1545BE7A-E244-4D45-82D3-185CA74EDA6A}" type="pres">
      <dgm:prSet presAssocID="{4B5C6D8A-8794-41A1-BBCB-A0C9AD93CDA0}" presName="hierRoot2" presStyleCnt="0">
        <dgm:presLayoutVars>
          <dgm:hierBranch val="init"/>
        </dgm:presLayoutVars>
      </dgm:prSet>
      <dgm:spPr/>
    </dgm:pt>
    <dgm:pt modelId="{624EB374-5361-430B-8378-09A157A66695}" type="pres">
      <dgm:prSet presAssocID="{4B5C6D8A-8794-41A1-BBCB-A0C9AD93CDA0}" presName="rootComposite" presStyleCnt="0"/>
      <dgm:spPr/>
    </dgm:pt>
    <dgm:pt modelId="{23097E6C-97B7-41BB-9997-9BFE1B6340E4}" type="pres">
      <dgm:prSet presAssocID="{4B5C6D8A-8794-41A1-BBCB-A0C9AD93CDA0}" presName="rootText" presStyleLbl="node4" presStyleIdx="29" presStyleCnt="64">
        <dgm:presLayoutVars>
          <dgm:chPref val="3"/>
        </dgm:presLayoutVars>
      </dgm:prSet>
      <dgm:spPr/>
    </dgm:pt>
    <dgm:pt modelId="{3AC27148-942E-49CE-A824-23A976FF33BD}" type="pres">
      <dgm:prSet presAssocID="{4B5C6D8A-8794-41A1-BBCB-A0C9AD93CDA0}" presName="rootConnector" presStyleLbl="node4" presStyleIdx="29" presStyleCnt="64"/>
      <dgm:spPr/>
    </dgm:pt>
    <dgm:pt modelId="{6B0ABC7C-5351-43B6-ABD9-F011F064A5EF}" type="pres">
      <dgm:prSet presAssocID="{4B5C6D8A-8794-41A1-BBCB-A0C9AD93CDA0}" presName="hierChild4" presStyleCnt="0"/>
      <dgm:spPr/>
    </dgm:pt>
    <dgm:pt modelId="{618E4B68-E8E5-426B-BB93-5404586EE115}" type="pres">
      <dgm:prSet presAssocID="{4B5C6D8A-8794-41A1-BBCB-A0C9AD93CDA0}" presName="hierChild5" presStyleCnt="0"/>
      <dgm:spPr/>
    </dgm:pt>
    <dgm:pt modelId="{E231088F-D54A-4B67-974D-E04235792F29}" type="pres">
      <dgm:prSet presAssocID="{5E6D24F2-EAB4-49FC-9CAA-8695A27B58B0}" presName="Name37" presStyleLbl="parChTrans1D4" presStyleIdx="30" presStyleCnt="64"/>
      <dgm:spPr/>
    </dgm:pt>
    <dgm:pt modelId="{DE808A1E-C691-4593-B6B6-96DEB44C457F}" type="pres">
      <dgm:prSet presAssocID="{0E1327A6-AC31-4800-8C27-B5A707A75919}" presName="hierRoot2" presStyleCnt="0">
        <dgm:presLayoutVars>
          <dgm:hierBranch val="init"/>
        </dgm:presLayoutVars>
      </dgm:prSet>
      <dgm:spPr/>
    </dgm:pt>
    <dgm:pt modelId="{D3E365BB-96CC-4294-9494-DD060B34E8C3}" type="pres">
      <dgm:prSet presAssocID="{0E1327A6-AC31-4800-8C27-B5A707A75919}" presName="rootComposite" presStyleCnt="0"/>
      <dgm:spPr/>
    </dgm:pt>
    <dgm:pt modelId="{B3E40623-B9E3-4655-80EC-E0B100A35C66}" type="pres">
      <dgm:prSet presAssocID="{0E1327A6-AC31-4800-8C27-B5A707A75919}" presName="rootText" presStyleLbl="node4" presStyleIdx="30" presStyleCnt="64">
        <dgm:presLayoutVars>
          <dgm:chPref val="3"/>
        </dgm:presLayoutVars>
      </dgm:prSet>
      <dgm:spPr/>
    </dgm:pt>
    <dgm:pt modelId="{D4EB3429-153B-4A4E-917C-479F7A241CD4}" type="pres">
      <dgm:prSet presAssocID="{0E1327A6-AC31-4800-8C27-B5A707A75919}" presName="rootConnector" presStyleLbl="node4" presStyleIdx="30" presStyleCnt="64"/>
      <dgm:spPr/>
    </dgm:pt>
    <dgm:pt modelId="{71164714-0A27-411E-9B8F-B3A8F20B5FBD}" type="pres">
      <dgm:prSet presAssocID="{0E1327A6-AC31-4800-8C27-B5A707A75919}" presName="hierChild4" presStyleCnt="0"/>
      <dgm:spPr/>
    </dgm:pt>
    <dgm:pt modelId="{77C9B17B-A4D6-4210-8746-CB7EA81B22CC}" type="pres">
      <dgm:prSet presAssocID="{0E1327A6-AC31-4800-8C27-B5A707A75919}" presName="hierChild5" presStyleCnt="0"/>
      <dgm:spPr/>
    </dgm:pt>
    <dgm:pt modelId="{1BCC625F-CBCF-444A-861E-CD07B83207E0}" type="pres">
      <dgm:prSet presAssocID="{2BA036D2-531F-4485-B0EF-1009B34E059F}" presName="Name37" presStyleLbl="parChTrans1D4" presStyleIdx="31" presStyleCnt="64"/>
      <dgm:spPr/>
    </dgm:pt>
    <dgm:pt modelId="{036B3D63-B230-4B4F-94B3-12015A7F89DC}" type="pres">
      <dgm:prSet presAssocID="{D3653E06-8835-4B8E-ADBE-2824546FAB24}" presName="hierRoot2" presStyleCnt="0">
        <dgm:presLayoutVars>
          <dgm:hierBranch val="init"/>
        </dgm:presLayoutVars>
      </dgm:prSet>
      <dgm:spPr/>
    </dgm:pt>
    <dgm:pt modelId="{5A79A0C1-E4EB-45CF-86F2-EA7D29ACB0B6}" type="pres">
      <dgm:prSet presAssocID="{D3653E06-8835-4B8E-ADBE-2824546FAB24}" presName="rootComposite" presStyleCnt="0"/>
      <dgm:spPr/>
    </dgm:pt>
    <dgm:pt modelId="{391ED59E-AF6A-4D4F-8DFD-EEC858818628}" type="pres">
      <dgm:prSet presAssocID="{D3653E06-8835-4B8E-ADBE-2824546FAB24}" presName="rootText" presStyleLbl="node4" presStyleIdx="31" presStyleCnt="64">
        <dgm:presLayoutVars>
          <dgm:chPref val="3"/>
        </dgm:presLayoutVars>
      </dgm:prSet>
      <dgm:spPr/>
    </dgm:pt>
    <dgm:pt modelId="{42421CEA-7B64-472E-8B46-00175B0B3A2E}" type="pres">
      <dgm:prSet presAssocID="{D3653E06-8835-4B8E-ADBE-2824546FAB24}" presName="rootConnector" presStyleLbl="node4" presStyleIdx="31" presStyleCnt="64"/>
      <dgm:spPr/>
    </dgm:pt>
    <dgm:pt modelId="{5A2FDD8A-9018-4F5C-B68C-D6820BC9E53C}" type="pres">
      <dgm:prSet presAssocID="{D3653E06-8835-4B8E-ADBE-2824546FAB24}" presName="hierChild4" presStyleCnt="0"/>
      <dgm:spPr/>
    </dgm:pt>
    <dgm:pt modelId="{3F349B71-5B93-48D2-AA15-5988A30EAF7F}" type="pres">
      <dgm:prSet presAssocID="{D3653E06-8835-4B8E-ADBE-2824546FAB24}" presName="hierChild5" presStyleCnt="0"/>
      <dgm:spPr/>
    </dgm:pt>
    <dgm:pt modelId="{0FB8DECA-6149-47E7-B31A-54F7E8C7525D}" type="pres">
      <dgm:prSet presAssocID="{021B5089-25C3-4018-8E13-766E0C375F48}" presName="hierChild5" presStyleCnt="0"/>
      <dgm:spPr/>
    </dgm:pt>
    <dgm:pt modelId="{7AE4D891-AFDF-47CA-AE12-C9E64E4BC610}" type="pres">
      <dgm:prSet presAssocID="{92162928-B373-4802-B988-4C318FAE4B4C}" presName="hierChild5" presStyleCnt="0"/>
      <dgm:spPr/>
    </dgm:pt>
    <dgm:pt modelId="{AB1F82AE-D204-494B-90C7-632A99586039}" type="pres">
      <dgm:prSet presAssocID="{F967AC73-60EA-4945-AEC1-1AE5D8629C87}" presName="Name37" presStyleLbl="parChTrans1D2" presStyleIdx="1" presStyleCnt="3"/>
      <dgm:spPr/>
    </dgm:pt>
    <dgm:pt modelId="{DC0B2FDF-D839-45FE-9E9A-D22897A1B887}" type="pres">
      <dgm:prSet presAssocID="{0F02B370-286F-4E1B-80A8-B2AD40265B7C}" presName="hierRoot2" presStyleCnt="0">
        <dgm:presLayoutVars>
          <dgm:hierBranch val="init"/>
        </dgm:presLayoutVars>
      </dgm:prSet>
      <dgm:spPr/>
    </dgm:pt>
    <dgm:pt modelId="{1B76E2B1-AF57-455C-83AC-6048046D1721}" type="pres">
      <dgm:prSet presAssocID="{0F02B370-286F-4E1B-80A8-B2AD40265B7C}" presName="rootComposite" presStyleCnt="0"/>
      <dgm:spPr/>
    </dgm:pt>
    <dgm:pt modelId="{78F581A2-A236-4AAE-9594-81595AF744C3}" type="pres">
      <dgm:prSet presAssocID="{0F02B370-286F-4E1B-80A8-B2AD40265B7C}" presName="rootText" presStyleLbl="node2" presStyleIdx="1" presStyleCnt="3" custScaleX="749902" custLinFactNeighborX="-47954" custLinFactNeighborY="5721">
        <dgm:presLayoutVars>
          <dgm:chPref val="3"/>
        </dgm:presLayoutVars>
      </dgm:prSet>
      <dgm:spPr/>
    </dgm:pt>
    <dgm:pt modelId="{45497D4B-7384-4409-B2DD-8111D10AE21C}" type="pres">
      <dgm:prSet presAssocID="{0F02B370-286F-4E1B-80A8-B2AD40265B7C}" presName="rootConnector" presStyleLbl="node2" presStyleIdx="1" presStyleCnt="3"/>
      <dgm:spPr/>
    </dgm:pt>
    <dgm:pt modelId="{7655522E-218E-4AD1-9853-C6F4EBC0DDEE}" type="pres">
      <dgm:prSet presAssocID="{0F02B370-286F-4E1B-80A8-B2AD40265B7C}" presName="hierChild4" presStyleCnt="0"/>
      <dgm:spPr/>
    </dgm:pt>
    <dgm:pt modelId="{C2D498E1-98E7-4FD7-9DD9-7BB2AFC68AF5}" type="pres">
      <dgm:prSet presAssocID="{861ACE2A-0235-486D-A8CB-4DF13E32F60D}" presName="Name37" presStyleLbl="parChTrans1D3" presStyleIdx="4" presStyleCnt="12"/>
      <dgm:spPr/>
    </dgm:pt>
    <dgm:pt modelId="{5E50FA81-30E8-4CE9-8A00-225A415A130D}" type="pres">
      <dgm:prSet presAssocID="{9CC3383C-1B71-45FF-A65B-DCE8FC17A9FB}" presName="hierRoot2" presStyleCnt="0">
        <dgm:presLayoutVars>
          <dgm:hierBranch val="init"/>
        </dgm:presLayoutVars>
      </dgm:prSet>
      <dgm:spPr/>
    </dgm:pt>
    <dgm:pt modelId="{DE16026A-7E77-4567-8DAE-8249478333CC}" type="pres">
      <dgm:prSet presAssocID="{9CC3383C-1B71-45FF-A65B-DCE8FC17A9FB}" presName="rootComposite" presStyleCnt="0"/>
      <dgm:spPr/>
    </dgm:pt>
    <dgm:pt modelId="{CBCCDB28-3F6C-442B-8F77-E59A150F2BD3}" type="pres">
      <dgm:prSet presAssocID="{9CC3383C-1B71-45FF-A65B-DCE8FC17A9FB}" presName="rootText" presStyleLbl="node3" presStyleIdx="4" presStyleCnt="12">
        <dgm:presLayoutVars>
          <dgm:chPref val="3"/>
        </dgm:presLayoutVars>
      </dgm:prSet>
      <dgm:spPr/>
    </dgm:pt>
    <dgm:pt modelId="{59543B8E-F7F1-4AE1-A01C-6DF0AD80DF4D}" type="pres">
      <dgm:prSet presAssocID="{9CC3383C-1B71-45FF-A65B-DCE8FC17A9FB}" presName="rootConnector" presStyleLbl="node3" presStyleIdx="4" presStyleCnt="12"/>
      <dgm:spPr/>
    </dgm:pt>
    <dgm:pt modelId="{1BA6CA30-B8FD-43AE-8EAE-467D369B9802}" type="pres">
      <dgm:prSet presAssocID="{9CC3383C-1B71-45FF-A65B-DCE8FC17A9FB}" presName="hierChild4" presStyleCnt="0"/>
      <dgm:spPr/>
    </dgm:pt>
    <dgm:pt modelId="{F38CD924-AD77-48B7-94BF-C134D4D380EA}" type="pres">
      <dgm:prSet presAssocID="{E180D5EB-FEC7-412D-BCE9-BA3847616023}" presName="Name37" presStyleLbl="parChTrans1D4" presStyleIdx="32" presStyleCnt="64"/>
      <dgm:spPr/>
    </dgm:pt>
    <dgm:pt modelId="{471428EC-D68E-496F-ABA9-FB8532E844BF}" type="pres">
      <dgm:prSet presAssocID="{F1F05255-7EED-418E-9D42-7427C5870479}" presName="hierRoot2" presStyleCnt="0">
        <dgm:presLayoutVars>
          <dgm:hierBranch val="init"/>
        </dgm:presLayoutVars>
      </dgm:prSet>
      <dgm:spPr/>
    </dgm:pt>
    <dgm:pt modelId="{11659DE6-2CFF-4218-8095-D4A39537C894}" type="pres">
      <dgm:prSet presAssocID="{F1F05255-7EED-418E-9D42-7427C5870479}" presName="rootComposite" presStyleCnt="0"/>
      <dgm:spPr/>
    </dgm:pt>
    <dgm:pt modelId="{44868748-A325-4DCA-8BC0-281D89650CAB}" type="pres">
      <dgm:prSet presAssocID="{F1F05255-7EED-418E-9D42-7427C5870479}" presName="rootText" presStyleLbl="node4" presStyleIdx="32" presStyleCnt="64">
        <dgm:presLayoutVars>
          <dgm:chPref val="3"/>
        </dgm:presLayoutVars>
      </dgm:prSet>
      <dgm:spPr/>
    </dgm:pt>
    <dgm:pt modelId="{07492130-7D6A-4234-99C4-2A7F4BBD991F}" type="pres">
      <dgm:prSet presAssocID="{F1F05255-7EED-418E-9D42-7427C5870479}" presName="rootConnector" presStyleLbl="node4" presStyleIdx="32" presStyleCnt="64"/>
      <dgm:spPr/>
    </dgm:pt>
    <dgm:pt modelId="{4D25547A-BE7C-4D85-8842-27011C4AE735}" type="pres">
      <dgm:prSet presAssocID="{F1F05255-7EED-418E-9D42-7427C5870479}" presName="hierChild4" presStyleCnt="0"/>
      <dgm:spPr/>
    </dgm:pt>
    <dgm:pt modelId="{55E96FAF-E9D0-4075-9C8F-4B1B19C96FBB}" type="pres">
      <dgm:prSet presAssocID="{60EB6D41-37C4-4F4F-9103-BDAD7CE848E2}" presName="Name37" presStyleLbl="parChTrans1D4" presStyleIdx="33" presStyleCnt="64"/>
      <dgm:spPr/>
    </dgm:pt>
    <dgm:pt modelId="{DBB59108-74DB-4921-8707-6F8E854D4558}" type="pres">
      <dgm:prSet presAssocID="{D3CE3FAA-0099-4AEA-A6D0-17A8A7734B0E}" presName="hierRoot2" presStyleCnt="0">
        <dgm:presLayoutVars>
          <dgm:hierBranch val="init"/>
        </dgm:presLayoutVars>
      </dgm:prSet>
      <dgm:spPr/>
    </dgm:pt>
    <dgm:pt modelId="{D6DD2E92-DA43-403E-B49C-FB3F99638050}" type="pres">
      <dgm:prSet presAssocID="{D3CE3FAA-0099-4AEA-A6D0-17A8A7734B0E}" presName="rootComposite" presStyleCnt="0"/>
      <dgm:spPr/>
    </dgm:pt>
    <dgm:pt modelId="{8777B657-BEBB-472D-81F8-61A9B436AC46}" type="pres">
      <dgm:prSet presAssocID="{D3CE3FAA-0099-4AEA-A6D0-17A8A7734B0E}" presName="rootText" presStyleLbl="node4" presStyleIdx="33" presStyleCnt="64">
        <dgm:presLayoutVars>
          <dgm:chPref val="3"/>
        </dgm:presLayoutVars>
      </dgm:prSet>
      <dgm:spPr/>
    </dgm:pt>
    <dgm:pt modelId="{CA86ECE2-A4D4-44ED-AF15-9CE471B73843}" type="pres">
      <dgm:prSet presAssocID="{D3CE3FAA-0099-4AEA-A6D0-17A8A7734B0E}" presName="rootConnector" presStyleLbl="node4" presStyleIdx="33" presStyleCnt="64"/>
      <dgm:spPr/>
    </dgm:pt>
    <dgm:pt modelId="{58B34323-5AAB-4F95-9A97-AEB220E7D1F6}" type="pres">
      <dgm:prSet presAssocID="{D3CE3FAA-0099-4AEA-A6D0-17A8A7734B0E}" presName="hierChild4" presStyleCnt="0"/>
      <dgm:spPr/>
    </dgm:pt>
    <dgm:pt modelId="{F2FF01DC-BB53-4805-A9F6-B653331030CE}" type="pres">
      <dgm:prSet presAssocID="{D3CE3FAA-0099-4AEA-A6D0-17A8A7734B0E}" presName="hierChild5" presStyleCnt="0"/>
      <dgm:spPr/>
    </dgm:pt>
    <dgm:pt modelId="{E9D0849D-28A7-4279-9916-E399617C812F}" type="pres">
      <dgm:prSet presAssocID="{C95B6263-7540-4EF5-9837-E50062706DDE}" presName="Name37" presStyleLbl="parChTrans1D4" presStyleIdx="34" presStyleCnt="64"/>
      <dgm:spPr/>
    </dgm:pt>
    <dgm:pt modelId="{E055CE78-7D60-4C23-8C6A-457DDE82F4A4}" type="pres">
      <dgm:prSet presAssocID="{D60495A8-2048-477D-AFD5-52765B154FDC}" presName="hierRoot2" presStyleCnt="0">
        <dgm:presLayoutVars>
          <dgm:hierBranch val="init"/>
        </dgm:presLayoutVars>
      </dgm:prSet>
      <dgm:spPr/>
    </dgm:pt>
    <dgm:pt modelId="{0E3C15D7-1C80-482F-9855-B46B63AE2473}" type="pres">
      <dgm:prSet presAssocID="{D60495A8-2048-477D-AFD5-52765B154FDC}" presName="rootComposite" presStyleCnt="0"/>
      <dgm:spPr/>
    </dgm:pt>
    <dgm:pt modelId="{A2AAA75D-1CB4-407E-B3EE-D44AC4E02C6C}" type="pres">
      <dgm:prSet presAssocID="{D60495A8-2048-477D-AFD5-52765B154FDC}" presName="rootText" presStyleLbl="node4" presStyleIdx="34" presStyleCnt="64">
        <dgm:presLayoutVars>
          <dgm:chPref val="3"/>
        </dgm:presLayoutVars>
      </dgm:prSet>
      <dgm:spPr/>
    </dgm:pt>
    <dgm:pt modelId="{EA22F5AB-452C-4D7F-8108-C4E7F72B8E6F}" type="pres">
      <dgm:prSet presAssocID="{D60495A8-2048-477D-AFD5-52765B154FDC}" presName="rootConnector" presStyleLbl="node4" presStyleIdx="34" presStyleCnt="64"/>
      <dgm:spPr/>
    </dgm:pt>
    <dgm:pt modelId="{8FA494EA-3722-4E96-811C-7529F5EC3305}" type="pres">
      <dgm:prSet presAssocID="{D60495A8-2048-477D-AFD5-52765B154FDC}" presName="hierChild4" presStyleCnt="0"/>
      <dgm:spPr/>
    </dgm:pt>
    <dgm:pt modelId="{38D5756E-D4E8-4583-B988-4673C2A9A43C}" type="pres">
      <dgm:prSet presAssocID="{D60495A8-2048-477D-AFD5-52765B154FDC}" presName="hierChild5" presStyleCnt="0"/>
      <dgm:spPr/>
    </dgm:pt>
    <dgm:pt modelId="{5024964F-CDB1-43BC-92E2-1E03F7D7FD0D}" type="pres">
      <dgm:prSet presAssocID="{F1F05255-7EED-418E-9D42-7427C5870479}" presName="hierChild5" presStyleCnt="0"/>
      <dgm:spPr/>
    </dgm:pt>
    <dgm:pt modelId="{E8D5DC35-EFEF-4EC7-84EE-8C209E611921}" type="pres">
      <dgm:prSet presAssocID="{7E5BB268-CB88-4F27-8C04-81C656AF0862}" presName="Name37" presStyleLbl="parChTrans1D4" presStyleIdx="35" presStyleCnt="64"/>
      <dgm:spPr/>
    </dgm:pt>
    <dgm:pt modelId="{325E0A35-1990-4B62-9CBF-FE4C0B358632}" type="pres">
      <dgm:prSet presAssocID="{7F8A7C11-64C3-4429-B905-3C4323189ABA}" presName="hierRoot2" presStyleCnt="0">
        <dgm:presLayoutVars>
          <dgm:hierBranch val="init"/>
        </dgm:presLayoutVars>
      </dgm:prSet>
      <dgm:spPr/>
    </dgm:pt>
    <dgm:pt modelId="{F140BB3E-16A3-45B2-9DEB-594D322C1B05}" type="pres">
      <dgm:prSet presAssocID="{7F8A7C11-64C3-4429-B905-3C4323189ABA}" presName="rootComposite" presStyleCnt="0"/>
      <dgm:spPr/>
    </dgm:pt>
    <dgm:pt modelId="{521C78FF-7CA1-4AA7-833D-CA886A648D64}" type="pres">
      <dgm:prSet presAssocID="{7F8A7C11-64C3-4429-B905-3C4323189ABA}" presName="rootText" presStyleLbl="node4" presStyleIdx="35" presStyleCnt="64">
        <dgm:presLayoutVars>
          <dgm:chPref val="3"/>
        </dgm:presLayoutVars>
      </dgm:prSet>
      <dgm:spPr/>
    </dgm:pt>
    <dgm:pt modelId="{32161E13-B50E-4547-9076-99CD83ECEFF1}" type="pres">
      <dgm:prSet presAssocID="{7F8A7C11-64C3-4429-B905-3C4323189ABA}" presName="rootConnector" presStyleLbl="node4" presStyleIdx="35" presStyleCnt="64"/>
      <dgm:spPr/>
    </dgm:pt>
    <dgm:pt modelId="{10BC7275-8A65-470B-9D32-183D51F9128D}" type="pres">
      <dgm:prSet presAssocID="{7F8A7C11-64C3-4429-B905-3C4323189ABA}" presName="hierChild4" presStyleCnt="0"/>
      <dgm:spPr/>
    </dgm:pt>
    <dgm:pt modelId="{A451FE72-65D1-497E-8239-CC85C56A15E4}" type="pres">
      <dgm:prSet presAssocID="{E0E64423-99B8-46DC-98F0-C9D71B558B2A}" presName="Name37" presStyleLbl="parChTrans1D4" presStyleIdx="36" presStyleCnt="64"/>
      <dgm:spPr/>
    </dgm:pt>
    <dgm:pt modelId="{70F85205-D921-4863-ABF3-96EABDEA3E71}" type="pres">
      <dgm:prSet presAssocID="{E42C0EAE-ACEC-45B2-8C56-61F700F9368B}" presName="hierRoot2" presStyleCnt="0">
        <dgm:presLayoutVars>
          <dgm:hierBranch val="init"/>
        </dgm:presLayoutVars>
      </dgm:prSet>
      <dgm:spPr/>
    </dgm:pt>
    <dgm:pt modelId="{6432F5F9-B766-4365-9759-6E48BF7C5265}" type="pres">
      <dgm:prSet presAssocID="{E42C0EAE-ACEC-45B2-8C56-61F700F9368B}" presName="rootComposite" presStyleCnt="0"/>
      <dgm:spPr/>
    </dgm:pt>
    <dgm:pt modelId="{2D712440-CF72-4A12-BC8D-073CCB231704}" type="pres">
      <dgm:prSet presAssocID="{E42C0EAE-ACEC-45B2-8C56-61F700F9368B}" presName="rootText" presStyleLbl="node4" presStyleIdx="36" presStyleCnt="64">
        <dgm:presLayoutVars>
          <dgm:chPref val="3"/>
        </dgm:presLayoutVars>
      </dgm:prSet>
      <dgm:spPr/>
    </dgm:pt>
    <dgm:pt modelId="{DF5A450C-99B5-4382-B8CC-9FA13FD0E2F2}" type="pres">
      <dgm:prSet presAssocID="{E42C0EAE-ACEC-45B2-8C56-61F700F9368B}" presName="rootConnector" presStyleLbl="node4" presStyleIdx="36" presStyleCnt="64"/>
      <dgm:spPr/>
    </dgm:pt>
    <dgm:pt modelId="{AD7B1F1B-4A88-4809-A932-E7805301E55B}" type="pres">
      <dgm:prSet presAssocID="{E42C0EAE-ACEC-45B2-8C56-61F700F9368B}" presName="hierChild4" presStyleCnt="0"/>
      <dgm:spPr/>
    </dgm:pt>
    <dgm:pt modelId="{AA3396E2-6982-43D0-BF46-4E748DB11460}" type="pres">
      <dgm:prSet presAssocID="{E42C0EAE-ACEC-45B2-8C56-61F700F9368B}" presName="hierChild5" presStyleCnt="0"/>
      <dgm:spPr/>
    </dgm:pt>
    <dgm:pt modelId="{1C880A9C-5BE4-4596-BAA3-41E8CBF9D83D}" type="pres">
      <dgm:prSet presAssocID="{0C710E75-844B-48CE-91CE-D144B51058D6}" presName="Name37" presStyleLbl="parChTrans1D4" presStyleIdx="37" presStyleCnt="64"/>
      <dgm:spPr/>
    </dgm:pt>
    <dgm:pt modelId="{427064C7-904B-47E6-8D79-32DB3C06AF3F}" type="pres">
      <dgm:prSet presAssocID="{3735A814-76D3-4818-8DA1-2023A7CA95C7}" presName="hierRoot2" presStyleCnt="0">
        <dgm:presLayoutVars>
          <dgm:hierBranch val="init"/>
        </dgm:presLayoutVars>
      </dgm:prSet>
      <dgm:spPr/>
    </dgm:pt>
    <dgm:pt modelId="{2FDC4BA3-9CE2-42DB-BFDD-C1B477B49F31}" type="pres">
      <dgm:prSet presAssocID="{3735A814-76D3-4818-8DA1-2023A7CA95C7}" presName="rootComposite" presStyleCnt="0"/>
      <dgm:spPr/>
    </dgm:pt>
    <dgm:pt modelId="{F0F7D6E5-A88C-4133-A8A5-C224BE4DA5F4}" type="pres">
      <dgm:prSet presAssocID="{3735A814-76D3-4818-8DA1-2023A7CA95C7}" presName="rootText" presStyleLbl="node4" presStyleIdx="37" presStyleCnt="64">
        <dgm:presLayoutVars>
          <dgm:chPref val="3"/>
        </dgm:presLayoutVars>
      </dgm:prSet>
      <dgm:spPr/>
    </dgm:pt>
    <dgm:pt modelId="{A99125AF-87F7-4C43-A2B4-EB9DD35673EA}" type="pres">
      <dgm:prSet presAssocID="{3735A814-76D3-4818-8DA1-2023A7CA95C7}" presName="rootConnector" presStyleLbl="node4" presStyleIdx="37" presStyleCnt="64"/>
      <dgm:spPr/>
    </dgm:pt>
    <dgm:pt modelId="{0A64C46C-AD8A-492C-BB96-38E01BCC5EED}" type="pres">
      <dgm:prSet presAssocID="{3735A814-76D3-4818-8DA1-2023A7CA95C7}" presName="hierChild4" presStyleCnt="0"/>
      <dgm:spPr/>
    </dgm:pt>
    <dgm:pt modelId="{329D0D69-2638-4B05-AAE4-FFEC0802FB54}" type="pres">
      <dgm:prSet presAssocID="{3735A814-76D3-4818-8DA1-2023A7CA95C7}" presName="hierChild5" presStyleCnt="0"/>
      <dgm:spPr/>
    </dgm:pt>
    <dgm:pt modelId="{00A1A5A3-C1CD-4EAA-BB62-1088D77C7554}" type="pres">
      <dgm:prSet presAssocID="{2E3A2599-02D1-4176-84D5-BD69D3E26B03}" presName="Name37" presStyleLbl="parChTrans1D4" presStyleIdx="38" presStyleCnt="64"/>
      <dgm:spPr/>
    </dgm:pt>
    <dgm:pt modelId="{8B178807-2D5E-439F-8F6D-8AEEC8D0E07E}" type="pres">
      <dgm:prSet presAssocID="{4791CC2A-ED07-4CC0-814C-180E2E708BCD}" presName="hierRoot2" presStyleCnt="0">
        <dgm:presLayoutVars>
          <dgm:hierBranch val="init"/>
        </dgm:presLayoutVars>
      </dgm:prSet>
      <dgm:spPr/>
    </dgm:pt>
    <dgm:pt modelId="{E05F36D0-48A9-4757-9004-C3ABE4259D75}" type="pres">
      <dgm:prSet presAssocID="{4791CC2A-ED07-4CC0-814C-180E2E708BCD}" presName="rootComposite" presStyleCnt="0"/>
      <dgm:spPr/>
    </dgm:pt>
    <dgm:pt modelId="{6FDB9B7C-8D5D-46A0-B56C-249811C37542}" type="pres">
      <dgm:prSet presAssocID="{4791CC2A-ED07-4CC0-814C-180E2E708BCD}" presName="rootText" presStyleLbl="node4" presStyleIdx="38" presStyleCnt="64">
        <dgm:presLayoutVars>
          <dgm:chPref val="3"/>
        </dgm:presLayoutVars>
      </dgm:prSet>
      <dgm:spPr/>
    </dgm:pt>
    <dgm:pt modelId="{565D0F4A-7547-4F9B-A81F-84EBC45C2E66}" type="pres">
      <dgm:prSet presAssocID="{4791CC2A-ED07-4CC0-814C-180E2E708BCD}" presName="rootConnector" presStyleLbl="node4" presStyleIdx="38" presStyleCnt="64"/>
      <dgm:spPr/>
    </dgm:pt>
    <dgm:pt modelId="{39CDC612-462A-40DF-B958-DB0BCB0D6370}" type="pres">
      <dgm:prSet presAssocID="{4791CC2A-ED07-4CC0-814C-180E2E708BCD}" presName="hierChild4" presStyleCnt="0"/>
      <dgm:spPr/>
    </dgm:pt>
    <dgm:pt modelId="{7493614B-153B-4DB4-817E-D9166087A388}" type="pres">
      <dgm:prSet presAssocID="{4791CC2A-ED07-4CC0-814C-180E2E708BCD}" presName="hierChild5" presStyleCnt="0"/>
      <dgm:spPr/>
    </dgm:pt>
    <dgm:pt modelId="{783D49C5-ADD1-4AB3-B405-79F6C438A60E}" type="pres">
      <dgm:prSet presAssocID="{7F8A7C11-64C3-4429-B905-3C4323189ABA}" presName="hierChild5" presStyleCnt="0"/>
      <dgm:spPr/>
    </dgm:pt>
    <dgm:pt modelId="{3FA1A634-AC53-4ABB-80B1-24F78EB5B80A}" type="pres">
      <dgm:prSet presAssocID="{F7D45185-1C6F-4AD9-8393-F5C8782238A3}" presName="Name37" presStyleLbl="parChTrans1D4" presStyleIdx="39" presStyleCnt="64"/>
      <dgm:spPr/>
    </dgm:pt>
    <dgm:pt modelId="{F86642AB-744C-4C4A-A01B-9FE5F13A66BD}" type="pres">
      <dgm:prSet presAssocID="{F4BABE74-254C-4FEA-B43C-2C2D6433B48C}" presName="hierRoot2" presStyleCnt="0">
        <dgm:presLayoutVars>
          <dgm:hierBranch val="init"/>
        </dgm:presLayoutVars>
      </dgm:prSet>
      <dgm:spPr/>
    </dgm:pt>
    <dgm:pt modelId="{7DE9A8F0-3174-48BB-B737-8985BABB94BB}" type="pres">
      <dgm:prSet presAssocID="{F4BABE74-254C-4FEA-B43C-2C2D6433B48C}" presName="rootComposite" presStyleCnt="0"/>
      <dgm:spPr/>
    </dgm:pt>
    <dgm:pt modelId="{FED667C9-3818-4325-B600-3C457E3CEBBE}" type="pres">
      <dgm:prSet presAssocID="{F4BABE74-254C-4FEA-B43C-2C2D6433B48C}" presName="rootText" presStyleLbl="node4" presStyleIdx="39" presStyleCnt="64">
        <dgm:presLayoutVars>
          <dgm:chPref val="3"/>
        </dgm:presLayoutVars>
      </dgm:prSet>
      <dgm:spPr/>
    </dgm:pt>
    <dgm:pt modelId="{B87CE1B3-47B6-478E-9009-93BA46523C6D}" type="pres">
      <dgm:prSet presAssocID="{F4BABE74-254C-4FEA-B43C-2C2D6433B48C}" presName="rootConnector" presStyleLbl="node4" presStyleIdx="39" presStyleCnt="64"/>
      <dgm:spPr/>
    </dgm:pt>
    <dgm:pt modelId="{247A15C9-8D47-4E5A-A0E4-7E733B97C698}" type="pres">
      <dgm:prSet presAssocID="{F4BABE74-254C-4FEA-B43C-2C2D6433B48C}" presName="hierChild4" presStyleCnt="0"/>
      <dgm:spPr/>
    </dgm:pt>
    <dgm:pt modelId="{17EF20BD-6F6A-49E1-8D9F-13300921DECA}" type="pres">
      <dgm:prSet presAssocID="{4C45DFC1-161C-476C-A1F2-B9D0E36B34C7}" presName="Name37" presStyleLbl="parChTrans1D4" presStyleIdx="40" presStyleCnt="64"/>
      <dgm:spPr/>
    </dgm:pt>
    <dgm:pt modelId="{D9B46069-EC9B-4C74-9778-C53D0F956AC6}" type="pres">
      <dgm:prSet presAssocID="{1B1DB1B2-F695-4FC4-8E2F-4DD8FE4B70E0}" presName="hierRoot2" presStyleCnt="0">
        <dgm:presLayoutVars>
          <dgm:hierBranch val="init"/>
        </dgm:presLayoutVars>
      </dgm:prSet>
      <dgm:spPr/>
    </dgm:pt>
    <dgm:pt modelId="{D47775B6-680E-457C-A6EA-027ACFB82D62}" type="pres">
      <dgm:prSet presAssocID="{1B1DB1B2-F695-4FC4-8E2F-4DD8FE4B70E0}" presName="rootComposite" presStyleCnt="0"/>
      <dgm:spPr/>
    </dgm:pt>
    <dgm:pt modelId="{5AE364EB-21F4-4655-9874-B208EC73C077}" type="pres">
      <dgm:prSet presAssocID="{1B1DB1B2-F695-4FC4-8E2F-4DD8FE4B70E0}" presName="rootText" presStyleLbl="node4" presStyleIdx="40" presStyleCnt="64">
        <dgm:presLayoutVars>
          <dgm:chPref val="3"/>
        </dgm:presLayoutVars>
      </dgm:prSet>
      <dgm:spPr/>
    </dgm:pt>
    <dgm:pt modelId="{6D5386B2-FFDA-43E2-B353-CA9109B2933E}" type="pres">
      <dgm:prSet presAssocID="{1B1DB1B2-F695-4FC4-8E2F-4DD8FE4B70E0}" presName="rootConnector" presStyleLbl="node4" presStyleIdx="40" presStyleCnt="64"/>
      <dgm:spPr/>
    </dgm:pt>
    <dgm:pt modelId="{00431E70-A77D-43E8-A2DE-621A0E4721B8}" type="pres">
      <dgm:prSet presAssocID="{1B1DB1B2-F695-4FC4-8E2F-4DD8FE4B70E0}" presName="hierChild4" presStyleCnt="0"/>
      <dgm:spPr/>
    </dgm:pt>
    <dgm:pt modelId="{69966B9C-D399-4DBF-ABCF-36FFD77E8962}" type="pres">
      <dgm:prSet presAssocID="{1B1DB1B2-F695-4FC4-8E2F-4DD8FE4B70E0}" presName="hierChild5" presStyleCnt="0"/>
      <dgm:spPr/>
    </dgm:pt>
    <dgm:pt modelId="{C1507BE6-07DE-445E-B8FE-46C149D50E35}" type="pres">
      <dgm:prSet presAssocID="{794B3A96-2C24-484E-990F-5DC06CACE812}" presName="Name37" presStyleLbl="parChTrans1D4" presStyleIdx="41" presStyleCnt="64"/>
      <dgm:spPr/>
    </dgm:pt>
    <dgm:pt modelId="{29BC4391-DF26-4617-97B1-E33855581696}" type="pres">
      <dgm:prSet presAssocID="{DC078674-2B79-44B6-BE12-ED78A1E7F28F}" presName="hierRoot2" presStyleCnt="0">
        <dgm:presLayoutVars>
          <dgm:hierBranch val="init"/>
        </dgm:presLayoutVars>
      </dgm:prSet>
      <dgm:spPr/>
    </dgm:pt>
    <dgm:pt modelId="{B4313116-620B-4DE4-90F7-63599FB99006}" type="pres">
      <dgm:prSet presAssocID="{DC078674-2B79-44B6-BE12-ED78A1E7F28F}" presName="rootComposite" presStyleCnt="0"/>
      <dgm:spPr/>
    </dgm:pt>
    <dgm:pt modelId="{6B1DC200-7A53-450B-8E22-A0620754E96A}" type="pres">
      <dgm:prSet presAssocID="{DC078674-2B79-44B6-BE12-ED78A1E7F28F}" presName="rootText" presStyleLbl="node4" presStyleIdx="41" presStyleCnt="64">
        <dgm:presLayoutVars>
          <dgm:chPref val="3"/>
        </dgm:presLayoutVars>
      </dgm:prSet>
      <dgm:spPr/>
    </dgm:pt>
    <dgm:pt modelId="{AFB40D5A-8F1C-4739-9AF4-946CF803CF1A}" type="pres">
      <dgm:prSet presAssocID="{DC078674-2B79-44B6-BE12-ED78A1E7F28F}" presName="rootConnector" presStyleLbl="node4" presStyleIdx="41" presStyleCnt="64"/>
      <dgm:spPr/>
    </dgm:pt>
    <dgm:pt modelId="{6F8128C1-E936-4F2F-9447-3E7153470DBB}" type="pres">
      <dgm:prSet presAssocID="{DC078674-2B79-44B6-BE12-ED78A1E7F28F}" presName="hierChild4" presStyleCnt="0"/>
      <dgm:spPr/>
    </dgm:pt>
    <dgm:pt modelId="{BA4B7298-3F25-43CF-AFB8-0E6965C23592}" type="pres">
      <dgm:prSet presAssocID="{DC078674-2B79-44B6-BE12-ED78A1E7F28F}" presName="hierChild5" presStyleCnt="0"/>
      <dgm:spPr/>
    </dgm:pt>
    <dgm:pt modelId="{F650185A-79FB-458E-A03C-1DE6989CF6C6}" type="pres">
      <dgm:prSet presAssocID="{F4BABE74-254C-4FEA-B43C-2C2D6433B48C}" presName="hierChild5" presStyleCnt="0"/>
      <dgm:spPr/>
    </dgm:pt>
    <dgm:pt modelId="{D307F3F6-2AD9-4B10-92C8-8BDF406C98A9}" type="pres">
      <dgm:prSet presAssocID="{9CC3383C-1B71-45FF-A65B-DCE8FC17A9FB}" presName="hierChild5" presStyleCnt="0"/>
      <dgm:spPr/>
    </dgm:pt>
    <dgm:pt modelId="{383C8123-5F8B-47BD-A575-544DD043BF29}" type="pres">
      <dgm:prSet presAssocID="{6C104926-6DF9-4B9E-AC3E-9F8A142DA858}" presName="Name37" presStyleLbl="parChTrans1D3" presStyleIdx="5" presStyleCnt="12"/>
      <dgm:spPr/>
    </dgm:pt>
    <dgm:pt modelId="{42A70AA7-35BE-4302-A881-76E7AB3B153A}" type="pres">
      <dgm:prSet presAssocID="{F0689DFF-B9BC-44F4-8390-F87AB859BE32}" presName="hierRoot2" presStyleCnt="0">
        <dgm:presLayoutVars>
          <dgm:hierBranch val="init"/>
        </dgm:presLayoutVars>
      </dgm:prSet>
      <dgm:spPr/>
    </dgm:pt>
    <dgm:pt modelId="{FD5D57C8-99FF-48DC-8EE6-CDB5598717BA}" type="pres">
      <dgm:prSet presAssocID="{F0689DFF-B9BC-44F4-8390-F87AB859BE32}" presName="rootComposite" presStyleCnt="0"/>
      <dgm:spPr/>
    </dgm:pt>
    <dgm:pt modelId="{A150F277-B09F-4FB7-B48F-028FD128C30B}" type="pres">
      <dgm:prSet presAssocID="{F0689DFF-B9BC-44F4-8390-F87AB859BE32}" presName="rootText" presStyleLbl="node3" presStyleIdx="5" presStyleCnt="12">
        <dgm:presLayoutVars>
          <dgm:chPref val="3"/>
        </dgm:presLayoutVars>
      </dgm:prSet>
      <dgm:spPr/>
    </dgm:pt>
    <dgm:pt modelId="{9BEBF3C6-C543-4EFE-8310-C6232F27ECFE}" type="pres">
      <dgm:prSet presAssocID="{F0689DFF-B9BC-44F4-8390-F87AB859BE32}" presName="rootConnector" presStyleLbl="node3" presStyleIdx="5" presStyleCnt="12"/>
      <dgm:spPr/>
    </dgm:pt>
    <dgm:pt modelId="{ABEC9173-3E6A-4D77-87AD-22A7707D6083}" type="pres">
      <dgm:prSet presAssocID="{F0689DFF-B9BC-44F4-8390-F87AB859BE32}" presName="hierChild4" presStyleCnt="0"/>
      <dgm:spPr/>
    </dgm:pt>
    <dgm:pt modelId="{880CA0CC-DB69-47E8-AC78-EB0630218FBB}" type="pres">
      <dgm:prSet presAssocID="{70B2F95B-C17B-422C-B96A-DBA0CC038D4A}" presName="Name37" presStyleLbl="parChTrans1D4" presStyleIdx="42" presStyleCnt="64"/>
      <dgm:spPr/>
    </dgm:pt>
    <dgm:pt modelId="{BE18558E-32D3-4094-917B-C791650CDEEE}" type="pres">
      <dgm:prSet presAssocID="{B1716553-DDF0-4464-B1BC-8036116D1904}" presName="hierRoot2" presStyleCnt="0">
        <dgm:presLayoutVars>
          <dgm:hierBranch val="init"/>
        </dgm:presLayoutVars>
      </dgm:prSet>
      <dgm:spPr/>
    </dgm:pt>
    <dgm:pt modelId="{3ACCB774-1A28-4B5F-AB3E-B40A402FA6D6}" type="pres">
      <dgm:prSet presAssocID="{B1716553-DDF0-4464-B1BC-8036116D1904}" presName="rootComposite" presStyleCnt="0"/>
      <dgm:spPr/>
    </dgm:pt>
    <dgm:pt modelId="{65B3930C-8A36-4632-AC6A-6D195F2753BB}" type="pres">
      <dgm:prSet presAssocID="{B1716553-DDF0-4464-B1BC-8036116D1904}" presName="rootText" presStyleLbl="node4" presStyleIdx="42" presStyleCnt="64">
        <dgm:presLayoutVars>
          <dgm:chPref val="3"/>
        </dgm:presLayoutVars>
      </dgm:prSet>
      <dgm:spPr/>
    </dgm:pt>
    <dgm:pt modelId="{E4120CC5-0453-44FA-AE18-7298B467FC85}" type="pres">
      <dgm:prSet presAssocID="{B1716553-DDF0-4464-B1BC-8036116D1904}" presName="rootConnector" presStyleLbl="node4" presStyleIdx="42" presStyleCnt="64"/>
      <dgm:spPr/>
    </dgm:pt>
    <dgm:pt modelId="{83EDA0C2-D2D6-45DA-90D8-B48DD71B39A7}" type="pres">
      <dgm:prSet presAssocID="{B1716553-DDF0-4464-B1BC-8036116D1904}" presName="hierChild4" presStyleCnt="0"/>
      <dgm:spPr/>
    </dgm:pt>
    <dgm:pt modelId="{7841130A-23F5-4D07-80BC-6DA6357BA525}" type="pres">
      <dgm:prSet presAssocID="{B1716553-DDF0-4464-B1BC-8036116D1904}" presName="hierChild5" presStyleCnt="0"/>
      <dgm:spPr/>
    </dgm:pt>
    <dgm:pt modelId="{1DD3AA60-48BC-4B2E-B581-8ED42078DD30}" type="pres">
      <dgm:prSet presAssocID="{D7697434-ADDF-4F28-95A6-2A4EA043777D}" presName="Name37" presStyleLbl="parChTrans1D4" presStyleIdx="43" presStyleCnt="64"/>
      <dgm:spPr/>
    </dgm:pt>
    <dgm:pt modelId="{9605A030-2321-49CC-AEFA-CA1E4A6FA73E}" type="pres">
      <dgm:prSet presAssocID="{F1FC4225-0E4A-4DF5-8AF7-AB18C4253689}" presName="hierRoot2" presStyleCnt="0">
        <dgm:presLayoutVars>
          <dgm:hierBranch val="init"/>
        </dgm:presLayoutVars>
      </dgm:prSet>
      <dgm:spPr/>
    </dgm:pt>
    <dgm:pt modelId="{2ACDEC36-8BFB-4969-AC78-EB1F82B99755}" type="pres">
      <dgm:prSet presAssocID="{F1FC4225-0E4A-4DF5-8AF7-AB18C4253689}" presName="rootComposite" presStyleCnt="0"/>
      <dgm:spPr/>
    </dgm:pt>
    <dgm:pt modelId="{CF9C5661-AE5E-4877-A091-875D60A58AD6}" type="pres">
      <dgm:prSet presAssocID="{F1FC4225-0E4A-4DF5-8AF7-AB18C4253689}" presName="rootText" presStyleLbl="node4" presStyleIdx="43" presStyleCnt="64">
        <dgm:presLayoutVars>
          <dgm:chPref val="3"/>
        </dgm:presLayoutVars>
      </dgm:prSet>
      <dgm:spPr/>
    </dgm:pt>
    <dgm:pt modelId="{06873987-D669-40F2-8C5A-73C9C4B7F53E}" type="pres">
      <dgm:prSet presAssocID="{F1FC4225-0E4A-4DF5-8AF7-AB18C4253689}" presName="rootConnector" presStyleLbl="node4" presStyleIdx="43" presStyleCnt="64"/>
      <dgm:spPr/>
    </dgm:pt>
    <dgm:pt modelId="{246DCEF2-C601-4CF4-A359-BA97458BE679}" type="pres">
      <dgm:prSet presAssocID="{F1FC4225-0E4A-4DF5-8AF7-AB18C4253689}" presName="hierChild4" presStyleCnt="0"/>
      <dgm:spPr/>
    </dgm:pt>
    <dgm:pt modelId="{FB88C41E-EA94-4E90-99F8-C0AF9732BAAF}" type="pres">
      <dgm:prSet presAssocID="{F1FC4225-0E4A-4DF5-8AF7-AB18C4253689}" presName="hierChild5" presStyleCnt="0"/>
      <dgm:spPr/>
    </dgm:pt>
    <dgm:pt modelId="{F76CE333-89B9-48D7-97F5-8D6E5AC42D72}" type="pres">
      <dgm:prSet presAssocID="{F0689DFF-B9BC-44F4-8390-F87AB859BE32}" presName="hierChild5" presStyleCnt="0"/>
      <dgm:spPr/>
    </dgm:pt>
    <dgm:pt modelId="{C185FB99-CF0D-4A88-97B1-86A46F11E643}" type="pres">
      <dgm:prSet presAssocID="{095CBBC6-B9E4-4DF2-9371-D1267DD8C5DB}" presName="Name37" presStyleLbl="parChTrans1D3" presStyleIdx="6" presStyleCnt="12"/>
      <dgm:spPr/>
    </dgm:pt>
    <dgm:pt modelId="{871B18A5-08C3-4B1F-B74C-FC13CC3A0FC9}" type="pres">
      <dgm:prSet presAssocID="{F07CE4D9-BC58-4AAB-8425-5E61C7E7DAFC}" presName="hierRoot2" presStyleCnt="0">
        <dgm:presLayoutVars>
          <dgm:hierBranch val="init"/>
        </dgm:presLayoutVars>
      </dgm:prSet>
      <dgm:spPr/>
    </dgm:pt>
    <dgm:pt modelId="{B4220E57-33DB-4E07-8DDF-0A2686061BFD}" type="pres">
      <dgm:prSet presAssocID="{F07CE4D9-BC58-4AAB-8425-5E61C7E7DAFC}" presName="rootComposite" presStyleCnt="0"/>
      <dgm:spPr/>
    </dgm:pt>
    <dgm:pt modelId="{03EF00E0-31C5-48BD-84E9-308CC687DD98}" type="pres">
      <dgm:prSet presAssocID="{F07CE4D9-BC58-4AAB-8425-5E61C7E7DAFC}" presName="rootText" presStyleLbl="node3" presStyleIdx="6" presStyleCnt="12">
        <dgm:presLayoutVars>
          <dgm:chPref val="3"/>
        </dgm:presLayoutVars>
      </dgm:prSet>
      <dgm:spPr/>
    </dgm:pt>
    <dgm:pt modelId="{D2001C29-A784-4E42-9ACD-59C8B67D22AC}" type="pres">
      <dgm:prSet presAssocID="{F07CE4D9-BC58-4AAB-8425-5E61C7E7DAFC}" presName="rootConnector" presStyleLbl="node3" presStyleIdx="6" presStyleCnt="12"/>
      <dgm:spPr/>
    </dgm:pt>
    <dgm:pt modelId="{8C5ED218-101D-4957-B7E7-AC2A5A0834A8}" type="pres">
      <dgm:prSet presAssocID="{F07CE4D9-BC58-4AAB-8425-5E61C7E7DAFC}" presName="hierChild4" presStyleCnt="0"/>
      <dgm:spPr/>
    </dgm:pt>
    <dgm:pt modelId="{B5990F4E-7337-4047-B901-7C3BCD9D2D92}" type="pres">
      <dgm:prSet presAssocID="{7745F8DB-936E-4337-BA5B-77C791AD9562}" presName="Name37" presStyleLbl="parChTrans1D4" presStyleIdx="44" presStyleCnt="64"/>
      <dgm:spPr/>
    </dgm:pt>
    <dgm:pt modelId="{D376FC49-4329-4928-9163-69482C2FCB61}" type="pres">
      <dgm:prSet presAssocID="{B371A65B-0BF1-46AF-BE91-8A5F7EDF8E97}" presName="hierRoot2" presStyleCnt="0">
        <dgm:presLayoutVars>
          <dgm:hierBranch val="init"/>
        </dgm:presLayoutVars>
      </dgm:prSet>
      <dgm:spPr/>
    </dgm:pt>
    <dgm:pt modelId="{42EB35F7-5275-4481-9A9D-27528BF138B4}" type="pres">
      <dgm:prSet presAssocID="{B371A65B-0BF1-46AF-BE91-8A5F7EDF8E97}" presName="rootComposite" presStyleCnt="0"/>
      <dgm:spPr/>
    </dgm:pt>
    <dgm:pt modelId="{F30133F5-3406-41A6-B55A-93445E05674A}" type="pres">
      <dgm:prSet presAssocID="{B371A65B-0BF1-46AF-BE91-8A5F7EDF8E97}" presName="rootText" presStyleLbl="node4" presStyleIdx="44" presStyleCnt="64">
        <dgm:presLayoutVars>
          <dgm:chPref val="3"/>
        </dgm:presLayoutVars>
      </dgm:prSet>
      <dgm:spPr/>
    </dgm:pt>
    <dgm:pt modelId="{BEA97E4E-754E-495A-9280-BCC50008F783}" type="pres">
      <dgm:prSet presAssocID="{B371A65B-0BF1-46AF-BE91-8A5F7EDF8E97}" presName="rootConnector" presStyleLbl="node4" presStyleIdx="44" presStyleCnt="64"/>
      <dgm:spPr/>
    </dgm:pt>
    <dgm:pt modelId="{F6D755C7-337A-4DEB-9F97-49BBC4E105E5}" type="pres">
      <dgm:prSet presAssocID="{B371A65B-0BF1-46AF-BE91-8A5F7EDF8E97}" presName="hierChild4" presStyleCnt="0"/>
      <dgm:spPr/>
    </dgm:pt>
    <dgm:pt modelId="{8E304DAE-5515-4976-8055-3FC1E836B890}" type="pres">
      <dgm:prSet presAssocID="{B371A65B-0BF1-46AF-BE91-8A5F7EDF8E97}" presName="hierChild5" presStyleCnt="0"/>
      <dgm:spPr/>
    </dgm:pt>
    <dgm:pt modelId="{BE1DE498-6297-47CC-BA20-74986F32AC30}" type="pres">
      <dgm:prSet presAssocID="{66032DAB-A697-4CE6-A50C-FEAADF26F9C9}" presName="Name37" presStyleLbl="parChTrans1D4" presStyleIdx="45" presStyleCnt="64"/>
      <dgm:spPr/>
    </dgm:pt>
    <dgm:pt modelId="{A9E05E01-4BDB-4EB9-9E35-41F215C4DA37}" type="pres">
      <dgm:prSet presAssocID="{D8FB0DD6-5730-49A2-8853-A9929F20C64C}" presName="hierRoot2" presStyleCnt="0">
        <dgm:presLayoutVars>
          <dgm:hierBranch val="init"/>
        </dgm:presLayoutVars>
      </dgm:prSet>
      <dgm:spPr/>
    </dgm:pt>
    <dgm:pt modelId="{C08597E1-2500-4CEE-8C83-8B7E96FF8703}" type="pres">
      <dgm:prSet presAssocID="{D8FB0DD6-5730-49A2-8853-A9929F20C64C}" presName="rootComposite" presStyleCnt="0"/>
      <dgm:spPr/>
    </dgm:pt>
    <dgm:pt modelId="{1FD3349E-B7F0-445C-9F5A-A0E3B46153A8}" type="pres">
      <dgm:prSet presAssocID="{D8FB0DD6-5730-49A2-8853-A9929F20C64C}" presName="rootText" presStyleLbl="node4" presStyleIdx="45" presStyleCnt="64">
        <dgm:presLayoutVars>
          <dgm:chPref val="3"/>
        </dgm:presLayoutVars>
      </dgm:prSet>
      <dgm:spPr/>
    </dgm:pt>
    <dgm:pt modelId="{7E40283C-6B86-47DB-987A-732692AB187C}" type="pres">
      <dgm:prSet presAssocID="{D8FB0DD6-5730-49A2-8853-A9929F20C64C}" presName="rootConnector" presStyleLbl="node4" presStyleIdx="45" presStyleCnt="64"/>
      <dgm:spPr/>
    </dgm:pt>
    <dgm:pt modelId="{EE4AD919-1936-44F4-A34E-56A1A3B04B7C}" type="pres">
      <dgm:prSet presAssocID="{D8FB0DD6-5730-49A2-8853-A9929F20C64C}" presName="hierChild4" presStyleCnt="0"/>
      <dgm:spPr/>
    </dgm:pt>
    <dgm:pt modelId="{F7618001-AEF0-4A23-88D4-5695C3C819C7}" type="pres">
      <dgm:prSet presAssocID="{D8FB0DD6-5730-49A2-8853-A9929F20C64C}" presName="hierChild5" presStyleCnt="0"/>
      <dgm:spPr/>
    </dgm:pt>
    <dgm:pt modelId="{D44AB978-B91D-4BEA-9516-19F8F6D047D3}" type="pres">
      <dgm:prSet presAssocID="{F07CE4D9-BC58-4AAB-8425-5E61C7E7DAFC}" presName="hierChild5" presStyleCnt="0"/>
      <dgm:spPr/>
    </dgm:pt>
    <dgm:pt modelId="{BEB1EBB3-A86C-4F50-B601-6E7332F71D5F}" type="pres">
      <dgm:prSet presAssocID="{DDE08E7B-5244-4619-89BB-46A8A7D789D0}" presName="Name37" presStyleLbl="parChTrans1D3" presStyleIdx="7" presStyleCnt="12"/>
      <dgm:spPr/>
    </dgm:pt>
    <dgm:pt modelId="{BFA25A10-C0DE-4E1E-ABE8-642C713DF1DA}" type="pres">
      <dgm:prSet presAssocID="{2AC9A4EC-3F6D-4130-8362-E2A029BAF022}" presName="hierRoot2" presStyleCnt="0">
        <dgm:presLayoutVars>
          <dgm:hierBranch val="init"/>
        </dgm:presLayoutVars>
      </dgm:prSet>
      <dgm:spPr/>
    </dgm:pt>
    <dgm:pt modelId="{C520EE52-4AA7-4295-A128-485622036595}" type="pres">
      <dgm:prSet presAssocID="{2AC9A4EC-3F6D-4130-8362-E2A029BAF022}" presName="rootComposite" presStyleCnt="0"/>
      <dgm:spPr/>
    </dgm:pt>
    <dgm:pt modelId="{1ABB0C15-4794-401E-B514-BD2AE4F05ABA}" type="pres">
      <dgm:prSet presAssocID="{2AC9A4EC-3F6D-4130-8362-E2A029BAF022}" presName="rootText" presStyleLbl="node3" presStyleIdx="7" presStyleCnt="12">
        <dgm:presLayoutVars>
          <dgm:chPref val="3"/>
        </dgm:presLayoutVars>
      </dgm:prSet>
      <dgm:spPr/>
    </dgm:pt>
    <dgm:pt modelId="{5D4F949B-8C40-4668-8595-190CFC4191F2}" type="pres">
      <dgm:prSet presAssocID="{2AC9A4EC-3F6D-4130-8362-E2A029BAF022}" presName="rootConnector" presStyleLbl="node3" presStyleIdx="7" presStyleCnt="12"/>
      <dgm:spPr/>
    </dgm:pt>
    <dgm:pt modelId="{9AE18ED9-345C-4572-84BC-7466FF9CDC12}" type="pres">
      <dgm:prSet presAssocID="{2AC9A4EC-3F6D-4130-8362-E2A029BAF022}" presName="hierChild4" presStyleCnt="0"/>
      <dgm:spPr/>
    </dgm:pt>
    <dgm:pt modelId="{524E76F8-D64B-4B6E-B3BE-49434DFF7696}" type="pres">
      <dgm:prSet presAssocID="{DA15AA31-3E64-490F-AED0-8C5641294B4B}" presName="Name37" presStyleLbl="parChTrans1D4" presStyleIdx="46" presStyleCnt="64"/>
      <dgm:spPr/>
    </dgm:pt>
    <dgm:pt modelId="{075D8D86-53A0-4E39-BE7F-6DCEF26F185E}" type="pres">
      <dgm:prSet presAssocID="{9EDA86DC-81A2-4417-86A6-BD6BB16DA56D}" presName="hierRoot2" presStyleCnt="0">
        <dgm:presLayoutVars>
          <dgm:hierBranch val="init"/>
        </dgm:presLayoutVars>
      </dgm:prSet>
      <dgm:spPr/>
    </dgm:pt>
    <dgm:pt modelId="{410A7F01-8D39-41ED-BAB3-EFCECBE4F714}" type="pres">
      <dgm:prSet presAssocID="{9EDA86DC-81A2-4417-86A6-BD6BB16DA56D}" presName="rootComposite" presStyleCnt="0"/>
      <dgm:spPr/>
    </dgm:pt>
    <dgm:pt modelId="{FE5FEA03-2487-4BD7-92F2-3682D35C906F}" type="pres">
      <dgm:prSet presAssocID="{9EDA86DC-81A2-4417-86A6-BD6BB16DA56D}" presName="rootText" presStyleLbl="node4" presStyleIdx="46" presStyleCnt="64">
        <dgm:presLayoutVars>
          <dgm:chPref val="3"/>
        </dgm:presLayoutVars>
      </dgm:prSet>
      <dgm:spPr/>
    </dgm:pt>
    <dgm:pt modelId="{EAD482BD-2849-4858-A4B2-D5FCF69823D9}" type="pres">
      <dgm:prSet presAssocID="{9EDA86DC-81A2-4417-86A6-BD6BB16DA56D}" presName="rootConnector" presStyleLbl="node4" presStyleIdx="46" presStyleCnt="64"/>
      <dgm:spPr/>
    </dgm:pt>
    <dgm:pt modelId="{15F177DA-92A4-43B1-B64D-58DE2E1709CB}" type="pres">
      <dgm:prSet presAssocID="{9EDA86DC-81A2-4417-86A6-BD6BB16DA56D}" presName="hierChild4" presStyleCnt="0"/>
      <dgm:spPr/>
    </dgm:pt>
    <dgm:pt modelId="{AD127F23-DF48-4CE4-8C02-DAC26F9118DE}" type="pres">
      <dgm:prSet presAssocID="{9EDA86DC-81A2-4417-86A6-BD6BB16DA56D}" presName="hierChild5" presStyleCnt="0"/>
      <dgm:spPr/>
    </dgm:pt>
    <dgm:pt modelId="{43634C68-5FA8-42A3-81B3-648DDDE44948}" type="pres">
      <dgm:prSet presAssocID="{1F1410A4-BCBE-4B86-9AA6-0843EFEF408A}" presName="Name37" presStyleLbl="parChTrans1D4" presStyleIdx="47" presStyleCnt="64"/>
      <dgm:spPr/>
    </dgm:pt>
    <dgm:pt modelId="{0D30C559-1A77-4BFB-A7CE-737990B83960}" type="pres">
      <dgm:prSet presAssocID="{1E7CF004-8EFD-4CAD-8BFF-961E8401BE93}" presName="hierRoot2" presStyleCnt="0">
        <dgm:presLayoutVars>
          <dgm:hierBranch val="init"/>
        </dgm:presLayoutVars>
      </dgm:prSet>
      <dgm:spPr/>
    </dgm:pt>
    <dgm:pt modelId="{B9F2CE16-1B23-4613-A90D-122E63D19095}" type="pres">
      <dgm:prSet presAssocID="{1E7CF004-8EFD-4CAD-8BFF-961E8401BE93}" presName="rootComposite" presStyleCnt="0"/>
      <dgm:spPr/>
    </dgm:pt>
    <dgm:pt modelId="{A7AA82AC-ADA1-4B1D-A9EC-234937F83FB3}" type="pres">
      <dgm:prSet presAssocID="{1E7CF004-8EFD-4CAD-8BFF-961E8401BE93}" presName="rootText" presStyleLbl="node4" presStyleIdx="47" presStyleCnt="64">
        <dgm:presLayoutVars>
          <dgm:chPref val="3"/>
        </dgm:presLayoutVars>
      </dgm:prSet>
      <dgm:spPr/>
    </dgm:pt>
    <dgm:pt modelId="{494D46B3-DE99-4BCA-A777-5B485ECA9CCF}" type="pres">
      <dgm:prSet presAssocID="{1E7CF004-8EFD-4CAD-8BFF-961E8401BE93}" presName="rootConnector" presStyleLbl="node4" presStyleIdx="47" presStyleCnt="64"/>
      <dgm:spPr/>
    </dgm:pt>
    <dgm:pt modelId="{92789265-6324-4FA2-8421-17CCE52206C2}" type="pres">
      <dgm:prSet presAssocID="{1E7CF004-8EFD-4CAD-8BFF-961E8401BE93}" presName="hierChild4" presStyleCnt="0"/>
      <dgm:spPr/>
    </dgm:pt>
    <dgm:pt modelId="{417BE0BC-37E4-43EF-9AD0-1E2ABA3CDB03}" type="pres">
      <dgm:prSet presAssocID="{1E7CF004-8EFD-4CAD-8BFF-961E8401BE93}" presName="hierChild5" presStyleCnt="0"/>
      <dgm:spPr/>
    </dgm:pt>
    <dgm:pt modelId="{50E1D651-BADE-4111-9B94-F52F02FCEC12}" type="pres">
      <dgm:prSet presAssocID="{2AC9A4EC-3F6D-4130-8362-E2A029BAF022}" presName="hierChild5" presStyleCnt="0"/>
      <dgm:spPr/>
    </dgm:pt>
    <dgm:pt modelId="{67DAF67C-13D5-4345-A3A2-7B8725F07673}" type="pres">
      <dgm:prSet presAssocID="{0F02B370-286F-4E1B-80A8-B2AD40265B7C}" presName="hierChild5" presStyleCnt="0"/>
      <dgm:spPr/>
    </dgm:pt>
    <dgm:pt modelId="{727B956F-D72C-4AE4-8D9E-D5EAAA044204}" type="pres">
      <dgm:prSet presAssocID="{0A2748D7-A676-47D0-86C9-1C95FAEAC323}" presName="Name37" presStyleLbl="parChTrans1D2" presStyleIdx="2" presStyleCnt="3"/>
      <dgm:spPr/>
    </dgm:pt>
    <dgm:pt modelId="{3F0D928F-C5C6-4209-89C7-2DC22F440C9A}" type="pres">
      <dgm:prSet presAssocID="{DF9E427A-F061-4D73-876E-50DFE6A2B7E5}" presName="hierRoot2" presStyleCnt="0">
        <dgm:presLayoutVars>
          <dgm:hierBranch val="init"/>
        </dgm:presLayoutVars>
      </dgm:prSet>
      <dgm:spPr/>
    </dgm:pt>
    <dgm:pt modelId="{89A646BC-328E-41A9-8DF1-DCDA6CC3C425}" type="pres">
      <dgm:prSet presAssocID="{DF9E427A-F061-4D73-876E-50DFE6A2B7E5}" presName="rootComposite" presStyleCnt="0"/>
      <dgm:spPr/>
    </dgm:pt>
    <dgm:pt modelId="{016EC23A-2D0E-41F6-A49C-4A8A9AA629EE}" type="pres">
      <dgm:prSet presAssocID="{DF9E427A-F061-4D73-876E-50DFE6A2B7E5}" presName="rootText" presStyleLbl="node2" presStyleIdx="2" presStyleCnt="3" custScaleX="728428" custLinFactNeighborX="-46998" custLinFactNeighborY="8545">
        <dgm:presLayoutVars>
          <dgm:chPref val="3"/>
        </dgm:presLayoutVars>
      </dgm:prSet>
      <dgm:spPr/>
    </dgm:pt>
    <dgm:pt modelId="{CBB73073-E2BE-4561-B51B-94EBAD9E9723}" type="pres">
      <dgm:prSet presAssocID="{DF9E427A-F061-4D73-876E-50DFE6A2B7E5}" presName="rootConnector" presStyleLbl="node2" presStyleIdx="2" presStyleCnt="3"/>
      <dgm:spPr/>
    </dgm:pt>
    <dgm:pt modelId="{A2D7CAED-0941-4B4F-8DD4-28606AD9D38D}" type="pres">
      <dgm:prSet presAssocID="{DF9E427A-F061-4D73-876E-50DFE6A2B7E5}" presName="hierChild4" presStyleCnt="0"/>
      <dgm:spPr/>
    </dgm:pt>
    <dgm:pt modelId="{8FD8986A-89D1-4AB0-90F1-C4A1CBCF7A0C}" type="pres">
      <dgm:prSet presAssocID="{5FD1F8F5-D6D0-4F54-B5D5-E214AD21C9A6}" presName="Name37" presStyleLbl="parChTrans1D3" presStyleIdx="8" presStyleCnt="12"/>
      <dgm:spPr/>
    </dgm:pt>
    <dgm:pt modelId="{B016A183-38BE-435F-AB11-DB6DC0C1B20B}" type="pres">
      <dgm:prSet presAssocID="{C4C27F72-3942-48C4-AB98-667F0ADE6E34}" presName="hierRoot2" presStyleCnt="0">
        <dgm:presLayoutVars>
          <dgm:hierBranch val="init"/>
        </dgm:presLayoutVars>
      </dgm:prSet>
      <dgm:spPr/>
    </dgm:pt>
    <dgm:pt modelId="{C767590C-646A-4C4E-B55C-157C9C030643}" type="pres">
      <dgm:prSet presAssocID="{C4C27F72-3942-48C4-AB98-667F0ADE6E34}" presName="rootComposite" presStyleCnt="0"/>
      <dgm:spPr/>
    </dgm:pt>
    <dgm:pt modelId="{D593024A-E896-4B3C-805A-883F983D38BF}" type="pres">
      <dgm:prSet presAssocID="{C4C27F72-3942-48C4-AB98-667F0ADE6E34}" presName="rootText" presStyleLbl="node3" presStyleIdx="8" presStyleCnt="12">
        <dgm:presLayoutVars>
          <dgm:chPref val="3"/>
        </dgm:presLayoutVars>
      </dgm:prSet>
      <dgm:spPr/>
    </dgm:pt>
    <dgm:pt modelId="{44AF99D7-4E20-4B49-AAF2-41B8EB3C2D38}" type="pres">
      <dgm:prSet presAssocID="{C4C27F72-3942-48C4-AB98-667F0ADE6E34}" presName="rootConnector" presStyleLbl="node3" presStyleIdx="8" presStyleCnt="12"/>
      <dgm:spPr/>
    </dgm:pt>
    <dgm:pt modelId="{A36C534F-651E-483C-947E-B9B28DD9C077}" type="pres">
      <dgm:prSet presAssocID="{C4C27F72-3942-48C4-AB98-667F0ADE6E34}" presName="hierChild4" presStyleCnt="0"/>
      <dgm:spPr/>
    </dgm:pt>
    <dgm:pt modelId="{D695BF23-9396-4255-BAE3-665A4D1C6790}" type="pres">
      <dgm:prSet presAssocID="{154A8910-BF43-4405-9D89-426114B79D9F}" presName="Name37" presStyleLbl="parChTrans1D4" presStyleIdx="48" presStyleCnt="64"/>
      <dgm:spPr/>
    </dgm:pt>
    <dgm:pt modelId="{396D7BFF-1F64-4ADA-8F39-C867E75DB394}" type="pres">
      <dgm:prSet presAssocID="{1B230E48-4E89-4D7B-B5E6-00CFDFE3C343}" presName="hierRoot2" presStyleCnt="0">
        <dgm:presLayoutVars>
          <dgm:hierBranch val="init"/>
        </dgm:presLayoutVars>
      </dgm:prSet>
      <dgm:spPr/>
    </dgm:pt>
    <dgm:pt modelId="{828BAB60-41D4-4D5B-AE10-DCB5F6149513}" type="pres">
      <dgm:prSet presAssocID="{1B230E48-4E89-4D7B-B5E6-00CFDFE3C343}" presName="rootComposite" presStyleCnt="0"/>
      <dgm:spPr/>
    </dgm:pt>
    <dgm:pt modelId="{04AB55FC-4158-4DA1-BAA8-B447C65C8BE9}" type="pres">
      <dgm:prSet presAssocID="{1B230E48-4E89-4D7B-B5E6-00CFDFE3C343}" presName="rootText" presStyleLbl="node4" presStyleIdx="48" presStyleCnt="64">
        <dgm:presLayoutVars>
          <dgm:chPref val="3"/>
        </dgm:presLayoutVars>
      </dgm:prSet>
      <dgm:spPr/>
    </dgm:pt>
    <dgm:pt modelId="{257B3326-0A66-44F4-B8E3-37D056AA31DD}" type="pres">
      <dgm:prSet presAssocID="{1B230E48-4E89-4D7B-B5E6-00CFDFE3C343}" presName="rootConnector" presStyleLbl="node4" presStyleIdx="48" presStyleCnt="64"/>
      <dgm:spPr/>
    </dgm:pt>
    <dgm:pt modelId="{27EA95C8-8072-4109-8D10-29B671A941C3}" type="pres">
      <dgm:prSet presAssocID="{1B230E48-4E89-4D7B-B5E6-00CFDFE3C343}" presName="hierChild4" presStyleCnt="0"/>
      <dgm:spPr/>
    </dgm:pt>
    <dgm:pt modelId="{F11FC902-96D9-42D7-9A0D-8800261298E5}" type="pres">
      <dgm:prSet presAssocID="{26E83CA6-D3EE-49C3-96F3-B3F22A98D2A4}" presName="Name37" presStyleLbl="parChTrans1D4" presStyleIdx="49" presStyleCnt="64"/>
      <dgm:spPr/>
    </dgm:pt>
    <dgm:pt modelId="{600CEDFF-B2F8-4B63-8642-D205966CEFE5}" type="pres">
      <dgm:prSet presAssocID="{612E2D92-85C0-4E80-9AC9-6C21ED763068}" presName="hierRoot2" presStyleCnt="0">
        <dgm:presLayoutVars>
          <dgm:hierBranch val="init"/>
        </dgm:presLayoutVars>
      </dgm:prSet>
      <dgm:spPr/>
    </dgm:pt>
    <dgm:pt modelId="{1AEF42DE-E35D-4273-8BFF-B57AE2F941F6}" type="pres">
      <dgm:prSet presAssocID="{612E2D92-85C0-4E80-9AC9-6C21ED763068}" presName="rootComposite" presStyleCnt="0"/>
      <dgm:spPr/>
    </dgm:pt>
    <dgm:pt modelId="{9E77FDDB-26F2-4849-8BF5-448F3FC8FE97}" type="pres">
      <dgm:prSet presAssocID="{612E2D92-85C0-4E80-9AC9-6C21ED763068}" presName="rootText" presStyleLbl="node4" presStyleIdx="49" presStyleCnt="64">
        <dgm:presLayoutVars>
          <dgm:chPref val="3"/>
        </dgm:presLayoutVars>
      </dgm:prSet>
      <dgm:spPr/>
    </dgm:pt>
    <dgm:pt modelId="{924723B6-F30B-4808-83C2-535008E063A2}" type="pres">
      <dgm:prSet presAssocID="{612E2D92-85C0-4E80-9AC9-6C21ED763068}" presName="rootConnector" presStyleLbl="node4" presStyleIdx="49" presStyleCnt="64"/>
      <dgm:spPr/>
    </dgm:pt>
    <dgm:pt modelId="{8D33DC75-CE4A-49DE-915A-8E2FC1948015}" type="pres">
      <dgm:prSet presAssocID="{612E2D92-85C0-4E80-9AC9-6C21ED763068}" presName="hierChild4" presStyleCnt="0"/>
      <dgm:spPr/>
    </dgm:pt>
    <dgm:pt modelId="{AE464A40-0839-45C5-B2AA-F9ED8F02C585}" type="pres">
      <dgm:prSet presAssocID="{612E2D92-85C0-4E80-9AC9-6C21ED763068}" presName="hierChild5" presStyleCnt="0"/>
      <dgm:spPr/>
    </dgm:pt>
    <dgm:pt modelId="{B8F7389B-5714-4F20-B10A-DD25786227CB}" type="pres">
      <dgm:prSet presAssocID="{1B0918FA-C3CE-4F5E-9E58-07B6BAC67E68}" presName="Name37" presStyleLbl="parChTrans1D4" presStyleIdx="50" presStyleCnt="64"/>
      <dgm:spPr/>
    </dgm:pt>
    <dgm:pt modelId="{995AF41C-D499-4177-B54E-4517FAF79F4B}" type="pres">
      <dgm:prSet presAssocID="{067145A3-B2F1-49F7-BACA-D8D0EDBE1551}" presName="hierRoot2" presStyleCnt="0">
        <dgm:presLayoutVars>
          <dgm:hierBranch val="init"/>
        </dgm:presLayoutVars>
      </dgm:prSet>
      <dgm:spPr/>
    </dgm:pt>
    <dgm:pt modelId="{24DDB072-5F14-45F4-A47D-CAD31CFD50F8}" type="pres">
      <dgm:prSet presAssocID="{067145A3-B2F1-49F7-BACA-D8D0EDBE1551}" presName="rootComposite" presStyleCnt="0"/>
      <dgm:spPr/>
    </dgm:pt>
    <dgm:pt modelId="{982B58A4-6712-49D3-9258-A51AD9D376C4}" type="pres">
      <dgm:prSet presAssocID="{067145A3-B2F1-49F7-BACA-D8D0EDBE1551}" presName="rootText" presStyleLbl="node4" presStyleIdx="50" presStyleCnt="64">
        <dgm:presLayoutVars>
          <dgm:chPref val="3"/>
        </dgm:presLayoutVars>
      </dgm:prSet>
      <dgm:spPr/>
    </dgm:pt>
    <dgm:pt modelId="{212E6084-40E9-4041-B232-5C730D241BF1}" type="pres">
      <dgm:prSet presAssocID="{067145A3-B2F1-49F7-BACA-D8D0EDBE1551}" presName="rootConnector" presStyleLbl="node4" presStyleIdx="50" presStyleCnt="64"/>
      <dgm:spPr/>
    </dgm:pt>
    <dgm:pt modelId="{433D83B7-C0BC-4371-97E0-CE3D0639BD83}" type="pres">
      <dgm:prSet presAssocID="{067145A3-B2F1-49F7-BACA-D8D0EDBE1551}" presName="hierChild4" presStyleCnt="0"/>
      <dgm:spPr/>
    </dgm:pt>
    <dgm:pt modelId="{10F82B96-90AF-47F1-BED1-8F9D4B7C4BBD}" type="pres">
      <dgm:prSet presAssocID="{067145A3-B2F1-49F7-BACA-D8D0EDBE1551}" presName="hierChild5" presStyleCnt="0"/>
      <dgm:spPr/>
    </dgm:pt>
    <dgm:pt modelId="{5FBFDBE3-47ED-4544-964F-FBCA93FE8663}" type="pres">
      <dgm:prSet presAssocID="{1B230E48-4E89-4D7B-B5E6-00CFDFE3C343}" presName="hierChild5" presStyleCnt="0"/>
      <dgm:spPr/>
    </dgm:pt>
    <dgm:pt modelId="{64A44B0E-DFA1-487B-B09E-E7F552EB6B15}" type="pres">
      <dgm:prSet presAssocID="{A0B1F5CC-35DE-4A30-AEDB-E4A05D2CFA23}" presName="Name37" presStyleLbl="parChTrans1D4" presStyleIdx="51" presStyleCnt="64"/>
      <dgm:spPr/>
    </dgm:pt>
    <dgm:pt modelId="{C8EB8145-5ED9-445B-AA41-1E6185AFA350}" type="pres">
      <dgm:prSet presAssocID="{BCAEB837-9924-46F9-964C-9E2FEA06BE11}" presName="hierRoot2" presStyleCnt="0">
        <dgm:presLayoutVars>
          <dgm:hierBranch val="init"/>
        </dgm:presLayoutVars>
      </dgm:prSet>
      <dgm:spPr/>
    </dgm:pt>
    <dgm:pt modelId="{B58241D5-9C5C-473A-BDE5-AF7D14E5E95E}" type="pres">
      <dgm:prSet presAssocID="{BCAEB837-9924-46F9-964C-9E2FEA06BE11}" presName="rootComposite" presStyleCnt="0"/>
      <dgm:spPr/>
    </dgm:pt>
    <dgm:pt modelId="{B6378806-49CA-4D63-81AB-2A60634B7546}" type="pres">
      <dgm:prSet presAssocID="{BCAEB837-9924-46F9-964C-9E2FEA06BE11}" presName="rootText" presStyleLbl="node4" presStyleIdx="51" presStyleCnt="64">
        <dgm:presLayoutVars>
          <dgm:chPref val="3"/>
        </dgm:presLayoutVars>
      </dgm:prSet>
      <dgm:spPr/>
    </dgm:pt>
    <dgm:pt modelId="{7DAE2749-D8AB-4A0D-AC0B-4D63C074CDFA}" type="pres">
      <dgm:prSet presAssocID="{BCAEB837-9924-46F9-964C-9E2FEA06BE11}" presName="rootConnector" presStyleLbl="node4" presStyleIdx="51" presStyleCnt="64"/>
      <dgm:spPr/>
    </dgm:pt>
    <dgm:pt modelId="{CF7AF417-02B4-4E50-A2D6-40CE34FE8AD7}" type="pres">
      <dgm:prSet presAssocID="{BCAEB837-9924-46F9-964C-9E2FEA06BE11}" presName="hierChild4" presStyleCnt="0"/>
      <dgm:spPr/>
    </dgm:pt>
    <dgm:pt modelId="{354713D4-C1B9-4B17-83DE-9CB22B6E6325}" type="pres">
      <dgm:prSet presAssocID="{E815C228-C6B2-4C57-9A07-5583455E2A8F}" presName="Name37" presStyleLbl="parChTrans1D4" presStyleIdx="52" presStyleCnt="64"/>
      <dgm:spPr/>
    </dgm:pt>
    <dgm:pt modelId="{4C979FAA-6E2B-42A9-B8DE-94F94488BFC1}" type="pres">
      <dgm:prSet presAssocID="{92BDB16F-72EB-46AB-ADE0-89722D4C77C0}" presName="hierRoot2" presStyleCnt="0">
        <dgm:presLayoutVars>
          <dgm:hierBranch val="init"/>
        </dgm:presLayoutVars>
      </dgm:prSet>
      <dgm:spPr/>
    </dgm:pt>
    <dgm:pt modelId="{7036B5A3-1390-42CD-A159-7CEF08AFF2BC}" type="pres">
      <dgm:prSet presAssocID="{92BDB16F-72EB-46AB-ADE0-89722D4C77C0}" presName="rootComposite" presStyleCnt="0"/>
      <dgm:spPr/>
    </dgm:pt>
    <dgm:pt modelId="{9EBAE069-6189-4587-B422-157C336D974B}" type="pres">
      <dgm:prSet presAssocID="{92BDB16F-72EB-46AB-ADE0-89722D4C77C0}" presName="rootText" presStyleLbl="node4" presStyleIdx="52" presStyleCnt="64">
        <dgm:presLayoutVars>
          <dgm:chPref val="3"/>
        </dgm:presLayoutVars>
      </dgm:prSet>
      <dgm:spPr/>
    </dgm:pt>
    <dgm:pt modelId="{10C14116-92D3-4892-879B-921830DAD8DA}" type="pres">
      <dgm:prSet presAssocID="{92BDB16F-72EB-46AB-ADE0-89722D4C77C0}" presName="rootConnector" presStyleLbl="node4" presStyleIdx="52" presStyleCnt="64"/>
      <dgm:spPr/>
    </dgm:pt>
    <dgm:pt modelId="{0B0C0502-4A13-4A92-8165-76D9733823E0}" type="pres">
      <dgm:prSet presAssocID="{92BDB16F-72EB-46AB-ADE0-89722D4C77C0}" presName="hierChild4" presStyleCnt="0"/>
      <dgm:spPr/>
    </dgm:pt>
    <dgm:pt modelId="{7171599C-BC7E-45E3-8988-5AFDEF0CAD88}" type="pres">
      <dgm:prSet presAssocID="{92BDB16F-72EB-46AB-ADE0-89722D4C77C0}" presName="hierChild5" presStyleCnt="0"/>
      <dgm:spPr/>
    </dgm:pt>
    <dgm:pt modelId="{D455AB8C-EDCE-4865-88D0-227CBF2D428A}" type="pres">
      <dgm:prSet presAssocID="{F000B40E-A29D-41BD-860E-404754E42BF9}" presName="Name37" presStyleLbl="parChTrans1D4" presStyleIdx="53" presStyleCnt="64"/>
      <dgm:spPr/>
    </dgm:pt>
    <dgm:pt modelId="{D4F0393D-8A61-4A2B-BC7B-1D3DCBA118F4}" type="pres">
      <dgm:prSet presAssocID="{307790BE-99A0-4EE1-BF23-5AE3B054DA3D}" presName="hierRoot2" presStyleCnt="0">
        <dgm:presLayoutVars>
          <dgm:hierBranch val="init"/>
        </dgm:presLayoutVars>
      </dgm:prSet>
      <dgm:spPr/>
    </dgm:pt>
    <dgm:pt modelId="{3D79F104-0EA6-4AD1-AA0B-8D008B3C43EE}" type="pres">
      <dgm:prSet presAssocID="{307790BE-99A0-4EE1-BF23-5AE3B054DA3D}" presName="rootComposite" presStyleCnt="0"/>
      <dgm:spPr/>
    </dgm:pt>
    <dgm:pt modelId="{9C98FF22-66D9-4579-8474-56B2E1852D8C}" type="pres">
      <dgm:prSet presAssocID="{307790BE-99A0-4EE1-BF23-5AE3B054DA3D}" presName="rootText" presStyleLbl="node4" presStyleIdx="53" presStyleCnt="64">
        <dgm:presLayoutVars>
          <dgm:chPref val="3"/>
        </dgm:presLayoutVars>
      </dgm:prSet>
      <dgm:spPr/>
    </dgm:pt>
    <dgm:pt modelId="{DCA8E10A-2C2B-4DEB-B69D-06E4B5816126}" type="pres">
      <dgm:prSet presAssocID="{307790BE-99A0-4EE1-BF23-5AE3B054DA3D}" presName="rootConnector" presStyleLbl="node4" presStyleIdx="53" presStyleCnt="64"/>
      <dgm:spPr/>
    </dgm:pt>
    <dgm:pt modelId="{F2311653-A4F3-4A81-9C31-C368A5587E4C}" type="pres">
      <dgm:prSet presAssocID="{307790BE-99A0-4EE1-BF23-5AE3B054DA3D}" presName="hierChild4" presStyleCnt="0"/>
      <dgm:spPr/>
    </dgm:pt>
    <dgm:pt modelId="{8923B28F-78DC-4833-9AEC-28DE282F504E}" type="pres">
      <dgm:prSet presAssocID="{307790BE-99A0-4EE1-BF23-5AE3B054DA3D}" presName="hierChild5" presStyleCnt="0"/>
      <dgm:spPr/>
    </dgm:pt>
    <dgm:pt modelId="{34FF150A-EBE8-43FD-8FC9-3AE071286D6E}" type="pres">
      <dgm:prSet presAssocID="{7C747682-88EE-493A-8104-ACF9570CF6C9}" presName="Name37" presStyleLbl="parChTrans1D4" presStyleIdx="54" presStyleCnt="64"/>
      <dgm:spPr/>
    </dgm:pt>
    <dgm:pt modelId="{7FDFBA7A-5807-43A5-B746-F51A24D7D279}" type="pres">
      <dgm:prSet presAssocID="{854B5B42-661B-4835-916F-06399B512871}" presName="hierRoot2" presStyleCnt="0">
        <dgm:presLayoutVars>
          <dgm:hierBranch val="init"/>
        </dgm:presLayoutVars>
      </dgm:prSet>
      <dgm:spPr/>
    </dgm:pt>
    <dgm:pt modelId="{442CF003-7091-467B-96F2-07572F0B4E63}" type="pres">
      <dgm:prSet presAssocID="{854B5B42-661B-4835-916F-06399B512871}" presName="rootComposite" presStyleCnt="0"/>
      <dgm:spPr/>
    </dgm:pt>
    <dgm:pt modelId="{A5738042-D9AE-4BB5-8432-4264713EA48F}" type="pres">
      <dgm:prSet presAssocID="{854B5B42-661B-4835-916F-06399B512871}" presName="rootText" presStyleLbl="node4" presStyleIdx="54" presStyleCnt="64">
        <dgm:presLayoutVars>
          <dgm:chPref val="3"/>
        </dgm:presLayoutVars>
      </dgm:prSet>
      <dgm:spPr/>
    </dgm:pt>
    <dgm:pt modelId="{B7C0201D-3887-4647-B07A-CD9D387C2184}" type="pres">
      <dgm:prSet presAssocID="{854B5B42-661B-4835-916F-06399B512871}" presName="rootConnector" presStyleLbl="node4" presStyleIdx="54" presStyleCnt="64"/>
      <dgm:spPr/>
    </dgm:pt>
    <dgm:pt modelId="{9AAB7FB5-91AA-4989-8070-63FA55299FB0}" type="pres">
      <dgm:prSet presAssocID="{854B5B42-661B-4835-916F-06399B512871}" presName="hierChild4" presStyleCnt="0"/>
      <dgm:spPr/>
    </dgm:pt>
    <dgm:pt modelId="{6C92E507-3A0B-4B21-AA3F-EFDE746C079E}" type="pres">
      <dgm:prSet presAssocID="{854B5B42-661B-4835-916F-06399B512871}" presName="hierChild5" presStyleCnt="0"/>
      <dgm:spPr/>
    </dgm:pt>
    <dgm:pt modelId="{5B8839D3-A448-424E-A33F-1F86375AB2C1}" type="pres">
      <dgm:prSet presAssocID="{BCAEB837-9924-46F9-964C-9E2FEA06BE11}" presName="hierChild5" presStyleCnt="0"/>
      <dgm:spPr/>
    </dgm:pt>
    <dgm:pt modelId="{E7343D4B-0AB4-456F-9488-72D199D309B4}" type="pres">
      <dgm:prSet presAssocID="{7B223D0C-6899-453F-85BA-81EC0D2395C5}" presName="Name37" presStyleLbl="parChTrans1D4" presStyleIdx="55" presStyleCnt="64"/>
      <dgm:spPr/>
    </dgm:pt>
    <dgm:pt modelId="{A90F71C8-52E4-40D9-B4C8-004941A21CBD}" type="pres">
      <dgm:prSet presAssocID="{CB6D8FBE-EA7B-4A8E-8B1F-21C5CFEBF97A}" presName="hierRoot2" presStyleCnt="0">
        <dgm:presLayoutVars>
          <dgm:hierBranch val="init"/>
        </dgm:presLayoutVars>
      </dgm:prSet>
      <dgm:spPr/>
    </dgm:pt>
    <dgm:pt modelId="{C4AD2C59-FF13-4A2D-8BC1-11D5C3AA5B52}" type="pres">
      <dgm:prSet presAssocID="{CB6D8FBE-EA7B-4A8E-8B1F-21C5CFEBF97A}" presName="rootComposite" presStyleCnt="0"/>
      <dgm:spPr/>
    </dgm:pt>
    <dgm:pt modelId="{DCD3270A-B079-4076-AAFD-1EB3816C8287}" type="pres">
      <dgm:prSet presAssocID="{CB6D8FBE-EA7B-4A8E-8B1F-21C5CFEBF97A}" presName="rootText" presStyleLbl="node4" presStyleIdx="55" presStyleCnt="64">
        <dgm:presLayoutVars>
          <dgm:chPref val="3"/>
        </dgm:presLayoutVars>
      </dgm:prSet>
      <dgm:spPr/>
    </dgm:pt>
    <dgm:pt modelId="{6450BC88-5633-4150-A779-B06DCF4FC71C}" type="pres">
      <dgm:prSet presAssocID="{CB6D8FBE-EA7B-4A8E-8B1F-21C5CFEBF97A}" presName="rootConnector" presStyleLbl="node4" presStyleIdx="55" presStyleCnt="64"/>
      <dgm:spPr/>
    </dgm:pt>
    <dgm:pt modelId="{C0B1A5E1-AD87-493B-9EAF-35078DF8A924}" type="pres">
      <dgm:prSet presAssocID="{CB6D8FBE-EA7B-4A8E-8B1F-21C5CFEBF97A}" presName="hierChild4" presStyleCnt="0"/>
      <dgm:spPr/>
    </dgm:pt>
    <dgm:pt modelId="{3EC94847-6B55-45C5-B66B-3216E3E5F848}" type="pres">
      <dgm:prSet presAssocID="{A7BD5BDD-F7D6-4321-9568-3FB22961CF6E}" presName="Name37" presStyleLbl="parChTrans1D4" presStyleIdx="56" presStyleCnt="64"/>
      <dgm:spPr/>
    </dgm:pt>
    <dgm:pt modelId="{3F5D721C-9588-4DAE-950D-79BDFDF4F29A}" type="pres">
      <dgm:prSet presAssocID="{84BDC038-AD7F-46A0-9D31-13D0A2274358}" presName="hierRoot2" presStyleCnt="0">
        <dgm:presLayoutVars>
          <dgm:hierBranch val="init"/>
        </dgm:presLayoutVars>
      </dgm:prSet>
      <dgm:spPr/>
    </dgm:pt>
    <dgm:pt modelId="{92B95C9E-816C-4A38-A2E7-159B4418164C}" type="pres">
      <dgm:prSet presAssocID="{84BDC038-AD7F-46A0-9D31-13D0A2274358}" presName="rootComposite" presStyleCnt="0"/>
      <dgm:spPr/>
    </dgm:pt>
    <dgm:pt modelId="{9C8049AD-2E8C-48B4-9812-2C628B223477}" type="pres">
      <dgm:prSet presAssocID="{84BDC038-AD7F-46A0-9D31-13D0A2274358}" presName="rootText" presStyleLbl="node4" presStyleIdx="56" presStyleCnt="64">
        <dgm:presLayoutVars>
          <dgm:chPref val="3"/>
        </dgm:presLayoutVars>
      </dgm:prSet>
      <dgm:spPr/>
    </dgm:pt>
    <dgm:pt modelId="{C12E6FAB-4D75-443A-B60A-72F7E24C79B6}" type="pres">
      <dgm:prSet presAssocID="{84BDC038-AD7F-46A0-9D31-13D0A2274358}" presName="rootConnector" presStyleLbl="node4" presStyleIdx="56" presStyleCnt="64"/>
      <dgm:spPr/>
    </dgm:pt>
    <dgm:pt modelId="{03910A29-CCAE-459D-9DB5-9F26ADF7F78F}" type="pres">
      <dgm:prSet presAssocID="{84BDC038-AD7F-46A0-9D31-13D0A2274358}" presName="hierChild4" presStyleCnt="0"/>
      <dgm:spPr/>
    </dgm:pt>
    <dgm:pt modelId="{2D6E9D27-2AD8-41F9-8EAB-432617A5FCFA}" type="pres">
      <dgm:prSet presAssocID="{84BDC038-AD7F-46A0-9D31-13D0A2274358}" presName="hierChild5" presStyleCnt="0"/>
      <dgm:spPr/>
    </dgm:pt>
    <dgm:pt modelId="{58EBFBF2-C907-4F37-88D4-170126C5F441}" type="pres">
      <dgm:prSet presAssocID="{ADFF9405-80A0-410C-B14C-9E14F1D328AF}" presName="Name37" presStyleLbl="parChTrans1D4" presStyleIdx="57" presStyleCnt="64"/>
      <dgm:spPr/>
    </dgm:pt>
    <dgm:pt modelId="{3B05A489-6869-4179-9A03-3DB9705F8F77}" type="pres">
      <dgm:prSet presAssocID="{079E905E-769D-4152-9DDB-A5330EF74753}" presName="hierRoot2" presStyleCnt="0">
        <dgm:presLayoutVars>
          <dgm:hierBranch val="init"/>
        </dgm:presLayoutVars>
      </dgm:prSet>
      <dgm:spPr/>
    </dgm:pt>
    <dgm:pt modelId="{152EE1FC-1D61-48C8-9CEF-6D9DB2997FB1}" type="pres">
      <dgm:prSet presAssocID="{079E905E-769D-4152-9DDB-A5330EF74753}" presName="rootComposite" presStyleCnt="0"/>
      <dgm:spPr/>
    </dgm:pt>
    <dgm:pt modelId="{1F22E27E-FD58-4747-974E-5B630661B9EE}" type="pres">
      <dgm:prSet presAssocID="{079E905E-769D-4152-9DDB-A5330EF74753}" presName="rootText" presStyleLbl="node4" presStyleIdx="57" presStyleCnt="64">
        <dgm:presLayoutVars>
          <dgm:chPref val="3"/>
        </dgm:presLayoutVars>
      </dgm:prSet>
      <dgm:spPr/>
    </dgm:pt>
    <dgm:pt modelId="{B67891E1-A7A6-40DF-82EB-32645970D6FD}" type="pres">
      <dgm:prSet presAssocID="{079E905E-769D-4152-9DDB-A5330EF74753}" presName="rootConnector" presStyleLbl="node4" presStyleIdx="57" presStyleCnt="64"/>
      <dgm:spPr/>
    </dgm:pt>
    <dgm:pt modelId="{DAD4647D-2B2A-49A1-9764-0CFDB925A8AB}" type="pres">
      <dgm:prSet presAssocID="{079E905E-769D-4152-9DDB-A5330EF74753}" presName="hierChild4" presStyleCnt="0"/>
      <dgm:spPr/>
    </dgm:pt>
    <dgm:pt modelId="{1CD61BE4-A894-4ECF-B710-D1BEE45C81F1}" type="pres">
      <dgm:prSet presAssocID="{079E905E-769D-4152-9DDB-A5330EF74753}" presName="hierChild5" presStyleCnt="0"/>
      <dgm:spPr/>
    </dgm:pt>
    <dgm:pt modelId="{D721B8B5-056F-42EE-8864-4EECA066A39B}" type="pres">
      <dgm:prSet presAssocID="{CB6D8FBE-EA7B-4A8E-8B1F-21C5CFEBF97A}" presName="hierChild5" presStyleCnt="0"/>
      <dgm:spPr/>
    </dgm:pt>
    <dgm:pt modelId="{7A070403-D2E4-4A7B-94F2-8CB549B95927}" type="pres">
      <dgm:prSet presAssocID="{C4C27F72-3942-48C4-AB98-667F0ADE6E34}" presName="hierChild5" presStyleCnt="0"/>
      <dgm:spPr/>
    </dgm:pt>
    <dgm:pt modelId="{8ADA8526-758D-4DFD-855E-46991217F0E9}" type="pres">
      <dgm:prSet presAssocID="{29CF090A-B91B-4091-8F72-67506C11307A}" presName="Name37" presStyleLbl="parChTrans1D3" presStyleIdx="9" presStyleCnt="12"/>
      <dgm:spPr/>
    </dgm:pt>
    <dgm:pt modelId="{3C2369BC-0DBF-4EE0-8418-E325D3C48C04}" type="pres">
      <dgm:prSet presAssocID="{8A1877A1-49A7-439E-89B0-3E940B08C001}" presName="hierRoot2" presStyleCnt="0">
        <dgm:presLayoutVars>
          <dgm:hierBranch val="init"/>
        </dgm:presLayoutVars>
      </dgm:prSet>
      <dgm:spPr/>
    </dgm:pt>
    <dgm:pt modelId="{F9FEECE8-6F19-420D-852D-EA7FF48D3448}" type="pres">
      <dgm:prSet presAssocID="{8A1877A1-49A7-439E-89B0-3E940B08C001}" presName="rootComposite" presStyleCnt="0"/>
      <dgm:spPr/>
    </dgm:pt>
    <dgm:pt modelId="{054845E0-1595-4919-84D7-8171D626E127}" type="pres">
      <dgm:prSet presAssocID="{8A1877A1-49A7-439E-89B0-3E940B08C001}" presName="rootText" presStyleLbl="node3" presStyleIdx="9" presStyleCnt="12">
        <dgm:presLayoutVars>
          <dgm:chPref val="3"/>
        </dgm:presLayoutVars>
      </dgm:prSet>
      <dgm:spPr/>
    </dgm:pt>
    <dgm:pt modelId="{D040910B-8905-4B8E-9ED2-9E8B21C3AFC8}" type="pres">
      <dgm:prSet presAssocID="{8A1877A1-49A7-439E-89B0-3E940B08C001}" presName="rootConnector" presStyleLbl="node3" presStyleIdx="9" presStyleCnt="12"/>
      <dgm:spPr/>
    </dgm:pt>
    <dgm:pt modelId="{8023C643-51EE-45B9-BC6C-789CDD21FB69}" type="pres">
      <dgm:prSet presAssocID="{8A1877A1-49A7-439E-89B0-3E940B08C001}" presName="hierChild4" presStyleCnt="0"/>
      <dgm:spPr/>
    </dgm:pt>
    <dgm:pt modelId="{CCDF57EF-B244-42F0-B3E1-C366C789F201}" type="pres">
      <dgm:prSet presAssocID="{9A284A1E-4918-4297-8A72-6B0925B197E9}" presName="Name37" presStyleLbl="parChTrans1D4" presStyleIdx="58" presStyleCnt="64"/>
      <dgm:spPr/>
    </dgm:pt>
    <dgm:pt modelId="{F9029117-BA6B-40CF-9669-603D1F6FF9FB}" type="pres">
      <dgm:prSet presAssocID="{C95CA0BB-CCBD-4083-9654-FA2AEB739304}" presName="hierRoot2" presStyleCnt="0">
        <dgm:presLayoutVars>
          <dgm:hierBranch val="init"/>
        </dgm:presLayoutVars>
      </dgm:prSet>
      <dgm:spPr/>
    </dgm:pt>
    <dgm:pt modelId="{4A19FA05-73E1-44E9-A5D7-F042241B92F5}" type="pres">
      <dgm:prSet presAssocID="{C95CA0BB-CCBD-4083-9654-FA2AEB739304}" presName="rootComposite" presStyleCnt="0"/>
      <dgm:spPr/>
    </dgm:pt>
    <dgm:pt modelId="{3D460071-6F55-48AA-AC92-3703B78B301A}" type="pres">
      <dgm:prSet presAssocID="{C95CA0BB-CCBD-4083-9654-FA2AEB739304}" presName="rootText" presStyleLbl="node4" presStyleIdx="58" presStyleCnt="64">
        <dgm:presLayoutVars>
          <dgm:chPref val="3"/>
        </dgm:presLayoutVars>
      </dgm:prSet>
      <dgm:spPr/>
    </dgm:pt>
    <dgm:pt modelId="{B78D2D7B-182E-4873-BFC4-D769707E8FBE}" type="pres">
      <dgm:prSet presAssocID="{C95CA0BB-CCBD-4083-9654-FA2AEB739304}" presName="rootConnector" presStyleLbl="node4" presStyleIdx="58" presStyleCnt="64"/>
      <dgm:spPr/>
    </dgm:pt>
    <dgm:pt modelId="{22841719-9C26-4B67-9BF7-C0DA55376452}" type="pres">
      <dgm:prSet presAssocID="{C95CA0BB-CCBD-4083-9654-FA2AEB739304}" presName="hierChild4" presStyleCnt="0"/>
      <dgm:spPr/>
    </dgm:pt>
    <dgm:pt modelId="{9982CDD8-7487-49D1-A62C-40BF0A5D4CC2}" type="pres">
      <dgm:prSet presAssocID="{C95CA0BB-CCBD-4083-9654-FA2AEB739304}" presName="hierChild5" presStyleCnt="0"/>
      <dgm:spPr/>
    </dgm:pt>
    <dgm:pt modelId="{25D40C1E-70AC-4AC1-897D-818E7BBEF526}" type="pres">
      <dgm:prSet presAssocID="{25689287-43F7-46CC-A2C0-58B97039B0DE}" presName="Name37" presStyleLbl="parChTrans1D4" presStyleIdx="59" presStyleCnt="64"/>
      <dgm:spPr/>
    </dgm:pt>
    <dgm:pt modelId="{F48BDE8C-44C6-4CE4-A9FD-0C9DAB5FE028}" type="pres">
      <dgm:prSet presAssocID="{F9142AAF-7A9C-4C3D-B9D0-E7E126163DE4}" presName="hierRoot2" presStyleCnt="0">
        <dgm:presLayoutVars>
          <dgm:hierBranch val="init"/>
        </dgm:presLayoutVars>
      </dgm:prSet>
      <dgm:spPr/>
    </dgm:pt>
    <dgm:pt modelId="{AB66B2FA-6968-4346-93E9-0D007B812482}" type="pres">
      <dgm:prSet presAssocID="{F9142AAF-7A9C-4C3D-B9D0-E7E126163DE4}" presName="rootComposite" presStyleCnt="0"/>
      <dgm:spPr/>
    </dgm:pt>
    <dgm:pt modelId="{8920FAAA-ACF2-40E3-A0AA-FC9035055F3E}" type="pres">
      <dgm:prSet presAssocID="{F9142AAF-7A9C-4C3D-B9D0-E7E126163DE4}" presName="rootText" presStyleLbl="node4" presStyleIdx="59" presStyleCnt="64">
        <dgm:presLayoutVars>
          <dgm:chPref val="3"/>
        </dgm:presLayoutVars>
      </dgm:prSet>
      <dgm:spPr/>
    </dgm:pt>
    <dgm:pt modelId="{2EF6B49E-30FC-4A41-B504-151FA88BCF07}" type="pres">
      <dgm:prSet presAssocID="{F9142AAF-7A9C-4C3D-B9D0-E7E126163DE4}" presName="rootConnector" presStyleLbl="node4" presStyleIdx="59" presStyleCnt="64"/>
      <dgm:spPr/>
    </dgm:pt>
    <dgm:pt modelId="{C9B87F29-AE19-4389-A713-57E1E1B066D4}" type="pres">
      <dgm:prSet presAssocID="{F9142AAF-7A9C-4C3D-B9D0-E7E126163DE4}" presName="hierChild4" presStyleCnt="0"/>
      <dgm:spPr/>
    </dgm:pt>
    <dgm:pt modelId="{66E3F510-A73F-4C2E-83E8-7F41151AF793}" type="pres">
      <dgm:prSet presAssocID="{F9142AAF-7A9C-4C3D-B9D0-E7E126163DE4}" presName="hierChild5" presStyleCnt="0"/>
      <dgm:spPr/>
    </dgm:pt>
    <dgm:pt modelId="{9DABED32-6B77-4855-B265-A33E4643E692}" type="pres">
      <dgm:prSet presAssocID="{8A1877A1-49A7-439E-89B0-3E940B08C001}" presName="hierChild5" presStyleCnt="0"/>
      <dgm:spPr/>
    </dgm:pt>
    <dgm:pt modelId="{FBD1B778-84AE-48C7-B2CB-DA211C6A3487}" type="pres">
      <dgm:prSet presAssocID="{F543E64C-8AB9-41B0-B3C2-0E2ACEB9DA0F}" presName="Name37" presStyleLbl="parChTrans1D3" presStyleIdx="10" presStyleCnt="12"/>
      <dgm:spPr/>
    </dgm:pt>
    <dgm:pt modelId="{61FB9F7C-CAAC-4FF1-BAF5-CC6C35EA9873}" type="pres">
      <dgm:prSet presAssocID="{15D23B13-BF56-4F50-B307-A08EB36ACBF4}" presName="hierRoot2" presStyleCnt="0">
        <dgm:presLayoutVars>
          <dgm:hierBranch val="init"/>
        </dgm:presLayoutVars>
      </dgm:prSet>
      <dgm:spPr/>
    </dgm:pt>
    <dgm:pt modelId="{EE787569-D5F5-40FA-B2DE-E65A89B5DCB7}" type="pres">
      <dgm:prSet presAssocID="{15D23B13-BF56-4F50-B307-A08EB36ACBF4}" presName="rootComposite" presStyleCnt="0"/>
      <dgm:spPr/>
    </dgm:pt>
    <dgm:pt modelId="{3C360F7E-7844-4739-8475-E996CB1CA7A9}" type="pres">
      <dgm:prSet presAssocID="{15D23B13-BF56-4F50-B307-A08EB36ACBF4}" presName="rootText" presStyleLbl="node3" presStyleIdx="10" presStyleCnt="12">
        <dgm:presLayoutVars>
          <dgm:chPref val="3"/>
        </dgm:presLayoutVars>
      </dgm:prSet>
      <dgm:spPr/>
    </dgm:pt>
    <dgm:pt modelId="{62837A37-3264-47AA-91A7-4AC041749F74}" type="pres">
      <dgm:prSet presAssocID="{15D23B13-BF56-4F50-B307-A08EB36ACBF4}" presName="rootConnector" presStyleLbl="node3" presStyleIdx="10" presStyleCnt="12"/>
      <dgm:spPr/>
    </dgm:pt>
    <dgm:pt modelId="{E310C11F-F3EC-4152-8FF2-184AC0578D56}" type="pres">
      <dgm:prSet presAssocID="{15D23B13-BF56-4F50-B307-A08EB36ACBF4}" presName="hierChild4" presStyleCnt="0"/>
      <dgm:spPr/>
    </dgm:pt>
    <dgm:pt modelId="{FDE9A201-1E87-4498-B766-971A7AB702B0}" type="pres">
      <dgm:prSet presAssocID="{767A3ED7-29B0-4169-8B52-6BBCB8DE4A6A}" presName="Name37" presStyleLbl="parChTrans1D4" presStyleIdx="60" presStyleCnt="64"/>
      <dgm:spPr/>
    </dgm:pt>
    <dgm:pt modelId="{3DD6B538-CB13-49CE-BAC6-74C4C1B6E617}" type="pres">
      <dgm:prSet presAssocID="{2298900B-F80F-4D4D-96D3-6C957919937F}" presName="hierRoot2" presStyleCnt="0">
        <dgm:presLayoutVars>
          <dgm:hierBranch val="init"/>
        </dgm:presLayoutVars>
      </dgm:prSet>
      <dgm:spPr/>
    </dgm:pt>
    <dgm:pt modelId="{A8E2B556-6828-4F11-B278-393DE60BD49B}" type="pres">
      <dgm:prSet presAssocID="{2298900B-F80F-4D4D-96D3-6C957919937F}" presName="rootComposite" presStyleCnt="0"/>
      <dgm:spPr/>
    </dgm:pt>
    <dgm:pt modelId="{D2D40A3A-4418-4AB6-80F4-22869980615E}" type="pres">
      <dgm:prSet presAssocID="{2298900B-F80F-4D4D-96D3-6C957919937F}" presName="rootText" presStyleLbl="node4" presStyleIdx="60" presStyleCnt="64">
        <dgm:presLayoutVars>
          <dgm:chPref val="3"/>
        </dgm:presLayoutVars>
      </dgm:prSet>
      <dgm:spPr/>
    </dgm:pt>
    <dgm:pt modelId="{B6DCCC62-2E7B-45C9-A64C-14695C1B121A}" type="pres">
      <dgm:prSet presAssocID="{2298900B-F80F-4D4D-96D3-6C957919937F}" presName="rootConnector" presStyleLbl="node4" presStyleIdx="60" presStyleCnt="64"/>
      <dgm:spPr/>
    </dgm:pt>
    <dgm:pt modelId="{4E17EACA-ADAA-4A2F-BBB4-D2287819AA32}" type="pres">
      <dgm:prSet presAssocID="{2298900B-F80F-4D4D-96D3-6C957919937F}" presName="hierChild4" presStyleCnt="0"/>
      <dgm:spPr/>
    </dgm:pt>
    <dgm:pt modelId="{40A11ED7-B9CA-4095-81EC-1C5F4B7BE314}" type="pres">
      <dgm:prSet presAssocID="{2298900B-F80F-4D4D-96D3-6C957919937F}" presName="hierChild5" presStyleCnt="0"/>
      <dgm:spPr/>
    </dgm:pt>
    <dgm:pt modelId="{C862C6EB-C345-472F-9B4D-890028D4F3B4}" type="pres">
      <dgm:prSet presAssocID="{175A7557-7D95-4E41-90D8-73252170E5BD}" presName="Name37" presStyleLbl="parChTrans1D4" presStyleIdx="61" presStyleCnt="64"/>
      <dgm:spPr/>
    </dgm:pt>
    <dgm:pt modelId="{D1AFA2A0-E1DA-432E-906E-683DAC808C52}" type="pres">
      <dgm:prSet presAssocID="{5CCDEBD3-6629-47A5-A434-F797A71577A8}" presName="hierRoot2" presStyleCnt="0">
        <dgm:presLayoutVars>
          <dgm:hierBranch val="init"/>
        </dgm:presLayoutVars>
      </dgm:prSet>
      <dgm:spPr/>
    </dgm:pt>
    <dgm:pt modelId="{A075C0D0-BDBC-4B10-8780-C62B7A3889B7}" type="pres">
      <dgm:prSet presAssocID="{5CCDEBD3-6629-47A5-A434-F797A71577A8}" presName="rootComposite" presStyleCnt="0"/>
      <dgm:spPr/>
    </dgm:pt>
    <dgm:pt modelId="{FF320AAD-3D72-4328-98E0-796491D8321C}" type="pres">
      <dgm:prSet presAssocID="{5CCDEBD3-6629-47A5-A434-F797A71577A8}" presName="rootText" presStyleLbl="node4" presStyleIdx="61" presStyleCnt="64">
        <dgm:presLayoutVars>
          <dgm:chPref val="3"/>
        </dgm:presLayoutVars>
      </dgm:prSet>
      <dgm:spPr/>
    </dgm:pt>
    <dgm:pt modelId="{7B5C4480-2604-49FA-9155-0541CAFC8688}" type="pres">
      <dgm:prSet presAssocID="{5CCDEBD3-6629-47A5-A434-F797A71577A8}" presName="rootConnector" presStyleLbl="node4" presStyleIdx="61" presStyleCnt="64"/>
      <dgm:spPr/>
    </dgm:pt>
    <dgm:pt modelId="{5F83B040-2672-426B-8E55-A978FC9444FF}" type="pres">
      <dgm:prSet presAssocID="{5CCDEBD3-6629-47A5-A434-F797A71577A8}" presName="hierChild4" presStyleCnt="0"/>
      <dgm:spPr/>
    </dgm:pt>
    <dgm:pt modelId="{D2A6D6E9-5DA5-4F4D-82B4-34275C994389}" type="pres">
      <dgm:prSet presAssocID="{5CCDEBD3-6629-47A5-A434-F797A71577A8}" presName="hierChild5" presStyleCnt="0"/>
      <dgm:spPr/>
    </dgm:pt>
    <dgm:pt modelId="{B412F95B-A6F3-451D-BBF3-75CB460780A6}" type="pres">
      <dgm:prSet presAssocID="{15D23B13-BF56-4F50-B307-A08EB36ACBF4}" presName="hierChild5" presStyleCnt="0"/>
      <dgm:spPr/>
    </dgm:pt>
    <dgm:pt modelId="{2DA037EC-DBAD-4608-9CBC-AEEE72A2869A}" type="pres">
      <dgm:prSet presAssocID="{C57A0644-6BAB-409F-BC8F-FD3D33E101BA}" presName="Name37" presStyleLbl="parChTrans1D3" presStyleIdx="11" presStyleCnt="12"/>
      <dgm:spPr/>
    </dgm:pt>
    <dgm:pt modelId="{A4A6CA7C-95C0-49C0-87C7-226159266EF9}" type="pres">
      <dgm:prSet presAssocID="{DFA8DD48-8FE9-406C-89D1-CAC7946AEC1E}" presName="hierRoot2" presStyleCnt="0">
        <dgm:presLayoutVars>
          <dgm:hierBranch val="init"/>
        </dgm:presLayoutVars>
      </dgm:prSet>
      <dgm:spPr/>
    </dgm:pt>
    <dgm:pt modelId="{2A966355-6548-4FB9-A9A0-E3A6BCB0AC86}" type="pres">
      <dgm:prSet presAssocID="{DFA8DD48-8FE9-406C-89D1-CAC7946AEC1E}" presName="rootComposite" presStyleCnt="0"/>
      <dgm:spPr/>
    </dgm:pt>
    <dgm:pt modelId="{5F44CE33-4888-4023-9DCA-83E2955D0329}" type="pres">
      <dgm:prSet presAssocID="{DFA8DD48-8FE9-406C-89D1-CAC7946AEC1E}" presName="rootText" presStyleLbl="node3" presStyleIdx="11" presStyleCnt="12">
        <dgm:presLayoutVars>
          <dgm:chPref val="3"/>
        </dgm:presLayoutVars>
      </dgm:prSet>
      <dgm:spPr/>
    </dgm:pt>
    <dgm:pt modelId="{85950570-AF3E-4F1A-8B4D-197FD67D5C9F}" type="pres">
      <dgm:prSet presAssocID="{DFA8DD48-8FE9-406C-89D1-CAC7946AEC1E}" presName="rootConnector" presStyleLbl="node3" presStyleIdx="11" presStyleCnt="12"/>
      <dgm:spPr/>
    </dgm:pt>
    <dgm:pt modelId="{F6EB0CA7-4DFF-406C-A83F-D12E2A8DCF37}" type="pres">
      <dgm:prSet presAssocID="{DFA8DD48-8FE9-406C-89D1-CAC7946AEC1E}" presName="hierChild4" presStyleCnt="0"/>
      <dgm:spPr/>
    </dgm:pt>
    <dgm:pt modelId="{17FF8C7A-9DB0-4ADB-96BA-89557D7AFE21}" type="pres">
      <dgm:prSet presAssocID="{1313936B-3891-42D8-B9E1-E9A81DC413FD}" presName="Name37" presStyleLbl="parChTrans1D4" presStyleIdx="62" presStyleCnt="64"/>
      <dgm:spPr/>
    </dgm:pt>
    <dgm:pt modelId="{85D7DEEA-AE40-466D-B8BC-3B8DA742E9E8}" type="pres">
      <dgm:prSet presAssocID="{D68F3F03-69C5-4CD5-8936-79C58D3198ED}" presName="hierRoot2" presStyleCnt="0">
        <dgm:presLayoutVars>
          <dgm:hierBranch val="init"/>
        </dgm:presLayoutVars>
      </dgm:prSet>
      <dgm:spPr/>
    </dgm:pt>
    <dgm:pt modelId="{F9E747A3-5C7E-46EA-9B9B-318908F2F88C}" type="pres">
      <dgm:prSet presAssocID="{D68F3F03-69C5-4CD5-8936-79C58D3198ED}" presName="rootComposite" presStyleCnt="0"/>
      <dgm:spPr/>
    </dgm:pt>
    <dgm:pt modelId="{0645CADD-60E1-4E21-A2C0-E7D72A59F30F}" type="pres">
      <dgm:prSet presAssocID="{D68F3F03-69C5-4CD5-8936-79C58D3198ED}" presName="rootText" presStyleLbl="node4" presStyleIdx="62" presStyleCnt="64">
        <dgm:presLayoutVars>
          <dgm:chPref val="3"/>
        </dgm:presLayoutVars>
      </dgm:prSet>
      <dgm:spPr/>
    </dgm:pt>
    <dgm:pt modelId="{BCCE40DB-0EE4-4B82-8B6D-A1F338C0EE7C}" type="pres">
      <dgm:prSet presAssocID="{D68F3F03-69C5-4CD5-8936-79C58D3198ED}" presName="rootConnector" presStyleLbl="node4" presStyleIdx="62" presStyleCnt="64"/>
      <dgm:spPr/>
    </dgm:pt>
    <dgm:pt modelId="{1A1FAC33-DFC1-49EE-9A42-B862272A4A27}" type="pres">
      <dgm:prSet presAssocID="{D68F3F03-69C5-4CD5-8936-79C58D3198ED}" presName="hierChild4" presStyleCnt="0"/>
      <dgm:spPr/>
    </dgm:pt>
    <dgm:pt modelId="{33AB50D6-CF42-4FF3-874A-80212E866F33}" type="pres">
      <dgm:prSet presAssocID="{D68F3F03-69C5-4CD5-8936-79C58D3198ED}" presName="hierChild5" presStyleCnt="0"/>
      <dgm:spPr/>
    </dgm:pt>
    <dgm:pt modelId="{62F536E5-54F1-4250-A683-3BD57AE14EDC}" type="pres">
      <dgm:prSet presAssocID="{8AEB1825-7C05-473A-921C-CE2BBEDAF689}" presName="Name37" presStyleLbl="parChTrans1D4" presStyleIdx="63" presStyleCnt="64"/>
      <dgm:spPr/>
    </dgm:pt>
    <dgm:pt modelId="{F2361530-E64A-4FBD-9996-90139C76907E}" type="pres">
      <dgm:prSet presAssocID="{2C3FDBE5-2167-407B-813A-C18411B1360B}" presName="hierRoot2" presStyleCnt="0">
        <dgm:presLayoutVars>
          <dgm:hierBranch val="init"/>
        </dgm:presLayoutVars>
      </dgm:prSet>
      <dgm:spPr/>
    </dgm:pt>
    <dgm:pt modelId="{A5C9701A-2882-460A-B593-2A77835F05DF}" type="pres">
      <dgm:prSet presAssocID="{2C3FDBE5-2167-407B-813A-C18411B1360B}" presName="rootComposite" presStyleCnt="0"/>
      <dgm:spPr/>
    </dgm:pt>
    <dgm:pt modelId="{85A57EDB-BF19-4652-A983-201974F0CD01}" type="pres">
      <dgm:prSet presAssocID="{2C3FDBE5-2167-407B-813A-C18411B1360B}" presName="rootText" presStyleLbl="node4" presStyleIdx="63" presStyleCnt="64">
        <dgm:presLayoutVars>
          <dgm:chPref val="3"/>
        </dgm:presLayoutVars>
      </dgm:prSet>
      <dgm:spPr/>
    </dgm:pt>
    <dgm:pt modelId="{F1BBD75C-E368-4DA4-B4AA-83AB32F76E22}" type="pres">
      <dgm:prSet presAssocID="{2C3FDBE5-2167-407B-813A-C18411B1360B}" presName="rootConnector" presStyleLbl="node4" presStyleIdx="63" presStyleCnt="64"/>
      <dgm:spPr/>
    </dgm:pt>
    <dgm:pt modelId="{D945E16D-F370-4A38-B788-54E3DAEAE0CC}" type="pres">
      <dgm:prSet presAssocID="{2C3FDBE5-2167-407B-813A-C18411B1360B}" presName="hierChild4" presStyleCnt="0"/>
      <dgm:spPr/>
    </dgm:pt>
    <dgm:pt modelId="{ED9D10CE-09B4-4CBB-B1CE-3057F7AA93FA}" type="pres">
      <dgm:prSet presAssocID="{2C3FDBE5-2167-407B-813A-C18411B1360B}" presName="hierChild5" presStyleCnt="0"/>
      <dgm:spPr/>
    </dgm:pt>
    <dgm:pt modelId="{70EB9009-C992-453C-8EC9-2B462953BA67}" type="pres">
      <dgm:prSet presAssocID="{DFA8DD48-8FE9-406C-89D1-CAC7946AEC1E}" presName="hierChild5" presStyleCnt="0"/>
      <dgm:spPr/>
    </dgm:pt>
    <dgm:pt modelId="{06DD9A92-3EBE-4509-A0B6-B94B2A043EB1}" type="pres">
      <dgm:prSet presAssocID="{DF9E427A-F061-4D73-876E-50DFE6A2B7E5}" presName="hierChild5" presStyleCnt="0"/>
      <dgm:spPr/>
    </dgm:pt>
    <dgm:pt modelId="{6192D81C-FD83-484A-8948-A0EBD03E85B6}" type="pres">
      <dgm:prSet presAssocID="{10A0EA3D-3AD4-4A16-AC66-3525B6400D15}" presName="hierChild3" presStyleCnt="0"/>
      <dgm:spPr/>
    </dgm:pt>
  </dgm:ptLst>
  <dgm:cxnLst>
    <dgm:cxn modelId="{17A5D500-263C-45D4-8BA3-C4BAAC1F089E}" type="presOf" srcId="{B118B741-7C1E-4C97-93AB-C5D198037651}" destId="{CC8BED81-A362-4C99-BB8D-CCEF2E9AE72F}" srcOrd="0" destOrd="0" presId="urn:microsoft.com/office/officeart/2005/8/layout/orgChart1"/>
    <dgm:cxn modelId="{190B3901-A971-4CED-BA6D-3F6EDDB5A125}" type="presOf" srcId="{0E42D102-811A-4276-A418-495C4A4D5A35}" destId="{253396CA-2023-4B6F-B3D0-486668DC912F}" srcOrd="0" destOrd="0" presId="urn:microsoft.com/office/officeart/2005/8/layout/orgChart1"/>
    <dgm:cxn modelId="{199AA301-F5E5-4989-8039-F21B483423AC}" type="presOf" srcId="{9CC3383C-1B71-45FF-A65B-DCE8FC17A9FB}" destId="{CBCCDB28-3F6C-442B-8F77-E59A150F2BD3}" srcOrd="0" destOrd="0" presId="urn:microsoft.com/office/officeart/2005/8/layout/orgChart1"/>
    <dgm:cxn modelId="{8921B003-33EB-4A60-BB19-5C8D7FCCB2EF}" type="presOf" srcId="{A9A22A48-EAA3-4A02-B25F-4D0B6F832F06}" destId="{738B70F6-2E52-4AA4-8906-A20C2A1BA328}" srcOrd="1" destOrd="0" presId="urn:microsoft.com/office/officeart/2005/8/layout/orgChart1"/>
    <dgm:cxn modelId="{59F64A04-924E-4228-9528-FA9094D60570}" type="presOf" srcId="{0A2748D7-A676-47D0-86C9-1C95FAEAC323}" destId="{727B956F-D72C-4AE4-8D9E-D5EAAA044204}" srcOrd="0" destOrd="0" presId="urn:microsoft.com/office/officeart/2005/8/layout/orgChart1"/>
    <dgm:cxn modelId="{0B2FAF04-EA00-4A20-9721-9AB3A3BDF317}" type="presOf" srcId="{D7242625-1BA0-4E4D-96E7-BFBCAF53EA7C}" destId="{6E9D13A8-0DB7-413A-B469-C6A4E066CD8F}" srcOrd="0" destOrd="0" presId="urn:microsoft.com/office/officeart/2005/8/layout/orgChart1"/>
    <dgm:cxn modelId="{88580A05-774F-4176-AAA1-ED156EF6F987}" type="presOf" srcId="{2E7B18DD-7669-4E22-BFD7-E4B2A402FB33}" destId="{E271776F-6031-473F-B722-558A2C55C3D6}" srcOrd="0" destOrd="0" presId="urn:microsoft.com/office/officeart/2005/8/layout/orgChart1"/>
    <dgm:cxn modelId="{B3C4C706-3A88-48AD-B327-128107953A8C}" type="presOf" srcId="{9EDA86DC-81A2-4417-86A6-BD6BB16DA56D}" destId="{EAD482BD-2849-4858-A4B2-D5FCF69823D9}" srcOrd="1" destOrd="0" presId="urn:microsoft.com/office/officeart/2005/8/layout/orgChart1"/>
    <dgm:cxn modelId="{5DECA507-6AC4-421E-AC60-A997B5A5F40F}" type="presOf" srcId="{9B6404EB-4D08-4A6A-ACB7-DFA6C942E710}" destId="{2378E99B-19D0-4F6E-960C-AE1CC70A78E7}" srcOrd="1" destOrd="0" presId="urn:microsoft.com/office/officeart/2005/8/layout/orgChart1"/>
    <dgm:cxn modelId="{43AEAA07-2ECA-46B7-A471-5D007ACB8974}" srcId="{C4C27F72-3942-48C4-AB98-667F0ADE6E34}" destId="{CB6D8FBE-EA7B-4A8E-8B1F-21C5CFEBF97A}" srcOrd="2" destOrd="0" parTransId="{7B223D0C-6899-453F-85BA-81EC0D2395C5}" sibTransId="{2AA9FB05-381E-4352-A06C-EEDDF94991CE}"/>
    <dgm:cxn modelId="{6FBFCE07-9E8F-46EE-BACD-06704D9657B8}" type="presOf" srcId="{C57A0644-6BAB-409F-BC8F-FD3D33E101BA}" destId="{2DA037EC-DBAD-4608-9CBC-AEEE72A2869A}" srcOrd="0" destOrd="0" presId="urn:microsoft.com/office/officeart/2005/8/layout/orgChart1"/>
    <dgm:cxn modelId="{E82C0B08-B566-41DA-BD76-71DB30886E81}" srcId="{0F02B370-286F-4E1B-80A8-B2AD40265B7C}" destId="{F07CE4D9-BC58-4AAB-8425-5E61C7E7DAFC}" srcOrd="2" destOrd="0" parTransId="{095CBBC6-B9E4-4DF2-9371-D1267DD8C5DB}" sibTransId="{2C84AEEE-D625-4C85-A532-93CC7F1F92AA}"/>
    <dgm:cxn modelId="{06FA5608-CC5C-4728-9277-14F77F922C8A}" type="presOf" srcId="{D3653E06-8835-4B8E-ADBE-2824546FAB24}" destId="{391ED59E-AF6A-4D4F-8DFD-EEC858818628}" srcOrd="0" destOrd="0" presId="urn:microsoft.com/office/officeart/2005/8/layout/orgChart1"/>
    <dgm:cxn modelId="{E8EBC508-C9E1-44BB-9F5F-BF63B2F873BB}" srcId="{DF9E427A-F061-4D73-876E-50DFE6A2B7E5}" destId="{DFA8DD48-8FE9-406C-89D1-CAC7946AEC1E}" srcOrd="3" destOrd="0" parTransId="{C57A0644-6BAB-409F-BC8F-FD3D33E101BA}" sibTransId="{6D955058-7618-4A30-BD95-538227261BF4}"/>
    <dgm:cxn modelId="{DB34A509-475D-4C53-BA13-E316526471DE}" type="presOf" srcId="{0CE07C34-4CA2-4C32-82E8-3BF35C81EC1D}" destId="{B43BA2A5-6AB7-42D3-B346-5F6A07F4A877}" srcOrd="0" destOrd="0" presId="urn:microsoft.com/office/officeart/2005/8/layout/orgChart1"/>
    <dgm:cxn modelId="{5115CB09-1873-4F23-8EE5-85A8840C2464}" srcId="{0A6D5C0B-A1BF-41BD-AA8D-43F936D399EA}" destId="{1C140ACB-8E9D-415E-A0F6-18E8C458C1E5}" srcOrd="3" destOrd="0" parTransId="{D4BB7D83-EABF-4C08-A360-DDC4C627C87D}" sibTransId="{68117FB1-1BCE-4E55-9094-77CA863AAA65}"/>
    <dgm:cxn modelId="{B11E270A-684D-4493-A40C-ED89AE55E022}" type="presOf" srcId="{5E6D24F2-EAB4-49FC-9CAA-8695A27B58B0}" destId="{E231088F-D54A-4B67-974D-E04235792F29}" srcOrd="0" destOrd="0" presId="urn:microsoft.com/office/officeart/2005/8/layout/orgChart1"/>
    <dgm:cxn modelId="{6D00190B-5D6F-42BD-A9F6-6F7DCD3975B5}" type="presOf" srcId="{A7BD5BDD-F7D6-4321-9568-3FB22961CF6E}" destId="{3EC94847-6B55-45C5-B66B-3216E3E5F848}" srcOrd="0" destOrd="0" presId="urn:microsoft.com/office/officeart/2005/8/layout/orgChart1"/>
    <dgm:cxn modelId="{11EB690B-E4FE-4F67-AE1F-18BDE3A0C068}" srcId="{10A0EA3D-3AD4-4A16-AC66-3525B6400D15}" destId="{DF9E427A-F061-4D73-876E-50DFE6A2B7E5}" srcOrd="2" destOrd="0" parTransId="{0A2748D7-A676-47D0-86C9-1C95FAEAC323}" sibTransId="{976951EB-5A6F-4FE6-946C-BA2364294F13}"/>
    <dgm:cxn modelId="{A318E70C-14D5-4EBB-80D3-2121AD8790AE}" type="presOf" srcId="{26E83CA6-D3EE-49C3-96F3-B3F22A98D2A4}" destId="{F11FC902-96D9-42D7-9A0D-8800261298E5}" srcOrd="0" destOrd="0" presId="urn:microsoft.com/office/officeart/2005/8/layout/orgChart1"/>
    <dgm:cxn modelId="{4E6C940D-7C7C-4B75-87DC-964B2A3E7AE0}" type="presOf" srcId="{5CCDEBD3-6629-47A5-A434-F797A71577A8}" destId="{FF320AAD-3D72-4328-98E0-796491D8321C}" srcOrd="0" destOrd="0" presId="urn:microsoft.com/office/officeart/2005/8/layout/orgChart1"/>
    <dgm:cxn modelId="{2F079B0E-D5B1-48C5-8335-56A4FD755873}" type="presOf" srcId="{F9142AAF-7A9C-4C3D-B9D0-E7E126163DE4}" destId="{8920FAAA-ACF2-40E3-A0AA-FC9035055F3E}" srcOrd="0" destOrd="0" presId="urn:microsoft.com/office/officeart/2005/8/layout/orgChart1"/>
    <dgm:cxn modelId="{0301150F-01CD-4CD8-93FC-E3E5133B73C1}" type="presOf" srcId="{8DBB3781-D389-4498-A8FE-B4C5ED35B71F}" destId="{7F709500-08B1-4BD2-8E58-A897C8F4239C}" srcOrd="1" destOrd="0" presId="urn:microsoft.com/office/officeart/2005/8/layout/orgChart1"/>
    <dgm:cxn modelId="{C611D40F-BC39-4DF0-8351-F0E3386247E1}" type="presOf" srcId="{C95CA0BB-CCBD-4083-9654-FA2AEB739304}" destId="{B78D2D7B-182E-4873-BFC4-D769707E8FBE}" srcOrd="1" destOrd="0" presId="urn:microsoft.com/office/officeart/2005/8/layout/orgChart1"/>
    <dgm:cxn modelId="{44B7A110-5490-4FD8-A496-F02AD6C3CF17}" type="presOf" srcId="{45D0D23E-96A6-4A4D-8953-8A4F778F4353}" destId="{93FA3FBA-44AB-4D79-ABBF-1DD0904B299C}" srcOrd="0" destOrd="0" presId="urn:microsoft.com/office/officeart/2005/8/layout/orgChart1"/>
    <dgm:cxn modelId="{6BDB2C14-70F2-45A2-A85C-FD949D54DDD4}" type="presOf" srcId="{F7D45185-1C6F-4AD9-8393-F5C8782238A3}" destId="{3FA1A634-AC53-4ABB-80B1-24F78EB5B80A}" srcOrd="0" destOrd="0" presId="urn:microsoft.com/office/officeart/2005/8/layout/orgChart1"/>
    <dgm:cxn modelId="{F1137114-6A22-4C26-AAA1-745263BFB3EE}" type="presOf" srcId="{1C140ACB-8E9D-415E-A0F6-18E8C458C1E5}" destId="{BF3984B2-25DA-47BF-AAFA-41CDE9B36A87}" srcOrd="1" destOrd="0" presId="urn:microsoft.com/office/officeart/2005/8/layout/orgChart1"/>
    <dgm:cxn modelId="{F947C414-3CF6-4BEE-86E7-B047BDB2A2AE}" type="presOf" srcId="{D7697434-ADDF-4F28-95A6-2A4EA043777D}" destId="{1DD3AA60-48BC-4B2E-B581-8ED42078DD30}" srcOrd="0" destOrd="0" presId="urn:microsoft.com/office/officeart/2005/8/layout/orgChart1"/>
    <dgm:cxn modelId="{2A2F1915-9173-465C-9063-BD3E4401C1B0}" srcId="{49861E97-2C2A-4C17-B9C8-EB2C05076328}" destId="{0AA981E4-713D-4538-AC35-733F772739EB}" srcOrd="0" destOrd="0" parTransId="{C2BECED7-40C8-4575-B96A-202C8FA6689D}" sibTransId="{37DFE96E-9570-4AC0-A0A0-F372E2DE01A7}"/>
    <dgm:cxn modelId="{EDB83E15-09EE-4C7B-A6B5-BD64DA92C6E5}" type="presOf" srcId="{DF9E427A-F061-4D73-876E-50DFE6A2B7E5}" destId="{CBB73073-E2BE-4561-B51B-94EBAD9E9723}" srcOrd="1" destOrd="0" presId="urn:microsoft.com/office/officeart/2005/8/layout/orgChart1"/>
    <dgm:cxn modelId="{0F5A7415-BF00-47A5-B50B-AA55B4EDBD6A}" type="presOf" srcId="{72E13C97-5D84-47FA-8265-06320C9BCCFD}" destId="{922D082F-24BB-48CA-9D43-A2746D42CE7C}" srcOrd="1" destOrd="0" presId="urn:microsoft.com/office/officeart/2005/8/layout/orgChart1"/>
    <dgm:cxn modelId="{4EEBC316-4684-4416-B93E-96BD42AD842B}" srcId="{1B230E48-4E89-4D7B-B5E6-00CFDFE3C343}" destId="{612E2D92-85C0-4E80-9AC9-6C21ED763068}" srcOrd="0" destOrd="0" parTransId="{26E83CA6-D3EE-49C3-96F3-B3F22A98D2A4}" sibTransId="{84BA5770-0F05-423D-9D3F-B7DDC7DB26DD}"/>
    <dgm:cxn modelId="{CDB4A617-30E5-4B19-8DD5-04AF7F9277FA}" srcId="{9CC3383C-1B71-45FF-A65B-DCE8FC17A9FB}" destId="{F4BABE74-254C-4FEA-B43C-2C2D6433B48C}" srcOrd="2" destOrd="0" parTransId="{F7D45185-1C6F-4AD9-8393-F5C8782238A3}" sibTransId="{6C6D8C9E-05DC-4A1E-8902-77A232B300AC}"/>
    <dgm:cxn modelId="{B13AC917-C060-475F-B922-518AA076315D}" srcId="{B7E335E1-A9F3-42D5-A2D7-DB26CFF308C8}" destId="{72E13C97-5D84-47FA-8265-06320C9BCCFD}" srcOrd="1" destOrd="0" parTransId="{D1EE26A9-4CE8-4DB6-9B3E-DB7908C42284}" sibTransId="{F85A93DA-0F38-42A1-BD7C-84F9BA268595}"/>
    <dgm:cxn modelId="{C5F31E19-8094-4F0B-B349-6F8AF59F73E3}" type="presOf" srcId="{15D23B13-BF56-4F50-B307-A08EB36ACBF4}" destId="{62837A37-3264-47AA-91A7-4AC041749F74}" srcOrd="1" destOrd="0" presId="urn:microsoft.com/office/officeart/2005/8/layout/orgChart1"/>
    <dgm:cxn modelId="{CA476E19-B3FF-4AD6-B8CF-428EC3AC28F2}" type="presOf" srcId="{794B3A96-2C24-484E-990F-5DC06CACE812}" destId="{C1507BE6-07DE-445E-B8FE-46C149D50E35}" srcOrd="0" destOrd="0" presId="urn:microsoft.com/office/officeart/2005/8/layout/orgChart1"/>
    <dgm:cxn modelId="{82801B1A-3F27-4928-8371-81D6909D5EF8}" srcId="{86DE36A1-BFFB-4B7F-BED9-D8EA4D02136D}" destId="{B7E335E1-A9F3-42D5-A2D7-DB26CFF308C8}" srcOrd="0" destOrd="0" parTransId="{BB41534B-2033-45FB-9A86-3473FDF76D0E}" sibTransId="{0631CB91-2991-400B-B051-4194CEF73290}"/>
    <dgm:cxn modelId="{D405C01A-F929-4AF1-BC54-C7AA371CA0B1}" type="presOf" srcId="{EA932824-1211-4989-8F21-6923495AD0A8}" destId="{779C0ACE-19D0-4B25-85F8-66E64BE3CD59}" srcOrd="1" destOrd="0" presId="urn:microsoft.com/office/officeart/2005/8/layout/orgChart1"/>
    <dgm:cxn modelId="{266CF31A-B17F-4F26-8BF1-181AB440091A}" type="presOf" srcId="{9B138F8A-A1F6-4FAD-8E95-BEE1A59D3841}" destId="{22A63DAF-6A1F-4185-9B30-464E896BE184}" srcOrd="0" destOrd="0" presId="urn:microsoft.com/office/officeart/2005/8/layout/orgChart1"/>
    <dgm:cxn modelId="{87395E1B-A496-443C-BC0C-25B2053B78ED}" srcId="{92162928-B373-4802-B988-4C318FAE4B4C}" destId="{0A6D5C0B-A1BF-41BD-AA8D-43F936D399EA}" srcOrd="0" destOrd="0" parTransId="{B3C76091-5368-4912-B5FF-0AD3F30CA124}" sibTransId="{62F3A57E-2F5A-4157-BBE8-A7B952173FCC}"/>
    <dgm:cxn modelId="{F5980A1C-F6E4-41EC-9079-FDA5B815C0DC}" type="presOf" srcId="{5A42179D-EC3E-4A5C-8F8B-FEE485CACCDF}" destId="{DC9B7AE9-5984-4C01-A7B8-E46136F86869}" srcOrd="0" destOrd="0" presId="urn:microsoft.com/office/officeart/2005/8/layout/orgChart1"/>
    <dgm:cxn modelId="{A8D9381C-143E-4929-89BE-981BF573AD78}" srcId="{0F02B370-286F-4E1B-80A8-B2AD40265B7C}" destId="{9CC3383C-1B71-45FF-A65B-DCE8FC17A9FB}" srcOrd="0" destOrd="0" parTransId="{861ACE2A-0235-486D-A8CB-4DF13E32F60D}" sibTransId="{6A91AE28-6D38-461A-9F45-1572CFCB75C9}"/>
    <dgm:cxn modelId="{8816BA1D-D723-4C3C-95A8-A191FC7D31CD}" type="presOf" srcId="{C4C27F72-3942-48C4-AB98-667F0ADE6E34}" destId="{D593024A-E896-4B3C-805A-883F983D38BF}" srcOrd="0" destOrd="0" presId="urn:microsoft.com/office/officeart/2005/8/layout/orgChart1"/>
    <dgm:cxn modelId="{5D26E620-CA24-4FA8-8CB4-74301EDEC3EC}" srcId="{D623C341-B5C0-465A-8569-37000674ECC0}" destId="{641B8182-8D37-4627-89CE-69A33437DC33}" srcOrd="1" destOrd="0" parTransId="{ED6F2E9A-A7FC-4498-8956-3A5EBC5F5521}" sibTransId="{8365DEFB-D27E-44F5-8613-0ADFC2B801A3}"/>
    <dgm:cxn modelId="{B87EEB20-4A6D-45A8-AD73-4C36FC6C6C57}" type="presOf" srcId="{E88449D7-FDF8-408A-977B-31F6075B2F4B}" destId="{66E1C7E6-A64F-4F71-B628-280C9F9A84B1}" srcOrd="0" destOrd="0" presId="urn:microsoft.com/office/officeart/2005/8/layout/orgChart1"/>
    <dgm:cxn modelId="{8A9BD621-BD0F-4426-9E68-49279F40432A}" type="presOf" srcId="{EA932824-1211-4989-8F21-6923495AD0A8}" destId="{7318A7D7-297B-4941-875A-939742AAAF70}" srcOrd="0" destOrd="0" presId="urn:microsoft.com/office/officeart/2005/8/layout/orgChart1"/>
    <dgm:cxn modelId="{C906AB22-AD43-4046-9721-F5868AC6FFB3}" type="presOf" srcId="{D5DD8952-EBFB-4144-B3BC-BCD16EF9DA4B}" destId="{E38BDE39-3A41-46F6-A551-62CA3916033B}" srcOrd="1" destOrd="0" presId="urn:microsoft.com/office/officeart/2005/8/layout/orgChart1"/>
    <dgm:cxn modelId="{64065324-408B-4CDE-9E37-A9A797A30426}" srcId="{DF9E427A-F061-4D73-876E-50DFE6A2B7E5}" destId="{C4C27F72-3942-48C4-AB98-667F0ADE6E34}" srcOrd="0" destOrd="0" parTransId="{5FD1F8F5-D6D0-4F54-B5D5-E214AD21C9A6}" sibTransId="{B9FFDC6E-D7CC-446C-BC07-5F2BA29C5C33}"/>
    <dgm:cxn modelId="{0D2DB824-BAC1-4724-AC1E-39D34875F416}" type="presOf" srcId="{B371A65B-0BF1-46AF-BE91-8A5F7EDF8E97}" destId="{BEA97E4E-754E-495A-9280-BCC50008F783}" srcOrd="1" destOrd="0" presId="urn:microsoft.com/office/officeart/2005/8/layout/orgChart1"/>
    <dgm:cxn modelId="{CFFCBB26-20E8-4681-8F06-3F8A26A9FA08}" type="presOf" srcId="{846F7E52-FB87-44EC-8536-A38813B75680}" destId="{E0DADAB3-565E-4084-8586-8D047CCA6429}" srcOrd="0" destOrd="0" presId="urn:microsoft.com/office/officeart/2005/8/layout/orgChart1"/>
    <dgm:cxn modelId="{8CFE2C27-1280-47AA-B3EB-0BB513FA5095}" srcId="{021B5089-25C3-4018-8E13-766E0C375F48}" destId="{0E1327A6-AC31-4800-8C27-B5A707A75919}" srcOrd="1" destOrd="0" parTransId="{5E6D24F2-EAB4-49FC-9CAA-8695A27B58B0}" sibTransId="{496B8755-CC38-4FBB-B194-9CFC7D200C46}"/>
    <dgm:cxn modelId="{B23AE527-EE99-4A13-BCEB-734EDF436C26}" type="presOf" srcId="{F9142AAF-7A9C-4C3D-B9D0-E7E126163DE4}" destId="{2EF6B49E-30FC-4A41-B504-151FA88BCF07}" srcOrd="1" destOrd="0" presId="urn:microsoft.com/office/officeart/2005/8/layout/orgChart1"/>
    <dgm:cxn modelId="{56B03628-1E52-43A3-B09E-BE1C7B6F705D}" type="presOf" srcId="{B287FE6D-4943-4AE9-B040-90FE25549A8A}" destId="{5CD1BE29-1B88-4A95-8B97-F8B8705E7D77}" srcOrd="0" destOrd="0" presId="urn:microsoft.com/office/officeart/2005/8/layout/orgChart1"/>
    <dgm:cxn modelId="{301D4229-79CD-4B45-9C0B-FB2608FA365B}" type="presOf" srcId="{0C97B839-46E9-46A0-BD12-2FA80171C465}" destId="{9536AC81-1201-4585-BCE9-314430413C60}" srcOrd="0" destOrd="0" presId="urn:microsoft.com/office/officeart/2005/8/layout/orgChart1"/>
    <dgm:cxn modelId="{84009A2A-B89B-4776-912A-2AA2B5FC3802}" type="presOf" srcId="{F1FC4225-0E4A-4DF5-8AF7-AB18C4253689}" destId="{06873987-D669-40F2-8C5A-73C9C4B7F53E}" srcOrd="1" destOrd="0" presId="urn:microsoft.com/office/officeart/2005/8/layout/orgChart1"/>
    <dgm:cxn modelId="{DCE5732C-9733-4F43-B0EA-1ED07F87F8A1}" type="presOf" srcId="{BA2BC18B-4263-41C9-A697-E51A8A8C5118}" destId="{CB9FEA7D-CB3E-4CD3-A871-70A81E0869FE}" srcOrd="0" destOrd="0" presId="urn:microsoft.com/office/officeart/2005/8/layout/orgChart1"/>
    <dgm:cxn modelId="{4AF4482E-A33E-42F6-B34D-A3942C574E28}" type="presOf" srcId="{D4788762-4397-4300-A806-E5A1408011E5}" destId="{A0FD088B-33F5-4BFE-A1DA-A07B1C8A0F37}" srcOrd="0" destOrd="0" presId="urn:microsoft.com/office/officeart/2005/8/layout/orgChart1"/>
    <dgm:cxn modelId="{9E496031-9505-4142-B55F-1D57D9CE953D}" type="presOf" srcId="{4791CC2A-ED07-4CC0-814C-180E2E708BCD}" destId="{565D0F4A-7547-4F9B-A81F-84EBC45C2E66}" srcOrd="1" destOrd="0" presId="urn:microsoft.com/office/officeart/2005/8/layout/orgChart1"/>
    <dgm:cxn modelId="{FDB88D31-7FA7-41F4-9436-87AE95D2AB41}" srcId="{7F8A7C11-64C3-4429-B905-3C4323189ABA}" destId="{4791CC2A-ED07-4CC0-814C-180E2E708BCD}" srcOrd="2" destOrd="0" parTransId="{2E3A2599-02D1-4176-84D5-BD69D3E26B03}" sibTransId="{D629D895-F34C-4F3D-B00A-75F82BC4E9FA}"/>
    <dgm:cxn modelId="{11F0AB31-7AE8-4133-98D7-E449D50CE8D5}" type="presOf" srcId="{D60495A8-2048-477D-AFD5-52765B154FDC}" destId="{A2AAA75D-1CB4-407E-B3EE-D44AC4E02C6C}" srcOrd="0" destOrd="0" presId="urn:microsoft.com/office/officeart/2005/8/layout/orgChart1"/>
    <dgm:cxn modelId="{3128D731-0007-404A-8B2C-C6C10D59E68C}" type="presOf" srcId="{F0689DFF-B9BC-44F4-8390-F87AB859BE32}" destId="{9BEBF3C6-C543-4EFE-8310-C6232F27ECFE}" srcOrd="1" destOrd="0" presId="urn:microsoft.com/office/officeart/2005/8/layout/orgChart1"/>
    <dgm:cxn modelId="{6D5B0032-CB11-4F73-876B-BDF11CE8E1AE}" type="presOf" srcId="{0F02B370-286F-4E1B-80A8-B2AD40265B7C}" destId="{45497D4B-7384-4409-B2DD-8111D10AE21C}" srcOrd="1" destOrd="0" presId="urn:microsoft.com/office/officeart/2005/8/layout/orgChart1"/>
    <dgm:cxn modelId="{2AE07032-A610-47E6-A433-09C992BE5830}" type="presOf" srcId="{C2BECED7-40C8-4575-B96A-202C8FA6689D}" destId="{6E8CDA83-42CE-47E8-910E-3758DD9C2979}" srcOrd="0" destOrd="0" presId="urn:microsoft.com/office/officeart/2005/8/layout/orgChart1"/>
    <dgm:cxn modelId="{3A2B1834-AD85-4E44-9E72-B262626F1C76}" type="presOf" srcId="{38E5799D-1616-44B4-9838-3D94AEA68B0B}" destId="{2F4B6304-7B09-453F-AAB4-68E39E988078}" srcOrd="0" destOrd="0" presId="urn:microsoft.com/office/officeart/2005/8/layout/orgChart1"/>
    <dgm:cxn modelId="{57465E39-C91C-4369-ACC7-AE6B620324D5}" srcId="{8DBB3781-D389-4498-A8FE-B4C5ED35B71F}" destId="{3AAAD805-F60D-4829-B2A8-6D3808E96F11}" srcOrd="1" destOrd="0" parTransId="{218F1E54-AAAF-463A-A48C-5CB03933CB7A}" sibTransId="{17AF751A-DA35-4266-A9D2-5F6C9974FB0C}"/>
    <dgm:cxn modelId="{086C6A3A-905F-4734-8954-2EC70D7525DD}" type="presOf" srcId="{DBEA68D6-E158-4934-BAF2-CD3B153353BA}" destId="{CE01B670-1EEA-4848-90D3-DFD1C7C7F55F}" srcOrd="0" destOrd="0" presId="urn:microsoft.com/office/officeart/2005/8/layout/orgChart1"/>
    <dgm:cxn modelId="{2290843A-4E31-4C54-B5EE-E891674F3D71}" type="presOf" srcId="{63DCBAE1-7532-4EF2-8267-0EF6C87DD36B}" destId="{7A24FDD4-ADB7-42B4-9586-F25F7C1F1156}" srcOrd="0" destOrd="0" presId="urn:microsoft.com/office/officeart/2005/8/layout/orgChart1"/>
    <dgm:cxn modelId="{7B79DF3A-2B97-4DDD-867A-D26CF24D05FE}" type="presOf" srcId="{D5DD8952-EBFB-4144-B3BC-BCD16EF9DA4B}" destId="{72D2B8FF-240C-48D8-B9C2-7DFE3AF7CB3B}" srcOrd="0" destOrd="0" presId="urn:microsoft.com/office/officeart/2005/8/layout/orgChart1"/>
    <dgm:cxn modelId="{6E67F63A-039D-4AC9-85AE-98A68D6F8DA8}" srcId="{F1F05255-7EED-418E-9D42-7427C5870479}" destId="{D3CE3FAA-0099-4AEA-A6D0-17A8A7734B0E}" srcOrd="0" destOrd="0" parTransId="{60EB6D41-37C4-4F4F-9103-BDAD7CE848E2}" sibTransId="{52E5C332-D767-4FC2-B556-959E00603FF1}"/>
    <dgm:cxn modelId="{718F1F3B-749E-4606-B8F2-1C217A06461C}" type="presOf" srcId="{2BA036D2-531F-4485-B0EF-1009B34E059F}" destId="{1BCC625F-CBCF-444A-861E-CD07B83207E0}" srcOrd="0" destOrd="0" presId="urn:microsoft.com/office/officeart/2005/8/layout/orgChart1"/>
    <dgm:cxn modelId="{E3D8A83B-1D23-408A-A026-E36D6425AEF4}" type="presOf" srcId="{1B230E48-4E89-4D7B-B5E6-00CFDFE3C343}" destId="{04AB55FC-4158-4DA1-BAA8-B447C65C8BE9}" srcOrd="0" destOrd="0" presId="urn:microsoft.com/office/officeart/2005/8/layout/orgChart1"/>
    <dgm:cxn modelId="{37BC773C-F152-416C-9289-618552057D78}" type="presOf" srcId="{1E7CF004-8EFD-4CAD-8BFF-961E8401BE93}" destId="{494D46B3-DE99-4BCA-A777-5B485ECA9CCF}" srcOrd="1" destOrd="0" presId="urn:microsoft.com/office/officeart/2005/8/layout/orgChart1"/>
    <dgm:cxn modelId="{2801583C-C571-4DAD-B71D-FCB01BFD2243}" type="presOf" srcId="{D3653E06-8835-4B8E-ADBE-2824546FAB24}" destId="{42421CEA-7B64-472E-8B46-00175B0B3A2E}" srcOrd="1" destOrd="0" presId="urn:microsoft.com/office/officeart/2005/8/layout/orgChart1"/>
    <dgm:cxn modelId="{9FA2CE3C-07FF-4EB2-B391-BA589D40A939}" type="presOf" srcId="{6C104926-6DF9-4B9E-AC3E-9F8A142DA858}" destId="{383C8123-5F8B-47BD-A575-544DD043BF29}" srcOrd="0" destOrd="0" presId="urn:microsoft.com/office/officeart/2005/8/layout/orgChart1"/>
    <dgm:cxn modelId="{EC61CF3E-0F7B-41F1-8073-2DC3017B3EA1}" srcId="{15D23B13-BF56-4F50-B307-A08EB36ACBF4}" destId="{5CCDEBD3-6629-47A5-A434-F797A71577A8}" srcOrd="1" destOrd="0" parTransId="{175A7557-7D95-4E41-90D8-73252170E5BD}" sibTransId="{3842B8AA-592E-4488-A590-75FEACA08413}"/>
    <dgm:cxn modelId="{93E40740-4609-4EC5-8B8C-BC9F882E29FB}" type="presOf" srcId="{F777C386-9C66-4588-9C98-D1BFE741DCBA}" destId="{153960CB-5236-4EAC-AF71-1F1D5B0AFFB5}" srcOrd="0" destOrd="0" presId="urn:microsoft.com/office/officeart/2005/8/layout/orgChart1"/>
    <dgm:cxn modelId="{EA644A40-EB98-412B-A361-869219A1D41A}" type="presOf" srcId="{9EDA86DC-81A2-4417-86A6-BD6BB16DA56D}" destId="{FE5FEA03-2487-4BD7-92F2-3682D35C906F}" srcOrd="0" destOrd="0" presId="urn:microsoft.com/office/officeart/2005/8/layout/orgChart1"/>
    <dgm:cxn modelId="{EB356B40-FBB9-4EB0-BF10-02294012087D}" type="presOf" srcId="{583F4520-1953-4CC2-B809-000295BA89E8}" destId="{E062CE4B-2AE7-4C8A-AA4F-0714A7829239}" srcOrd="0" destOrd="0" presId="urn:microsoft.com/office/officeart/2005/8/layout/orgChart1"/>
    <dgm:cxn modelId="{E35ED540-425C-423A-AE48-793C7F09607D}" type="presOf" srcId="{3735A814-76D3-4818-8DA1-2023A7CA95C7}" destId="{F0F7D6E5-A88C-4133-A8A5-C224BE4DA5F4}" srcOrd="0" destOrd="0" presId="urn:microsoft.com/office/officeart/2005/8/layout/orgChart1"/>
    <dgm:cxn modelId="{11EB485B-EC7A-43A2-98FD-742DA63ED3F4}" type="presOf" srcId="{021B5089-25C3-4018-8E13-766E0C375F48}" destId="{BAFDCA28-78EE-4BE1-8A77-03B32F73159A}" srcOrd="1" destOrd="0" presId="urn:microsoft.com/office/officeart/2005/8/layout/orgChart1"/>
    <dgm:cxn modelId="{C566575B-1BF4-4D05-8671-F3D00B25CA05}" type="presOf" srcId="{38E5799D-1616-44B4-9838-3D94AEA68B0B}" destId="{0C251CFF-30BA-46B6-AFA7-A3774A5E7660}" srcOrd="1" destOrd="0" presId="urn:microsoft.com/office/officeart/2005/8/layout/orgChart1"/>
    <dgm:cxn modelId="{E467875D-6839-49A5-80CC-FE6A1F17889D}" srcId="{A9A22A48-EAA3-4A02-B25F-4D0B6F832F06}" destId="{5E0F4334-0928-42B6-965F-A8CA486C9AF0}" srcOrd="0" destOrd="0" parTransId="{5C699522-7800-45DB-9361-F4130FAE4B03}" sibTransId="{E89C788B-0630-4026-B65E-0B1CCAFC3DFA}"/>
    <dgm:cxn modelId="{658DA55D-9F4E-46C7-A40D-0394BFA749D0}" type="presOf" srcId="{10A0EA3D-3AD4-4A16-AC66-3525B6400D15}" destId="{BD047E60-9F9C-4B43-B9EF-1A7F5A8327BA}" srcOrd="1" destOrd="0" presId="urn:microsoft.com/office/officeart/2005/8/layout/orgChart1"/>
    <dgm:cxn modelId="{364E895F-3DB3-4FE5-9A19-3B52A835680A}" type="presOf" srcId="{3735A814-76D3-4818-8DA1-2023A7CA95C7}" destId="{A99125AF-87F7-4C43-A2B4-EB9DD35673EA}" srcOrd="1" destOrd="0" presId="urn:microsoft.com/office/officeart/2005/8/layout/orgChart1"/>
    <dgm:cxn modelId="{2016F060-D4B7-4ED5-BBAB-17E42361980F}" type="presOf" srcId="{49861E97-2C2A-4C17-B9C8-EB2C05076328}" destId="{DA5CEF68-1BBB-4F74-8D2E-2037930B3425}" srcOrd="1" destOrd="0" presId="urn:microsoft.com/office/officeart/2005/8/layout/orgChart1"/>
    <dgm:cxn modelId="{EDBF1B61-028D-4202-B226-9B4E51CA59BB}" type="presOf" srcId="{4C45DFC1-161C-476C-A1F2-B9D0E36B34C7}" destId="{17EF20BD-6F6A-49E1-8D9F-13300921DECA}" srcOrd="0" destOrd="0" presId="urn:microsoft.com/office/officeart/2005/8/layout/orgChart1"/>
    <dgm:cxn modelId="{9FD73761-F2E9-4404-A167-54DBCED350A4}" type="presOf" srcId="{079E905E-769D-4152-9DDB-A5330EF74753}" destId="{B67891E1-A7A6-40DF-82EB-32645970D6FD}" srcOrd="1" destOrd="0" presId="urn:microsoft.com/office/officeart/2005/8/layout/orgChart1"/>
    <dgm:cxn modelId="{4F7A3861-E8EF-4AA2-9288-8E6D2992FCDC}" srcId="{9CC3383C-1B71-45FF-A65B-DCE8FC17A9FB}" destId="{F1F05255-7EED-418E-9D42-7427C5870479}" srcOrd="0" destOrd="0" parTransId="{E180D5EB-FEC7-412D-BCE9-BA3847616023}" sibTransId="{04DE5B08-10E1-430A-9EF5-E815840130F0}"/>
    <dgm:cxn modelId="{4E9AD961-E158-4A07-8745-DDBCBAB75891}" srcId="{B7E335E1-A9F3-42D5-A2D7-DB26CFF308C8}" destId="{DA6F59D5-EE2B-4BCE-A28F-A935A630D0C3}" srcOrd="2" destOrd="0" parTransId="{846F7E52-FB87-44EC-8536-A38813B75680}" sibTransId="{2C48460A-A022-4A11-BBD3-18FE287C1DD8}"/>
    <dgm:cxn modelId="{68DE0862-F22B-4C7C-99F4-1CF71DB0EF4C}" type="presOf" srcId="{2298900B-F80F-4D4D-96D3-6C957919937F}" destId="{D2D40A3A-4418-4AB6-80F4-22869980615E}" srcOrd="0" destOrd="0" presId="urn:microsoft.com/office/officeart/2005/8/layout/orgChart1"/>
    <dgm:cxn modelId="{8A7C6E62-58D2-4A0E-80AA-7BEAB3473035}" type="presOf" srcId="{2E3A2599-02D1-4176-84D5-BD69D3E26B03}" destId="{00A1A5A3-C1CD-4EAA-BB62-1088D77C7554}" srcOrd="0" destOrd="0" presId="urn:microsoft.com/office/officeart/2005/8/layout/orgChart1"/>
    <dgm:cxn modelId="{CA681D43-D930-477B-B4BB-9E71D8882C27}" type="presOf" srcId="{7D801419-E0D4-4219-B366-3609C115F2A8}" destId="{7F687EE3-C740-44EF-81F5-C24160C39C26}" srcOrd="0" destOrd="0" presId="urn:microsoft.com/office/officeart/2005/8/layout/orgChart1"/>
    <dgm:cxn modelId="{4B69DC43-3452-4796-81B6-F0E0E373B40C}" srcId="{DFA8DD48-8FE9-406C-89D1-CAC7946AEC1E}" destId="{D68F3F03-69C5-4CD5-8936-79C58D3198ED}" srcOrd="0" destOrd="0" parTransId="{1313936B-3891-42D8-B9E1-E9A81DC413FD}" sibTransId="{323D35B3-1035-4D1D-BCCE-0EF7FF45B1E1}"/>
    <dgm:cxn modelId="{ECA65B64-B896-4ADF-8945-8DDE3B27BBB7}" srcId="{8DBB3781-D389-4498-A8FE-B4C5ED35B71F}" destId="{F777C386-9C66-4588-9C98-D1BFE741DCBA}" srcOrd="0" destOrd="0" parTransId="{45D0D23E-96A6-4A4D-8953-8A4F778F4353}" sibTransId="{F35208B6-01C6-4621-9E54-09057F87A693}"/>
    <dgm:cxn modelId="{CEDE4164-0375-4D4F-97E6-B2EC10BFEC17}" srcId="{C4C27F72-3942-48C4-AB98-667F0ADE6E34}" destId="{BCAEB837-9924-46F9-964C-9E2FEA06BE11}" srcOrd="1" destOrd="0" parTransId="{A0B1F5CC-35DE-4A30-AEDB-E4A05D2CFA23}" sibTransId="{10F363BF-051E-4D96-89CC-93CBF4D5E883}"/>
    <dgm:cxn modelId="{3A73AA64-3905-4DD5-B8CC-2D813FB7CE02}" type="presOf" srcId="{7745F8DB-936E-4337-BA5B-77C791AD9562}" destId="{B5990F4E-7337-4047-B901-7C3BCD9D2D92}" srcOrd="0" destOrd="0" presId="urn:microsoft.com/office/officeart/2005/8/layout/orgChart1"/>
    <dgm:cxn modelId="{34441765-E5CD-4684-B939-31140E261A0E}" type="presOf" srcId="{7C747682-88EE-493A-8104-ACF9570CF6C9}" destId="{34FF150A-EBE8-43FD-8FC9-3AE071286D6E}" srcOrd="0" destOrd="0" presId="urn:microsoft.com/office/officeart/2005/8/layout/orgChart1"/>
    <dgm:cxn modelId="{FA5B6A45-EBE6-4B35-AD09-1D8F76DF1085}" type="presOf" srcId="{DDE08E7B-5244-4619-89BB-46A8A7D789D0}" destId="{BEB1EBB3-A86C-4F50-B601-6E7332F71D5F}" srcOrd="0" destOrd="0" presId="urn:microsoft.com/office/officeart/2005/8/layout/orgChart1"/>
    <dgm:cxn modelId="{142BDD45-5AE4-48B4-95A3-04667E466379}" type="presOf" srcId="{D60495A8-2048-477D-AFD5-52765B154FDC}" destId="{EA22F5AB-452C-4D7F-8108-C4E7F72B8E6F}" srcOrd="1" destOrd="0" presId="urn:microsoft.com/office/officeart/2005/8/layout/orgChart1"/>
    <dgm:cxn modelId="{9F378B46-FEB1-4B87-9A96-208AE51D5C28}" type="presOf" srcId="{854B5B42-661B-4835-916F-06399B512871}" destId="{B7C0201D-3887-4647-B07A-CD9D387C2184}" srcOrd="1" destOrd="0" presId="urn:microsoft.com/office/officeart/2005/8/layout/orgChart1"/>
    <dgm:cxn modelId="{7B59B667-A0ED-4C68-A5F6-856D2FF43787}" type="presOf" srcId="{DC078674-2B79-44B6-BE12-ED78A1E7F28F}" destId="{AFB40D5A-8F1C-4739-9AF4-946CF803CF1A}" srcOrd="1" destOrd="0" presId="urn:microsoft.com/office/officeart/2005/8/layout/orgChart1"/>
    <dgm:cxn modelId="{9BD6E247-B37A-4183-8755-2C9675C37CEE}" type="presOf" srcId="{F1F05255-7EED-418E-9D42-7427C5870479}" destId="{44868748-A325-4DCA-8BC0-281D89650CAB}" srcOrd="0" destOrd="0" presId="urn:microsoft.com/office/officeart/2005/8/layout/orgChart1"/>
    <dgm:cxn modelId="{19DB1468-21D0-48D1-AACA-2FFBDA9EE4A7}" type="presOf" srcId="{8A1877A1-49A7-439E-89B0-3E940B08C001}" destId="{054845E0-1595-4919-84D7-8171D626E127}" srcOrd="0" destOrd="0" presId="urn:microsoft.com/office/officeart/2005/8/layout/orgChart1"/>
    <dgm:cxn modelId="{256E9E68-28C6-43A6-AEB2-985D8B578E17}" type="presOf" srcId="{9456DBE1-C658-4E3D-A94F-B4F5418BC0C6}" destId="{377F6647-CE15-4218-94F2-925DF2A26469}" srcOrd="1" destOrd="0" presId="urn:microsoft.com/office/officeart/2005/8/layout/orgChart1"/>
    <dgm:cxn modelId="{637DBA48-A362-42CD-90AC-E68D805889CF}" type="presOf" srcId="{10A0EA3D-3AD4-4A16-AC66-3525B6400D15}" destId="{248530AC-F178-403E-A897-42E299E5ED21}" srcOrd="0" destOrd="0" presId="urn:microsoft.com/office/officeart/2005/8/layout/orgChart1"/>
    <dgm:cxn modelId="{BE48FA48-E7B5-437E-8408-44423359DDFE}" type="presOf" srcId="{DC078674-2B79-44B6-BE12-ED78A1E7F28F}" destId="{6B1DC200-7A53-450B-8E22-A0620754E96A}" srcOrd="0" destOrd="0" presId="urn:microsoft.com/office/officeart/2005/8/layout/orgChart1"/>
    <dgm:cxn modelId="{9B811B69-8993-4194-8AD8-9E9C094CC0D6}" type="presOf" srcId="{2AC9A4EC-3F6D-4130-8362-E2A029BAF022}" destId="{5D4F949B-8C40-4668-8595-190CFC4191F2}" srcOrd="1" destOrd="0" presId="urn:microsoft.com/office/officeart/2005/8/layout/orgChart1"/>
    <dgm:cxn modelId="{ECB93149-56ED-4683-B478-E9C7856985AB}" type="presOf" srcId="{B1716553-DDF0-4464-B1BC-8036116D1904}" destId="{65B3930C-8A36-4632-AC6A-6D195F2753BB}" srcOrd="0" destOrd="0" presId="urn:microsoft.com/office/officeart/2005/8/layout/orgChart1"/>
    <dgm:cxn modelId="{9C3C4E4A-C645-47F4-A429-5A619FBCB350}" type="presOf" srcId="{DA6F59D5-EE2B-4BCE-A28F-A935A630D0C3}" destId="{2FD4CBEE-611C-4F79-B0E4-592400D7DCCB}" srcOrd="1" destOrd="0" presId="urn:microsoft.com/office/officeart/2005/8/layout/orgChart1"/>
    <dgm:cxn modelId="{70BBB54A-16B2-4358-B1B1-C38B489B5579}" type="presOf" srcId="{2C3FDBE5-2167-407B-813A-C18411B1360B}" destId="{85A57EDB-BF19-4652-A983-201974F0CD01}" srcOrd="0" destOrd="0" presId="urn:microsoft.com/office/officeart/2005/8/layout/orgChart1"/>
    <dgm:cxn modelId="{AFF5E94A-D752-4009-BB14-D74636A2BD35}" type="presOf" srcId="{F1F05255-7EED-418E-9D42-7427C5870479}" destId="{07492130-7D6A-4234-99C4-2A7F4BBD991F}" srcOrd="1" destOrd="0" presId="urn:microsoft.com/office/officeart/2005/8/layout/orgChart1"/>
    <dgm:cxn modelId="{D25D426B-EC31-49B4-A23D-CCA57CB4C424}" type="presOf" srcId="{021B5089-25C3-4018-8E13-766E0C375F48}" destId="{75BA3DE3-AA99-4354-BFB6-2EC60D0CF7E3}" srcOrd="0" destOrd="0" presId="urn:microsoft.com/office/officeart/2005/8/layout/orgChart1"/>
    <dgm:cxn modelId="{F765444B-B029-47DB-89A6-65C212E9F4A8}" type="presOf" srcId="{84BDC038-AD7F-46A0-9D31-13D0A2274358}" destId="{C12E6FAB-4D75-443A-B60A-72F7E24C79B6}" srcOrd="1" destOrd="0" presId="urn:microsoft.com/office/officeart/2005/8/layout/orgChart1"/>
    <dgm:cxn modelId="{BDFC4F4B-7595-4E87-A369-BB1EF6A5A005}" srcId="{10A0EA3D-3AD4-4A16-AC66-3525B6400D15}" destId="{0F02B370-286F-4E1B-80A8-B2AD40265B7C}" srcOrd="1" destOrd="0" parTransId="{F967AC73-60EA-4945-AEC1-1AE5D8629C87}" sibTransId="{50FF85E0-74FC-459E-B8CB-53E1D88D20DF}"/>
    <dgm:cxn modelId="{DF3EC04B-8126-4B78-8905-4C8417F5ACAC}" type="presOf" srcId="{B4BBA0D6-8259-4A17-A2F2-C4DA629140F8}" destId="{4CB7D604-0707-4C12-B4B4-A4EF39A0CB61}" srcOrd="1" destOrd="0" presId="urn:microsoft.com/office/officeart/2005/8/layout/orgChart1"/>
    <dgm:cxn modelId="{AA95FD4B-2A68-455D-BF23-3B40A849BD25}" type="presOf" srcId="{92162928-B373-4802-B988-4C318FAE4B4C}" destId="{E053A169-9C0A-4979-A9C3-739101C47B4F}" srcOrd="0" destOrd="0" presId="urn:microsoft.com/office/officeart/2005/8/layout/orgChart1"/>
    <dgm:cxn modelId="{EF81106C-A76A-454E-971B-4AC523528B8E}" type="presOf" srcId="{66032DAB-A697-4CE6-A50C-FEAADF26F9C9}" destId="{BE1DE498-6297-47CC-BA20-74986F32AC30}" srcOrd="0" destOrd="0" presId="urn:microsoft.com/office/officeart/2005/8/layout/orgChart1"/>
    <dgm:cxn modelId="{0DA23D6C-E0CA-4BB2-B32A-67EA11250CD4}" type="presOf" srcId="{9A284A1E-4918-4297-8A72-6B0925B197E9}" destId="{CCDF57EF-B244-42F0-B3E1-C366C789F201}" srcOrd="0" destOrd="0" presId="urn:microsoft.com/office/officeart/2005/8/layout/orgChart1"/>
    <dgm:cxn modelId="{2B6CE76C-F3F3-4D4E-9FF3-ADE1C441F4C4}" type="presOf" srcId="{C8314B25-5841-4870-8EED-FA49CCB2AA99}" destId="{662A89D3-3A75-47D2-8FED-ED538A4A9010}" srcOrd="0" destOrd="0" presId="urn:microsoft.com/office/officeart/2005/8/layout/orgChart1"/>
    <dgm:cxn modelId="{28A8C56D-506B-4537-B953-345697C59EE9}" type="presOf" srcId="{0A6D5C0B-A1BF-41BD-AA8D-43F936D399EA}" destId="{A16E3FA9-1B5B-46B1-AE9C-23AA6716D2DC}" srcOrd="0" destOrd="0" presId="urn:microsoft.com/office/officeart/2005/8/layout/orgChart1"/>
    <dgm:cxn modelId="{7DFF706E-C7E4-46AA-9FFB-EB5E24AED8D7}" type="presOf" srcId="{3F0FA33A-7F69-4B4E-B29A-BC747251621C}" destId="{BB916898-3FAD-4BFC-9509-7C4D1AEBDA5B}" srcOrd="0" destOrd="0" presId="urn:microsoft.com/office/officeart/2005/8/layout/orgChart1"/>
    <dgm:cxn modelId="{C324DE6E-5EC9-4C59-8A28-197BC2F040E3}" type="presOf" srcId="{DFA8DD48-8FE9-406C-89D1-CAC7946AEC1E}" destId="{85950570-AF3E-4F1A-8B4D-197FD67D5C9F}" srcOrd="1" destOrd="0" presId="urn:microsoft.com/office/officeart/2005/8/layout/orgChart1"/>
    <dgm:cxn modelId="{16F7F54E-B0C2-4129-B92D-8DE372385E3B}" srcId="{DBEA68D6-E158-4934-BAF2-CD3B153353BA}" destId="{10A0EA3D-3AD4-4A16-AC66-3525B6400D15}" srcOrd="0" destOrd="0" parTransId="{C9D49A3E-3F67-4AE3-9FDA-6F9BB1AF9BD8}" sibTransId="{E0ACF1AB-2B68-4A49-8ADA-3E481ED4AF09}"/>
    <dgm:cxn modelId="{807B294F-C2A9-49C4-A7A1-834691600562}" type="presOf" srcId="{9456DBE1-C658-4E3D-A94F-B4F5418BC0C6}" destId="{50ECADE4-F65D-479E-A062-3A524D075131}" srcOrd="0" destOrd="0" presId="urn:microsoft.com/office/officeart/2005/8/layout/orgChart1"/>
    <dgm:cxn modelId="{AF363D4F-1D05-4501-8397-D4F6663CB20F}" type="presOf" srcId="{861ACE2A-0235-486D-A8CB-4DF13E32F60D}" destId="{C2D498E1-98E7-4FD7-9DD9-7BB2AFC68AF5}" srcOrd="0" destOrd="0" presId="urn:microsoft.com/office/officeart/2005/8/layout/orgChart1"/>
    <dgm:cxn modelId="{9A95404F-F5E4-4461-AE80-D06EA5E20CA6}" type="presOf" srcId="{5A5CF42E-03C4-49BB-AB88-9A583FE3C69C}" destId="{DF5DCAF9-CCDB-4E48-AFBD-27692A5C4A09}" srcOrd="0" destOrd="0" presId="urn:microsoft.com/office/officeart/2005/8/layout/orgChart1"/>
    <dgm:cxn modelId="{2240706F-97C3-4DB8-84EC-BBC7ACACD1E4}" type="presOf" srcId="{D1EE26A9-4CE8-4DB6-9B3E-DB7908C42284}" destId="{2B8E2584-B024-4B8A-A736-7A16718A19B4}" srcOrd="0" destOrd="0" presId="urn:microsoft.com/office/officeart/2005/8/layout/orgChart1"/>
    <dgm:cxn modelId="{F216E36F-E818-41B2-A984-C5CFB81C3861}" type="presOf" srcId="{4791CC2A-ED07-4CC0-814C-180E2E708BCD}" destId="{6FDB9B7C-8D5D-46A0-B56C-249811C37542}" srcOrd="0" destOrd="0" presId="urn:microsoft.com/office/officeart/2005/8/layout/orgChart1"/>
    <dgm:cxn modelId="{1DE51F50-802C-4921-A9BA-DBF9B4666989}" type="presOf" srcId="{0E1327A6-AC31-4800-8C27-B5A707A75919}" destId="{D4EB3429-153B-4A4E-917C-479F7A241CD4}" srcOrd="1" destOrd="0" presId="urn:microsoft.com/office/officeart/2005/8/layout/orgChart1"/>
    <dgm:cxn modelId="{614BCB71-DEA1-49CB-ADC5-D20AA85209AA}" srcId="{B7E335E1-A9F3-42D5-A2D7-DB26CFF308C8}" destId="{5AA9CEDD-AE00-4584-931D-4EDD27B0C49E}" srcOrd="0" destOrd="0" parTransId="{EBF98B0C-66B9-41B3-BDBE-18C902E75E9A}" sibTransId="{71E260E6-D4E4-4CE4-A6B3-18A059096844}"/>
    <dgm:cxn modelId="{493BEF51-6763-47DB-84C8-89B807ECF16A}" type="presOf" srcId="{5FD1F8F5-D6D0-4F54-B5D5-E214AD21C9A6}" destId="{8FD8986A-89D1-4AB0-90F1-C4A1CBCF7A0C}" srcOrd="0" destOrd="0" presId="urn:microsoft.com/office/officeart/2005/8/layout/orgChart1"/>
    <dgm:cxn modelId="{3FD60352-96BA-40DB-B8D4-FFD18A518BB7}" type="presOf" srcId="{25689287-43F7-46CC-A2C0-58B97039B0DE}" destId="{25D40C1E-70AC-4AC1-897D-818E7BBEF526}" srcOrd="0" destOrd="0" presId="urn:microsoft.com/office/officeart/2005/8/layout/orgChart1"/>
    <dgm:cxn modelId="{B6EBC652-C196-459B-9CD1-0BA76BC6D306}" type="presOf" srcId="{DF9E427A-F061-4D73-876E-50DFE6A2B7E5}" destId="{016EC23A-2D0E-41F6-A49C-4A8A9AA629EE}" srcOrd="0" destOrd="0" presId="urn:microsoft.com/office/officeart/2005/8/layout/orgChart1"/>
    <dgm:cxn modelId="{2F311653-EB78-4954-B0FC-14C58F831C71}" type="presOf" srcId="{E42C0EAE-ACEC-45B2-8C56-61F700F9368B}" destId="{DF5A450C-99B5-4382-B8CC-9FA13FD0E2F2}" srcOrd="1" destOrd="0" presId="urn:microsoft.com/office/officeart/2005/8/layout/orgChart1"/>
    <dgm:cxn modelId="{39FF2853-3059-4BF1-88E5-C65B51776FDA}" type="presOf" srcId="{175A7557-7D95-4E41-90D8-73252170E5BD}" destId="{C862C6EB-C345-472F-9B4D-890028D4F3B4}" srcOrd="0" destOrd="0" presId="urn:microsoft.com/office/officeart/2005/8/layout/orgChart1"/>
    <dgm:cxn modelId="{5EE16854-AC50-47B7-BEB2-6D9698B92DCB}" srcId="{2AC9A4EC-3F6D-4130-8362-E2A029BAF022}" destId="{9EDA86DC-81A2-4417-86A6-BD6BB16DA56D}" srcOrd="0" destOrd="0" parTransId="{DA15AA31-3E64-490F-AED0-8C5641294B4B}" sibTransId="{A53477B8-A953-42EA-A7BC-ECE30DB70F50}"/>
    <dgm:cxn modelId="{308E8975-80B5-421E-AE6C-5ED80CC90EB9}" srcId="{F4BABE74-254C-4FEA-B43C-2C2D6433B48C}" destId="{1B1DB1B2-F695-4FC4-8E2F-4DD8FE4B70E0}" srcOrd="0" destOrd="0" parTransId="{4C45DFC1-161C-476C-A1F2-B9D0E36B34C7}" sibTransId="{2E404D61-0328-4702-82F9-02850BE14D8A}"/>
    <dgm:cxn modelId="{05459255-8A54-40DC-9508-C55A6B2C2E17}" srcId="{0F02B370-286F-4E1B-80A8-B2AD40265B7C}" destId="{F0689DFF-B9BC-44F4-8390-F87AB859BE32}" srcOrd="1" destOrd="0" parTransId="{6C104926-6DF9-4B9E-AC3E-9F8A142DA858}" sibTransId="{9DFCE84D-E92A-426F-ACA2-F5A64F73FB87}"/>
    <dgm:cxn modelId="{1AC4C455-B0AF-4800-8A9C-70E942BF738D}" type="presOf" srcId="{831DFC10-486E-421A-8ECF-B06D0CA4AED9}" destId="{5E3F4068-8BA9-453F-822B-264AD92AFB84}" srcOrd="0" destOrd="0" presId="urn:microsoft.com/office/officeart/2005/8/layout/orgChart1"/>
    <dgm:cxn modelId="{C34CD075-965D-4782-A013-54C65E65EA09}" srcId="{15D23B13-BF56-4F50-B307-A08EB36ACBF4}" destId="{2298900B-F80F-4D4D-96D3-6C957919937F}" srcOrd="0" destOrd="0" parTransId="{767A3ED7-29B0-4169-8B52-6BBCB8DE4A6A}" sibTransId="{8DD1D11D-0EC0-40F6-8EE3-158162563407}"/>
    <dgm:cxn modelId="{8B72DD55-9749-4363-8D9D-DF30D3638F72}" type="presOf" srcId="{F4BABE74-254C-4FEA-B43C-2C2D6433B48C}" destId="{B87CE1B3-47B6-478E-9009-93BA46523C6D}" srcOrd="1" destOrd="0" presId="urn:microsoft.com/office/officeart/2005/8/layout/orgChart1"/>
    <dgm:cxn modelId="{B6CC4876-30DD-44F4-B1D4-501412F9A276}" type="presOf" srcId="{F4BABE74-254C-4FEA-B43C-2C2D6433B48C}" destId="{FED667C9-3818-4325-B600-3C457E3CEBBE}" srcOrd="0" destOrd="0" presId="urn:microsoft.com/office/officeart/2005/8/layout/orgChart1"/>
    <dgm:cxn modelId="{C0EE6F76-218D-4D91-8E89-04755FDC060C}" type="presOf" srcId="{D7242625-1BA0-4E4D-96E7-BFBCAF53EA7C}" destId="{56415853-C6FC-40BE-8FFD-0D7B5CA522E4}" srcOrd="1" destOrd="0" presId="urn:microsoft.com/office/officeart/2005/8/layout/orgChart1"/>
    <dgm:cxn modelId="{94438A56-7D69-4313-82A9-0C44F02455D0}" srcId="{0F02B370-286F-4E1B-80A8-B2AD40265B7C}" destId="{2AC9A4EC-3F6D-4130-8362-E2A029BAF022}" srcOrd="3" destOrd="0" parTransId="{DDE08E7B-5244-4619-89BB-46A8A7D789D0}" sibTransId="{C675E471-A754-4EA6-9720-CF786ED4E280}"/>
    <dgm:cxn modelId="{DC608877-84EA-4C28-8B02-29F80153DE08}" type="presOf" srcId="{84BDC038-AD7F-46A0-9D31-13D0A2274358}" destId="{9C8049AD-2E8C-48B4-9812-2C628B223477}" srcOrd="0" destOrd="0" presId="urn:microsoft.com/office/officeart/2005/8/layout/orgChart1"/>
    <dgm:cxn modelId="{015B9757-2355-466B-98BA-FADF2BF89D2C}" type="presOf" srcId="{154A8910-BF43-4405-9D89-426114B79D9F}" destId="{D695BF23-9396-4255-BAE3-665A4D1C6790}" srcOrd="0" destOrd="0" presId="urn:microsoft.com/office/officeart/2005/8/layout/orgChart1"/>
    <dgm:cxn modelId="{BB55CD77-C4E5-43CE-9B23-9EE123A9ED8B}" type="presOf" srcId="{86DE36A1-BFFB-4B7F-BED9-D8EA4D02136D}" destId="{AD8F3E5D-6877-4434-88B6-859210680E76}" srcOrd="0" destOrd="0" presId="urn:microsoft.com/office/officeart/2005/8/layout/orgChart1"/>
    <dgm:cxn modelId="{9E3B2A78-C2E5-4298-A70A-66D545090ABA}" type="presOf" srcId="{D8FB0DD6-5730-49A2-8853-A9929F20C64C}" destId="{7E40283C-6B86-47DB-987A-732692AB187C}" srcOrd="1" destOrd="0" presId="urn:microsoft.com/office/officeart/2005/8/layout/orgChart1"/>
    <dgm:cxn modelId="{86B33F78-80FE-4D7F-B98B-90214D06F49C}" type="presOf" srcId="{CC929F21-8013-46C4-8421-2D5FE0042D6C}" destId="{1ED44247-7FCD-405D-85D8-BB575DBE246A}" srcOrd="0" destOrd="0" presId="urn:microsoft.com/office/officeart/2005/8/layout/orgChart1"/>
    <dgm:cxn modelId="{E7B69458-7BDF-4109-A05D-6C6183FE1CB3}" type="presOf" srcId="{4A2B8B04-49DF-434E-94BD-93827425E0BD}" destId="{7CCBF48D-7227-464A-9FBF-6500D7B12B35}" srcOrd="0" destOrd="0" presId="urn:microsoft.com/office/officeart/2005/8/layout/orgChart1"/>
    <dgm:cxn modelId="{CDF2BD78-2C9F-4507-88B1-9D5E16C49E4B}" srcId="{021B5089-25C3-4018-8E13-766E0C375F48}" destId="{D3653E06-8835-4B8E-ADBE-2824546FAB24}" srcOrd="2" destOrd="0" parTransId="{2BA036D2-531F-4485-B0EF-1009B34E059F}" sibTransId="{C4E153D2-CE6A-4BED-9F64-A6D5B83371D5}"/>
    <dgm:cxn modelId="{A623DA58-3810-4847-846A-74CFFD5022E1}" type="presOf" srcId="{E0E64423-99B8-46DC-98F0-C9D71B558B2A}" destId="{A451FE72-65D1-497E-8239-CC85C56A15E4}" srcOrd="0" destOrd="0" presId="urn:microsoft.com/office/officeart/2005/8/layout/orgChart1"/>
    <dgm:cxn modelId="{58726E5A-C29B-439A-AF3E-79D7A00168E8}" type="presOf" srcId="{0A6D5C0B-A1BF-41BD-AA8D-43F936D399EA}" destId="{A0AC0E93-74DD-412D-8618-C5AD8E644AE4}" srcOrd="1" destOrd="0" presId="urn:microsoft.com/office/officeart/2005/8/layout/orgChart1"/>
    <dgm:cxn modelId="{1EB56F5A-646A-42C0-9EB4-D3C3BF994E4A}" type="presOf" srcId="{7E5BB268-CB88-4F27-8C04-81C656AF0862}" destId="{E8D5DC35-EFEF-4EC7-84EE-8C209E611921}" srcOrd="0" destOrd="0" presId="urn:microsoft.com/office/officeart/2005/8/layout/orgChart1"/>
    <dgm:cxn modelId="{3BB3C55A-357D-4FDF-870C-F1E5BBF3B710}" type="presOf" srcId="{DA6F59D5-EE2B-4BCE-A28F-A935A630D0C3}" destId="{05E57D69-EF45-4451-AA13-4E1C85B965D2}" srcOrd="0" destOrd="0" presId="urn:microsoft.com/office/officeart/2005/8/layout/orgChart1"/>
    <dgm:cxn modelId="{691E767D-2696-4C47-AF86-A86C609BA682}" type="presOf" srcId="{F967AC73-60EA-4945-AEC1-1AE5D8629C87}" destId="{AB1F82AE-D204-494B-90C7-632A99586039}" srcOrd="0" destOrd="0" presId="urn:microsoft.com/office/officeart/2005/8/layout/orgChart1"/>
    <dgm:cxn modelId="{BB29BD7D-4EA0-4101-BB25-052E9DFBE54A}" type="presOf" srcId="{F1FC4225-0E4A-4DF5-8AF7-AB18C4253689}" destId="{CF9C5661-AE5E-4877-A091-875D60A58AD6}" srcOrd="0" destOrd="0" presId="urn:microsoft.com/office/officeart/2005/8/layout/orgChart1"/>
    <dgm:cxn modelId="{8D05DE7D-D02D-447D-88DF-5694B8D11243}" type="presOf" srcId="{B371A65B-0BF1-46AF-BE91-8A5F7EDF8E97}" destId="{F30133F5-3406-41A6-B55A-93445E05674A}" srcOrd="0" destOrd="0" presId="urn:microsoft.com/office/officeart/2005/8/layout/orgChart1"/>
    <dgm:cxn modelId="{DF21E07D-C72F-41FD-8D59-376940AE6170}" type="presOf" srcId="{86DE36A1-BFFB-4B7F-BED9-D8EA4D02136D}" destId="{AC98A31F-2F65-43C3-A122-1006578BB5AC}" srcOrd="1" destOrd="0" presId="urn:microsoft.com/office/officeart/2005/8/layout/orgChart1"/>
    <dgm:cxn modelId="{61E5997E-5D35-4E6C-9A66-7091E52D7F12}" type="presOf" srcId="{DFA8DD48-8FE9-406C-89D1-CAC7946AEC1E}" destId="{5F44CE33-4888-4023-9DCA-83E2955D0329}" srcOrd="0" destOrd="0" presId="urn:microsoft.com/office/officeart/2005/8/layout/orgChart1"/>
    <dgm:cxn modelId="{9550287F-35D5-41A4-8E9E-50DBBBFC55AA}" type="presOf" srcId="{0C710E75-844B-48CE-91CE-D144B51058D6}" destId="{1C880A9C-5BE4-4596-BAA3-41E8CBF9D83D}" srcOrd="0" destOrd="0" presId="urn:microsoft.com/office/officeart/2005/8/layout/orgChart1"/>
    <dgm:cxn modelId="{46BC7F7F-5AC1-4D4A-919C-F7A65FF4A6A1}" type="presOf" srcId="{4C73D89A-0FFC-4C4E-BE2B-B1247BC52A36}" destId="{234EEF05-C793-4B31-BF4E-09800F94572F}" srcOrd="0" destOrd="0" presId="urn:microsoft.com/office/officeart/2005/8/layout/orgChart1"/>
    <dgm:cxn modelId="{5E8C0480-DDDE-49E9-A3C7-E7C26B8902C8}" type="presOf" srcId="{1C140ACB-8E9D-415E-A0F6-18E8C458C1E5}" destId="{81D7E6B9-D027-414C-AF90-A09F55001369}" srcOrd="0" destOrd="0" presId="urn:microsoft.com/office/officeart/2005/8/layout/orgChart1"/>
    <dgm:cxn modelId="{8DD42A81-D6AC-48FD-8ABF-F021C54E08E4}" srcId="{7F8A7C11-64C3-4429-B905-3C4323189ABA}" destId="{E42C0EAE-ACEC-45B2-8C56-61F700F9368B}" srcOrd="0" destOrd="0" parTransId="{E0E64423-99B8-46DC-98F0-C9D71B558B2A}" sibTransId="{0161B0DF-343C-4FA1-8A6B-AA3FC84F314C}"/>
    <dgm:cxn modelId="{F8C19482-7332-4798-BC8F-67B408F00976}" type="presOf" srcId="{D4BB7D83-EABF-4C08-A360-DDC4C627C87D}" destId="{1586D9E3-8175-4626-9624-FAD1B7141B63}" srcOrd="0" destOrd="0" presId="urn:microsoft.com/office/officeart/2005/8/layout/orgChart1"/>
    <dgm:cxn modelId="{FB3C1483-D8DD-41F1-974E-19DBFD16E797}" srcId="{92162928-B373-4802-B988-4C318FAE4B4C}" destId="{49861E97-2C2A-4C17-B9C8-EB2C05076328}" srcOrd="1" destOrd="0" parTransId="{B118B741-7C1E-4C97-93AB-C5D198037651}" sibTransId="{10BB714F-90ED-4090-B023-710544168DE1}"/>
    <dgm:cxn modelId="{37EFDB83-9FC0-44B6-86B3-D7B901C7C294}" type="presOf" srcId="{9CC3383C-1B71-45FF-A65B-DCE8FC17A9FB}" destId="{59543B8E-F7F1-4AE1-A01C-6DF0AD80DF4D}" srcOrd="1" destOrd="0" presId="urn:microsoft.com/office/officeart/2005/8/layout/orgChart1"/>
    <dgm:cxn modelId="{7E550884-A37B-46E4-9D6B-33D017953E7E}" type="presOf" srcId="{7BB2B11B-8886-4570-A54D-991B0EF04478}" destId="{6E55D00C-7625-4C4E-89B2-F443D3C29081}" srcOrd="0" destOrd="0" presId="urn:microsoft.com/office/officeart/2005/8/layout/orgChart1"/>
    <dgm:cxn modelId="{7B5DB184-EAF4-4466-84AF-8E1FBA92A093}" type="presOf" srcId="{70B2F95B-C17B-422C-B96A-DBA0CC038D4A}" destId="{880CA0CC-DB69-47E8-AC78-EB0630218FBB}" srcOrd="0" destOrd="0" presId="urn:microsoft.com/office/officeart/2005/8/layout/orgChart1"/>
    <dgm:cxn modelId="{2985C684-D2F2-4FFD-8727-6B9A183DF641}" type="presOf" srcId="{ED6F2E9A-A7FC-4498-8956-3A5EBC5F5521}" destId="{106AFCDF-FC18-4AEF-BC46-0F41330D740B}" srcOrd="0" destOrd="0" presId="urn:microsoft.com/office/officeart/2005/8/layout/orgChart1"/>
    <dgm:cxn modelId="{21C40185-5818-4788-AB0C-8FF5E102CAFC}" type="presOf" srcId="{C95B6263-7540-4EF5-9837-E50062706DDE}" destId="{E9D0849D-28A7-4279-9916-E399617C812F}" srcOrd="0" destOrd="0" presId="urn:microsoft.com/office/officeart/2005/8/layout/orgChart1"/>
    <dgm:cxn modelId="{19176B86-CFE3-4837-8C56-5E88A7A8453B}" srcId="{0AA981E4-713D-4538-AC35-733F772739EB}" destId="{2F7CC09C-4904-4882-B77D-3D56C4FBC367}" srcOrd="0" destOrd="0" parTransId="{B287FE6D-4943-4AE9-B040-90FE25549A8A}" sibTransId="{D96C7C71-4C03-4131-B668-1829E868341D}"/>
    <dgm:cxn modelId="{86373C87-B5E7-4E9D-92F8-C183EE1F091F}" type="presOf" srcId="{7F8A7C11-64C3-4429-B905-3C4323189ABA}" destId="{32161E13-B50E-4547-9076-99CD83ECEFF1}" srcOrd="1" destOrd="0" presId="urn:microsoft.com/office/officeart/2005/8/layout/orgChart1"/>
    <dgm:cxn modelId="{514C7F87-D1FD-4366-BA6D-9C964CCCC944}" type="presOf" srcId="{583F4520-1953-4CC2-B809-000295BA89E8}" destId="{49D0106B-6B82-417D-888B-1A4697D1268B}" srcOrd="1" destOrd="0" presId="urn:microsoft.com/office/officeart/2005/8/layout/orgChart1"/>
    <dgm:cxn modelId="{22DC5D89-A2D1-48FF-8F37-4E3EEE279CA6}" srcId="{86DE36A1-BFFB-4B7F-BED9-D8EA4D02136D}" destId="{A9A22A48-EAA3-4A02-B25F-4D0B6F832F06}" srcOrd="1" destOrd="0" parTransId="{E398E0B2-9E9C-4B76-9C12-A131FD54892F}" sibTransId="{717F086C-A5CC-4DAF-B5EB-B5597141A380}"/>
    <dgm:cxn modelId="{C140708A-BDED-48B9-88DC-9D7AEA81C8BA}" type="presOf" srcId="{7B223D0C-6899-453F-85BA-81EC0D2395C5}" destId="{E7343D4B-0AB4-456F-9488-72D199D309B4}" srcOrd="0" destOrd="0" presId="urn:microsoft.com/office/officeart/2005/8/layout/orgChart1"/>
    <dgm:cxn modelId="{D075C08A-5F74-46A7-9641-4B5F55063EDF}" srcId="{0AA981E4-713D-4538-AC35-733F772739EB}" destId="{9456DBE1-C658-4E3D-A94F-B4F5418BC0C6}" srcOrd="2" destOrd="0" parTransId="{7BB2B11B-8886-4570-A54D-991B0EF04478}" sibTransId="{510BA17A-5077-4D0C-9915-842D5DB078F0}"/>
    <dgm:cxn modelId="{E8FFDF8A-23EC-4BBB-97A8-587AD53D78B5}" srcId="{63222B31-3EB4-404E-B584-CF444A737C35}" destId="{9B6404EB-4D08-4A6A-ACB7-DFA6C942E710}" srcOrd="2" destOrd="0" parTransId="{4C73D89A-0FFC-4C4E-BE2B-B1247BC52A36}" sibTransId="{69378DA3-8DCF-4083-A2A7-716F1C1E12E4}"/>
    <dgm:cxn modelId="{A55C5F8D-4B66-4DB8-87BC-1E3156D30F85}" type="presOf" srcId="{5A42179D-EC3E-4A5C-8F8B-FEE485CACCDF}" destId="{7BA67530-1CB3-4F50-BC55-5B3E9BC8C82C}" srcOrd="1" destOrd="0" presId="urn:microsoft.com/office/officeart/2005/8/layout/orgChart1"/>
    <dgm:cxn modelId="{F768A08D-0D8D-439C-9E01-95F616D258BB}" type="presOf" srcId="{BB41534B-2033-45FB-9A86-3473FDF76D0E}" destId="{5F2222D5-0DD0-403F-8DEF-BF4C4921864E}" srcOrd="0" destOrd="0" presId="urn:microsoft.com/office/officeart/2005/8/layout/orgChart1"/>
    <dgm:cxn modelId="{6CF39B90-EA62-4505-91DA-DC9C50656EDF}" type="presOf" srcId="{612E2D92-85C0-4E80-9AC9-6C21ED763068}" destId="{9E77FDDB-26F2-4849-8BF5-448F3FC8FE97}" srcOrd="0" destOrd="0" presId="urn:microsoft.com/office/officeart/2005/8/layout/orgChart1"/>
    <dgm:cxn modelId="{4505B890-C0BA-4236-80E1-334344AE19C8}" type="presOf" srcId="{095CBBC6-B9E4-4DF2-9371-D1267DD8C5DB}" destId="{C185FB99-CF0D-4A88-97B1-86A46F11E643}" srcOrd="0" destOrd="0" presId="urn:microsoft.com/office/officeart/2005/8/layout/orgChart1"/>
    <dgm:cxn modelId="{D8514391-70F1-4159-8909-16827CEA0DE6}" srcId="{C4C27F72-3942-48C4-AB98-667F0ADE6E34}" destId="{1B230E48-4E89-4D7B-B5E6-00CFDFE3C343}" srcOrd="0" destOrd="0" parTransId="{154A8910-BF43-4405-9D89-426114B79D9F}" sibTransId="{306BAC5F-D414-47A3-8E8F-061FB097DF64}"/>
    <dgm:cxn modelId="{17B1A191-BF37-48D6-936A-DF399B6CDC0D}" type="presOf" srcId="{854B5B42-661B-4835-916F-06399B512871}" destId="{A5738042-D9AE-4BB5-8432-4264713EA48F}" srcOrd="0" destOrd="0" presId="urn:microsoft.com/office/officeart/2005/8/layout/orgChart1"/>
    <dgm:cxn modelId="{C6CB2792-5F7F-4052-8E27-4CB82EC56892}" srcId="{63222B31-3EB4-404E-B584-CF444A737C35}" destId="{5A5CF42E-03C4-49BB-AB88-9A583FE3C69C}" srcOrd="0" destOrd="0" parTransId="{0CE07C34-4CA2-4C32-82E8-3BF35C81EC1D}" sibTransId="{21944D36-F688-4BCC-BC56-B1F4E56F431E}"/>
    <dgm:cxn modelId="{4150F993-8997-492B-8EBF-4972734B45CB}" type="presOf" srcId="{D623C341-B5C0-465A-8569-37000674ECC0}" destId="{F0A42DF4-2B7D-4829-B600-9FF573DBC85E}" srcOrd="1" destOrd="0" presId="urn:microsoft.com/office/officeart/2005/8/layout/orgChart1"/>
    <dgm:cxn modelId="{C879AD95-4B92-41AE-94F9-A8FC221A94D1}" srcId="{1B230E48-4E89-4D7B-B5E6-00CFDFE3C343}" destId="{067145A3-B2F1-49F7-BACA-D8D0EDBE1551}" srcOrd="1" destOrd="0" parTransId="{1B0918FA-C3CE-4F5E-9E58-07B6BAC67E68}" sibTransId="{4BE3B022-F82D-41AB-985F-59F1B740FD08}"/>
    <dgm:cxn modelId="{5E14CA95-D7E6-4B2B-92FF-166DB456B421}" type="presOf" srcId="{4B5C6D8A-8794-41A1-BBCB-A0C9AD93CDA0}" destId="{3AC27148-942E-49CE-A824-23A976FF33BD}" srcOrd="1" destOrd="0" presId="urn:microsoft.com/office/officeart/2005/8/layout/orgChart1"/>
    <dgm:cxn modelId="{63A28798-C166-47EE-B2F7-E15A9BF9FA39}" type="presOf" srcId="{8AEB1825-7C05-473A-921C-CE2BBEDAF689}" destId="{62F536E5-54F1-4250-A683-3BD57AE14EDC}" srcOrd="0" destOrd="0" presId="urn:microsoft.com/office/officeart/2005/8/layout/orgChart1"/>
    <dgm:cxn modelId="{B931DA98-2C77-406B-8ADC-CBBF73C02096}" type="presOf" srcId="{5E0F4334-0928-42B6-965F-A8CA486C9AF0}" destId="{E4B478F0-0C52-450E-9A45-2F8E1AA33B44}" srcOrd="0" destOrd="0" presId="urn:microsoft.com/office/officeart/2005/8/layout/orgChart1"/>
    <dgm:cxn modelId="{7900FB98-DE55-4B84-B098-243E15798D3C}" type="presOf" srcId="{DA15AA31-3E64-490F-AED0-8C5641294B4B}" destId="{524E76F8-D64B-4B6E-B3BE-49434DFF7696}" srcOrd="0" destOrd="0" presId="urn:microsoft.com/office/officeart/2005/8/layout/orgChart1"/>
    <dgm:cxn modelId="{6849B599-6E5E-4927-BB3F-D036840257E2}" srcId="{7F8A7C11-64C3-4429-B905-3C4323189ABA}" destId="{3735A814-76D3-4818-8DA1-2023A7CA95C7}" srcOrd="1" destOrd="0" parTransId="{0C710E75-844B-48CE-91CE-D144B51058D6}" sibTransId="{013B0002-8059-409E-A724-F1D20055A482}"/>
    <dgm:cxn modelId="{8FFC889B-8576-49B9-AADD-587AE9883732}" srcId="{2AC9A4EC-3F6D-4130-8362-E2A029BAF022}" destId="{1E7CF004-8EFD-4CAD-8BFF-961E8401BE93}" srcOrd="1" destOrd="0" parTransId="{1F1410A4-BCBE-4B86-9AA6-0843EFEF408A}" sibTransId="{043ED748-3D43-4FED-8664-90100D581BD6}"/>
    <dgm:cxn modelId="{4370009C-400E-4229-B035-26417442FA22}" srcId="{0A6D5C0B-A1BF-41BD-AA8D-43F936D399EA}" destId="{5A42179D-EC3E-4A5C-8F8B-FEE485CACCDF}" srcOrd="0" destOrd="0" parTransId="{3A603E36-B990-4048-886B-1CE4086129CF}" sibTransId="{617D776F-C6C0-48C4-B0DD-F811651F7433}"/>
    <dgm:cxn modelId="{121C149C-7231-4A2E-90C0-CB70FD5A7AE8}" type="presOf" srcId="{E42C0EAE-ACEC-45B2-8C56-61F700F9368B}" destId="{2D712440-CF72-4A12-BC8D-073CCB231704}" srcOrd="0" destOrd="0" presId="urn:microsoft.com/office/officeart/2005/8/layout/orgChart1"/>
    <dgm:cxn modelId="{CCA6059F-A90B-4E39-8C8D-8B2CEC408904}" type="presOf" srcId="{C4C27F72-3942-48C4-AB98-667F0ADE6E34}" destId="{44AF99D7-4E20-4B49-AAF2-41B8EB3C2D38}" srcOrd="1" destOrd="0" presId="urn:microsoft.com/office/officeart/2005/8/layout/orgChart1"/>
    <dgm:cxn modelId="{A0D1949F-8B7C-4608-B8F6-F605FC2E00B6}" type="presOf" srcId="{D68F3F03-69C5-4CD5-8936-79C58D3198ED}" destId="{BCCE40DB-0EE4-4B82-8B6D-A1F338C0EE7C}" srcOrd="1" destOrd="0" presId="urn:microsoft.com/office/officeart/2005/8/layout/orgChart1"/>
    <dgm:cxn modelId="{9CA261A0-6052-422F-A142-355BBAD4541B}" type="presOf" srcId="{63222B31-3EB4-404E-B584-CF444A737C35}" destId="{114778C6-162F-4F5E-9259-25B75E9473B4}" srcOrd="0" destOrd="0" presId="urn:microsoft.com/office/officeart/2005/8/layout/orgChart1"/>
    <dgm:cxn modelId="{3B2F8AA0-5946-46DB-B1E5-E5F892414E8F}" type="presOf" srcId="{1313936B-3891-42D8-B9E1-E9A81DC413FD}" destId="{17FF8C7A-9DB0-4ADB-96BA-89557D7AFE21}" srcOrd="0" destOrd="0" presId="urn:microsoft.com/office/officeart/2005/8/layout/orgChart1"/>
    <dgm:cxn modelId="{0C089AA0-F628-46D7-907D-09409C1C8307}" type="presOf" srcId="{0E1327A6-AC31-4800-8C27-B5A707A75919}" destId="{B3E40623-B9E3-4655-80EC-E0B100A35C66}" srcOrd="0" destOrd="0" presId="urn:microsoft.com/office/officeart/2005/8/layout/orgChart1"/>
    <dgm:cxn modelId="{85912DA2-4631-48F1-A729-7B75AD6F9B36}" srcId="{0A6D5C0B-A1BF-41BD-AA8D-43F936D399EA}" destId="{8DBB3781-D389-4498-A8FE-B4C5ED35B71F}" srcOrd="2" destOrd="0" parTransId="{C8314B25-5841-4870-8EED-FA49CCB2AA99}" sibTransId="{2E29D909-161F-4B46-80A9-DCC6C70750F1}"/>
    <dgm:cxn modelId="{6568EAA2-6F93-459E-9345-7345A5D0D5C8}" srcId="{F0689DFF-B9BC-44F4-8390-F87AB859BE32}" destId="{B1716553-DDF0-4464-B1BC-8036116D1904}" srcOrd="0" destOrd="0" parTransId="{70B2F95B-C17B-422C-B96A-DBA0CC038D4A}" sibTransId="{14AFB2B8-0E45-491A-A3AC-19ED5878F557}"/>
    <dgm:cxn modelId="{9F4BE3A3-40E5-4E09-BD84-90F1A83C6541}" srcId="{5A42179D-EC3E-4A5C-8F8B-FEE485CACCDF}" destId="{D7242625-1BA0-4E4D-96E7-BFBCAF53EA7C}" srcOrd="1" destOrd="0" parTransId="{7D801419-E0D4-4219-B366-3609C115F2A8}" sibTransId="{4BF02583-B0C9-4D10-9EC8-99BD4E6B6E51}"/>
    <dgm:cxn modelId="{66FA39A4-2809-420A-B583-87BBDAF46755}" type="presOf" srcId="{1B1DB1B2-F695-4FC4-8E2F-4DD8FE4B70E0}" destId="{5AE364EB-21F4-4655-9874-B208EC73C077}" srcOrd="0" destOrd="0" presId="urn:microsoft.com/office/officeart/2005/8/layout/orgChart1"/>
    <dgm:cxn modelId="{813045A4-5A5A-429F-A065-5C77E8EBC2F4}" srcId="{0A6D5C0B-A1BF-41BD-AA8D-43F936D399EA}" destId="{63222B31-3EB4-404E-B584-CF444A737C35}" srcOrd="1" destOrd="0" parTransId="{2E7B18DD-7669-4E22-BFD7-E4B2A402FB33}" sibTransId="{26BC95DC-C2A7-40A8-87E0-07028245B16B}"/>
    <dgm:cxn modelId="{EDF78FA5-4077-49F6-8F83-ABDC111DA299}" type="presOf" srcId="{9B6404EB-4D08-4A6A-ACB7-DFA6C942E710}" destId="{9CDF834E-7890-4531-B27E-8C67A6143810}" srcOrd="0" destOrd="0" presId="urn:microsoft.com/office/officeart/2005/8/layout/orgChart1"/>
    <dgm:cxn modelId="{49A02DA8-92BB-429F-A755-417A2EC3E9B9}" srcId="{10A0EA3D-3AD4-4A16-AC66-3525B6400D15}" destId="{92162928-B373-4802-B988-4C318FAE4B4C}" srcOrd="0" destOrd="0" parTransId="{691118F6-AAF5-40E0-AD6D-235FADC018C0}" sibTransId="{7F58E25C-EE12-4CC1-9C39-BC755918B106}"/>
    <dgm:cxn modelId="{E47A7EA8-04AA-421B-9396-91D2251A4066}" type="presOf" srcId="{2F7CC09C-4904-4882-B77D-3D56C4FBC367}" destId="{B751B72A-C9D6-40B4-9CE4-E4169B52197C}" srcOrd="1" destOrd="0" presId="urn:microsoft.com/office/officeart/2005/8/layout/orgChart1"/>
    <dgm:cxn modelId="{0EFECEA8-002D-4ECF-ADF4-8F7EC3E89243}" srcId="{F4BABE74-254C-4FEA-B43C-2C2D6433B48C}" destId="{DC078674-2B79-44B6-BE12-ED78A1E7F28F}" srcOrd="1" destOrd="0" parTransId="{794B3A96-2C24-484E-990F-5DC06CACE812}" sibTransId="{A13BF6C7-E48C-4D19-B1BC-7AA49FE3BFCA}"/>
    <dgm:cxn modelId="{8CBB8CA9-DED1-4C27-AE6B-5AD9C23EAE44}" srcId="{1C140ACB-8E9D-415E-A0F6-18E8C458C1E5}" destId="{EA932824-1211-4989-8F21-6923495AD0A8}" srcOrd="2" destOrd="0" parTransId="{3F0FA33A-7F69-4B4E-B29A-BC747251621C}" sibTransId="{3B834BCD-A84B-47C3-BFC4-91B32FE5E284}"/>
    <dgm:cxn modelId="{B47361AA-4FBA-4091-A651-7438A5EBF6B5}" type="presOf" srcId="{F07CE4D9-BC58-4AAB-8425-5E61C7E7DAFC}" destId="{D2001C29-A784-4E42-9ACD-59C8B67D22AC}" srcOrd="1" destOrd="0" presId="urn:microsoft.com/office/officeart/2005/8/layout/orgChart1"/>
    <dgm:cxn modelId="{798386AA-59B9-4723-A211-0B9814277C0C}" srcId="{DF9E427A-F061-4D73-876E-50DFE6A2B7E5}" destId="{15D23B13-BF56-4F50-B307-A08EB36ACBF4}" srcOrd="2" destOrd="0" parTransId="{F543E64C-8AB9-41B0-B3C2-0E2ACEB9DA0F}" sibTransId="{360ADFA0-44AF-45B4-9B5F-5245B0D26D8F}"/>
    <dgm:cxn modelId="{B0F3D4AC-FE2E-41B5-83BE-51FDC71D540A}" type="presOf" srcId="{7F8A7C11-64C3-4429-B905-3C4323189ABA}" destId="{521C78FF-7CA1-4AA7-833D-CA886A648D64}" srcOrd="0" destOrd="0" presId="urn:microsoft.com/office/officeart/2005/8/layout/orgChart1"/>
    <dgm:cxn modelId="{E5E9E3AC-8675-4F5A-856C-C21223332145}" type="presOf" srcId="{067145A3-B2F1-49F7-BACA-D8D0EDBE1551}" destId="{212E6084-40E9-4041-B232-5C730D241BF1}" srcOrd="1" destOrd="0" presId="urn:microsoft.com/office/officeart/2005/8/layout/orgChart1"/>
    <dgm:cxn modelId="{4E0C42AD-8122-4398-A35B-B439B817D056}" type="presOf" srcId="{5E0F4334-0928-42B6-965F-A8CA486C9AF0}" destId="{13A6BFF2-1B0F-4B85-B35B-1B0700207607}" srcOrd="1" destOrd="0" presId="urn:microsoft.com/office/officeart/2005/8/layout/orgChart1"/>
    <dgm:cxn modelId="{6B46E9AD-18E3-4696-8D6B-3C8BAFA420C6}" type="presOf" srcId="{5A5CF42E-03C4-49BB-AB88-9A583FE3C69C}" destId="{99BF5574-8336-4BD5-9525-2A5CF9679BA4}" srcOrd="1" destOrd="0" presId="urn:microsoft.com/office/officeart/2005/8/layout/orgChart1"/>
    <dgm:cxn modelId="{018CB1AE-BE63-4AED-A341-7EAFB8818AF7}" type="presOf" srcId="{7C8B04F3-5F71-439E-926E-3BC4C2B9B229}" destId="{A1AA7F3C-E660-4A68-AABC-FFE0E464D83C}" srcOrd="0" destOrd="0" presId="urn:microsoft.com/office/officeart/2005/8/layout/orgChart1"/>
    <dgm:cxn modelId="{6D9468AF-0015-4235-AAE5-F83E2A83B729}" type="presOf" srcId="{D3CE3FAA-0099-4AEA-A6D0-17A8A7734B0E}" destId="{8777B657-BEBB-472D-81F8-61A9B436AC46}" srcOrd="0" destOrd="0" presId="urn:microsoft.com/office/officeart/2005/8/layout/orgChart1"/>
    <dgm:cxn modelId="{1EB1FFB0-5D84-487A-B859-03848FC98A61}" srcId="{8A1877A1-49A7-439E-89B0-3E940B08C001}" destId="{F9142AAF-7A9C-4C3D-B9D0-E7E126163DE4}" srcOrd="1" destOrd="0" parTransId="{25689287-43F7-46CC-A2C0-58B97039B0DE}" sibTransId="{AD6720AC-8F73-4CDB-BD10-C91C4A9FE37C}"/>
    <dgm:cxn modelId="{660EDEB1-3912-41F2-A2E9-CF452151BEDB}" srcId="{92162928-B373-4802-B988-4C318FAE4B4C}" destId="{021B5089-25C3-4018-8E13-766E0C375F48}" srcOrd="3" destOrd="0" parTransId="{0E42D102-811A-4276-A418-495C4A4D5A35}" sibTransId="{E90EA8EE-BFC1-4A1B-9B85-76D17C3755FE}"/>
    <dgm:cxn modelId="{81D32CB2-CECD-451A-A31D-5910D9D3852B}" type="presOf" srcId="{307790BE-99A0-4EE1-BF23-5AE3B054DA3D}" destId="{9C98FF22-66D9-4579-8474-56B2E1852D8C}" srcOrd="0" destOrd="0" presId="urn:microsoft.com/office/officeart/2005/8/layout/orgChart1"/>
    <dgm:cxn modelId="{C5554DB2-F884-4D45-8AD4-AE2BFE5CB893}" type="presOf" srcId="{B7E335E1-A9F3-42D5-A2D7-DB26CFF308C8}" destId="{A58D9CD5-EC7C-4E1A-924A-3E2D405A4473}" srcOrd="0" destOrd="0" presId="urn:microsoft.com/office/officeart/2005/8/layout/orgChart1"/>
    <dgm:cxn modelId="{E38836B3-A21C-4F3D-BE1B-755AA81026FF}" type="presOf" srcId="{E180D5EB-FEC7-412D-BCE9-BA3847616023}" destId="{F38CD924-AD77-48B7-94BF-C134D4D380EA}" srcOrd="0" destOrd="0" presId="urn:microsoft.com/office/officeart/2005/8/layout/orgChart1"/>
    <dgm:cxn modelId="{B39295B4-673B-4C03-A3F6-A97F4ED9EDD7}" srcId="{0AA981E4-713D-4538-AC35-733F772739EB}" destId="{B4BBA0D6-8259-4A17-A2F2-C4DA629140F8}" srcOrd="1" destOrd="0" parTransId="{7CBED805-DF88-4F69-A5A9-7C7A1C18D07F}" sibTransId="{1C07E9F6-CA74-4E90-B787-2A5A62016925}"/>
    <dgm:cxn modelId="{DBEAA6B4-8EFD-4863-BDB5-9D3D42072731}" srcId="{021B5089-25C3-4018-8E13-766E0C375F48}" destId="{4B5C6D8A-8794-41A1-BBCB-A0C9AD93CDA0}" srcOrd="0" destOrd="0" parTransId="{4A2B8B04-49DF-434E-94BD-93827425E0BD}" sibTransId="{400E7428-DBDE-48D4-8B1A-359BB15A0772}"/>
    <dgm:cxn modelId="{8BC4BDB4-FDC2-4961-8855-30E644820DEF}" type="presOf" srcId="{EBF98B0C-66B9-41B3-BDBE-18C902E75E9A}" destId="{C6F327C7-4B3F-4DC8-8B55-5822D07CCF79}" srcOrd="0" destOrd="0" presId="urn:microsoft.com/office/officeart/2005/8/layout/orgChart1"/>
    <dgm:cxn modelId="{FC10B7B5-1DF3-430F-9B02-398D7710C2B5}" type="presOf" srcId="{C95CA0BB-CCBD-4083-9654-FA2AEB739304}" destId="{3D460071-6F55-48AA-AC92-3703B78B301A}" srcOrd="0" destOrd="0" presId="urn:microsoft.com/office/officeart/2005/8/layout/orgChart1"/>
    <dgm:cxn modelId="{A21A35B6-F18E-4737-88D0-5CA7E3FEFD2A}" type="presOf" srcId="{1F1410A4-BCBE-4B86-9AA6-0843EFEF408A}" destId="{43634C68-5FA8-42A3-81B3-648DDDE44948}" srcOrd="0" destOrd="0" presId="urn:microsoft.com/office/officeart/2005/8/layout/orgChart1"/>
    <dgm:cxn modelId="{78AB56B7-B145-495E-81C7-3D247220BA9F}" type="presOf" srcId="{F543E64C-8AB9-41B0-B3C2-0E2ACEB9DA0F}" destId="{FBD1B778-84AE-48C7-B2CB-DA211C6A3487}" srcOrd="0" destOrd="0" presId="urn:microsoft.com/office/officeart/2005/8/layout/orgChart1"/>
    <dgm:cxn modelId="{46CFE9B7-9BE4-4037-89FF-200577CD518D}" type="presOf" srcId="{CB6D8FBE-EA7B-4A8E-8B1F-21C5CFEBF97A}" destId="{DCD3270A-B079-4076-AAFD-1EB3816C8287}" srcOrd="0" destOrd="0" presId="urn:microsoft.com/office/officeart/2005/8/layout/orgChart1"/>
    <dgm:cxn modelId="{F24854B9-3247-4D70-9203-B7143A2C4A70}" type="presOf" srcId="{D623C341-B5C0-465A-8569-37000674ECC0}" destId="{0467C9F2-1327-4A3E-B2E2-4C82F5B4348F}" srcOrd="0" destOrd="0" presId="urn:microsoft.com/office/officeart/2005/8/layout/orgChart1"/>
    <dgm:cxn modelId="{7AD8CBBA-7575-4705-B55C-81B51DBA1A88}" type="presOf" srcId="{F07CE4D9-BC58-4AAB-8425-5E61C7E7DAFC}" destId="{03EF00E0-31C5-48BD-84E9-308CC687DD98}" srcOrd="0" destOrd="0" presId="urn:microsoft.com/office/officeart/2005/8/layout/orgChart1"/>
    <dgm:cxn modelId="{C46940BB-BE7C-4CF1-99A7-FD60432DB8A2}" type="presOf" srcId="{0F02B370-286F-4E1B-80A8-B2AD40265B7C}" destId="{78F581A2-A236-4AAE-9594-81595AF744C3}" srcOrd="0" destOrd="0" presId="urn:microsoft.com/office/officeart/2005/8/layout/orgChart1"/>
    <dgm:cxn modelId="{C7FD79BC-127C-4C2D-815F-9B728D5CFE1F}" type="presOf" srcId="{767A3ED7-29B0-4169-8B52-6BBCB8DE4A6A}" destId="{FDE9A201-1E87-4498-B766-971A7AB702B0}" srcOrd="0" destOrd="0" presId="urn:microsoft.com/office/officeart/2005/8/layout/orgChart1"/>
    <dgm:cxn modelId="{F35EE5BF-71B4-4965-9A97-A8EDA98D3517}" type="presOf" srcId="{2AC9A4EC-3F6D-4130-8362-E2A029BAF022}" destId="{1ABB0C15-4794-401E-B514-BD2AE4F05ABA}" srcOrd="0" destOrd="0" presId="urn:microsoft.com/office/officeart/2005/8/layout/orgChart1"/>
    <dgm:cxn modelId="{2BAE56C0-7E08-4E37-97D2-8342062E32A7}" type="presOf" srcId="{B4BBA0D6-8259-4A17-A2F2-C4DA629140F8}" destId="{3D7B121C-CF22-4E06-9351-0E71D9A4EC23}" srcOrd="0" destOrd="0" presId="urn:microsoft.com/office/officeart/2005/8/layout/orgChart1"/>
    <dgm:cxn modelId="{AD06A2C0-56EB-483B-87E1-61876408335A}" type="presOf" srcId="{307790BE-99A0-4EE1-BF23-5AE3B054DA3D}" destId="{DCA8E10A-2C2B-4DEB-B69D-06E4B5816126}" srcOrd="1" destOrd="0" presId="urn:microsoft.com/office/officeart/2005/8/layout/orgChart1"/>
    <dgm:cxn modelId="{D81B0DC2-454E-4044-95E4-32DF35DD1F0C}" type="presOf" srcId="{5C699522-7800-45DB-9361-F4130FAE4B03}" destId="{35F6957F-E9C9-4CAA-8F53-39F89716A8AF}" srcOrd="0" destOrd="0" presId="urn:microsoft.com/office/officeart/2005/8/layout/orgChart1"/>
    <dgm:cxn modelId="{0D69BFC2-74EE-41A2-83E4-4AD0F35FDA42}" type="presOf" srcId="{3A603E36-B990-4048-886B-1CE4086129CF}" destId="{91CD8546-DFA9-4185-8750-132EE451A931}" srcOrd="0" destOrd="0" presId="urn:microsoft.com/office/officeart/2005/8/layout/orgChart1"/>
    <dgm:cxn modelId="{7A0A94C3-80DC-42AF-8730-947772275544}" type="presOf" srcId="{6BEBF716-6D32-4984-92DD-73C758126BCD}" destId="{96598CCD-E1AA-44A4-B0AD-B711BFE8C567}" srcOrd="0" destOrd="0" presId="urn:microsoft.com/office/officeart/2005/8/layout/orgChart1"/>
    <dgm:cxn modelId="{1FB5A8C5-148D-48DD-90E2-F3EFD4B6B6D7}" type="presOf" srcId="{6BEBF716-6D32-4984-92DD-73C758126BCD}" destId="{DD63FFC8-4D75-46B3-BEF3-C7B894E9A4DB}" srcOrd="1" destOrd="0" presId="urn:microsoft.com/office/officeart/2005/8/layout/orgChart1"/>
    <dgm:cxn modelId="{7F7FBBC6-5F2A-417E-B384-9B6724B1D602}" type="presOf" srcId="{29CF090A-B91B-4091-8F72-67506C11307A}" destId="{8ADA8526-758D-4DFD-855E-46991217F0E9}" srcOrd="0" destOrd="0" presId="urn:microsoft.com/office/officeart/2005/8/layout/orgChart1"/>
    <dgm:cxn modelId="{075D0CC7-6DD2-404A-BF3F-8D83F560C265}" srcId="{CB6D8FBE-EA7B-4A8E-8B1F-21C5CFEBF97A}" destId="{84BDC038-AD7F-46A0-9D31-13D0A2274358}" srcOrd="0" destOrd="0" parTransId="{A7BD5BDD-F7D6-4321-9568-3FB22961CF6E}" sibTransId="{753C72E6-F13B-415C-AC0F-4676E792A699}"/>
    <dgm:cxn modelId="{770D1FC7-E237-455C-8466-B06DCD1483F8}" type="presOf" srcId="{1B230E48-4E89-4D7B-B5E6-00CFDFE3C343}" destId="{257B3326-0A66-44F4-B8E3-37D056AA31DD}" srcOrd="1" destOrd="0" presId="urn:microsoft.com/office/officeart/2005/8/layout/orgChart1"/>
    <dgm:cxn modelId="{936A61C7-6125-486D-BC12-EA0792B85471}" type="presOf" srcId="{7CBED805-DF88-4F69-A5A9-7C7A1C18D07F}" destId="{BB16EFAF-B14B-4155-B9D2-4459673CA659}" srcOrd="0" destOrd="0" presId="urn:microsoft.com/office/officeart/2005/8/layout/orgChart1"/>
    <dgm:cxn modelId="{15E93DC9-026A-4F0B-BD0C-8FCCEDE07B8F}" srcId="{1C140ACB-8E9D-415E-A0F6-18E8C458C1E5}" destId="{6BEBF716-6D32-4984-92DD-73C758126BCD}" srcOrd="0" destOrd="0" parTransId="{63DCBAE1-7532-4EF2-8267-0EF6C87DD36B}" sibTransId="{0A11CC1C-4DDA-4BDD-A7EF-74F80554C7E9}"/>
    <dgm:cxn modelId="{7DF4CDC9-96C1-4592-9031-E1A20F6DCCF1}" type="presOf" srcId="{1E7CF004-8EFD-4CAD-8BFF-961E8401BE93}" destId="{A7AA82AC-ADA1-4B1D-A9EC-234937F83FB3}" srcOrd="0" destOrd="0" presId="urn:microsoft.com/office/officeart/2005/8/layout/orgChart1"/>
    <dgm:cxn modelId="{BA1CB6CA-A734-4020-9925-430FCAFD59BC}" srcId="{BCAEB837-9924-46F9-964C-9E2FEA06BE11}" destId="{854B5B42-661B-4835-916F-06399B512871}" srcOrd="2" destOrd="0" parTransId="{7C747682-88EE-493A-8104-ACF9570CF6C9}" sibTransId="{27F48ED9-B98C-452D-ACF8-7CFA59601135}"/>
    <dgm:cxn modelId="{BB76CECA-D0FA-47C8-8F97-17E4AC792351}" srcId="{1C140ACB-8E9D-415E-A0F6-18E8C458C1E5}" destId="{BD209292-D0AE-4FF0-8323-C169CA255E1E}" srcOrd="1" destOrd="0" parTransId="{831DFC10-486E-421A-8ECF-B06D0CA4AED9}" sibTransId="{86168077-46FC-45F4-B5F9-BED362AA04FB}"/>
    <dgm:cxn modelId="{71875ECC-A386-42E3-AB91-CB229414B96D}" type="presOf" srcId="{68480DE3-2018-499F-8F92-883E780CBBD0}" destId="{8A74DD18-C14D-4C06-8182-616EC8483F07}" srcOrd="1" destOrd="0" presId="urn:microsoft.com/office/officeart/2005/8/layout/orgChart1"/>
    <dgm:cxn modelId="{5B1B87CC-7DAE-4E0F-99E8-920397472768}" type="presOf" srcId="{691118F6-AAF5-40E0-AD6D-235FADC018C0}" destId="{A6E2B9B1-B808-4C3E-9CA4-FDBFEB7C6E12}" srcOrd="0" destOrd="0" presId="urn:microsoft.com/office/officeart/2005/8/layout/orgChart1"/>
    <dgm:cxn modelId="{FCE4DECC-4BF7-4384-970B-EAEFFA2BF116}" type="presOf" srcId="{60EB6D41-37C4-4F4F-9103-BDAD7CE848E2}" destId="{55E96FAF-E9D0-4075-9C8F-4B1B19C96FBB}" srcOrd="0" destOrd="0" presId="urn:microsoft.com/office/officeart/2005/8/layout/orgChart1"/>
    <dgm:cxn modelId="{C6BD11CD-2BD7-45F6-83B7-51DDE540DBA4}" srcId="{F07CE4D9-BC58-4AAB-8425-5E61C7E7DAFC}" destId="{D8FB0DD6-5730-49A2-8853-A9929F20C64C}" srcOrd="1" destOrd="0" parTransId="{66032DAB-A697-4CE6-A50C-FEAADF26F9C9}" sibTransId="{1D2DDB6B-4416-499A-A638-AFBCBB7D6DBB}"/>
    <dgm:cxn modelId="{8FD12CCE-9672-425B-8FED-18FBD3EF5C24}" type="presOf" srcId="{A0B1F5CC-35DE-4A30-AEDB-E4A05D2CFA23}" destId="{64A44B0E-DFA1-487B-B09E-E7F552EB6B15}" srcOrd="0" destOrd="0" presId="urn:microsoft.com/office/officeart/2005/8/layout/orgChart1"/>
    <dgm:cxn modelId="{D81184CE-F216-4369-946C-67824541AB51}" type="presOf" srcId="{067145A3-B2F1-49F7-BACA-D8D0EDBE1551}" destId="{982B58A4-6712-49D3-9258-A51AD9D376C4}" srcOrd="0" destOrd="0" presId="urn:microsoft.com/office/officeart/2005/8/layout/orgChart1"/>
    <dgm:cxn modelId="{DB32E1CF-4199-4502-B2BB-7C22E48B7FF4}" type="presOf" srcId="{E398E0B2-9E9C-4B76-9C12-A131FD54892F}" destId="{FF690CBE-F11F-47F7-AB42-7974481A2C86}" srcOrd="0" destOrd="0" presId="urn:microsoft.com/office/officeart/2005/8/layout/orgChart1"/>
    <dgm:cxn modelId="{226B17D0-BF2E-46F7-8314-C3B25646D307}" type="presOf" srcId="{15D23B13-BF56-4F50-B307-A08EB36ACBF4}" destId="{3C360F7E-7844-4739-8475-E996CB1CA7A9}" srcOrd="0" destOrd="0" presId="urn:microsoft.com/office/officeart/2005/8/layout/orgChart1"/>
    <dgm:cxn modelId="{B0D837D0-E13B-4C1D-A3B7-87857754C4B8}" type="presOf" srcId="{612E2D92-85C0-4E80-9AC9-6C21ED763068}" destId="{924723B6-F30B-4808-83C2-535008E063A2}" srcOrd="1" destOrd="0" presId="urn:microsoft.com/office/officeart/2005/8/layout/orgChart1"/>
    <dgm:cxn modelId="{5BBE3CD0-8A64-4C56-88A8-A16AE2C7ECE6}" srcId="{92162928-B373-4802-B988-4C318FAE4B4C}" destId="{86DE36A1-BFFB-4B7F-BED9-D8EA4D02136D}" srcOrd="2" destOrd="0" parTransId="{C54683B2-CD9B-41F2-A23D-EF3BA8E3648D}" sibTransId="{B12008DE-A740-487F-AE9F-B5DFE5B5354B}"/>
    <dgm:cxn modelId="{F77ED0D1-D75C-4B99-AD70-07CD010DA1A0}" type="presOf" srcId="{F777C386-9C66-4588-9C98-D1BFE741DCBA}" destId="{E53D1333-E2E1-4203-94F5-E71D5DF1FE7F}" srcOrd="1" destOrd="0" presId="urn:microsoft.com/office/officeart/2005/8/layout/orgChart1"/>
    <dgm:cxn modelId="{FC4234D2-B157-4383-B1A4-1B2D4C5DDFEB}" type="presOf" srcId="{5CCDEBD3-6629-47A5-A434-F797A71577A8}" destId="{7B5C4480-2604-49FA-9155-0541CAFC8688}" srcOrd="1" destOrd="0" presId="urn:microsoft.com/office/officeart/2005/8/layout/orgChart1"/>
    <dgm:cxn modelId="{FE5CABD2-5027-4346-A74D-0FAF9CA1486A}" type="presOf" srcId="{ADFF9405-80A0-410C-B14C-9E14F1D328AF}" destId="{58EBFBF2-C907-4F37-88D4-170126C5F441}" srcOrd="0" destOrd="0" presId="urn:microsoft.com/office/officeart/2005/8/layout/orgChart1"/>
    <dgm:cxn modelId="{DACEB8D2-67F2-48E9-BE4D-7C0E6F4A983B}" type="presOf" srcId="{A9A22A48-EAA3-4A02-B25F-4D0B6F832F06}" destId="{01501F47-2992-41C1-8338-A9756C7A26EB}" srcOrd="0" destOrd="0" presId="urn:microsoft.com/office/officeart/2005/8/layout/orgChart1"/>
    <dgm:cxn modelId="{5F2FA4D6-2FAB-44DB-8D6C-09EFA3B3091D}" srcId="{A9A22A48-EAA3-4A02-B25F-4D0B6F832F06}" destId="{583F4520-1953-4CC2-B809-000295BA89E8}" srcOrd="1" destOrd="0" parTransId="{9B138F8A-A1F6-4FAD-8E95-BEE1A59D3841}" sibTransId="{92823A06-5544-4A6F-949D-99663D2B832C}"/>
    <dgm:cxn modelId="{2E087ED8-DD5F-41B5-B77B-61B387FB81BB}" type="presOf" srcId="{92BDB16F-72EB-46AB-ADE0-89722D4C77C0}" destId="{10C14116-92D3-4892-879B-921830DAD8DA}" srcOrd="1" destOrd="0" presId="urn:microsoft.com/office/officeart/2005/8/layout/orgChart1"/>
    <dgm:cxn modelId="{8ACEB3D8-8E3A-4A4B-96BA-416B97A1904B}" type="presOf" srcId="{1B0918FA-C3CE-4F5E-9E58-07B6BAC67E68}" destId="{B8F7389B-5714-4F20-B10A-DD25786227CB}" srcOrd="0" destOrd="0" presId="urn:microsoft.com/office/officeart/2005/8/layout/orgChart1"/>
    <dgm:cxn modelId="{DE80C3D8-04E9-4207-A02B-4C585BCD9848}" type="presOf" srcId="{92BDB16F-72EB-46AB-ADE0-89722D4C77C0}" destId="{9EBAE069-6189-4587-B422-157C336D974B}" srcOrd="0" destOrd="0" presId="urn:microsoft.com/office/officeart/2005/8/layout/orgChart1"/>
    <dgm:cxn modelId="{E16A48D9-B553-4183-ACFA-0A8B1D252B7B}" srcId="{CB6D8FBE-EA7B-4A8E-8B1F-21C5CFEBF97A}" destId="{079E905E-769D-4152-9DDB-A5330EF74753}" srcOrd="1" destOrd="0" parTransId="{ADFF9405-80A0-410C-B14C-9E14F1D328AF}" sibTransId="{5CDD23AA-2C33-4274-90FE-95BF290E9BEE}"/>
    <dgm:cxn modelId="{DC9BC3DA-D03D-4AB6-94EC-559EFB85261C}" type="presOf" srcId="{63222B31-3EB4-404E-B584-CF444A737C35}" destId="{59D1E9FF-01D7-46BD-9B3A-F8AE6501E27F}" srcOrd="1" destOrd="0" presId="urn:microsoft.com/office/officeart/2005/8/layout/orgChart1"/>
    <dgm:cxn modelId="{8B6593DB-8A71-4F63-91BC-B721558F73E1}" type="presOf" srcId="{D68F3F03-69C5-4CD5-8936-79C58D3198ED}" destId="{0645CADD-60E1-4E21-A2C0-E7D72A59F30F}" srcOrd="0" destOrd="0" presId="urn:microsoft.com/office/officeart/2005/8/layout/orgChart1"/>
    <dgm:cxn modelId="{321434DC-DC25-4A3D-A93B-52D0B4C864BC}" type="presOf" srcId="{C54683B2-CD9B-41F2-A23D-EF3BA8E3648D}" destId="{F83724B7-8A68-4068-9F1F-7461351419E8}" srcOrd="0" destOrd="0" presId="urn:microsoft.com/office/officeart/2005/8/layout/orgChart1"/>
    <dgm:cxn modelId="{F6DD69DE-7151-4174-9B75-CE8EFF00128D}" type="presOf" srcId="{2298900B-F80F-4D4D-96D3-6C957919937F}" destId="{B6DCCC62-2E7B-45C9-A64C-14695C1B121A}" srcOrd="1" destOrd="0" presId="urn:microsoft.com/office/officeart/2005/8/layout/orgChart1"/>
    <dgm:cxn modelId="{A2B4B8DE-D039-40EA-9CC4-8BDC5BC8A9A1}" type="presOf" srcId="{2F7CC09C-4904-4882-B77D-3D56C4FBC367}" destId="{0999E4C7-D8A2-4AF2-977F-87B492328EBB}" srcOrd="0" destOrd="0" presId="urn:microsoft.com/office/officeart/2005/8/layout/orgChart1"/>
    <dgm:cxn modelId="{85B2A4DF-6225-4737-977F-5CD11DC2550B}" type="presOf" srcId="{1B1DB1B2-F695-4FC4-8E2F-4DD8FE4B70E0}" destId="{6D5386B2-FFDA-43E2-B353-CA9109B2933E}" srcOrd="1" destOrd="0" presId="urn:microsoft.com/office/officeart/2005/8/layout/orgChart1"/>
    <dgm:cxn modelId="{E0B1D8DF-8665-4820-9FF7-2BD097A5E9CF}" type="presOf" srcId="{8A1877A1-49A7-439E-89B0-3E940B08C001}" destId="{D040910B-8905-4B8E-9ED2-9E8B21C3AFC8}" srcOrd="1" destOrd="0" presId="urn:microsoft.com/office/officeart/2005/8/layout/orgChart1"/>
    <dgm:cxn modelId="{B016A8E0-4560-4735-AF1E-B73954E14693}" type="presOf" srcId="{8DBB3781-D389-4498-A8FE-B4C5ED35B71F}" destId="{B1DC4D10-5390-4F55-B09B-F65D02043EED}" srcOrd="0" destOrd="0" presId="urn:microsoft.com/office/officeart/2005/8/layout/orgChart1"/>
    <dgm:cxn modelId="{C5CDBAE0-A381-41DA-BAAC-13769BAD8E54}" srcId="{DF9E427A-F061-4D73-876E-50DFE6A2B7E5}" destId="{8A1877A1-49A7-439E-89B0-3E940B08C001}" srcOrd="1" destOrd="0" parTransId="{29CF090A-B91B-4091-8F72-67506C11307A}" sibTransId="{EA090F57-EB51-48C4-8911-A91CE1A12049}"/>
    <dgm:cxn modelId="{2EF4ECE0-A884-4E6B-8D1D-B4D70E81372A}" type="presOf" srcId="{BCAEB837-9924-46F9-964C-9E2FEA06BE11}" destId="{7DAE2749-D8AB-4A0D-AC0B-4D63C074CDFA}" srcOrd="1" destOrd="0" presId="urn:microsoft.com/office/officeart/2005/8/layout/orgChart1"/>
    <dgm:cxn modelId="{08B3F1E0-8F31-48B6-AD38-0E2A22496435}" type="presOf" srcId="{3AAAD805-F60D-4829-B2A8-6D3808E96F11}" destId="{444BBF2F-D161-49C9-A35C-33721E8A2C3F}" srcOrd="0" destOrd="0" presId="urn:microsoft.com/office/officeart/2005/8/layout/orgChart1"/>
    <dgm:cxn modelId="{5F47FAE0-40AF-4809-8CC0-455A9968315E}" type="presOf" srcId="{079E905E-769D-4152-9DDB-A5330EF74753}" destId="{1F22E27E-FD58-4747-974E-5B630661B9EE}" srcOrd="0" destOrd="0" presId="urn:microsoft.com/office/officeart/2005/8/layout/orgChart1"/>
    <dgm:cxn modelId="{972A33E2-BE0C-4152-9E0A-34EE8B453626}" type="presOf" srcId="{0AA981E4-713D-4538-AC35-733F772739EB}" destId="{7E7B8DB1-C87B-46F0-874A-E7F1E8220E19}" srcOrd="0" destOrd="0" presId="urn:microsoft.com/office/officeart/2005/8/layout/orgChart1"/>
    <dgm:cxn modelId="{58FEE6E3-253E-4AC6-B5EB-647615631482}" type="presOf" srcId="{B7E335E1-A9F3-42D5-A2D7-DB26CFF308C8}" destId="{20CE54E7-32D5-4786-9076-DE9D513965BA}" srcOrd="1" destOrd="0" presId="urn:microsoft.com/office/officeart/2005/8/layout/orgChart1"/>
    <dgm:cxn modelId="{CFD8CEE4-6A22-4669-B857-3CBF2262E49E}" type="presOf" srcId="{D3CE3FAA-0099-4AEA-A6D0-17A8A7734B0E}" destId="{CA86ECE2-A4D4-44ED-AF15-9CE471B73843}" srcOrd="1" destOrd="0" presId="urn:microsoft.com/office/officeart/2005/8/layout/orgChart1"/>
    <dgm:cxn modelId="{F72A3EE5-49A9-4C69-88BC-7C80E5A3A95C}" srcId="{9CC3383C-1B71-45FF-A65B-DCE8FC17A9FB}" destId="{7F8A7C11-64C3-4429-B905-3C4323189ABA}" srcOrd="1" destOrd="0" parTransId="{7E5BB268-CB88-4F27-8C04-81C656AF0862}" sibTransId="{D60F8BF5-18F8-4907-85D8-68D5142DA3FA}"/>
    <dgm:cxn modelId="{75694DE6-D7FB-4972-9EF4-733DC299E53C}" srcId="{5A42179D-EC3E-4A5C-8F8B-FEE485CACCDF}" destId="{D5DD8952-EBFB-4144-B3BC-BCD16EF9DA4B}" srcOrd="0" destOrd="0" parTransId="{E88449D7-FDF8-408A-977B-31F6075B2F4B}" sibTransId="{E161BBA6-1440-4C29-82F6-2EA159537F17}"/>
    <dgm:cxn modelId="{ED07F9E6-429A-4795-9DB8-61EF88D57482}" type="presOf" srcId="{F000B40E-A29D-41BD-860E-404754E42BF9}" destId="{D455AB8C-EDCE-4865-88D0-227CBF2D428A}" srcOrd="0" destOrd="0" presId="urn:microsoft.com/office/officeart/2005/8/layout/orgChart1"/>
    <dgm:cxn modelId="{4CF811E7-AC45-44D2-8D9E-1DB2D68E078A}" srcId="{49861E97-2C2A-4C17-B9C8-EB2C05076328}" destId="{D623C341-B5C0-465A-8569-37000674ECC0}" srcOrd="1" destOrd="0" parTransId="{0C97B839-46E9-46A0-BD12-2FA80171C465}" sibTransId="{6262295B-6CAC-4EC7-B9F7-49E434AE969B}"/>
    <dgm:cxn modelId="{C78082E7-B066-4BE6-B8D4-FD1AF7CBA618}" srcId="{F0689DFF-B9BC-44F4-8390-F87AB859BE32}" destId="{F1FC4225-0E4A-4DF5-8AF7-AB18C4253689}" srcOrd="1" destOrd="0" parTransId="{D7697434-ADDF-4F28-95A6-2A4EA043777D}" sibTransId="{9F58B1D8-5C30-48F9-839C-7F1F3EDE1B6C}"/>
    <dgm:cxn modelId="{78BC1BE9-9A94-4707-B43F-C7E721355508}" type="presOf" srcId="{68480DE3-2018-499F-8F92-883E780CBBD0}" destId="{9012A185-18BF-409B-A29A-93BEC0571132}" srcOrd="0" destOrd="0" presId="urn:microsoft.com/office/officeart/2005/8/layout/orgChart1"/>
    <dgm:cxn modelId="{FD65E5E9-19B0-4DD2-8B3E-EB1A50B32D2F}" type="presOf" srcId="{72E13C97-5D84-47FA-8265-06320C9BCCFD}" destId="{F37A55F8-5CA0-44EA-A27F-DEFD5459FBD1}" srcOrd="0" destOrd="0" presId="urn:microsoft.com/office/officeart/2005/8/layout/orgChart1"/>
    <dgm:cxn modelId="{937713EA-E600-482E-B325-51B44D29FABF}" type="presOf" srcId="{4B5C6D8A-8794-41A1-BBCB-A0C9AD93CDA0}" destId="{23097E6C-97B7-41BB-9997-9BFE1B6340E4}" srcOrd="0" destOrd="0" presId="urn:microsoft.com/office/officeart/2005/8/layout/orgChart1"/>
    <dgm:cxn modelId="{8AE354EA-9ED8-4305-BEA5-A36B7BC5C0F8}" type="presOf" srcId="{2C3FDBE5-2167-407B-813A-C18411B1360B}" destId="{F1BBD75C-E368-4DA4-B4AA-83AB32F76E22}" srcOrd="1" destOrd="0" presId="urn:microsoft.com/office/officeart/2005/8/layout/orgChart1"/>
    <dgm:cxn modelId="{E66658EA-0164-4961-9194-8D301F8BC70B}" type="presOf" srcId="{0AA981E4-713D-4538-AC35-733F772739EB}" destId="{A09BEC69-C694-4618-B5ED-272B1731CD35}" srcOrd="1" destOrd="0" presId="urn:microsoft.com/office/officeart/2005/8/layout/orgChart1"/>
    <dgm:cxn modelId="{A055C6EA-7C6E-45A9-9BD9-E5DA473B9034}" type="presOf" srcId="{3AAAD805-F60D-4829-B2A8-6D3808E96F11}" destId="{12EE91DF-2582-447A-8BA3-34961AD51F38}" srcOrd="1" destOrd="0" presId="urn:microsoft.com/office/officeart/2005/8/layout/orgChart1"/>
    <dgm:cxn modelId="{06F433EB-B50D-421E-8F09-0F5C92CE30F1}" type="presOf" srcId="{F0689DFF-B9BC-44F4-8390-F87AB859BE32}" destId="{A150F277-B09F-4FB7-B48F-028FD128C30B}" srcOrd="0" destOrd="0" presId="urn:microsoft.com/office/officeart/2005/8/layout/orgChart1"/>
    <dgm:cxn modelId="{9CE72AEC-9947-433C-B0BA-1C9A4C4F4356}" type="presOf" srcId="{CB6D8FBE-EA7B-4A8E-8B1F-21C5CFEBF97A}" destId="{6450BC88-5633-4150-A779-B06DCF4FC71C}" srcOrd="1" destOrd="0" presId="urn:microsoft.com/office/officeart/2005/8/layout/orgChart1"/>
    <dgm:cxn modelId="{5D34FEEE-362E-46B7-AF87-CE1EE1BE1120}" srcId="{BCAEB837-9924-46F9-964C-9E2FEA06BE11}" destId="{307790BE-99A0-4EE1-BF23-5AE3B054DA3D}" srcOrd="1" destOrd="0" parTransId="{F000B40E-A29D-41BD-860E-404754E42BF9}" sibTransId="{AF81931E-CC79-4750-831D-F70BD44DF7F3}"/>
    <dgm:cxn modelId="{B0F339EF-70B3-46A2-BA59-75BAC428E078}" srcId="{DFA8DD48-8FE9-406C-89D1-CAC7946AEC1E}" destId="{2C3FDBE5-2167-407B-813A-C18411B1360B}" srcOrd="1" destOrd="0" parTransId="{8AEB1825-7C05-473A-921C-CE2BBEDAF689}" sibTransId="{AF02C232-3C89-45C9-8541-911B248BA404}"/>
    <dgm:cxn modelId="{C1F92FF0-5C02-45FA-9102-9DCC6DBA5E4B}" type="presOf" srcId="{92162928-B373-4802-B988-4C318FAE4B4C}" destId="{38710617-AD94-492E-877A-67DEA8A29246}" srcOrd="1" destOrd="0" presId="urn:microsoft.com/office/officeart/2005/8/layout/orgChart1"/>
    <dgm:cxn modelId="{58FACDF0-FB31-4720-9CDA-47E170E98E8F}" type="presOf" srcId="{5AA9CEDD-AE00-4584-931D-4EDD27B0C49E}" destId="{7F026EC1-FEA9-4188-8949-AC14A7C35364}" srcOrd="0" destOrd="0" presId="urn:microsoft.com/office/officeart/2005/8/layout/orgChart1"/>
    <dgm:cxn modelId="{A11A0BF1-1A05-4A0B-ADEB-B2C2145C64B8}" type="presOf" srcId="{B3C76091-5368-4912-B5FF-0AD3F30CA124}" destId="{EDFF0DCF-8733-4B5E-925F-FB7A26254795}" srcOrd="0" destOrd="0" presId="urn:microsoft.com/office/officeart/2005/8/layout/orgChart1"/>
    <dgm:cxn modelId="{A7FBDAF4-BF7C-4A9F-86BC-79ABDC2CB1C2}" type="presOf" srcId="{5AA9CEDD-AE00-4584-931D-4EDD27B0C49E}" destId="{00F263F7-7ACD-4569-A66D-BB0BAE5DA181}" srcOrd="1" destOrd="0" presId="urn:microsoft.com/office/officeart/2005/8/layout/orgChart1"/>
    <dgm:cxn modelId="{C02D36F5-4427-484A-9E3D-7DD0A62533E5}" srcId="{5A42179D-EC3E-4A5C-8F8B-FEE485CACCDF}" destId="{68480DE3-2018-499F-8F92-883E780CBBD0}" srcOrd="2" destOrd="0" parTransId="{7C8B04F3-5F71-439E-926E-3BC4C2B9B229}" sibTransId="{E5628792-8304-4121-8335-756B015FE224}"/>
    <dgm:cxn modelId="{853DBFF6-5984-45AF-923C-3515547C030A}" type="presOf" srcId="{BD209292-D0AE-4FF0-8323-C169CA255E1E}" destId="{D983545D-9E20-4E63-8872-A6A5D2EAEB38}" srcOrd="1" destOrd="0" presId="urn:microsoft.com/office/officeart/2005/8/layout/orgChart1"/>
    <dgm:cxn modelId="{6332F7F6-78DF-449D-BB42-5F03AE0D0806}" type="presOf" srcId="{218F1E54-AAAF-463A-A48C-5CB03933CB7A}" destId="{EAD2A8DB-63BB-441E-90BA-578D2E70E356}" srcOrd="0" destOrd="0" presId="urn:microsoft.com/office/officeart/2005/8/layout/orgChart1"/>
    <dgm:cxn modelId="{35EBB5F7-D992-4714-B7B6-B4581898EB36}" type="presOf" srcId="{641B8182-8D37-4627-89CE-69A33437DC33}" destId="{08009F0F-6DB3-44EF-80BD-E0F5863E561B}" srcOrd="0" destOrd="0" presId="urn:microsoft.com/office/officeart/2005/8/layout/orgChart1"/>
    <dgm:cxn modelId="{8C52BAF7-A187-4246-A30F-78A7322DC35C}" srcId="{F07CE4D9-BC58-4AAB-8425-5E61C7E7DAFC}" destId="{B371A65B-0BF1-46AF-BE91-8A5F7EDF8E97}" srcOrd="0" destOrd="0" parTransId="{7745F8DB-936E-4337-BA5B-77C791AD9562}" sibTransId="{CBB4EA8B-00A1-4385-9A6E-940C861F49AD}"/>
    <dgm:cxn modelId="{C261DCF7-7B48-4958-B1E2-18CBD2343C23}" srcId="{63222B31-3EB4-404E-B584-CF444A737C35}" destId="{CC929F21-8013-46C4-8421-2D5FE0042D6C}" srcOrd="1" destOrd="0" parTransId="{BA2BC18B-4263-41C9-A697-E51A8A8C5118}" sibTransId="{0D6E8319-6D1A-413B-A1AF-C77EADADEF4D}"/>
    <dgm:cxn modelId="{25E0EDF9-5569-4230-B2DF-B249B2FD7EF4}" srcId="{F1F05255-7EED-418E-9D42-7427C5870479}" destId="{D60495A8-2048-477D-AFD5-52765B154FDC}" srcOrd="1" destOrd="0" parTransId="{C95B6263-7540-4EF5-9837-E50062706DDE}" sibTransId="{439B76FA-9460-40F8-9581-9249E34E3D43}"/>
    <dgm:cxn modelId="{60FADBFA-C809-4D8F-87CE-E51A37BEA57F}" type="presOf" srcId="{D8FB0DD6-5730-49A2-8853-A9929F20C64C}" destId="{1FD3349E-B7F0-445C-9F5A-A0E3B46153A8}" srcOrd="0" destOrd="0" presId="urn:microsoft.com/office/officeart/2005/8/layout/orgChart1"/>
    <dgm:cxn modelId="{D806FAFA-536D-4132-BE56-0E281937C1F8}" type="presOf" srcId="{E815C228-C6B2-4C57-9A07-5583455E2A8F}" destId="{354713D4-C1B9-4B17-83DE-9CB22B6E6325}" srcOrd="0" destOrd="0" presId="urn:microsoft.com/office/officeart/2005/8/layout/orgChart1"/>
    <dgm:cxn modelId="{B6EB69FB-4013-47EF-93D6-03624961CA32}" srcId="{BCAEB837-9924-46F9-964C-9E2FEA06BE11}" destId="{92BDB16F-72EB-46AB-ADE0-89722D4C77C0}" srcOrd="0" destOrd="0" parTransId="{E815C228-C6B2-4C57-9A07-5583455E2A8F}" sibTransId="{0B479FB5-DB34-4D1E-A289-29BEB4231BAC}"/>
    <dgm:cxn modelId="{73ABFEFB-3F98-40CA-BB3C-D97ACB019CFD}" type="presOf" srcId="{BD209292-D0AE-4FF0-8323-C169CA255E1E}" destId="{2D64400F-78A9-4756-A506-9C724BB03560}" srcOrd="0" destOrd="0" presId="urn:microsoft.com/office/officeart/2005/8/layout/orgChart1"/>
    <dgm:cxn modelId="{445327FC-AD7D-4BCB-99B3-BE9B61F304EB}" srcId="{8A1877A1-49A7-439E-89B0-3E940B08C001}" destId="{C95CA0BB-CCBD-4083-9654-FA2AEB739304}" srcOrd="0" destOrd="0" parTransId="{9A284A1E-4918-4297-8A72-6B0925B197E9}" sibTransId="{E8C81739-2AEA-414E-9DCD-C70E9B00F795}"/>
    <dgm:cxn modelId="{E952D5FC-2A9F-4EEF-8FEA-C3C0DAA69CE1}" type="presOf" srcId="{49861E97-2C2A-4C17-B9C8-EB2C05076328}" destId="{FD613575-A898-41F5-896E-E77AA5B9E5C7}" srcOrd="0" destOrd="0" presId="urn:microsoft.com/office/officeart/2005/8/layout/orgChart1"/>
    <dgm:cxn modelId="{F3949DFD-8A8C-40CE-842E-05CAFC52E0C9}" type="presOf" srcId="{641B8182-8D37-4627-89CE-69A33437DC33}" destId="{F6C9B0E0-D847-4FD4-B945-9DD2F515020A}" srcOrd="1" destOrd="0" presId="urn:microsoft.com/office/officeart/2005/8/layout/orgChart1"/>
    <dgm:cxn modelId="{F2E742FE-669A-4EE3-81FF-D392C0CEAA12}" type="presOf" srcId="{BCAEB837-9924-46F9-964C-9E2FEA06BE11}" destId="{B6378806-49CA-4D63-81AB-2A60634B7546}" srcOrd="0" destOrd="0" presId="urn:microsoft.com/office/officeart/2005/8/layout/orgChart1"/>
    <dgm:cxn modelId="{81F9ACFE-F110-494A-AD80-612217032F78}" type="presOf" srcId="{B1716553-DDF0-4464-B1BC-8036116D1904}" destId="{E4120CC5-0453-44FA-AE18-7298B467FC85}" srcOrd="1" destOrd="0" presId="urn:microsoft.com/office/officeart/2005/8/layout/orgChart1"/>
    <dgm:cxn modelId="{F0E7A1FF-5408-42A5-89EB-8BC2B783CC34}" srcId="{D623C341-B5C0-465A-8569-37000674ECC0}" destId="{38E5799D-1616-44B4-9838-3D94AEA68B0B}" srcOrd="0" destOrd="0" parTransId="{D4788762-4397-4300-A806-E5A1408011E5}" sibTransId="{C5D889A0-316C-4B4C-94E5-DD23CF02F5D1}"/>
    <dgm:cxn modelId="{4B70A7FF-FC1A-48A5-A9FF-C3395C5727C7}" type="presOf" srcId="{CC929F21-8013-46C4-8421-2D5FE0042D6C}" destId="{ED763706-01DA-49B8-986E-AAD3C244AC35}" srcOrd="1" destOrd="0" presId="urn:microsoft.com/office/officeart/2005/8/layout/orgChart1"/>
    <dgm:cxn modelId="{4FBB667E-D212-4AD8-A78F-3AD440C9A23F}" type="presParOf" srcId="{CE01B670-1EEA-4848-90D3-DFD1C7C7F55F}" destId="{3AF247A6-5907-446E-AA6F-4BAC28FD9F2C}" srcOrd="0" destOrd="0" presId="urn:microsoft.com/office/officeart/2005/8/layout/orgChart1"/>
    <dgm:cxn modelId="{B51EDF9A-6B3F-49B3-9E70-F599BA284602}" type="presParOf" srcId="{3AF247A6-5907-446E-AA6F-4BAC28FD9F2C}" destId="{FB8CCF8C-63A8-4B00-B8C6-A24AC6552628}" srcOrd="0" destOrd="0" presId="urn:microsoft.com/office/officeart/2005/8/layout/orgChart1"/>
    <dgm:cxn modelId="{AB6B622C-30AE-487E-BD45-29EEABE683CC}" type="presParOf" srcId="{FB8CCF8C-63A8-4B00-B8C6-A24AC6552628}" destId="{248530AC-F178-403E-A897-42E299E5ED21}" srcOrd="0" destOrd="0" presId="urn:microsoft.com/office/officeart/2005/8/layout/orgChart1"/>
    <dgm:cxn modelId="{89B38AC4-F895-460E-946E-C92EA9F04CDE}" type="presParOf" srcId="{FB8CCF8C-63A8-4B00-B8C6-A24AC6552628}" destId="{BD047E60-9F9C-4B43-B9EF-1A7F5A8327BA}" srcOrd="1" destOrd="0" presId="urn:microsoft.com/office/officeart/2005/8/layout/orgChart1"/>
    <dgm:cxn modelId="{C546A49E-E79A-418A-A73E-1581E13165E6}" type="presParOf" srcId="{3AF247A6-5907-446E-AA6F-4BAC28FD9F2C}" destId="{9098D234-D388-4106-B539-B7C38DD6D81C}" srcOrd="1" destOrd="0" presId="urn:microsoft.com/office/officeart/2005/8/layout/orgChart1"/>
    <dgm:cxn modelId="{42B5EA5A-BF01-46C1-994D-9C67E1CFA12F}" type="presParOf" srcId="{9098D234-D388-4106-B539-B7C38DD6D81C}" destId="{A6E2B9B1-B808-4C3E-9CA4-FDBFEB7C6E12}" srcOrd="0" destOrd="0" presId="urn:microsoft.com/office/officeart/2005/8/layout/orgChart1"/>
    <dgm:cxn modelId="{0DCB0726-C602-4F0E-8B1B-6E4CFC537C0C}" type="presParOf" srcId="{9098D234-D388-4106-B539-B7C38DD6D81C}" destId="{842694ED-63FE-41F5-8205-A2D2ED7AB622}" srcOrd="1" destOrd="0" presId="urn:microsoft.com/office/officeart/2005/8/layout/orgChart1"/>
    <dgm:cxn modelId="{0BF29A8D-CBD7-4762-903E-34602380AFBA}" type="presParOf" srcId="{842694ED-63FE-41F5-8205-A2D2ED7AB622}" destId="{156B7B81-9C4B-4435-88FA-61CD1E94F7AC}" srcOrd="0" destOrd="0" presId="urn:microsoft.com/office/officeart/2005/8/layout/orgChart1"/>
    <dgm:cxn modelId="{60AE490E-F7DC-4BFD-B7AF-442AA3AE4033}" type="presParOf" srcId="{156B7B81-9C4B-4435-88FA-61CD1E94F7AC}" destId="{E053A169-9C0A-4979-A9C3-739101C47B4F}" srcOrd="0" destOrd="0" presId="urn:microsoft.com/office/officeart/2005/8/layout/orgChart1"/>
    <dgm:cxn modelId="{018258FC-8590-4AF5-9C2C-2A90498A52BC}" type="presParOf" srcId="{156B7B81-9C4B-4435-88FA-61CD1E94F7AC}" destId="{38710617-AD94-492E-877A-67DEA8A29246}" srcOrd="1" destOrd="0" presId="urn:microsoft.com/office/officeart/2005/8/layout/orgChart1"/>
    <dgm:cxn modelId="{C40A958F-4CAA-493E-980C-E8890AA28881}" type="presParOf" srcId="{842694ED-63FE-41F5-8205-A2D2ED7AB622}" destId="{EE25FEE9-C0A4-43A3-BC29-09C1DC02735B}" srcOrd="1" destOrd="0" presId="urn:microsoft.com/office/officeart/2005/8/layout/orgChart1"/>
    <dgm:cxn modelId="{51C9B123-398B-4185-A255-E5BFC86562BB}" type="presParOf" srcId="{EE25FEE9-C0A4-43A3-BC29-09C1DC02735B}" destId="{EDFF0DCF-8733-4B5E-925F-FB7A26254795}" srcOrd="0" destOrd="0" presId="urn:microsoft.com/office/officeart/2005/8/layout/orgChart1"/>
    <dgm:cxn modelId="{6AC7B5E4-2117-4948-8FFF-8712CFD7EC94}" type="presParOf" srcId="{EE25FEE9-C0A4-43A3-BC29-09C1DC02735B}" destId="{4E75635F-BF0A-40EC-B20D-25ADDAA1BDB8}" srcOrd="1" destOrd="0" presId="urn:microsoft.com/office/officeart/2005/8/layout/orgChart1"/>
    <dgm:cxn modelId="{F377C77D-93F7-4122-9E4F-09D4AF827FDB}" type="presParOf" srcId="{4E75635F-BF0A-40EC-B20D-25ADDAA1BDB8}" destId="{B9E03E8B-7B90-4AD1-B84D-7E27F2A1AA3A}" srcOrd="0" destOrd="0" presId="urn:microsoft.com/office/officeart/2005/8/layout/orgChart1"/>
    <dgm:cxn modelId="{9865BC95-1B11-4C15-B84B-A316D0C1A5EA}" type="presParOf" srcId="{B9E03E8B-7B90-4AD1-B84D-7E27F2A1AA3A}" destId="{A16E3FA9-1B5B-46B1-AE9C-23AA6716D2DC}" srcOrd="0" destOrd="0" presId="urn:microsoft.com/office/officeart/2005/8/layout/orgChart1"/>
    <dgm:cxn modelId="{E15236FF-BD49-41D8-BA68-C867EEB008DE}" type="presParOf" srcId="{B9E03E8B-7B90-4AD1-B84D-7E27F2A1AA3A}" destId="{A0AC0E93-74DD-412D-8618-C5AD8E644AE4}" srcOrd="1" destOrd="0" presId="urn:microsoft.com/office/officeart/2005/8/layout/orgChart1"/>
    <dgm:cxn modelId="{8393AE7B-719B-4B59-9592-2DA705E1118D}" type="presParOf" srcId="{4E75635F-BF0A-40EC-B20D-25ADDAA1BDB8}" destId="{090B3B2D-5D85-4F10-AE97-111017870F80}" srcOrd="1" destOrd="0" presId="urn:microsoft.com/office/officeart/2005/8/layout/orgChart1"/>
    <dgm:cxn modelId="{BF05F417-BB41-4646-91F0-4202F7F7FA5E}" type="presParOf" srcId="{090B3B2D-5D85-4F10-AE97-111017870F80}" destId="{91CD8546-DFA9-4185-8750-132EE451A931}" srcOrd="0" destOrd="0" presId="urn:microsoft.com/office/officeart/2005/8/layout/orgChart1"/>
    <dgm:cxn modelId="{E07D036E-B289-4E27-B74B-15AD3FDDEFAA}" type="presParOf" srcId="{090B3B2D-5D85-4F10-AE97-111017870F80}" destId="{518C9E7F-3BE2-4601-A8F9-F63907CE6749}" srcOrd="1" destOrd="0" presId="urn:microsoft.com/office/officeart/2005/8/layout/orgChart1"/>
    <dgm:cxn modelId="{F528CB6F-29C6-48F7-A092-A398FD9CB631}" type="presParOf" srcId="{518C9E7F-3BE2-4601-A8F9-F63907CE6749}" destId="{30093EA5-7DB8-4CB4-BAD8-ADACBA61D107}" srcOrd="0" destOrd="0" presId="urn:microsoft.com/office/officeart/2005/8/layout/orgChart1"/>
    <dgm:cxn modelId="{2D4641FD-2336-4609-AF1F-58E03DCB979A}" type="presParOf" srcId="{30093EA5-7DB8-4CB4-BAD8-ADACBA61D107}" destId="{DC9B7AE9-5984-4C01-A7B8-E46136F86869}" srcOrd="0" destOrd="0" presId="urn:microsoft.com/office/officeart/2005/8/layout/orgChart1"/>
    <dgm:cxn modelId="{50864A8A-1BF0-4864-B6BF-AC914F7F402C}" type="presParOf" srcId="{30093EA5-7DB8-4CB4-BAD8-ADACBA61D107}" destId="{7BA67530-1CB3-4F50-BC55-5B3E9BC8C82C}" srcOrd="1" destOrd="0" presId="urn:microsoft.com/office/officeart/2005/8/layout/orgChart1"/>
    <dgm:cxn modelId="{D9E4FDDA-DDB8-4E70-91DB-57F8A3DA3259}" type="presParOf" srcId="{518C9E7F-3BE2-4601-A8F9-F63907CE6749}" destId="{6A47DC40-B9C1-4035-80C9-81327D84201A}" srcOrd="1" destOrd="0" presId="urn:microsoft.com/office/officeart/2005/8/layout/orgChart1"/>
    <dgm:cxn modelId="{98B638D9-DD28-4604-9F02-B5120EA7BDFE}" type="presParOf" srcId="{6A47DC40-B9C1-4035-80C9-81327D84201A}" destId="{66E1C7E6-A64F-4F71-B628-280C9F9A84B1}" srcOrd="0" destOrd="0" presId="urn:microsoft.com/office/officeart/2005/8/layout/orgChart1"/>
    <dgm:cxn modelId="{A8B783ED-6729-4C35-9C21-0FEDD7D7EAC3}" type="presParOf" srcId="{6A47DC40-B9C1-4035-80C9-81327D84201A}" destId="{AC734726-0E70-43FC-82C1-FD7D3746CEE7}" srcOrd="1" destOrd="0" presId="urn:microsoft.com/office/officeart/2005/8/layout/orgChart1"/>
    <dgm:cxn modelId="{AACA7F9F-5A6F-4041-B10A-890B40A8189F}" type="presParOf" srcId="{AC734726-0E70-43FC-82C1-FD7D3746CEE7}" destId="{8E933A64-9F32-4792-92DC-B9FE14E05DA3}" srcOrd="0" destOrd="0" presId="urn:microsoft.com/office/officeart/2005/8/layout/orgChart1"/>
    <dgm:cxn modelId="{97DF2D52-8D61-4E83-BE06-E834A8435C75}" type="presParOf" srcId="{8E933A64-9F32-4792-92DC-B9FE14E05DA3}" destId="{72D2B8FF-240C-48D8-B9C2-7DFE3AF7CB3B}" srcOrd="0" destOrd="0" presId="urn:microsoft.com/office/officeart/2005/8/layout/orgChart1"/>
    <dgm:cxn modelId="{CF323CB9-2A57-4917-BF61-0F8A3659EDCC}" type="presParOf" srcId="{8E933A64-9F32-4792-92DC-B9FE14E05DA3}" destId="{E38BDE39-3A41-46F6-A551-62CA3916033B}" srcOrd="1" destOrd="0" presId="urn:microsoft.com/office/officeart/2005/8/layout/orgChart1"/>
    <dgm:cxn modelId="{ABD3F4CA-11B3-4C4A-8AA4-BFAE0F6CEE23}" type="presParOf" srcId="{AC734726-0E70-43FC-82C1-FD7D3746CEE7}" destId="{0AE08E1B-6A61-4AE2-B30F-26F0D4659DAE}" srcOrd="1" destOrd="0" presId="urn:microsoft.com/office/officeart/2005/8/layout/orgChart1"/>
    <dgm:cxn modelId="{8674907A-E9BD-45C3-950F-5744700B07C1}" type="presParOf" srcId="{AC734726-0E70-43FC-82C1-FD7D3746CEE7}" destId="{B05325F3-A0DF-450D-BD09-F10A57F93C1F}" srcOrd="2" destOrd="0" presId="urn:microsoft.com/office/officeart/2005/8/layout/orgChart1"/>
    <dgm:cxn modelId="{3CCF8344-FAFA-4229-A67C-83250073FB42}" type="presParOf" srcId="{6A47DC40-B9C1-4035-80C9-81327D84201A}" destId="{7F687EE3-C740-44EF-81F5-C24160C39C26}" srcOrd="2" destOrd="0" presId="urn:microsoft.com/office/officeart/2005/8/layout/orgChart1"/>
    <dgm:cxn modelId="{BCE787AE-400D-440F-A3EC-549223E5443C}" type="presParOf" srcId="{6A47DC40-B9C1-4035-80C9-81327D84201A}" destId="{61D19BB0-E769-42E1-8DC0-EE3D053FE424}" srcOrd="3" destOrd="0" presId="urn:microsoft.com/office/officeart/2005/8/layout/orgChart1"/>
    <dgm:cxn modelId="{BD9DC98D-51EF-42DC-9840-177146CB827E}" type="presParOf" srcId="{61D19BB0-E769-42E1-8DC0-EE3D053FE424}" destId="{29F81622-221F-4ED4-A7E3-22AAAD2C9F6C}" srcOrd="0" destOrd="0" presId="urn:microsoft.com/office/officeart/2005/8/layout/orgChart1"/>
    <dgm:cxn modelId="{CF32FEDD-5C23-4423-871A-53956FD7A366}" type="presParOf" srcId="{29F81622-221F-4ED4-A7E3-22AAAD2C9F6C}" destId="{6E9D13A8-0DB7-413A-B469-C6A4E066CD8F}" srcOrd="0" destOrd="0" presId="urn:microsoft.com/office/officeart/2005/8/layout/orgChart1"/>
    <dgm:cxn modelId="{CAEDAB87-290E-4FAD-8B24-8F220D790F26}" type="presParOf" srcId="{29F81622-221F-4ED4-A7E3-22AAAD2C9F6C}" destId="{56415853-C6FC-40BE-8FFD-0D7B5CA522E4}" srcOrd="1" destOrd="0" presId="urn:microsoft.com/office/officeart/2005/8/layout/orgChart1"/>
    <dgm:cxn modelId="{69EB7BBB-3CB9-4748-8F90-154541C3D4A2}" type="presParOf" srcId="{61D19BB0-E769-42E1-8DC0-EE3D053FE424}" destId="{7E5D68F3-0549-4BBF-9844-C0C6B8C28C07}" srcOrd="1" destOrd="0" presId="urn:microsoft.com/office/officeart/2005/8/layout/orgChart1"/>
    <dgm:cxn modelId="{251735B6-267C-402D-951E-EFCFC7B6341D}" type="presParOf" srcId="{61D19BB0-E769-42E1-8DC0-EE3D053FE424}" destId="{160ABC96-73BE-4F5B-962D-605C3F307811}" srcOrd="2" destOrd="0" presId="urn:microsoft.com/office/officeart/2005/8/layout/orgChart1"/>
    <dgm:cxn modelId="{9BD1D170-401D-405A-9726-A99551EECFEB}" type="presParOf" srcId="{6A47DC40-B9C1-4035-80C9-81327D84201A}" destId="{A1AA7F3C-E660-4A68-AABC-FFE0E464D83C}" srcOrd="4" destOrd="0" presId="urn:microsoft.com/office/officeart/2005/8/layout/orgChart1"/>
    <dgm:cxn modelId="{4B907CF9-8F8C-4782-97F6-D32A48C78173}" type="presParOf" srcId="{6A47DC40-B9C1-4035-80C9-81327D84201A}" destId="{FD912DAC-A0E9-4CB4-94EA-FC2424D91741}" srcOrd="5" destOrd="0" presId="urn:microsoft.com/office/officeart/2005/8/layout/orgChart1"/>
    <dgm:cxn modelId="{18B91A32-3251-45D3-993F-3160EB6DD552}" type="presParOf" srcId="{FD912DAC-A0E9-4CB4-94EA-FC2424D91741}" destId="{3000B9B2-0E16-46A6-B653-58D9B7B26638}" srcOrd="0" destOrd="0" presId="urn:microsoft.com/office/officeart/2005/8/layout/orgChart1"/>
    <dgm:cxn modelId="{DB8E53DF-FF45-4F74-A278-D28FC7776A6C}" type="presParOf" srcId="{3000B9B2-0E16-46A6-B653-58D9B7B26638}" destId="{9012A185-18BF-409B-A29A-93BEC0571132}" srcOrd="0" destOrd="0" presId="urn:microsoft.com/office/officeart/2005/8/layout/orgChart1"/>
    <dgm:cxn modelId="{12B1CC57-1477-4721-9E13-A1691D55B7DF}" type="presParOf" srcId="{3000B9B2-0E16-46A6-B653-58D9B7B26638}" destId="{8A74DD18-C14D-4C06-8182-616EC8483F07}" srcOrd="1" destOrd="0" presId="urn:microsoft.com/office/officeart/2005/8/layout/orgChart1"/>
    <dgm:cxn modelId="{83421555-D19C-4F6B-AF5E-711D3FC0F0A4}" type="presParOf" srcId="{FD912DAC-A0E9-4CB4-94EA-FC2424D91741}" destId="{F8E9AB2D-8C12-4339-A69C-00E8F7D3A4E7}" srcOrd="1" destOrd="0" presId="urn:microsoft.com/office/officeart/2005/8/layout/orgChart1"/>
    <dgm:cxn modelId="{DC7C7562-2921-49CF-B622-3DEBE25568EE}" type="presParOf" srcId="{FD912DAC-A0E9-4CB4-94EA-FC2424D91741}" destId="{EAEDB462-7E22-498E-BE59-EAAEBDBD8FBA}" srcOrd="2" destOrd="0" presId="urn:microsoft.com/office/officeart/2005/8/layout/orgChart1"/>
    <dgm:cxn modelId="{97755246-F13A-476B-A2F5-730D38664853}" type="presParOf" srcId="{518C9E7F-3BE2-4601-A8F9-F63907CE6749}" destId="{36AD4B8E-3094-4F0D-ADB3-6B622D3F9E55}" srcOrd="2" destOrd="0" presId="urn:microsoft.com/office/officeart/2005/8/layout/orgChart1"/>
    <dgm:cxn modelId="{5BE12FED-C262-4646-85DE-BFCD73720372}" type="presParOf" srcId="{090B3B2D-5D85-4F10-AE97-111017870F80}" destId="{E271776F-6031-473F-B722-558A2C55C3D6}" srcOrd="2" destOrd="0" presId="urn:microsoft.com/office/officeart/2005/8/layout/orgChart1"/>
    <dgm:cxn modelId="{E948358E-58EB-4047-A783-3BC5315FF65D}" type="presParOf" srcId="{090B3B2D-5D85-4F10-AE97-111017870F80}" destId="{B323739E-1703-4EAD-9F44-DD98E118395E}" srcOrd="3" destOrd="0" presId="urn:microsoft.com/office/officeart/2005/8/layout/orgChart1"/>
    <dgm:cxn modelId="{ED557DF1-8FBE-4FE7-86C7-840ACBAD938C}" type="presParOf" srcId="{B323739E-1703-4EAD-9F44-DD98E118395E}" destId="{5BCD35B8-3AB8-43F6-9336-9069751E277B}" srcOrd="0" destOrd="0" presId="urn:microsoft.com/office/officeart/2005/8/layout/orgChart1"/>
    <dgm:cxn modelId="{80F47329-8F32-4871-BC57-6479F3004DB2}" type="presParOf" srcId="{5BCD35B8-3AB8-43F6-9336-9069751E277B}" destId="{114778C6-162F-4F5E-9259-25B75E9473B4}" srcOrd="0" destOrd="0" presId="urn:microsoft.com/office/officeart/2005/8/layout/orgChart1"/>
    <dgm:cxn modelId="{319FB3D9-0F3F-4270-ABC7-44B190C13215}" type="presParOf" srcId="{5BCD35B8-3AB8-43F6-9336-9069751E277B}" destId="{59D1E9FF-01D7-46BD-9B3A-F8AE6501E27F}" srcOrd="1" destOrd="0" presId="urn:microsoft.com/office/officeart/2005/8/layout/orgChart1"/>
    <dgm:cxn modelId="{716FC582-7899-4ADD-BFE6-51AEE1502FCE}" type="presParOf" srcId="{B323739E-1703-4EAD-9F44-DD98E118395E}" destId="{378A436F-C5A7-4E06-B3AD-535981A70C44}" srcOrd="1" destOrd="0" presId="urn:microsoft.com/office/officeart/2005/8/layout/orgChart1"/>
    <dgm:cxn modelId="{CECB698C-18C3-4F89-B6AA-4D155484605D}" type="presParOf" srcId="{378A436F-C5A7-4E06-B3AD-535981A70C44}" destId="{B43BA2A5-6AB7-42D3-B346-5F6A07F4A877}" srcOrd="0" destOrd="0" presId="urn:microsoft.com/office/officeart/2005/8/layout/orgChart1"/>
    <dgm:cxn modelId="{FEA1BD73-11EE-4A52-B10E-3CEE429336EA}" type="presParOf" srcId="{378A436F-C5A7-4E06-B3AD-535981A70C44}" destId="{DC85144C-4CF4-403D-82E1-414C4F64C576}" srcOrd="1" destOrd="0" presId="urn:microsoft.com/office/officeart/2005/8/layout/orgChart1"/>
    <dgm:cxn modelId="{19251BBF-A620-41B1-81DB-2C2FD52936CF}" type="presParOf" srcId="{DC85144C-4CF4-403D-82E1-414C4F64C576}" destId="{32A4DEC8-B541-43DD-945F-240F716461B3}" srcOrd="0" destOrd="0" presId="urn:microsoft.com/office/officeart/2005/8/layout/orgChart1"/>
    <dgm:cxn modelId="{D88C5534-DEB7-4FE2-942C-56DB53F71168}" type="presParOf" srcId="{32A4DEC8-B541-43DD-945F-240F716461B3}" destId="{DF5DCAF9-CCDB-4E48-AFBD-27692A5C4A09}" srcOrd="0" destOrd="0" presId="urn:microsoft.com/office/officeart/2005/8/layout/orgChart1"/>
    <dgm:cxn modelId="{D8FD9837-E0AB-4CCC-9CDD-C70DAD523A91}" type="presParOf" srcId="{32A4DEC8-B541-43DD-945F-240F716461B3}" destId="{99BF5574-8336-4BD5-9525-2A5CF9679BA4}" srcOrd="1" destOrd="0" presId="urn:microsoft.com/office/officeart/2005/8/layout/orgChart1"/>
    <dgm:cxn modelId="{C94CC5E3-ABC5-4C8E-B96F-D7A281F38959}" type="presParOf" srcId="{DC85144C-4CF4-403D-82E1-414C4F64C576}" destId="{60438335-DFD6-4F0F-ABAE-0EE8438C8CDF}" srcOrd="1" destOrd="0" presId="urn:microsoft.com/office/officeart/2005/8/layout/orgChart1"/>
    <dgm:cxn modelId="{EB7B1455-A926-4B0C-A0B2-1F3443EB7B69}" type="presParOf" srcId="{DC85144C-4CF4-403D-82E1-414C4F64C576}" destId="{7F007263-5B9D-4DA0-B4E9-410605264D00}" srcOrd="2" destOrd="0" presId="urn:microsoft.com/office/officeart/2005/8/layout/orgChart1"/>
    <dgm:cxn modelId="{4879D3F2-E1D0-40BE-B46F-9AA3E8CA95CA}" type="presParOf" srcId="{378A436F-C5A7-4E06-B3AD-535981A70C44}" destId="{CB9FEA7D-CB3E-4CD3-A871-70A81E0869FE}" srcOrd="2" destOrd="0" presId="urn:microsoft.com/office/officeart/2005/8/layout/orgChart1"/>
    <dgm:cxn modelId="{7F1C2F2A-054E-404B-9A9D-DFF414B1F639}" type="presParOf" srcId="{378A436F-C5A7-4E06-B3AD-535981A70C44}" destId="{E7A72D19-0AAD-4BAC-ADD6-CB84A027EEC9}" srcOrd="3" destOrd="0" presId="urn:microsoft.com/office/officeart/2005/8/layout/orgChart1"/>
    <dgm:cxn modelId="{E19261B0-FEEA-4045-B5C7-C8C3EEB29F97}" type="presParOf" srcId="{E7A72D19-0AAD-4BAC-ADD6-CB84A027EEC9}" destId="{39918399-749F-409F-A735-5418BBD47B19}" srcOrd="0" destOrd="0" presId="urn:microsoft.com/office/officeart/2005/8/layout/orgChart1"/>
    <dgm:cxn modelId="{06D41284-BF9C-44A3-ADA8-CD5632A4D6B9}" type="presParOf" srcId="{39918399-749F-409F-A735-5418BBD47B19}" destId="{1ED44247-7FCD-405D-85D8-BB575DBE246A}" srcOrd="0" destOrd="0" presId="urn:microsoft.com/office/officeart/2005/8/layout/orgChart1"/>
    <dgm:cxn modelId="{9C1122B2-39C4-4423-ABB9-DE5DFF899F99}" type="presParOf" srcId="{39918399-749F-409F-A735-5418BBD47B19}" destId="{ED763706-01DA-49B8-986E-AAD3C244AC35}" srcOrd="1" destOrd="0" presId="urn:microsoft.com/office/officeart/2005/8/layout/orgChart1"/>
    <dgm:cxn modelId="{808396D0-63CF-4C90-8589-C8E1C316A8E0}" type="presParOf" srcId="{E7A72D19-0AAD-4BAC-ADD6-CB84A027EEC9}" destId="{C327FCB2-F916-4301-B9F1-E707E9D35E3A}" srcOrd="1" destOrd="0" presId="urn:microsoft.com/office/officeart/2005/8/layout/orgChart1"/>
    <dgm:cxn modelId="{C998A006-DAA1-4814-A75C-FB03AB819BDF}" type="presParOf" srcId="{E7A72D19-0AAD-4BAC-ADD6-CB84A027EEC9}" destId="{951F3173-EF76-4B4E-8B2B-F1596EE7F935}" srcOrd="2" destOrd="0" presId="urn:microsoft.com/office/officeart/2005/8/layout/orgChart1"/>
    <dgm:cxn modelId="{023B1533-0E30-4552-9253-B11775232115}" type="presParOf" srcId="{378A436F-C5A7-4E06-B3AD-535981A70C44}" destId="{234EEF05-C793-4B31-BF4E-09800F94572F}" srcOrd="4" destOrd="0" presId="urn:microsoft.com/office/officeart/2005/8/layout/orgChart1"/>
    <dgm:cxn modelId="{4EAE9739-10EE-425F-BCFB-8664A76F569E}" type="presParOf" srcId="{378A436F-C5A7-4E06-B3AD-535981A70C44}" destId="{6F83E2A5-60BA-44C3-A9D2-85EE5659A192}" srcOrd="5" destOrd="0" presId="urn:microsoft.com/office/officeart/2005/8/layout/orgChart1"/>
    <dgm:cxn modelId="{41C3D9D4-917C-4F30-BA49-29692A507152}" type="presParOf" srcId="{6F83E2A5-60BA-44C3-A9D2-85EE5659A192}" destId="{7AA1032D-97E0-4807-B7E6-E50106DD3331}" srcOrd="0" destOrd="0" presId="urn:microsoft.com/office/officeart/2005/8/layout/orgChart1"/>
    <dgm:cxn modelId="{746D4C41-D4BD-4EB8-B4D6-5BFF6AD1A458}" type="presParOf" srcId="{7AA1032D-97E0-4807-B7E6-E50106DD3331}" destId="{9CDF834E-7890-4531-B27E-8C67A6143810}" srcOrd="0" destOrd="0" presId="urn:microsoft.com/office/officeart/2005/8/layout/orgChart1"/>
    <dgm:cxn modelId="{CAFEF0AE-C57E-4734-8539-F94D0371B8E1}" type="presParOf" srcId="{7AA1032D-97E0-4807-B7E6-E50106DD3331}" destId="{2378E99B-19D0-4F6E-960C-AE1CC70A78E7}" srcOrd="1" destOrd="0" presId="urn:microsoft.com/office/officeart/2005/8/layout/orgChart1"/>
    <dgm:cxn modelId="{AE99738F-D122-4BDE-BAEC-A5DF8325F2AF}" type="presParOf" srcId="{6F83E2A5-60BA-44C3-A9D2-85EE5659A192}" destId="{8722CA6B-2C48-47F2-A4B1-0C44B6D5B7F2}" srcOrd="1" destOrd="0" presId="urn:microsoft.com/office/officeart/2005/8/layout/orgChart1"/>
    <dgm:cxn modelId="{47690C01-08FD-4A02-A90F-6504204696AE}" type="presParOf" srcId="{6F83E2A5-60BA-44C3-A9D2-85EE5659A192}" destId="{F56B6CFE-48EB-466C-8824-572F82F8EED8}" srcOrd="2" destOrd="0" presId="urn:microsoft.com/office/officeart/2005/8/layout/orgChart1"/>
    <dgm:cxn modelId="{5C4644DA-66DD-4B00-B4A6-575053D41526}" type="presParOf" srcId="{B323739E-1703-4EAD-9F44-DD98E118395E}" destId="{FC21E8AB-B74D-4C58-B62F-C827A9AC5260}" srcOrd="2" destOrd="0" presId="urn:microsoft.com/office/officeart/2005/8/layout/orgChart1"/>
    <dgm:cxn modelId="{C198EEA5-DDBD-4BD5-BB98-E8A9416F2D22}" type="presParOf" srcId="{090B3B2D-5D85-4F10-AE97-111017870F80}" destId="{662A89D3-3A75-47D2-8FED-ED538A4A9010}" srcOrd="4" destOrd="0" presId="urn:microsoft.com/office/officeart/2005/8/layout/orgChart1"/>
    <dgm:cxn modelId="{AF746D6E-D043-4479-9374-38967775362B}" type="presParOf" srcId="{090B3B2D-5D85-4F10-AE97-111017870F80}" destId="{F148708D-BC81-44BA-BD13-5DFE0AB508F7}" srcOrd="5" destOrd="0" presId="urn:microsoft.com/office/officeart/2005/8/layout/orgChart1"/>
    <dgm:cxn modelId="{6AC7C689-7A4E-405F-835B-0C1E7AAFD165}" type="presParOf" srcId="{F148708D-BC81-44BA-BD13-5DFE0AB508F7}" destId="{57DBAE32-37A2-4719-8058-0F4DE2D43859}" srcOrd="0" destOrd="0" presId="urn:microsoft.com/office/officeart/2005/8/layout/orgChart1"/>
    <dgm:cxn modelId="{44619780-B34C-4375-962C-380A64ED333D}" type="presParOf" srcId="{57DBAE32-37A2-4719-8058-0F4DE2D43859}" destId="{B1DC4D10-5390-4F55-B09B-F65D02043EED}" srcOrd="0" destOrd="0" presId="urn:microsoft.com/office/officeart/2005/8/layout/orgChart1"/>
    <dgm:cxn modelId="{B3646018-CABF-430D-AD2E-3FEB345FA725}" type="presParOf" srcId="{57DBAE32-37A2-4719-8058-0F4DE2D43859}" destId="{7F709500-08B1-4BD2-8E58-A897C8F4239C}" srcOrd="1" destOrd="0" presId="urn:microsoft.com/office/officeart/2005/8/layout/orgChart1"/>
    <dgm:cxn modelId="{8E7481EE-612C-439E-BC4D-4D0B3A0F58B1}" type="presParOf" srcId="{F148708D-BC81-44BA-BD13-5DFE0AB508F7}" destId="{FE9FE30D-6ED8-4DBA-9568-1ADE21D70450}" srcOrd="1" destOrd="0" presId="urn:microsoft.com/office/officeart/2005/8/layout/orgChart1"/>
    <dgm:cxn modelId="{FD507204-48DC-48C6-BD52-CF7E694C51A7}" type="presParOf" srcId="{FE9FE30D-6ED8-4DBA-9568-1ADE21D70450}" destId="{93FA3FBA-44AB-4D79-ABBF-1DD0904B299C}" srcOrd="0" destOrd="0" presId="urn:microsoft.com/office/officeart/2005/8/layout/orgChart1"/>
    <dgm:cxn modelId="{8EF3542D-AC94-4644-B262-377221F0D5D7}" type="presParOf" srcId="{FE9FE30D-6ED8-4DBA-9568-1ADE21D70450}" destId="{D0E12C9B-B36B-4D8B-879D-FEADC34B5E2B}" srcOrd="1" destOrd="0" presId="urn:microsoft.com/office/officeart/2005/8/layout/orgChart1"/>
    <dgm:cxn modelId="{DE8466DD-4B46-4519-9FDB-5179E76675C9}" type="presParOf" srcId="{D0E12C9B-B36B-4D8B-879D-FEADC34B5E2B}" destId="{48D9D028-C2D4-4A4D-8D75-C52CF9E66459}" srcOrd="0" destOrd="0" presId="urn:microsoft.com/office/officeart/2005/8/layout/orgChart1"/>
    <dgm:cxn modelId="{FE7EBC85-B9CB-4ECB-9E28-471A483997BE}" type="presParOf" srcId="{48D9D028-C2D4-4A4D-8D75-C52CF9E66459}" destId="{153960CB-5236-4EAC-AF71-1F1D5B0AFFB5}" srcOrd="0" destOrd="0" presId="urn:microsoft.com/office/officeart/2005/8/layout/orgChart1"/>
    <dgm:cxn modelId="{5ACC1D28-AF9D-41C9-83C9-5B0695B68445}" type="presParOf" srcId="{48D9D028-C2D4-4A4D-8D75-C52CF9E66459}" destId="{E53D1333-E2E1-4203-94F5-E71D5DF1FE7F}" srcOrd="1" destOrd="0" presId="urn:microsoft.com/office/officeart/2005/8/layout/orgChart1"/>
    <dgm:cxn modelId="{91F01B1A-1568-4C53-AC2C-D88FD7273FF2}" type="presParOf" srcId="{D0E12C9B-B36B-4D8B-879D-FEADC34B5E2B}" destId="{D649237A-0572-44DC-AB90-2E8FDB917F53}" srcOrd="1" destOrd="0" presId="urn:microsoft.com/office/officeart/2005/8/layout/orgChart1"/>
    <dgm:cxn modelId="{5B296B31-9AD0-426B-BCBB-6F69AE10559F}" type="presParOf" srcId="{D0E12C9B-B36B-4D8B-879D-FEADC34B5E2B}" destId="{63103B44-8A06-4F3D-BE5B-782BE7F071C7}" srcOrd="2" destOrd="0" presId="urn:microsoft.com/office/officeart/2005/8/layout/orgChart1"/>
    <dgm:cxn modelId="{1F69A646-F339-4241-ABA3-C58A779EB2A4}" type="presParOf" srcId="{FE9FE30D-6ED8-4DBA-9568-1ADE21D70450}" destId="{EAD2A8DB-63BB-441E-90BA-578D2E70E356}" srcOrd="2" destOrd="0" presId="urn:microsoft.com/office/officeart/2005/8/layout/orgChart1"/>
    <dgm:cxn modelId="{6D568270-834E-41CD-978E-362A7AF1009A}" type="presParOf" srcId="{FE9FE30D-6ED8-4DBA-9568-1ADE21D70450}" destId="{6A098CA0-BEA4-447F-8B24-226DBFF19612}" srcOrd="3" destOrd="0" presId="urn:microsoft.com/office/officeart/2005/8/layout/orgChart1"/>
    <dgm:cxn modelId="{46CFE231-0868-44BA-9FA5-271FE6DA9DDB}" type="presParOf" srcId="{6A098CA0-BEA4-447F-8B24-226DBFF19612}" destId="{81D6F093-5697-442B-8FFF-7F58984E1ABE}" srcOrd="0" destOrd="0" presId="urn:microsoft.com/office/officeart/2005/8/layout/orgChart1"/>
    <dgm:cxn modelId="{12CC6F06-D616-4F43-A560-9A9CB060848C}" type="presParOf" srcId="{81D6F093-5697-442B-8FFF-7F58984E1ABE}" destId="{444BBF2F-D161-49C9-A35C-33721E8A2C3F}" srcOrd="0" destOrd="0" presId="urn:microsoft.com/office/officeart/2005/8/layout/orgChart1"/>
    <dgm:cxn modelId="{4BED8E07-0C6C-4AC8-816C-F0812CB65E90}" type="presParOf" srcId="{81D6F093-5697-442B-8FFF-7F58984E1ABE}" destId="{12EE91DF-2582-447A-8BA3-34961AD51F38}" srcOrd="1" destOrd="0" presId="urn:microsoft.com/office/officeart/2005/8/layout/orgChart1"/>
    <dgm:cxn modelId="{715C2B7E-B5EF-447A-8D89-36A38074302A}" type="presParOf" srcId="{6A098CA0-BEA4-447F-8B24-226DBFF19612}" destId="{4D9D6D00-CD39-4F61-A182-D18185746F0F}" srcOrd="1" destOrd="0" presId="urn:microsoft.com/office/officeart/2005/8/layout/orgChart1"/>
    <dgm:cxn modelId="{3349B354-4F4E-456B-A201-D22F0D555ECF}" type="presParOf" srcId="{6A098CA0-BEA4-447F-8B24-226DBFF19612}" destId="{E564BBC7-14A4-4978-8ABB-E3499CDE5DB5}" srcOrd="2" destOrd="0" presId="urn:microsoft.com/office/officeart/2005/8/layout/orgChart1"/>
    <dgm:cxn modelId="{829A543F-40D9-4135-840D-4E04027F678F}" type="presParOf" srcId="{F148708D-BC81-44BA-BD13-5DFE0AB508F7}" destId="{C753C070-91FC-4C26-B4A4-A80B70A01220}" srcOrd="2" destOrd="0" presId="urn:microsoft.com/office/officeart/2005/8/layout/orgChart1"/>
    <dgm:cxn modelId="{563665CE-EBC4-480D-B7A1-EBC0AB013053}" type="presParOf" srcId="{090B3B2D-5D85-4F10-AE97-111017870F80}" destId="{1586D9E3-8175-4626-9624-FAD1B7141B63}" srcOrd="6" destOrd="0" presId="urn:microsoft.com/office/officeart/2005/8/layout/orgChart1"/>
    <dgm:cxn modelId="{65EEB3BB-911D-4FF7-9794-5ECF9492B384}" type="presParOf" srcId="{090B3B2D-5D85-4F10-AE97-111017870F80}" destId="{3A31DB3D-903E-4D9B-A4D0-209A2BDBE3B2}" srcOrd="7" destOrd="0" presId="urn:microsoft.com/office/officeart/2005/8/layout/orgChart1"/>
    <dgm:cxn modelId="{20EBB166-6132-4EC1-B25A-AAC8AAFB902E}" type="presParOf" srcId="{3A31DB3D-903E-4D9B-A4D0-209A2BDBE3B2}" destId="{3AFBA315-C549-4669-8F8C-1F26547A39E2}" srcOrd="0" destOrd="0" presId="urn:microsoft.com/office/officeart/2005/8/layout/orgChart1"/>
    <dgm:cxn modelId="{EC46E0CC-325E-418A-A61E-46D9344E8E4D}" type="presParOf" srcId="{3AFBA315-C549-4669-8F8C-1F26547A39E2}" destId="{81D7E6B9-D027-414C-AF90-A09F55001369}" srcOrd="0" destOrd="0" presId="urn:microsoft.com/office/officeart/2005/8/layout/orgChart1"/>
    <dgm:cxn modelId="{8C8CCC86-06D4-402A-8204-394825ACABFE}" type="presParOf" srcId="{3AFBA315-C549-4669-8F8C-1F26547A39E2}" destId="{BF3984B2-25DA-47BF-AAFA-41CDE9B36A87}" srcOrd="1" destOrd="0" presId="urn:microsoft.com/office/officeart/2005/8/layout/orgChart1"/>
    <dgm:cxn modelId="{24271ED0-C044-4D14-856A-F30607677652}" type="presParOf" srcId="{3A31DB3D-903E-4D9B-A4D0-209A2BDBE3B2}" destId="{19DD85D9-49F2-4CE1-8BEA-E226E9BE399C}" srcOrd="1" destOrd="0" presId="urn:microsoft.com/office/officeart/2005/8/layout/orgChart1"/>
    <dgm:cxn modelId="{4746C492-7C8B-4D6F-AA53-C712F8ABD3B6}" type="presParOf" srcId="{19DD85D9-49F2-4CE1-8BEA-E226E9BE399C}" destId="{7A24FDD4-ADB7-42B4-9586-F25F7C1F1156}" srcOrd="0" destOrd="0" presId="urn:microsoft.com/office/officeart/2005/8/layout/orgChart1"/>
    <dgm:cxn modelId="{97A5972F-AE74-474D-962D-224E342887EC}" type="presParOf" srcId="{19DD85D9-49F2-4CE1-8BEA-E226E9BE399C}" destId="{72D66C21-55DB-450E-887C-F135A168B690}" srcOrd="1" destOrd="0" presId="urn:microsoft.com/office/officeart/2005/8/layout/orgChart1"/>
    <dgm:cxn modelId="{EFC99FB9-3788-4832-AF3C-944A6C255AE7}" type="presParOf" srcId="{72D66C21-55DB-450E-887C-F135A168B690}" destId="{F87C5974-6B02-46DE-8F9F-B06BCACCCFB4}" srcOrd="0" destOrd="0" presId="urn:microsoft.com/office/officeart/2005/8/layout/orgChart1"/>
    <dgm:cxn modelId="{450F1C9D-C0EF-44AE-9911-755DEBFF3DE4}" type="presParOf" srcId="{F87C5974-6B02-46DE-8F9F-B06BCACCCFB4}" destId="{96598CCD-E1AA-44A4-B0AD-B711BFE8C567}" srcOrd="0" destOrd="0" presId="urn:microsoft.com/office/officeart/2005/8/layout/orgChart1"/>
    <dgm:cxn modelId="{67EBDA66-2DD1-472D-B214-68A08A74B0B8}" type="presParOf" srcId="{F87C5974-6B02-46DE-8F9F-B06BCACCCFB4}" destId="{DD63FFC8-4D75-46B3-BEF3-C7B894E9A4DB}" srcOrd="1" destOrd="0" presId="urn:microsoft.com/office/officeart/2005/8/layout/orgChart1"/>
    <dgm:cxn modelId="{BC397C29-D320-4495-8391-A16A5299E744}" type="presParOf" srcId="{72D66C21-55DB-450E-887C-F135A168B690}" destId="{37FCCA9E-8121-43CF-8DFB-7AAF9CCA6C78}" srcOrd="1" destOrd="0" presId="urn:microsoft.com/office/officeart/2005/8/layout/orgChart1"/>
    <dgm:cxn modelId="{9C164C6B-F736-446A-81ED-BFB3A5852178}" type="presParOf" srcId="{72D66C21-55DB-450E-887C-F135A168B690}" destId="{0519159D-452E-4DED-B64A-35314C20DEE1}" srcOrd="2" destOrd="0" presId="urn:microsoft.com/office/officeart/2005/8/layout/orgChart1"/>
    <dgm:cxn modelId="{F10A5D03-4910-4BB2-A6A1-C31E364A3602}" type="presParOf" srcId="{19DD85D9-49F2-4CE1-8BEA-E226E9BE399C}" destId="{5E3F4068-8BA9-453F-822B-264AD92AFB84}" srcOrd="2" destOrd="0" presId="urn:microsoft.com/office/officeart/2005/8/layout/orgChart1"/>
    <dgm:cxn modelId="{9B84D600-7184-46C8-AAD3-BD8C2BED0E28}" type="presParOf" srcId="{19DD85D9-49F2-4CE1-8BEA-E226E9BE399C}" destId="{3E6CDC6E-F335-4145-9254-B36F902A8DC8}" srcOrd="3" destOrd="0" presId="urn:microsoft.com/office/officeart/2005/8/layout/orgChart1"/>
    <dgm:cxn modelId="{FAC6B60E-3E01-4A0D-929F-C7F14622CCB3}" type="presParOf" srcId="{3E6CDC6E-F335-4145-9254-B36F902A8DC8}" destId="{7B691733-EDBF-4FDF-9FCD-9618540C77E5}" srcOrd="0" destOrd="0" presId="urn:microsoft.com/office/officeart/2005/8/layout/orgChart1"/>
    <dgm:cxn modelId="{6529817F-BCC9-4749-A072-66D419341A20}" type="presParOf" srcId="{7B691733-EDBF-4FDF-9FCD-9618540C77E5}" destId="{2D64400F-78A9-4756-A506-9C724BB03560}" srcOrd="0" destOrd="0" presId="urn:microsoft.com/office/officeart/2005/8/layout/orgChart1"/>
    <dgm:cxn modelId="{CFAAAF77-74F1-4E0E-BAFA-639B41C3E3C7}" type="presParOf" srcId="{7B691733-EDBF-4FDF-9FCD-9618540C77E5}" destId="{D983545D-9E20-4E63-8872-A6A5D2EAEB38}" srcOrd="1" destOrd="0" presId="urn:microsoft.com/office/officeart/2005/8/layout/orgChart1"/>
    <dgm:cxn modelId="{251BD0EF-9FFD-4530-A9A1-BB562FAE64F9}" type="presParOf" srcId="{3E6CDC6E-F335-4145-9254-B36F902A8DC8}" destId="{87EB960C-14E5-49B3-95B8-7DBBF81F6EE3}" srcOrd="1" destOrd="0" presId="urn:microsoft.com/office/officeart/2005/8/layout/orgChart1"/>
    <dgm:cxn modelId="{2E45A5B9-054D-4BB0-9BF7-6B0DF87289BA}" type="presParOf" srcId="{3E6CDC6E-F335-4145-9254-B36F902A8DC8}" destId="{31EA1031-8923-40D4-AC9F-9564030D0489}" srcOrd="2" destOrd="0" presId="urn:microsoft.com/office/officeart/2005/8/layout/orgChart1"/>
    <dgm:cxn modelId="{1BA01338-842D-451C-BB3C-3A1EE3686850}" type="presParOf" srcId="{19DD85D9-49F2-4CE1-8BEA-E226E9BE399C}" destId="{BB916898-3FAD-4BFC-9509-7C4D1AEBDA5B}" srcOrd="4" destOrd="0" presId="urn:microsoft.com/office/officeart/2005/8/layout/orgChart1"/>
    <dgm:cxn modelId="{AA6F36B7-97CC-4B00-A6C2-E211A596E24A}" type="presParOf" srcId="{19DD85D9-49F2-4CE1-8BEA-E226E9BE399C}" destId="{3EBF0705-39E3-400A-ABAD-210E82914DC7}" srcOrd="5" destOrd="0" presId="urn:microsoft.com/office/officeart/2005/8/layout/orgChart1"/>
    <dgm:cxn modelId="{5F279460-B29D-4468-8349-1116683EDCE7}" type="presParOf" srcId="{3EBF0705-39E3-400A-ABAD-210E82914DC7}" destId="{F3BFED82-FB82-4CF3-ACFB-797FE33F86A0}" srcOrd="0" destOrd="0" presId="urn:microsoft.com/office/officeart/2005/8/layout/orgChart1"/>
    <dgm:cxn modelId="{2246314B-ACA4-4D0D-8D7B-7C0AAB620A94}" type="presParOf" srcId="{F3BFED82-FB82-4CF3-ACFB-797FE33F86A0}" destId="{7318A7D7-297B-4941-875A-939742AAAF70}" srcOrd="0" destOrd="0" presId="urn:microsoft.com/office/officeart/2005/8/layout/orgChart1"/>
    <dgm:cxn modelId="{13994637-0C1B-48A2-86DE-44DE55A46338}" type="presParOf" srcId="{F3BFED82-FB82-4CF3-ACFB-797FE33F86A0}" destId="{779C0ACE-19D0-4B25-85F8-66E64BE3CD59}" srcOrd="1" destOrd="0" presId="urn:microsoft.com/office/officeart/2005/8/layout/orgChart1"/>
    <dgm:cxn modelId="{23BAC019-C84A-4092-8754-12A0C8C54ECD}" type="presParOf" srcId="{3EBF0705-39E3-400A-ABAD-210E82914DC7}" destId="{25BDF202-C75D-43DC-833A-0E8A254C99F0}" srcOrd="1" destOrd="0" presId="urn:microsoft.com/office/officeart/2005/8/layout/orgChart1"/>
    <dgm:cxn modelId="{1A4EE997-44C0-46E9-8210-F1C7796C754C}" type="presParOf" srcId="{3EBF0705-39E3-400A-ABAD-210E82914DC7}" destId="{601A29FE-8770-4F41-A651-42CDE5629391}" srcOrd="2" destOrd="0" presId="urn:microsoft.com/office/officeart/2005/8/layout/orgChart1"/>
    <dgm:cxn modelId="{8E6ECC55-14B7-419E-AB72-D094BFFA0132}" type="presParOf" srcId="{3A31DB3D-903E-4D9B-A4D0-209A2BDBE3B2}" destId="{8B60BE79-4615-4852-B666-24EC5E4774FF}" srcOrd="2" destOrd="0" presId="urn:microsoft.com/office/officeart/2005/8/layout/orgChart1"/>
    <dgm:cxn modelId="{F980A20E-A61D-4A4A-BEB5-4696E15234F9}" type="presParOf" srcId="{4E75635F-BF0A-40EC-B20D-25ADDAA1BDB8}" destId="{F845BA34-B5C8-4DB1-BA47-945D4ACC6234}" srcOrd="2" destOrd="0" presId="urn:microsoft.com/office/officeart/2005/8/layout/orgChart1"/>
    <dgm:cxn modelId="{CB005DBF-0661-406C-A15A-06759C415515}" type="presParOf" srcId="{EE25FEE9-C0A4-43A3-BC29-09C1DC02735B}" destId="{CC8BED81-A362-4C99-BB8D-CCEF2E9AE72F}" srcOrd="2" destOrd="0" presId="urn:microsoft.com/office/officeart/2005/8/layout/orgChart1"/>
    <dgm:cxn modelId="{5F1C746C-E9C7-4DED-9E45-14E4A5CF532D}" type="presParOf" srcId="{EE25FEE9-C0A4-43A3-BC29-09C1DC02735B}" destId="{2D76D609-4730-4869-A242-08FD56DF8918}" srcOrd="3" destOrd="0" presId="urn:microsoft.com/office/officeart/2005/8/layout/orgChart1"/>
    <dgm:cxn modelId="{81BEB2E3-A041-4AB0-9EDC-3366CCBBFD1D}" type="presParOf" srcId="{2D76D609-4730-4869-A242-08FD56DF8918}" destId="{EBB943D3-0647-4D24-B388-C267ECA53D8D}" srcOrd="0" destOrd="0" presId="urn:microsoft.com/office/officeart/2005/8/layout/orgChart1"/>
    <dgm:cxn modelId="{13F2B2B4-BF5C-43A2-AB45-CE04B9AD603D}" type="presParOf" srcId="{EBB943D3-0647-4D24-B388-C267ECA53D8D}" destId="{FD613575-A898-41F5-896E-E77AA5B9E5C7}" srcOrd="0" destOrd="0" presId="urn:microsoft.com/office/officeart/2005/8/layout/orgChart1"/>
    <dgm:cxn modelId="{02EE5046-AEA6-4E6E-8691-F99FEDDA5FF3}" type="presParOf" srcId="{EBB943D3-0647-4D24-B388-C267ECA53D8D}" destId="{DA5CEF68-1BBB-4F74-8D2E-2037930B3425}" srcOrd="1" destOrd="0" presId="urn:microsoft.com/office/officeart/2005/8/layout/orgChart1"/>
    <dgm:cxn modelId="{5BF3E730-D532-410B-BB78-D3BFFC42FD8C}" type="presParOf" srcId="{2D76D609-4730-4869-A242-08FD56DF8918}" destId="{7B785340-3230-442C-A766-D6C06DAC6BA4}" srcOrd="1" destOrd="0" presId="urn:microsoft.com/office/officeart/2005/8/layout/orgChart1"/>
    <dgm:cxn modelId="{DACDDD08-B0FF-44C9-BB4A-132E3CFA5F3E}" type="presParOf" srcId="{7B785340-3230-442C-A766-D6C06DAC6BA4}" destId="{6E8CDA83-42CE-47E8-910E-3758DD9C2979}" srcOrd="0" destOrd="0" presId="urn:microsoft.com/office/officeart/2005/8/layout/orgChart1"/>
    <dgm:cxn modelId="{13881FF3-B287-4BD3-9423-4765FD10AE47}" type="presParOf" srcId="{7B785340-3230-442C-A766-D6C06DAC6BA4}" destId="{C1BAC3ED-FFB2-4A54-A6F2-7C0B79C88247}" srcOrd="1" destOrd="0" presId="urn:microsoft.com/office/officeart/2005/8/layout/orgChart1"/>
    <dgm:cxn modelId="{EE616456-6228-4A26-8DB3-41B4851E15F6}" type="presParOf" srcId="{C1BAC3ED-FFB2-4A54-A6F2-7C0B79C88247}" destId="{084EE56D-2026-46F1-922D-B75FCA0FFC63}" srcOrd="0" destOrd="0" presId="urn:microsoft.com/office/officeart/2005/8/layout/orgChart1"/>
    <dgm:cxn modelId="{F90D4B26-71BA-4645-B355-CED6651EF64C}" type="presParOf" srcId="{084EE56D-2026-46F1-922D-B75FCA0FFC63}" destId="{7E7B8DB1-C87B-46F0-874A-E7F1E8220E19}" srcOrd="0" destOrd="0" presId="urn:microsoft.com/office/officeart/2005/8/layout/orgChart1"/>
    <dgm:cxn modelId="{57C7FBA7-6C1A-4D2C-8F5C-1C41344D3F15}" type="presParOf" srcId="{084EE56D-2026-46F1-922D-B75FCA0FFC63}" destId="{A09BEC69-C694-4618-B5ED-272B1731CD35}" srcOrd="1" destOrd="0" presId="urn:microsoft.com/office/officeart/2005/8/layout/orgChart1"/>
    <dgm:cxn modelId="{F8A30A5E-ED0D-4767-849E-E600649E3D0A}" type="presParOf" srcId="{C1BAC3ED-FFB2-4A54-A6F2-7C0B79C88247}" destId="{32BA31CF-D1F1-4B8C-8A25-08E0CB7DC3AA}" srcOrd="1" destOrd="0" presId="urn:microsoft.com/office/officeart/2005/8/layout/orgChart1"/>
    <dgm:cxn modelId="{543C9443-0C8B-4433-91B8-1871251220E9}" type="presParOf" srcId="{32BA31CF-D1F1-4B8C-8A25-08E0CB7DC3AA}" destId="{5CD1BE29-1B88-4A95-8B97-F8B8705E7D77}" srcOrd="0" destOrd="0" presId="urn:microsoft.com/office/officeart/2005/8/layout/orgChart1"/>
    <dgm:cxn modelId="{B40C990B-FEBC-4A98-94A8-62D7D673D370}" type="presParOf" srcId="{32BA31CF-D1F1-4B8C-8A25-08E0CB7DC3AA}" destId="{B14ACDE6-1909-4370-BA99-CB7FBA2F8383}" srcOrd="1" destOrd="0" presId="urn:microsoft.com/office/officeart/2005/8/layout/orgChart1"/>
    <dgm:cxn modelId="{D019A20C-9C68-4CA9-B337-A6DD6C77834A}" type="presParOf" srcId="{B14ACDE6-1909-4370-BA99-CB7FBA2F8383}" destId="{599380E0-D6E0-418E-9E58-9BFF1D2EED2A}" srcOrd="0" destOrd="0" presId="urn:microsoft.com/office/officeart/2005/8/layout/orgChart1"/>
    <dgm:cxn modelId="{1E9F6F48-0D78-4689-8938-495FFEB1F2DB}" type="presParOf" srcId="{599380E0-D6E0-418E-9E58-9BFF1D2EED2A}" destId="{0999E4C7-D8A2-4AF2-977F-87B492328EBB}" srcOrd="0" destOrd="0" presId="urn:microsoft.com/office/officeart/2005/8/layout/orgChart1"/>
    <dgm:cxn modelId="{6CC21A7D-9CAF-4D7B-BA62-B35A6FDA3EEC}" type="presParOf" srcId="{599380E0-D6E0-418E-9E58-9BFF1D2EED2A}" destId="{B751B72A-C9D6-40B4-9CE4-E4169B52197C}" srcOrd="1" destOrd="0" presId="urn:microsoft.com/office/officeart/2005/8/layout/orgChart1"/>
    <dgm:cxn modelId="{8E9114D2-F263-46D7-B140-819D2BBFFD46}" type="presParOf" srcId="{B14ACDE6-1909-4370-BA99-CB7FBA2F8383}" destId="{587F4EE9-C810-466D-A863-788F6CA8721F}" srcOrd="1" destOrd="0" presId="urn:microsoft.com/office/officeart/2005/8/layout/orgChart1"/>
    <dgm:cxn modelId="{21C043DD-6603-4B6E-AC79-E08C93B5E2FF}" type="presParOf" srcId="{B14ACDE6-1909-4370-BA99-CB7FBA2F8383}" destId="{44EC2DB5-886E-465C-87E9-525615D7655D}" srcOrd="2" destOrd="0" presId="urn:microsoft.com/office/officeart/2005/8/layout/orgChart1"/>
    <dgm:cxn modelId="{6607F536-2838-4014-90D9-182DB31AD412}" type="presParOf" srcId="{32BA31CF-D1F1-4B8C-8A25-08E0CB7DC3AA}" destId="{BB16EFAF-B14B-4155-B9D2-4459673CA659}" srcOrd="2" destOrd="0" presId="urn:microsoft.com/office/officeart/2005/8/layout/orgChart1"/>
    <dgm:cxn modelId="{FFCEF160-3F23-45FD-BD79-FAEA2A0403A1}" type="presParOf" srcId="{32BA31CF-D1F1-4B8C-8A25-08E0CB7DC3AA}" destId="{7EAB707D-0F45-440C-8A1F-A432023C5A82}" srcOrd="3" destOrd="0" presId="urn:microsoft.com/office/officeart/2005/8/layout/orgChart1"/>
    <dgm:cxn modelId="{F20D7477-F93B-408E-902D-0C053C4C130A}" type="presParOf" srcId="{7EAB707D-0F45-440C-8A1F-A432023C5A82}" destId="{F1805062-852B-47D1-B856-283178981E1C}" srcOrd="0" destOrd="0" presId="urn:microsoft.com/office/officeart/2005/8/layout/orgChart1"/>
    <dgm:cxn modelId="{FABC81A0-D572-4D13-B708-5B23E4A62FBB}" type="presParOf" srcId="{F1805062-852B-47D1-B856-283178981E1C}" destId="{3D7B121C-CF22-4E06-9351-0E71D9A4EC23}" srcOrd="0" destOrd="0" presId="urn:microsoft.com/office/officeart/2005/8/layout/orgChart1"/>
    <dgm:cxn modelId="{F32F1F55-C849-41B7-9B7C-D92A824B2946}" type="presParOf" srcId="{F1805062-852B-47D1-B856-283178981E1C}" destId="{4CB7D604-0707-4C12-B4B4-A4EF39A0CB61}" srcOrd="1" destOrd="0" presId="urn:microsoft.com/office/officeart/2005/8/layout/orgChart1"/>
    <dgm:cxn modelId="{0D59F9F1-ADDD-460E-B6BE-2DF5B4BBC3DB}" type="presParOf" srcId="{7EAB707D-0F45-440C-8A1F-A432023C5A82}" destId="{F7AC85CF-32FF-4692-BA7F-C33EC467CF40}" srcOrd="1" destOrd="0" presId="urn:microsoft.com/office/officeart/2005/8/layout/orgChart1"/>
    <dgm:cxn modelId="{A28A3C55-0AE0-4A4D-86D9-C097A04E9664}" type="presParOf" srcId="{7EAB707D-0F45-440C-8A1F-A432023C5A82}" destId="{B8886B5C-354A-46DA-940D-8A3DF6575A62}" srcOrd="2" destOrd="0" presId="urn:microsoft.com/office/officeart/2005/8/layout/orgChart1"/>
    <dgm:cxn modelId="{4502AB22-7AFA-480F-8588-E96BBE96BD27}" type="presParOf" srcId="{32BA31CF-D1F1-4B8C-8A25-08E0CB7DC3AA}" destId="{6E55D00C-7625-4C4E-89B2-F443D3C29081}" srcOrd="4" destOrd="0" presId="urn:microsoft.com/office/officeart/2005/8/layout/orgChart1"/>
    <dgm:cxn modelId="{26313EA3-DE17-409E-B255-AB2807725A38}" type="presParOf" srcId="{32BA31CF-D1F1-4B8C-8A25-08E0CB7DC3AA}" destId="{A55136FD-5334-43DD-A440-8CDDB0E499B6}" srcOrd="5" destOrd="0" presId="urn:microsoft.com/office/officeart/2005/8/layout/orgChart1"/>
    <dgm:cxn modelId="{20432AB9-2C0B-4E8C-B37B-3CFCD83F4CA8}" type="presParOf" srcId="{A55136FD-5334-43DD-A440-8CDDB0E499B6}" destId="{F4FEABCF-EC93-403A-829A-5148C4CEA599}" srcOrd="0" destOrd="0" presId="urn:microsoft.com/office/officeart/2005/8/layout/orgChart1"/>
    <dgm:cxn modelId="{6015355F-556C-4FE2-867C-DC2872C009FA}" type="presParOf" srcId="{F4FEABCF-EC93-403A-829A-5148C4CEA599}" destId="{50ECADE4-F65D-479E-A062-3A524D075131}" srcOrd="0" destOrd="0" presId="urn:microsoft.com/office/officeart/2005/8/layout/orgChart1"/>
    <dgm:cxn modelId="{9203A897-82A9-401B-933F-989131716586}" type="presParOf" srcId="{F4FEABCF-EC93-403A-829A-5148C4CEA599}" destId="{377F6647-CE15-4218-94F2-925DF2A26469}" srcOrd="1" destOrd="0" presId="urn:microsoft.com/office/officeart/2005/8/layout/orgChart1"/>
    <dgm:cxn modelId="{4EA206B1-4AFD-474A-8BAE-0953524001EB}" type="presParOf" srcId="{A55136FD-5334-43DD-A440-8CDDB0E499B6}" destId="{727B4EBB-564E-45A6-BE4A-78291E19A633}" srcOrd="1" destOrd="0" presId="urn:microsoft.com/office/officeart/2005/8/layout/orgChart1"/>
    <dgm:cxn modelId="{63F77433-4A51-4486-B2F7-E9A45DB884A7}" type="presParOf" srcId="{A55136FD-5334-43DD-A440-8CDDB0E499B6}" destId="{73F9BEFF-FB26-4F55-9A11-816B3678E2C7}" srcOrd="2" destOrd="0" presId="urn:microsoft.com/office/officeart/2005/8/layout/orgChart1"/>
    <dgm:cxn modelId="{E04A2C2A-7A55-439B-ADE6-FFF2A4DA2463}" type="presParOf" srcId="{C1BAC3ED-FFB2-4A54-A6F2-7C0B79C88247}" destId="{A283EACD-972C-492A-91CD-CFAA9A2258F1}" srcOrd="2" destOrd="0" presId="urn:microsoft.com/office/officeart/2005/8/layout/orgChart1"/>
    <dgm:cxn modelId="{726B6EF8-B872-4A1A-9C4C-32B86767909F}" type="presParOf" srcId="{7B785340-3230-442C-A766-D6C06DAC6BA4}" destId="{9536AC81-1201-4585-BCE9-314430413C60}" srcOrd="2" destOrd="0" presId="urn:microsoft.com/office/officeart/2005/8/layout/orgChart1"/>
    <dgm:cxn modelId="{28F4CAB4-B381-4CE8-84C7-347DA55C2356}" type="presParOf" srcId="{7B785340-3230-442C-A766-D6C06DAC6BA4}" destId="{F38E2A7F-2897-4FDC-88F1-69F4FEBDE9B4}" srcOrd="3" destOrd="0" presId="urn:microsoft.com/office/officeart/2005/8/layout/orgChart1"/>
    <dgm:cxn modelId="{8600F5A8-E4AE-4681-A961-FAC23992AE21}" type="presParOf" srcId="{F38E2A7F-2897-4FDC-88F1-69F4FEBDE9B4}" destId="{E56BD692-44E4-4A48-BBC4-523EAB9BF132}" srcOrd="0" destOrd="0" presId="urn:microsoft.com/office/officeart/2005/8/layout/orgChart1"/>
    <dgm:cxn modelId="{7CD4D7A7-7D79-4A1A-BECF-6AB906B3FBB7}" type="presParOf" srcId="{E56BD692-44E4-4A48-BBC4-523EAB9BF132}" destId="{0467C9F2-1327-4A3E-B2E2-4C82F5B4348F}" srcOrd="0" destOrd="0" presId="urn:microsoft.com/office/officeart/2005/8/layout/orgChart1"/>
    <dgm:cxn modelId="{F15A1BEC-0F76-43E1-9B1B-EB37CF7ACC94}" type="presParOf" srcId="{E56BD692-44E4-4A48-BBC4-523EAB9BF132}" destId="{F0A42DF4-2B7D-4829-B600-9FF573DBC85E}" srcOrd="1" destOrd="0" presId="urn:microsoft.com/office/officeart/2005/8/layout/orgChart1"/>
    <dgm:cxn modelId="{9E0D377D-B214-467D-90B7-CF307D147D42}" type="presParOf" srcId="{F38E2A7F-2897-4FDC-88F1-69F4FEBDE9B4}" destId="{FCEC6899-461A-452D-8C72-28F8CC7373DF}" srcOrd="1" destOrd="0" presId="urn:microsoft.com/office/officeart/2005/8/layout/orgChart1"/>
    <dgm:cxn modelId="{4726A8E5-1023-46FE-9438-8190578D0F40}" type="presParOf" srcId="{FCEC6899-461A-452D-8C72-28F8CC7373DF}" destId="{A0FD088B-33F5-4BFE-A1DA-A07B1C8A0F37}" srcOrd="0" destOrd="0" presId="urn:microsoft.com/office/officeart/2005/8/layout/orgChart1"/>
    <dgm:cxn modelId="{740B39B4-7191-4267-8629-9915FFC5560A}" type="presParOf" srcId="{FCEC6899-461A-452D-8C72-28F8CC7373DF}" destId="{D418B2EB-D149-4783-8BDD-2F0661955657}" srcOrd="1" destOrd="0" presId="urn:microsoft.com/office/officeart/2005/8/layout/orgChart1"/>
    <dgm:cxn modelId="{11C0B47D-7901-4A33-B8FE-BB886BAD53A8}" type="presParOf" srcId="{D418B2EB-D149-4783-8BDD-2F0661955657}" destId="{108E3AB5-6905-4AA5-81EB-B1C265D15D81}" srcOrd="0" destOrd="0" presId="urn:microsoft.com/office/officeart/2005/8/layout/orgChart1"/>
    <dgm:cxn modelId="{20094A4E-741A-43CE-9D21-6F782A63F5CA}" type="presParOf" srcId="{108E3AB5-6905-4AA5-81EB-B1C265D15D81}" destId="{2F4B6304-7B09-453F-AAB4-68E39E988078}" srcOrd="0" destOrd="0" presId="urn:microsoft.com/office/officeart/2005/8/layout/orgChart1"/>
    <dgm:cxn modelId="{B113BE3D-D996-4C29-88EE-ADEE879FD6E2}" type="presParOf" srcId="{108E3AB5-6905-4AA5-81EB-B1C265D15D81}" destId="{0C251CFF-30BA-46B6-AFA7-A3774A5E7660}" srcOrd="1" destOrd="0" presId="urn:microsoft.com/office/officeart/2005/8/layout/orgChart1"/>
    <dgm:cxn modelId="{8396F684-9783-4686-9B4D-0E35FAF6E172}" type="presParOf" srcId="{D418B2EB-D149-4783-8BDD-2F0661955657}" destId="{C46765DB-CF14-4FC5-AA3C-628BBFC367E2}" srcOrd="1" destOrd="0" presId="urn:microsoft.com/office/officeart/2005/8/layout/orgChart1"/>
    <dgm:cxn modelId="{7EB85BB3-CADE-4E70-AFD4-FC2A4C0494C1}" type="presParOf" srcId="{D418B2EB-D149-4783-8BDD-2F0661955657}" destId="{EC0A5F93-BA49-4DBF-95E8-E192B767B335}" srcOrd="2" destOrd="0" presId="urn:microsoft.com/office/officeart/2005/8/layout/orgChart1"/>
    <dgm:cxn modelId="{63996F96-8CFD-419B-8AE5-87A62166A1DF}" type="presParOf" srcId="{FCEC6899-461A-452D-8C72-28F8CC7373DF}" destId="{106AFCDF-FC18-4AEF-BC46-0F41330D740B}" srcOrd="2" destOrd="0" presId="urn:microsoft.com/office/officeart/2005/8/layout/orgChart1"/>
    <dgm:cxn modelId="{276B73EE-2CC8-4F37-8CC0-7B1C87C69D41}" type="presParOf" srcId="{FCEC6899-461A-452D-8C72-28F8CC7373DF}" destId="{D552C6E9-A81C-4147-9051-5C9969D4E68C}" srcOrd="3" destOrd="0" presId="urn:microsoft.com/office/officeart/2005/8/layout/orgChart1"/>
    <dgm:cxn modelId="{2ED5BE57-C345-4414-92FC-8DF5B66ACC8C}" type="presParOf" srcId="{D552C6E9-A81C-4147-9051-5C9969D4E68C}" destId="{CE46E445-EAD1-40F6-B36A-E9588D170D7C}" srcOrd="0" destOrd="0" presId="urn:microsoft.com/office/officeart/2005/8/layout/orgChart1"/>
    <dgm:cxn modelId="{9D5319E2-9E70-4E3B-9D62-75DB37A4AD28}" type="presParOf" srcId="{CE46E445-EAD1-40F6-B36A-E9588D170D7C}" destId="{08009F0F-6DB3-44EF-80BD-E0F5863E561B}" srcOrd="0" destOrd="0" presId="urn:microsoft.com/office/officeart/2005/8/layout/orgChart1"/>
    <dgm:cxn modelId="{ED4E5FD1-C243-4A79-8648-E9D2781503B8}" type="presParOf" srcId="{CE46E445-EAD1-40F6-B36A-E9588D170D7C}" destId="{F6C9B0E0-D847-4FD4-B945-9DD2F515020A}" srcOrd="1" destOrd="0" presId="urn:microsoft.com/office/officeart/2005/8/layout/orgChart1"/>
    <dgm:cxn modelId="{580A57D8-77DB-4AD2-A506-1514F9806BAE}" type="presParOf" srcId="{D552C6E9-A81C-4147-9051-5C9969D4E68C}" destId="{DC36D6CB-0EFD-452F-AC31-3A798919F175}" srcOrd="1" destOrd="0" presId="urn:microsoft.com/office/officeart/2005/8/layout/orgChart1"/>
    <dgm:cxn modelId="{1214E189-A510-4CD2-A3B5-A6FE1C7549B7}" type="presParOf" srcId="{D552C6E9-A81C-4147-9051-5C9969D4E68C}" destId="{525A3DD1-EAA1-4C7C-B4D1-8801842C41BF}" srcOrd="2" destOrd="0" presId="urn:microsoft.com/office/officeart/2005/8/layout/orgChart1"/>
    <dgm:cxn modelId="{7484A837-C58E-46DE-933F-73BD7D1590BE}" type="presParOf" srcId="{F38E2A7F-2897-4FDC-88F1-69F4FEBDE9B4}" destId="{BF5C69D5-1546-413D-9694-59D9403F1038}" srcOrd="2" destOrd="0" presId="urn:microsoft.com/office/officeart/2005/8/layout/orgChart1"/>
    <dgm:cxn modelId="{A1415348-EAD4-4826-ADB3-63F47F8697B0}" type="presParOf" srcId="{2D76D609-4730-4869-A242-08FD56DF8918}" destId="{D1B1DC3C-BC99-4A25-B0A4-D88AE1706E9D}" srcOrd="2" destOrd="0" presId="urn:microsoft.com/office/officeart/2005/8/layout/orgChart1"/>
    <dgm:cxn modelId="{90A747BC-0752-4012-8A7A-FA857D7FABB9}" type="presParOf" srcId="{EE25FEE9-C0A4-43A3-BC29-09C1DC02735B}" destId="{F83724B7-8A68-4068-9F1F-7461351419E8}" srcOrd="4" destOrd="0" presId="urn:microsoft.com/office/officeart/2005/8/layout/orgChart1"/>
    <dgm:cxn modelId="{87F8A972-F418-4865-B357-E8D55739A477}" type="presParOf" srcId="{EE25FEE9-C0A4-43A3-BC29-09C1DC02735B}" destId="{D3A2DA5A-CD9D-4CE3-8E29-9E2E88E33C79}" srcOrd="5" destOrd="0" presId="urn:microsoft.com/office/officeart/2005/8/layout/orgChart1"/>
    <dgm:cxn modelId="{A7C4ECF9-290D-4789-B720-E8C67B3F6117}" type="presParOf" srcId="{D3A2DA5A-CD9D-4CE3-8E29-9E2E88E33C79}" destId="{AB35F270-42CA-4BDF-A6E0-9494FB40B7CF}" srcOrd="0" destOrd="0" presId="urn:microsoft.com/office/officeart/2005/8/layout/orgChart1"/>
    <dgm:cxn modelId="{BB4F298C-3C8C-4C01-A904-CB30F6B7F754}" type="presParOf" srcId="{AB35F270-42CA-4BDF-A6E0-9494FB40B7CF}" destId="{AD8F3E5D-6877-4434-88B6-859210680E76}" srcOrd="0" destOrd="0" presId="urn:microsoft.com/office/officeart/2005/8/layout/orgChart1"/>
    <dgm:cxn modelId="{88E41DB6-82B8-41B6-AAE4-91FCE0405DA8}" type="presParOf" srcId="{AB35F270-42CA-4BDF-A6E0-9494FB40B7CF}" destId="{AC98A31F-2F65-43C3-A122-1006578BB5AC}" srcOrd="1" destOrd="0" presId="urn:microsoft.com/office/officeart/2005/8/layout/orgChart1"/>
    <dgm:cxn modelId="{6C7179C2-A84F-4DDF-A71F-6B8BCFF53EAD}" type="presParOf" srcId="{D3A2DA5A-CD9D-4CE3-8E29-9E2E88E33C79}" destId="{ED98B451-DFA3-42D7-9EA7-7F9B2B6A8175}" srcOrd="1" destOrd="0" presId="urn:microsoft.com/office/officeart/2005/8/layout/orgChart1"/>
    <dgm:cxn modelId="{69678BF8-61DE-4A55-9736-74D6D9BE2811}" type="presParOf" srcId="{ED98B451-DFA3-42D7-9EA7-7F9B2B6A8175}" destId="{5F2222D5-0DD0-403F-8DEF-BF4C4921864E}" srcOrd="0" destOrd="0" presId="urn:microsoft.com/office/officeart/2005/8/layout/orgChart1"/>
    <dgm:cxn modelId="{F3191FF4-316F-480F-AC98-38A086DA99DB}" type="presParOf" srcId="{ED98B451-DFA3-42D7-9EA7-7F9B2B6A8175}" destId="{7B9AF848-06AA-49F7-BF31-CD1A7237DE42}" srcOrd="1" destOrd="0" presId="urn:microsoft.com/office/officeart/2005/8/layout/orgChart1"/>
    <dgm:cxn modelId="{D8BD6F9D-FE90-41A4-A5E0-6701AE9812D0}" type="presParOf" srcId="{7B9AF848-06AA-49F7-BF31-CD1A7237DE42}" destId="{2DAD5747-A91D-4045-816D-F9BCF1B94900}" srcOrd="0" destOrd="0" presId="urn:microsoft.com/office/officeart/2005/8/layout/orgChart1"/>
    <dgm:cxn modelId="{E7E7A132-27DF-4182-9EBF-20B348F23393}" type="presParOf" srcId="{2DAD5747-A91D-4045-816D-F9BCF1B94900}" destId="{A58D9CD5-EC7C-4E1A-924A-3E2D405A4473}" srcOrd="0" destOrd="0" presId="urn:microsoft.com/office/officeart/2005/8/layout/orgChart1"/>
    <dgm:cxn modelId="{D812C83E-EF68-434B-929B-121743E57A2B}" type="presParOf" srcId="{2DAD5747-A91D-4045-816D-F9BCF1B94900}" destId="{20CE54E7-32D5-4786-9076-DE9D513965BA}" srcOrd="1" destOrd="0" presId="urn:microsoft.com/office/officeart/2005/8/layout/orgChart1"/>
    <dgm:cxn modelId="{F94F426B-DF9D-4B8C-B15D-D16549834078}" type="presParOf" srcId="{7B9AF848-06AA-49F7-BF31-CD1A7237DE42}" destId="{3B20CF47-3055-411B-8879-022E47CF9CF8}" srcOrd="1" destOrd="0" presId="urn:microsoft.com/office/officeart/2005/8/layout/orgChart1"/>
    <dgm:cxn modelId="{F5633B47-D711-4999-9838-0A0680B53C23}" type="presParOf" srcId="{3B20CF47-3055-411B-8879-022E47CF9CF8}" destId="{C6F327C7-4B3F-4DC8-8B55-5822D07CCF79}" srcOrd="0" destOrd="0" presId="urn:microsoft.com/office/officeart/2005/8/layout/orgChart1"/>
    <dgm:cxn modelId="{D3385297-13F8-4264-930C-AE3547A6EDE7}" type="presParOf" srcId="{3B20CF47-3055-411B-8879-022E47CF9CF8}" destId="{DDE92ACD-B1DE-476A-985A-2D9CA68A7CE1}" srcOrd="1" destOrd="0" presId="urn:microsoft.com/office/officeart/2005/8/layout/orgChart1"/>
    <dgm:cxn modelId="{B30C7E63-C801-47D7-8D18-FBBDDFE9A613}" type="presParOf" srcId="{DDE92ACD-B1DE-476A-985A-2D9CA68A7CE1}" destId="{0A2CD453-1777-4C54-9D44-FFD186A6BEF3}" srcOrd="0" destOrd="0" presId="urn:microsoft.com/office/officeart/2005/8/layout/orgChart1"/>
    <dgm:cxn modelId="{045A6960-5E09-4565-9710-AD4C9804429F}" type="presParOf" srcId="{0A2CD453-1777-4C54-9D44-FFD186A6BEF3}" destId="{7F026EC1-FEA9-4188-8949-AC14A7C35364}" srcOrd="0" destOrd="0" presId="urn:microsoft.com/office/officeart/2005/8/layout/orgChart1"/>
    <dgm:cxn modelId="{B62012E5-FF28-44F9-B3B9-1271F0E62AF6}" type="presParOf" srcId="{0A2CD453-1777-4C54-9D44-FFD186A6BEF3}" destId="{00F263F7-7ACD-4569-A66D-BB0BAE5DA181}" srcOrd="1" destOrd="0" presId="urn:microsoft.com/office/officeart/2005/8/layout/orgChart1"/>
    <dgm:cxn modelId="{742932B3-B7C1-4541-8030-EED45F1136FE}" type="presParOf" srcId="{DDE92ACD-B1DE-476A-985A-2D9CA68A7CE1}" destId="{B2F1F70E-F278-4131-AE34-96830160B2F7}" srcOrd="1" destOrd="0" presId="urn:microsoft.com/office/officeart/2005/8/layout/orgChart1"/>
    <dgm:cxn modelId="{83F86C5A-515B-4988-B4EE-80F50DF5894D}" type="presParOf" srcId="{DDE92ACD-B1DE-476A-985A-2D9CA68A7CE1}" destId="{686D1D91-3165-4DAD-A156-97DAF2F0A0B5}" srcOrd="2" destOrd="0" presId="urn:microsoft.com/office/officeart/2005/8/layout/orgChart1"/>
    <dgm:cxn modelId="{54B02AAA-1AE1-42F4-84B6-AB7BB1869DB1}" type="presParOf" srcId="{3B20CF47-3055-411B-8879-022E47CF9CF8}" destId="{2B8E2584-B024-4B8A-A736-7A16718A19B4}" srcOrd="2" destOrd="0" presId="urn:microsoft.com/office/officeart/2005/8/layout/orgChart1"/>
    <dgm:cxn modelId="{5AA9D2B3-5469-4886-BEA8-992417A675E3}" type="presParOf" srcId="{3B20CF47-3055-411B-8879-022E47CF9CF8}" destId="{D8911AC3-6E2D-4EE5-80B3-303B1FAF33D7}" srcOrd="3" destOrd="0" presId="urn:microsoft.com/office/officeart/2005/8/layout/orgChart1"/>
    <dgm:cxn modelId="{0CACC9D5-61BD-4649-8DF3-9BA7EA696A96}" type="presParOf" srcId="{D8911AC3-6E2D-4EE5-80B3-303B1FAF33D7}" destId="{280C0918-044D-4A0B-A58F-60BDE8A91D59}" srcOrd="0" destOrd="0" presId="urn:microsoft.com/office/officeart/2005/8/layout/orgChart1"/>
    <dgm:cxn modelId="{1517B3D9-7FF7-42E2-96E3-8E04B8C6DA8C}" type="presParOf" srcId="{280C0918-044D-4A0B-A58F-60BDE8A91D59}" destId="{F37A55F8-5CA0-44EA-A27F-DEFD5459FBD1}" srcOrd="0" destOrd="0" presId="urn:microsoft.com/office/officeart/2005/8/layout/orgChart1"/>
    <dgm:cxn modelId="{FF29767D-A1F5-438E-B88C-6494C4DB7470}" type="presParOf" srcId="{280C0918-044D-4A0B-A58F-60BDE8A91D59}" destId="{922D082F-24BB-48CA-9D43-A2746D42CE7C}" srcOrd="1" destOrd="0" presId="urn:microsoft.com/office/officeart/2005/8/layout/orgChart1"/>
    <dgm:cxn modelId="{6FA02DB4-918F-409A-BCF9-7BCC8FC7CE1B}" type="presParOf" srcId="{D8911AC3-6E2D-4EE5-80B3-303B1FAF33D7}" destId="{81CD1D2C-30CA-4D9E-B0B3-1ED837CBF431}" srcOrd="1" destOrd="0" presId="urn:microsoft.com/office/officeart/2005/8/layout/orgChart1"/>
    <dgm:cxn modelId="{2EB409A1-23AA-4856-A9CD-3563D5B35775}" type="presParOf" srcId="{D8911AC3-6E2D-4EE5-80B3-303B1FAF33D7}" destId="{7CBA4F2C-9619-4D08-8848-F5A7C4A6829B}" srcOrd="2" destOrd="0" presId="urn:microsoft.com/office/officeart/2005/8/layout/orgChart1"/>
    <dgm:cxn modelId="{840158BD-336E-4652-B7EB-CB9EE21EC383}" type="presParOf" srcId="{3B20CF47-3055-411B-8879-022E47CF9CF8}" destId="{E0DADAB3-565E-4084-8586-8D047CCA6429}" srcOrd="4" destOrd="0" presId="urn:microsoft.com/office/officeart/2005/8/layout/orgChart1"/>
    <dgm:cxn modelId="{FD834632-42D5-4030-BB22-8BE235EE44C4}" type="presParOf" srcId="{3B20CF47-3055-411B-8879-022E47CF9CF8}" destId="{234F6F24-C27D-44DB-9C47-AE7F10B3541D}" srcOrd="5" destOrd="0" presId="urn:microsoft.com/office/officeart/2005/8/layout/orgChart1"/>
    <dgm:cxn modelId="{1A375CEB-E68F-47D4-9E2B-C7D6A9A47946}" type="presParOf" srcId="{234F6F24-C27D-44DB-9C47-AE7F10B3541D}" destId="{395D0C1D-AE4F-4434-BFB7-AB8C94B2A498}" srcOrd="0" destOrd="0" presId="urn:microsoft.com/office/officeart/2005/8/layout/orgChart1"/>
    <dgm:cxn modelId="{118A1833-8BBE-4DF2-B78A-4E0C3374B2CA}" type="presParOf" srcId="{395D0C1D-AE4F-4434-BFB7-AB8C94B2A498}" destId="{05E57D69-EF45-4451-AA13-4E1C85B965D2}" srcOrd="0" destOrd="0" presId="urn:microsoft.com/office/officeart/2005/8/layout/orgChart1"/>
    <dgm:cxn modelId="{916F0722-6217-4821-A2BE-6810A47AB90A}" type="presParOf" srcId="{395D0C1D-AE4F-4434-BFB7-AB8C94B2A498}" destId="{2FD4CBEE-611C-4F79-B0E4-592400D7DCCB}" srcOrd="1" destOrd="0" presId="urn:microsoft.com/office/officeart/2005/8/layout/orgChart1"/>
    <dgm:cxn modelId="{1DA9E8FE-EAE3-427F-A6BC-455CB61E44CA}" type="presParOf" srcId="{234F6F24-C27D-44DB-9C47-AE7F10B3541D}" destId="{1CCB4A0A-2C43-4FA8-972E-E8877F642B8F}" srcOrd="1" destOrd="0" presId="urn:microsoft.com/office/officeart/2005/8/layout/orgChart1"/>
    <dgm:cxn modelId="{CCA36EBA-1104-4E40-A83B-B05766BC101B}" type="presParOf" srcId="{234F6F24-C27D-44DB-9C47-AE7F10B3541D}" destId="{D43295E9-106F-43EB-8A91-C18F7E20044C}" srcOrd="2" destOrd="0" presId="urn:microsoft.com/office/officeart/2005/8/layout/orgChart1"/>
    <dgm:cxn modelId="{4EBCAEB2-9E5C-416A-A407-A096235AC242}" type="presParOf" srcId="{7B9AF848-06AA-49F7-BF31-CD1A7237DE42}" destId="{11D74340-09EF-4A24-9CB6-FBFA44F69620}" srcOrd="2" destOrd="0" presId="urn:microsoft.com/office/officeart/2005/8/layout/orgChart1"/>
    <dgm:cxn modelId="{27C5FDC9-33B1-46D5-B8A7-2DBD4AA1C3E2}" type="presParOf" srcId="{ED98B451-DFA3-42D7-9EA7-7F9B2B6A8175}" destId="{FF690CBE-F11F-47F7-AB42-7974481A2C86}" srcOrd="2" destOrd="0" presId="urn:microsoft.com/office/officeart/2005/8/layout/orgChart1"/>
    <dgm:cxn modelId="{6009C3B0-F60F-439D-98AC-852AADD18FFC}" type="presParOf" srcId="{ED98B451-DFA3-42D7-9EA7-7F9B2B6A8175}" destId="{E05E74D5-BACC-4404-9361-CDD1CAD0577A}" srcOrd="3" destOrd="0" presId="urn:microsoft.com/office/officeart/2005/8/layout/orgChart1"/>
    <dgm:cxn modelId="{B0A5A322-5B4A-4CC3-AFD3-8921BF577A6F}" type="presParOf" srcId="{E05E74D5-BACC-4404-9361-CDD1CAD0577A}" destId="{BBAF4DDD-F577-49F7-AA9B-E98549C5E401}" srcOrd="0" destOrd="0" presId="urn:microsoft.com/office/officeart/2005/8/layout/orgChart1"/>
    <dgm:cxn modelId="{3EA96C67-67E1-4F8F-95D3-43903D36151B}" type="presParOf" srcId="{BBAF4DDD-F577-49F7-AA9B-E98549C5E401}" destId="{01501F47-2992-41C1-8338-A9756C7A26EB}" srcOrd="0" destOrd="0" presId="urn:microsoft.com/office/officeart/2005/8/layout/orgChart1"/>
    <dgm:cxn modelId="{F6261710-B783-4F4E-A856-CCEF37DB993E}" type="presParOf" srcId="{BBAF4DDD-F577-49F7-AA9B-E98549C5E401}" destId="{738B70F6-2E52-4AA4-8906-A20C2A1BA328}" srcOrd="1" destOrd="0" presId="urn:microsoft.com/office/officeart/2005/8/layout/orgChart1"/>
    <dgm:cxn modelId="{CFB721FF-1D7A-494A-BB22-0B3A59EC0FD4}" type="presParOf" srcId="{E05E74D5-BACC-4404-9361-CDD1CAD0577A}" destId="{52CCE66D-3D7F-41E1-8404-5F93D50B12FE}" srcOrd="1" destOrd="0" presId="urn:microsoft.com/office/officeart/2005/8/layout/orgChart1"/>
    <dgm:cxn modelId="{C8A31C82-4E12-4CD8-995D-E3E4B16E9984}" type="presParOf" srcId="{52CCE66D-3D7F-41E1-8404-5F93D50B12FE}" destId="{35F6957F-E9C9-4CAA-8F53-39F89716A8AF}" srcOrd="0" destOrd="0" presId="urn:microsoft.com/office/officeart/2005/8/layout/orgChart1"/>
    <dgm:cxn modelId="{3B2A7BF8-6707-4290-B7AF-F123D81C98FF}" type="presParOf" srcId="{52CCE66D-3D7F-41E1-8404-5F93D50B12FE}" destId="{07945CE7-3D36-448B-91AE-75709F2B48F4}" srcOrd="1" destOrd="0" presId="urn:microsoft.com/office/officeart/2005/8/layout/orgChart1"/>
    <dgm:cxn modelId="{3AF6EAE9-A3FB-4618-B860-D156E06DDBDF}" type="presParOf" srcId="{07945CE7-3D36-448B-91AE-75709F2B48F4}" destId="{56B0B405-1C37-4813-A6F5-29EE543A6454}" srcOrd="0" destOrd="0" presId="urn:microsoft.com/office/officeart/2005/8/layout/orgChart1"/>
    <dgm:cxn modelId="{652E2E6A-D3C6-4C1A-8E60-2936E508E57D}" type="presParOf" srcId="{56B0B405-1C37-4813-A6F5-29EE543A6454}" destId="{E4B478F0-0C52-450E-9A45-2F8E1AA33B44}" srcOrd="0" destOrd="0" presId="urn:microsoft.com/office/officeart/2005/8/layout/orgChart1"/>
    <dgm:cxn modelId="{9B7EF560-E278-4FEB-B7A8-6EF45C03C556}" type="presParOf" srcId="{56B0B405-1C37-4813-A6F5-29EE543A6454}" destId="{13A6BFF2-1B0F-4B85-B35B-1B0700207607}" srcOrd="1" destOrd="0" presId="urn:microsoft.com/office/officeart/2005/8/layout/orgChart1"/>
    <dgm:cxn modelId="{F720AADF-F7B4-4FDC-8AA0-349B1E2F4FCA}" type="presParOf" srcId="{07945CE7-3D36-448B-91AE-75709F2B48F4}" destId="{B9A2FA64-E694-4733-A803-61217A0193CF}" srcOrd="1" destOrd="0" presId="urn:microsoft.com/office/officeart/2005/8/layout/orgChart1"/>
    <dgm:cxn modelId="{0AE52D85-F996-4A97-801F-A71497A5765C}" type="presParOf" srcId="{07945CE7-3D36-448B-91AE-75709F2B48F4}" destId="{F1A7979F-2D89-4C0D-B6F3-CBF83B906DBC}" srcOrd="2" destOrd="0" presId="urn:microsoft.com/office/officeart/2005/8/layout/orgChart1"/>
    <dgm:cxn modelId="{DE80C140-9EF9-4E5C-96C3-D09B112B1E20}" type="presParOf" srcId="{52CCE66D-3D7F-41E1-8404-5F93D50B12FE}" destId="{22A63DAF-6A1F-4185-9B30-464E896BE184}" srcOrd="2" destOrd="0" presId="urn:microsoft.com/office/officeart/2005/8/layout/orgChart1"/>
    <dgm:cxn modelId="{8B6A795F-1DBD-4DC8-AC15-A758737A2110}" type="presParOf" srcId="{52CCE66D-3D7F-41E1-8404-5F93D50B12FE}" destId="{6975770B-D8C6-4E6F-9CB1-CFDD5A6D83BE}" srcOrd="3" destOrd="0" presId="urn:microsoft.com/office/officeart/2005/8/layout/orgChart1"/>
    <dgm:cxn modelId="{95D6E328-2846-4092-8DB6-9BB0692E53B0}" type="presParOf" srcId="{6975770B-D8C6-4E6F-9CB1-CFDD5A6D83BE}" destId="{CA94837C-CBA0-4B72-8C1B-E2C8FDC1FFC4}" srcOrd="0" destOrd="0" presId="urn:microsoft.com/office/officeart/2005/8/layout/orgChart1"/>
    <dgm:cxn modelId="{B612B0E0-8278-43C8-9A3B-44080F097CDF}" type="presParOf" srcId="{CA94837C-CBA0-4B72-8C1B-E2C8FDC1FFC4}" destId="{E062CE4B-2AE7-4C8A-AA4F-0714A7829239}" srcOrd="0" destOrd="0" presId="urn:microsoft.com/office/officeart/2005/8/layout/orgChart1"/>
    <dgm:cxn modelId="{D65F5084-9147-4E0A-BE38-F9794DEC3862}" type="presParOf" srcId="{CA94837C-CBA0-4B72-8C1B-E2C8FDC1FFC4}" destId="{49D0106B-6B82-417D-888B-1A4697D1268B}" srcOrd="1" destOrd="0" presId="urn:microsoft.com/office/officeart/2005/8/layout/orgChart1"/>
    <dgm:cxn modelId="{7FFF4927-0BCC-4EF1-AD0B-C5A189DFF629}" type="presParOf" srcId="{6975770B-D8C6-4E6F-9CB1-CFDD5A6D83BE}" destId="{B77B976B-8DB8-4814-869B-B8EA8D20F263}" srcOrd="1" destOrd="0" presId="urn:microsoft.com/office/officeart/2005/8/layout/orgChart1"/>
    <dgm:cxn modelId="{07D5DF34-3C9A-4DE9-A626-634CE7C8C576}" type="presParOf" srcId="{6975770B-D8C6-4E6F-9CB1-CFDD5A6D83BE}" destId="{3CBE84A4-B449-420B-AFCF-9C34867CFF11}" srcOrd="2" destOrd="0" presId="urn:microsoft.com/office/officeart/2005/8/layout/orgChart1"/>
    <dgm:cxn modelId="{662860A5-DE88-402B-A8F2-043A856F9F35}" type="presParOf" srcId="{E05E74D5-BACC-4404-9361-CDD1CAD0577A}" destId="{2F242EE7-B12A-4760-A8B9-B9FC6A4BFD94}" srcOrd="2" destOrd="0" presId="urn:microsoft.com/office/officeart/2005/8/layout/orgChart1"/>
    <dgm:cxn modelId="{2940B58A-0B87-4394-91E8-50441C077C07}" type="presParOf" srcId="{D3A2DA5A-CD9D-4CE3-8E29-9E2E88E33C79}" destId="{24ED4A8B-B631-4BBE-8446-B596B472B277}" srcOrd="2" destOrd="0" presId="urn:microsoft.com/office/officeart/2005/8/layout/orgChart1"/>
    <dgm:cxn modelId="{2D64F5AE-9B52-42A8-A557-3E4C91EF0EC3}" type="presParOf" srcId="{EE25FEE9-C0A4-43A3-BC29-09C1DC02735B}" destId="{253396CA-2023-4B6F-B3D0-486668DC912F}" srcOrd="6" destOrd="0" presId="urn:microsoft.com/office/officeart/2005/8/layout/orgChart1"/>
    <dgm:cxn modelId="{27AA6D2C-5500-4FD3-B636-A4C89F7276B1}" type="presParOf" srcId="{EE25FEE9-C0A4-43A3-BC29-09C1DC02735B}" destId="{8EF269E1-5B3C-4078-9246-F62BFFBFE9C9}" srcOrd="7" destOrd="0" presId="urn:microsoft.com/office/officeart/2005/8/layout/orgChart1"/>
    <dgm:cxn modelId="{36186981-178C-4053-8784-4FE960BD1767}" type="presParOf" srcId="{8EF269E1-5B3C-4078-9246-F62BFFBFE9C9}" destId="{747DEDFC-A8F6-4B4C-B296-53614399CF77}" srcOrd="0" destOrd="0" presId="urn:microsoft.com/office/officeart/2005/8/layout/orgChart1"/>
    <dgm:cxn modelId="{1B578604-EE77-4AFA-B81B-5A7A439AEDC3}" type="presParOf" srcId="{747DEDFC-A8F6-4B4C-B296-53614399CF77}" destId="{75BA3DE3-AA99-4354-BFB6-2EC60D0CF7E3}" srcOrd="0" destOrd="0" presId="urn:microsoft.com/office/officeart/2005/8/layout/orgChart1"/>
    <dgm:cxn modelId="{F1318880-6C71-4167-A315-13A4AF598A4A}" type="presParOf" srcId="{747DEDFC-A8F6-4B4C-B296-53614399CF77}" destId="{BAFDCA28-78EE-4BE1-8A77-03B32F73159A}" srcOrd="1" destOrd="0" presId="urn:microsoft.com/office/officeart/2005/8/layout/orgChart1"/>
    <dgm:cxn modelId="{2ED3B43F-1E8F-4587-9FC7-63FC07243420}" type="presParOf" srcId="{8EF269E1-5B3C-4078-9246-F62BFFBFE9C9}" destId="{CAA5CC5D-AB1A-4EFE-B7C9-269C0C9FBFD6}" srcOrd="1" destOrd="0" presId="urn:microsoft.com/office/officeart/2005/8/layout/orgChart1"/>
    <dgm:cxn modelId="{C2A7E336-BD39-4283-9C72-6F4C30B20438}" type="presParOf" srcId="{CAA5CC5D-AB1A-4EFE-B7C9-269C0C9FBFD6}" destId="{7CCBF48D-7227-464A-9FBF-6500D7B12B35}" srcOrd="0" destOrd="0" presId="urn:microsoft.com/office/officeart/2005/8/layout/orgChart1"/>
    <dgm:cxn modelId="{C10FCF5E-975D-496C-9440-CB8B0F8F2243}" type="presParOf" srcId="{CAA5CC5D-AB1A-4EFE-B7C9-269C0C9FBFD6}" destId="{1545BE7A-E244-4D45-82D3-185CA74EDA6A}" srcOrd="1" destOrd="0" presId="urn:microsoft.com/office/officeart/2005/8/layout/orgChart1"/>
    <dgm:cxn modelId="{4A2F6DB4-6711-4D83-A351-DE576F257335}" type="presParOf" srcId="{1545BE7A-E244-4D45-82D3-185CA74EDA6A}" destId="{624EB374-5361-430B-8378-09A157A66695}" srcOrd="0" destOrd="0" presId="urn:microsoft.com/office/officeart/2005/8/layout/orgChart1"/>
    <dgm:cxn modelId="{EBD8E94E-9BEB-442E-B7A1-9D7FFD29BE67}" type="presParOf" srcId="{624EB374-5361-430B-8378-09A157A66695}" destId="{23097E6C-97B7-41BB-9997-9BFE1B6340E4}" srcOrd="0" destOrd="0" presId="urn:microsoft.com/office/officeart/2005/8/layout/orgChart1"/>
    <dgm:cxn modelId="{78C96375-A59E-40CA-B4D9-B7F211F379F6}" type="presParOf" srcId="{624EB374-5361-430B-8378-09A157A66695}" destId="{3AC27148-942E-49CE-A824-23A976FF33BD}" srcOrd="1" destOrd="0" presId="urn:microsoft.com/office/officeart/2005/8/layout/orgChart1"/>
    <dgm:cxn modelId="{F6F0FB39-5522-4839-913C-13A59437FEE4}" type="presParOf" srcId="{1545BE7A-E244-4D45-82D3-185CA74EDA6A}" destId="{6B0ABC7C-5351-43B6-ABD9-F011F064A5EF}" srcOrd="1" destOrd="0" presId="urn:microsoft.com/office/officeart/2005/8/layout/orgChart1"/>
    <dgm:cxn modelId="{C71E7C16-6285-45DC-B31B-3EECCF8B43AE}" type="presParOf" srcId="{1545BE7A-E244-4D45-82D3-185CA74EDA6A}" destId="{618E4B68-E8E5-426B-BB93-5404586EE115}" srcOrd="2" destOrd="0" presId="urn:microsoft.com/office/officeart/2005/8/layout/orgChart1"/>
    <dgm:cxn modelId="{52DE7319-0A55-446F-9083-5F2F96713463}" type="presParOf" srcId="{CAA5CC5D-AB1A-4EFE-B7C9-269C0C9FBFD6}" destId="{E231088F-D54A-4B67-974D-E04235792F29}" srcOrd="2" destOrd="0" presId="urn:microsoft.com/office/officeart/2005/8/layout/orgChart1"/>
    <dgm:cxn modelId="{3D265F67-62DE-403B-9EE8-1FB33779FE2F}" type="presParOf" srcId="{CAA5CC5D-AB1A-4EFE-B7C9-269C0C9FBFD6}" destId="{DE808A1E-C691-4593-B6B6-96DEB44C457F}" srcOrd="3" destOrd="0" presId="urn:microsoft.com/office/officeart/2005/8/layout/orgChart1"/>
    <dgm:cxn modelId="{99B601DB-9002-47A0-B18D-26EC0486166F}" type="presParOf" srcId="{DE808A1E-C691-4593-B6B6-96DEB44C457F}" destId="{D3E365BB-96CC-4294-9494-DD060B34E8C3}" srcOrd="0" destOrd="0" presId="urn:microsoft.com/office/officeart/2005/8/layout/orgChart1"/>
    <dgm:cxn modelId="{084239C4-168F-43BE-98AD-E31F3D377482}" type="presParOf" srcId="{D3E365BB-96CC-4294-9494-DD060B34E8C3}" destId="{B3E40623-B9E3-4655-80EC-E0B100A35C66}" srcOrd="0" destOrd="0" presId="urn:microsoft.com/office/officeart/2005/8/layout/orgChart1"/>
    <dgm:cxn modelId="{F2549065-0D33-4C61-8A5C-8F602ED47403}" type="presParOf" srcId="{D3E365BB-96CC-4294-9494-DD060B34E8C3}" destId="{D4EB3429-153B-4A4E-917C-479F7A241CD4}" srcOrd="1" destOrd="0" presId="urn:microsoft.com/office/officeart/2005/8/layout/orgChart1"/>
    <dgm:cxn modelId="{2FDCBDDF-6FB9-43BE-806B-59ED3E266946}" type="presParOf" srcId="{DE808A1E-C691-4593-B6B6-96DEB44C457F}" destId="{71164714-0A27-411E-9B8F-B3A8F20B5FBD}" srcOrd="1" destOrd="0" presId="urn:microsoft.com/office/officeart/2005/8/layout/orgChart1"/>
    <dgm:cxn modelId="{8CCAFF90-7948-4FCA-8A2C-04293C733F8F}" type="presParOf" srcId="{DE808A1E-C691-4593-B6B6-96DEB44C457F}" destId="{77C9B17B-A4D6-4210-8746-CB7EA81B22CC}" srcOrd="2" destOrd="0" presId="urn:microsoft.com/office/officeart/2005/8/layout/orgChart1"/>
    <dgm:cxn modelId="{894E7637-B363-4CB9-8B4F-348A3B0B1F72}" type="presParOf" srcId="{CAA5CC5D-AB1A-4EFE-B7C9-269C0C9FBFD6}" destId="{1BCC625F-CBCF-444A-861E-CD07B83207E0}" srcOrd="4" destOrd="0" presId="urn:microsoft.com/office/officeart/2005/8/layout/orgChart1"/>
    <dgm:cxn modelId="{5BE8873A-E2F3-45AD-B052-67AB6D6356FB}" type="presParOf" srcId="{CAA5CC5D-AB1A-4EFE-B7C9-269C0C9FBFD6}" destId="{036B3D63-B230-4B4F-94B3-12015A7F89DC}" srcOrd="5" destOrd="0" presId="urn:microsoft.com/office/officeart/2005/8/layout/orgChart1"/>
    <dgm:cxn modelId="{06B4C1F0-A0C6-4424-926B-E10148AC9665}" type="presParOf" srcId="{036B3D63-B230-4B4F-94B3-12015A7F89DC}" destId="{5A79A0C1-E4EB-45CF-86F2-EA7D29ACB0B6}" srcOrd="0" destOrd="0" presId="urn:microsoft.com/office/officeart/2005/8/layout/orgChart1"/>
    <dgm:cxn modelId="{B88F93FF-9BEB-4160-84FD-F960A0D63DB8}" type="presParOf" srcId="{5A79A0C1-E4EB-45CF-86F2-EA7D29ACB0B6}" destId="{391ED59E-AF6A-4D4F-8DFD-EEC858818628}" srcOrd="0" destOrd="0" presId="urn:microsoft.com/office/officeart/2005/8/layout/orgChart1"/>
    <dgm:cxn modelId="{4360CB79-1CF4-4C3B-AF67-67ACABB0D54C}" type="presParOf" srcId="{5A79A0C1-E4EB-45CF-86F2-EA7D29ACB0B6}" destId="{42421CEA-7B64-472E-8B46-00175B0B3A2E}" srcOrd="1" destOrd="0" presId="urn:microsoft.com/office/officeart/2005/8/layout/orgChart1"/>
    <dgm:cxn modelId="{26CE8EF8-2260-4D8F-ABEA-AA247E59A721}" type="presParOf" srcId="{036B3D63-B230-4B4F-94B3-12015A7F89DC}" destId="{5A2FDD8A-9018-4F5C-B68C-D6820BC9E53C}" srcOrd="1" destOrd="0" presId="urn:microsoft.com/office/officeart/2005/8/layout/orgChart1"/>
    <dgm:cxn modelId="{9A6CB1F5-FA81-4736-AB2C-AA384D289A6E}" type="presParOf" srcId="{036B3D63-B230-4B4F-94B3-12015A7F89DC}" destId="{3F349B71-5B93-48D2-AA15-5988A30EAF7F}" srcOrd="2" destOrd="0" presId="urn:microsoft.com/office/officeart/2005/8/layout/orgChart1"/>
    <dgm:cxn modelId="{E67B7431-0AA2-45E5-9663-644DD2BB3443}" type="presParOf" srcId="{8EF269E1-5B3C-4078-9246-F62BFFBFE9C9}" destId="{0FB8DECA-6149-47E7-B31A-54F7E8C7525D}" srcOrd="2" destOrd="0" presId="urn:microsoft.com/office/officeart/2005/8/layout/orgChart1"/>
    <dgm:cxn modelId="{F4AC80A2-8E45-49B8-A4AD-81E4DA9E1A35}" type="presParOf" srcId="{842694ED-63FE-41F5-8205-A2D2ED7AB622}" destId="{7AE4D891-AFDF-47CA-AE12-C9E64E4BC610}" srcOrd="2" destOrd="0" presId="urn:microsoft.com/office/officeart/2005/8/layout/orgChart1"/>
    <dgm:cxn modelId="{967796E2-3E3B-4CCE-8E31-DA5ECCCF3D67}" type="presParOf" srcId="{9098D234-D388-4106-B539-B7C38DD6D81C}" destId="{AB1F82AE-D204-494B-90C7-632A99586039}" srcOrd="2" destOrd="0" presId="urn:microsoft.com/office/officeart/2005/8/layout/orgChart1"/>
    <dgm:cxn modelId="{2B0EACE1-C9DE-489F-BE92-99BC3445CC46}" type="presParOf" srcId="{9098D234-D388-4106-B539-B7C38DD6D81C}" destId="{DC0B2FDF-D839-45FE-9E9A-D22897A1B887}" srcOrd="3" destOrd="0" presId="urn:microsoft.com/office/officeart/2005/8/layout/orgChart1"/>
    <dgm:cxn modelId="{32526F69-3672-4B6E-976F-265A34E7498E}" type="presParOf" srcId="{DC0B2FDF-D839-45FE-9E9A-D22897A1B887}" destId="{1B76E2B1-AF57-455C-83AC-6048046D1721}" srcOrd="0" destOrd="0" presId="urn:microsoft.com/office/officeart/2005/8/layout/orgChart1"/>
    <dgm:cxn modelId="{1F139FA7-CDD7-408B-B0E8-4F7EC916E026}" type="presParOf" srcId="{1B76E2B1-AF57-455C-83AC-6048046D1721}" destId="{78F581A2-A236-4AAE-9594-81595AF744C3}" srcOrd="0" destOrd="0" presId="urn:microsoft.com/office/officeart/2005/8/layout/orgChart1"/>
    <dgm:cxn modelId="{B2C9282E-5BA1-43E1-A875-14EA99C7049D}" type="presParOf" srcId="{1B76E2B1-AF57-455C-83AC-6048046D1721}" destId="{45497D4B-7384-4409-B2DD-8111D10AE21C}" srcOrd="1" destOrd="0" presId="urn:microsoft.com/office/officeart/2005/8/layout/orgChart1"/>
    <dgm:cxn modelId="{347E6146-2FAB-43AF-B1C7-EA2717D74034}" type="presParOf" srcId="{DC0B2FDF-D839-45FE-9E9A-D22897A1B887}" destId="{7655522E-218E-4AD1-9853-C6F4EBC0DDEE}" srcOrd="1" destOrd="0" presId="urn:microsoft.com/office/officeart/2005/8/layout/orgChart1"/>
    <dgm:cxn modelId="{052FB868-94C7-437A-8FB8-1F6DB3DB6895}" type="presParOf" srcId="{7655522E-218E-4AD1-9853-C6F4EBC0DDEE}" destId="{C2D498E1-98E7-4FD7-9DD9-7BB2AFC68AF5}" srcOrd="0" destOrd="0" presId="urn:microsoft.com/office/officeart/2005/8/layout/orgChart1"/>
    <dgm:cxn modelId="{89EBCCEA-A166-452F-BA01-E433A07DA7E2}" type="presParOf" srcId="{7655522E-218E-4AD1-9853-C6F4EBC0DDEE}" destId="{5E50FA81-30E8-4CE9-8A00-225A415A130D}" srcOrd="1" destOrd="0" presId="urn:microsoft.com/office/officeart/2005/8/layout/orgChart1"/>
    <dgm:cxn modelId="{91273ED0-6122-435E-8214-68DEC5ED81AD}" type="presParOf" srcId="{5E50FA81-30E8-4CE9-8A00-225A415A130D}" destId="{DE16026A-7E77-4567-8DAE-8249478333CC}" srcOrd="0" destOrd="0" presId="urn:microsoft.com/office/officeart/2005/8/layout/orgChart1"/>
    <dgm:cxn modelId="{9627B793-E2A0-4ED1-AFFE-DE2D6BE791D4}" type="presParOf" srcId="{DE16026A-7E77-4567-8DAE-8249478333CC}" destId="{CBCCDB28-3F6C-442B-8F77-E59A150F2BD3}" srcOrd="0" destOrd="0" presId="urn:microsoft.com/office/officeart/2005/8/layout/orgChart1"/>
    <dgm:cxn modelId="{D4E49ABB-E8E4-4E5B-B6E5-7BB8B9605BB6}" type="presParOf" srcId="{DE16026A-7E77-4567-8DAE-8249478333CC}" destId="{59543B8E-F7F1-4AE1-A01C-6DF0AD80DF4D}" srcOrd="1" destOrd="0" presId="urn:microsoft.com/office/officeart/2005/8/layout/orgChart1"/>
    <dgm:cxn modelId="{209DE80A-2803-4C0B-8D8F-A421733D916B}" type="presParOf" srcId="{5E50FA81-30E8-4CE9-8A00-225A415A130D}" destId="{1BA6CA30-B8FD-43AE-8EAE-467D369B9802}" srcOrd="1" destOrd="0" presId="urn:microsoft.com/office/officeart/2005/8/layout/orgChart1"/>
    <dgm:cxn modelId="{4D841AE5-5F7C-4A02-8B75-FA481ECB0AB6}" type="presParOf" srcId="{1BA6CA30-B8FD-43AE-8EAE-467D369B9802}" destId="{F38CD924-AD77-48B7-94BF-C134D4D380EA}" srcOrd="0" destOrd="0" presId="urn:microsoft.com/office/officeart/2005/8/layout/orgChart1"/>
    <dgm:cxn modelId="{0A013F7F-0988-4C00-84CA-6F37165F6670}" type="presParOf" srcId="{1BA6CA30-B8FD-43AE-8EAE-467D369B9802}" destId="{471428EC-D68E-496F-ABA9-FB8532E844BF}" srcOrd="1" destOrd="0" presId="urn:microsoft.com/office/officeart/2005/8/layout/orgChart1"/>
    <dgm:cxn modelId="{98535276-3541-44DD-B3D2-443AF8471065}" type="presParOf" srcId="{471428EC-D68E-496F-ABA9-FB8532E844BF}" destId="{11659DE6-2CFF-4218-8095-D4A39537C894}" srcOrd="0" destOrd="0" presId="urn:microsoft.com/office/officeart/2005/8/layout/orgChart1"/>
    <dgm:cxn modelId="{4274EA1C-9FEB-437C-97A1-909C474B77E7}" type="presParOf" srcId="{11659DE6-2CFF-4218-8095-D4A39537C894}" destId="{44868748-A325-4DCA-8BC0-281D89650CAB}" srcOrd="0" destOrd="0" presId="urn:microsoft.com/office/officeart/2005/8/layout/orgChart1"/>
    <dgm:cxn modelId="{26475B03-42A2-47DA-99C3-3C249F53297A}" type="presParOf" srcId="{11659DE6-2CFF-4218-8095-D4A39537C894}" destId="{07492130-7D6A-4234-99C4-2A7F4BBD991F}" srcOrd="1" destOrd="0" presId="urn:microsoft.com/office/officeart/2005/8/layout/orgChart1"/>
    <dgm:cxn modelId="{270B5B42-F472-4C1A-80B2-164799DFD897}" type="presParOf" srcId="{471428EC-D68E-496F-ABA9-FB8532E844BF}" destId="{4D25547A-BE7C-4D85-8842-27011C4AE735}" srcOrd="1" destOrd="0" presId="urn:microsoft.com/office/officeart/2005/8/layout/orgChart1"/>
    <dgm:cxn modelId="{5AECC488-6EFB-4C4D-A0CF-7FFDE740F4F9}" type="presParOf" srcId="{4D25547A-BE7C-4D85-8842-27011C4AE735}" destId="{55E96FAF-E9D0-4075-9C8F-4B1B19C96FBB}" srcOrd="0" destOrd="0" presId="urn:microsoft.com/office/officeart/2005/8/layout/orgChart1"/>
    <dgm:cxn modelId="{DAA4B017-25EB-47C3-B65A-8F211E2BA58C}" type="presParOf" srcId="{4D25547A-BE7C-4D85-8842-27011C4AE735}" destId="{DBB59108-74DB-4921-8707-6F8E854D4558}" srcOrd="1" destOrd="0" presId="urn:microsoft.com/office/officeart/2005/8/layout/orgChart1"/>
    <dgm:cxn modelId="{FC45BF0B-D873-45BD-BDC4-E0A29220423A}" type="presParOf" srcId="{DBB59108-74DB-4921-8707-6F8E854D4558}" destId="{D6DD2E92-DA43-403E-B49C-FB3F99638050}" srcOrd="0" destOrd="0" presId="urn:microsoft.com/office/officeart/2005/8/layout/orgChart1"/>
    <dgm:cxn modelId="{9C9EC962-A8A6-4AC2-A357-FF1157DAE8F3}" type="presParOf" srcId="{D6DD2E92-DA43-403E-B49C-FB3F99638050}" destId="{8777B657-BEBB-472D-81F8-61A9B436AC46}" srcOrd="0" destOrd="0" presId="urn:microsoft.com/office/officeart/2005/8/layout/orgChart1"/>
    <dgm:cxn modelId="{C7FD820A-85BF-4E14-A1A1-7F6000CBC069}" type="presParOf" srcId="{D6DD2E92-DA43-403E-B49C-FB3F99638050}" destId="{CA86ECE2-A4D4-44ED-AF15-9CE471B73843}" srcOrd="1" destOrd="0" presId="urn:microsoft.com/office/officeart/2005/8/layout/orgChart1"/>
    <dgm:cxn modelId="{97BA9CBA-183E-4048-90BC-C60822A05EEB}" type="presParOf" srcId="{DBB59108-74DB-4921-8707-6F8E854D4558}" destId="{58B34323-5AAB-4F95-9A97-AEB220E7D1F6}" srcOrd="1" destOrd="0" presId="urn:microsoft.com/office/officeart/2005/8/layout/orgChart1"/>
    <dgm:cxn modelId="{9897939D-DE67-42A8-A6AE-127141A2A86D}" type="presParOf" srcId="{DBB59108-74DB-4921-8707-6F8E854D4558}" destId="{F2FF01DC-BB53-4805-A9F6-B653331030CE}" srcOrd="2" destOrd="0" presId="urn:microsoft.com/office/officeart/2005/8/layout/orgChart1"/>
    <dgm:cxn modelId="{7D9E3FE2-6245-4689-9DA9-9447B7393026}" type="presParOf" srcId="{4D25547A-BE7C-4D85-8842-27011C4AE735}" destId="{E9D0849D-28A7-4279-9916-E399617C812F}" srcOrd="2" destOrd="0" presId="urn:microsoft.com/office/officeart/2005/8/layout/orgChart1"/>
    <dgm:cxn modelId="{B553AAB9-7CB2-4EF1-AC9E-7C0EF80FE10D}" type="presParOf" srcId="{4D25547A-BE7C-4D85-8842-27011C4AE735}" destId="{E055CE78-7D60-4C23-8C6A-457DDE82F4A4}" srcOrd="3" destOrd="0" presId="urn:microsoft.com/office/officeart/2005/8/layout/orgChart1"/>
    <dgm:cxn modelId="{8619890D-E5A1-46A7-B59D-3116C89FC529}" type="presParOf" srcId="{E055CE78-7D60-4C23-8C6A-457DDE82F4A4}" destId="{0E3C15D7-1C80-482F-9855-B46B63AE2473}" srcOrd="0" destOrd="0" presId="urn:microsoft.com/office/officeart/2005/8/layout/orgChart1"/>
    <dgm:cxn modelId="{44CA0D83-1AD5-416D-ABC6-7B20F00B313F}" type="presParOf" srcId="{0E3C15D7-1C80-482F-9855-B46B63AE2473}" destId="{A2AAA75D-1CB4-407E-B3EE-D44AC4E02C6C}" srcOrd="0" destOrd="0" presId="urn:microsoft.com/office/officeart/2005/8/layout/orgChart1"/>
    <dgm:cxn modelId="{F88DA9B6-E894-41B9-A2C6-901BF592A613}" type="presParOf" srcId="{0E3C15D7-1C80-482F-9855-B46B63AE2473}" destId="{EA22F5AB-452C-4D7F-8108-C4E7F72B8E6F}" srcOrd="1" destOrd="0" presId="urn:microsoft.com/office/officeart/2005/8/layout/orgChart1"/>
    <dgm:cxn modelId="{F2675895-117D-42F4-B682-9FF4AF4348DE}" type="presParOf" srcId="{E055CE78-7D60-4C23-8C6A-457DDE82F4A4}" destId="{8FA494EA-3722-4E96-811C-7529F5EC3305}" srcOrd="1" destOrd="0" presId="urn:microsoft.com/office/officeart/2005/8/layout/orgChart1"/>
    <dgm:cxn modelId="{0914DEF2-199B-421A-AA1F-205A46B1647B}" type="presParOf" srcId="{E055CE78-7D60-4C23-8C6A-457DDE82F4A4}" destId="{38D5756E-D4E8-4583-B988-4673C2A9A43C}" srcOrd="2" destOrd="0" presId="urn:microsoft.com/office/officeart/2005/8/layout/orgChart1"/>
    <dgm:cxn modelId="{0AE67A78-896F-411C-A493-4C221786D9F8}" type="presParOf" srcId="{471428EC-D68E-496F-ABA9-FB8532E844BF}" destId="{5024964F-CDB1-43BC-92E2-1E03F7D7FD0D}" srcOrd="2" destOrd="0" presId="urn:microsoft.com/office/officeart/2005/8/layout/orgChart1"/>
    <dgm:cxn modelId="{17D02B93-E756-47E8-8FE9-235D045B512E}" type="presParOf" srcId="{1BA6CA30-B8FD-43AE-8EAE-467D369B9802}" destId="{E8D5DC35-EFEF-4EC7-84EE-8C209E611921}" srcOrd="2" destOrd="0" presId="urn:microsoft.com/office/officeart/2005/8/layout/orgChart1"/>
    <dgm:cxn modelId="{0A5C9E71-B0BF-4CB3-B678-C0A5D904D350}" type="presParOf" srcId="{1BA6CA30-B8FD-43AE-8EAE-467D369B9802}" destId="{325E0A35-1990-4B62-9CBF-FE4C0B358632}" srcOrd="3" destOrd="0" presId="urn:microsoft.com/office/officeart/2005/8/layout/orgChart1"/>
    <dgm:cxn modelId="{C00598C0-739D-403E-A3E8-8724AEF1F351}" type="presParOf" srcId="{325E0A35-1990-4B62-9CBF-FE4C0B358632}" destId="{F140BB3E-16A3-45B2-9DEB-594D322C1B05}" srcOrd="0" destOrd="0" presId="urn:microsoft.com/office/officeart/2005/8/layout/orgChart1"/>
    <dgm:cxn modelId="{5AB26D86-5391-4F78-B325-D50B8F576523}" type="presParOf" srcId="{F140BB3E-16A3-45B2-9DEB-594D322C1B05}" destId="{521C78FF-7CA1-4AA7-833D-CA886A648D64}" srcOrd="0" destOrd="0" presId="urn:microsoft.com/office/officeart/2005/8/layout/orgChart1"/>
    <dgm:cxn modelId="{F7F3B048-E2BF-4856-A682-4A255FE5CEDE}" type="presParOf" srcId="{F140BB3E-16A3-45B2-9DEB-594D322C1B05}" destId="{32161E13-B50E-4547-9076-99CD83ECEFF1}" srcOrd="1" destOrd="0" presId="urn:microsoft.com/office/officeart/2005/8/layout/orgChart1"/>
    <dgm:cxn modelId="{18C348B1-07B3-4617-8319-0D100E9DDDC0}" type="presParOf" srcId="{325E0A35-1990-4B62-9CBF-FE4C0B358632}" destId="{10BC7275-8A65-470B-9D32-183D51F9128D}" srcOrd="1" destOrd="0" presId="urn:microsoft.com/office/officeart/2005/8/layout/orgChart1"/>
    <dgm:cxn modelId="{9BBC2B5A-D466-4F6F-894A-8E2A7D72ADDA}" type="presParOf" srcId="{10BC7275-8A65-470B-9D32-183D51F9128D}" destId="{A451FE72-65D1-497E-8239-CC85C56A15E4}" srcOrd="0" destOrd="0" presId="urn:microsoft.com/office/officeart/2005/8/layout/orgChart1"/>
    <dgm:cxn modelId="{9293F389-2262-4A26-ACDD-830F13BBED82}" type="presParOf" srcId="{10BC7275-8A65-470B-9D32-183D51F9128D}" destId="{70F85205-D921-4863-ABF3-96EABDEA3E71}" srcOrd="1" destOrd="0" presId="urn:microsoft.com/office/officeart/2005/8/layout/orgChart1"/>
    <dgm:cxn modelId="{022B928D-94AB-426C-A404-8834E69138BF}" type="presParOf" srcId="{70F85205-D921-4863-ABF3-96EABDEA3E71}" destId="{6432F5F9-B766-4365-9759-6E48BF7C5265}" srcOrd="0" destOrd="0" presId="urn:microsoft.com/office/officeart/2005/8/layout/orgChart1"/>
    <dgm:cxn modelId="{E0485274-60B0-4A7F-B754-094A83AD32AD}" type="presParOf" srcId="{6432F5F9-B766-4365-9759-6E48BF7C5265}" destId="{2D712440-CF72-4A12-BC8D-073CCB231704}" srcOrd="0" destOrd="0" presId="urn:microsoft.com/office/officeart/2005/8/layout/orgChart1"/>
    <dgm:cxn modelId="{B3C6E83C-9B36-4D3D-95AE-3FBA242E4047}" type="presParOf" srcId="{6432F5F9-B766-4365-9759-6E48BF7C5265}" destId="{DF5A450C-99B5-4382-B8CC-9FA13FD0E2F2}" srcOrd="1" destOrd="0" presId="urn:microsoft.com/office/officeart/2005/8/layout/orgChart1"/>
    <dgm:cxn modelId="{6AF62C96-3AB1-489E-BA64-29E571DBC503}" type="presParOf" srcId="{70F85205-D921-4863-ABF3-96EABDEA3E71}" destId="{AD7B1F1B-4A88-4809-A932-E7805301E55B}" srcOrd="1" destOrd="0" presId="urn:microsoft.com/office/officeart/2005/8/layout/orgChart1"/>
    <dgm:cxn modelId="{3810BAFB-1375-474B-BEF7-B5B522F14AC4}" type="presParOf" srcId="{70F85205-D921-4863-ABF3-96EABDEA3E71}" destId="{AA3396E2-6982-43D0-BF46-4E748DB11460}" srcOrd="2" destOrd="0" presId="urn:microsoft.com/office/officeart/2005/8/layout/orgChart1"/>
    <dgm:cxn modelId="{52F2F801-6EA7-48E0-B18B-E600293C089A}" type="presParOf" srcId="{10BC7275-8A65-470B-9D32-183D51F9128D}" destId="{1C880A9C-5BE4-4596-BAA3-41E8CBF9D83D}" srcOrd="2" destOrd="0" presId="urn:microsoft.com/office/officeart/2005/8/layout/orgChart1"/>
    <dgm:cxn modelId="{9A3445ED-B7FD-433C-AA79-D968CDEA90AF}" type="presParOf" srcId="{10BC7275-8A65-470B-9D32-183D51F9128D}" destId="{427064C7-904B-47E6-8D79-32DB3C06AF3F}" srcOrd="3" destOrd="0" presId="urn:microsoft.com/office/officeart/2005/8/layout/orgChart1"/>
    <dgm:cxn modelId="{8E73AED6-43CE-48EF-9180-724700BFD150}" type="presParOf" srcId="{427064C7-904B-47E6-8D79-32DB3C06AF3F}" destId="{2FDC4BA3-9CE2-42DB-BFDD-C1B477B49F31}" srcOrd="0" destOrd="0" presId="urn:microsoft.com/office/officeart/2005/8/layout/orgChart1"/>
    <dgm:cxn modelId="{D2F1C428-2B4E-46E7-9AAE-1713689FC1F7}" type="presParOf" srcId="{2FDC4BA3-9CE2-42DB-BFDD-C1B477B49F31}" destId="{F0F7D6E5-A88C-4133-A8A5-C224BE4DA5F4}" srcOrd="0" destOrd="0" presId="urn:microsoft.com/office/officeart/2005/8/layout/orgChart1"/>
    <dgm:cxn modelId="{B8735ED2-3A95-4E23-975C-BE1416AAD768}" type="presParOf" srcId="{2FDC4BA3-9CE2-42DB-BFDD-C1B477B49F31}" destId="{A99125AF-87F7-4C43-A2B4-EB9DD35673EA}" srcOrd="1" destOrd="0" presId="urn:microsoft.com/office/officeart/2005/8/layout/orgChart1"/>
    <dgm:cxn modelId="{F148CE97-7A58-45D1-8281-DC80DE8C38B8}" type="presParOf" srcId="{427064C7-904B-47E6-8D79-32DB3C06AF3F}" destId="{0A64C46C-AD8A-492C-BB96-38E01BCC5EED}" srcOrd="1" destOrd="0" presId="urn:microsoft.com/office/officeart/2005/8/layout/orgChart1"/>
    <dgm:cxn modelId="{534B3469-5C39-4B22-BECC-0BD0EB5A292F}" type="presParOf" srcId="{427064C7-904B-47E6-8D79-32DB3C06AF3F}" destId="{329D0D69-2638-4B05-AAE4-FFEC0802FB54}" srcOrd="2" destOrd="0" presId="urn:microsoft.com/office/officeart/2005/8/layout/orgChart1"/>
    <dgm:cxn modelId="{3699B3D8-4EF1-49AE-85A2-DC7EB5CE0B29}" type="presParOf" srcId="{10BC7275-8A65-470B-9D32-183D51F9128D}" destId="{00A1A5A3-C1CD-4EAA-BB62-1088D77C7554}" srcOrd="4" destOrd="0" presId="urn:microsoft.com/office/officeart/2005/8/layout/orgChart1"/>
    <dgm:cxn modelId="{A35F6005-F00F-41E0-8078-B1A5E61C6308}" type="presParOf" srcId="{10BC7275-8A65-470B-9D32-183D51F9128D}" destId="{8B178807-2D5E-439F-8F6D-8AEEC8D0E07E}" srcOrd="5" destOrd="0" presId="urn:microsoft.com/office/officeart/2005/8/layout/orgChart1"/>
    <dgm:cxn modelId="{777B06C6-B3C2-4FD8-A56E-1DC5596F55C5}" type="presParOf" srcId="{8B178807-2D5E-439F-8F6D-8AEEC8D0E07E}" destId="{E05F36D0-48A9-4757-9004-C3ABE4259D75}" srcOrd="0" destOrd="0" presId="urn:microsoft.com/office/officeart/2005/8/layout/orgChart1"/>
    <dgm:cxn modelId="{DD72EEF1-E4FE-4D97-8FAB-C10C35DBB831}" type="presParOf" srcId="{E05F36D0-48A9-4757-9004-C3ABE4259D75}" destId="{6FDB9B7C-8D5D-46A0-B56C-249811C37542}" srcOrd="0" destOrd="0" presId="urn:microsoft.com/office/officeart/2005/8/layout/orgChart1"/>
    <dgm:cxn modelId="{ECCBFCE0-36DB-41F8-89D2-C8398CDD5CCA}" type="presParOf" srcId="{E05F36D0-48A9-4757-9004-C3ABE4259D75}" destId="{565D0F4A-7547-4F9B-A81F-84EBC45C2E66}" srcOrd="1" destOrd="0" presId="urn:microsoft.com/office/officeart/2005/8/layout/orgChart1"/>
    <dgm:cxn modelId="{F851B488-D587-4D16-A769-B0EC5D84DB2C}" type="presParOf" srcId="{8B178807-2D5E-439F-8F6D-8AEEC8D0E07E}" destId="{39CDC612-462A-40DF-B958-DB0BCB0D6370}" srcOrd="1" destOrd="0" presId="urn:microsoft.com/office/officeart/2005/8/layout/orgChart1"/>
    <dgm:cxn modelId="{170F4D73-2C1C-4B6E-865F-DF45BF5767D8}" type="presParOf" srcId="{8B178807-2D5E-439F-8F6D-8AEEC8D0E07E}" destId="{7493614B-153B-4DB4-817E-D9166087A388}" srcOrd="2" destOrd="0" presId="urn:microsoft.com/office/officeart/2005/8/layout/orgChart1"/>
    <dgm:cxn modelId="{65B3E8CC-EC81-4723-8AFE-F9087907CA67}" type="presParOf" srcId="{325E0A35-1990-4B62-9CBF-FE4C0B358632}" destId="{783D49C5-ADD1-4AB3-B405-79F6C438A60E}" srcOrd="2" destOrd="0" presId="urn:microsoft.com/office/officeart/2005/8/layout/orgChart1"/>
    <dgm:cxn modelId="{DDB78037-B065-4C64-A920-119AA455816E}" type="presParOf" srcId="{1BA6CA30-B8FD-43AE-8EAE-467D369B9802}" destId="{3FA1A634-AC53-4ABB-80B1-24F78EB5B80A}" srcOrd="4" destOrd="0" presId="urn:microsoft.com/office/officeart/2005/8/layout/orgChart1"/>
    <dgm:cxn modelId="{322D8AA4-CA6D-4647-8167-590030B75AD3}" type="presParOf" srcId="{1BA6CA30-B8FD-43AE-8EAE-467D369B9802}" destId="{F86642AB-744C-4C4A-A01B-9FE5F13A66BD}" srcOrd="5" destOrd="0" presId="urn:microsoft.com/office/officeart/2005/8/layout/orgChart1"/>
    <dgm:cxn modelId="{0A5FDCA3-C95D-4FC0-9339-0A44670E5205}" type="presParOf" srcId="{F86642AB-744C-4C4A-A01B-9FE5F13A66BD}" destId="{7DE9A8F0-3174-48BB-B737-8985BABB94BB}" srcOrd="0" destOrd="0" presId="urn:microsoft.com/office/officeart/2005/8/layout/orgChart1"/>
    <dgm:cxn modelId="{15A76127-C937-4D48-AD77-1DEA23998DD9}" type="presParOf" srcId="{7DE9A8F0-3174-48BB-B737-8985BABB94BB}" destId="{FED667C9-3818-4325-B600-3C457E3CEBBE}" srcOrd="0" destOrd="0" presId="urn:microsoft.com/office/officeart/2005/8/layout/orgChart1"/>
    <dgm:cxn modelId="{181B9E1F-2ADF-4F21-8FFB-0D9D44AB2553}" type="presParOf" srcId="{7DE9A8F0-3174-48BB-B737-8985BABB94BB}" destId="{B87CE1B3-47B6-478E-9009-93BA46523C6D}" srcOrd="1" destOrd="0" presId="urn:microsoft.com/office/officeart/2005/8/layout/orgChart1"/>
    <dgm:cxn modelId="{2BCB6F0A-ED45-4ADD-ABEB-67C31F89EF6C}" type="presParOf" srcId="{F86642AB-744C-4C4A-A01B-9FE5F13A66BD}" destId="{247A15C9-8D47-4E5A-A0E4-7E733B97C698}" srcOrd="1" destOrd="0" presId="urn:microsoft.com/office/officeart/2005/8/layout/orgChart1"/>
    <dgm:cxn modelId="{6C2004E1-9434-4638-9357-B01EDC41ABA2}" type="presParOf" srcId="{247A15C9-8D47-4E5A-A0E4-7E733B97C698}" destId="{17EF20BD-6F6A-49E1-8D9F-13300921DECA}" srcOrd="0" destOrd="0" presId="urn:microsoft.com/office/officeart/2005/8/layout/orgChart1"/>
    <dgm:cxn modelId="{03D67EFE-A9AF-4363-A11B-29FCB9AECC94}" type="presParOf" srcId="{247A15C9-8D47-4E5A-A0E4-7E733B97C698}" destId="{D9B46069-EC9B-4C74-9778-C53D0F956AC6}" srcOrd="1" destOrd="0" presId="urn:microsoft.com/office/officeart/2005/8/layout/orgChart1"/>
    <dgm:cxn modelId="{021C1069-C744-457B-8229-0505297F39BE}" type="presParOf" srcId="{D9B46069-EC9B-4C74-9778-C53D0F956AC6}" destId="{D47775B6-680E-457C-A6EA-027ACFB82D62}" srcOrd="0" destOrd="0" presId="urn:microsoft.com/office/officeart/2005/8/layout/orgChart1"/>
    <dgm:cxn modelId="{0CC7ECDD-D5F0-46FD-ACEC-2B76F082E793}" type="presParOf" srcId="{D47775B6-680E-457C-A6EA-027ACFB82D62}" destId="{5AE364EB-21F4-4655-9874-B208EC73C077}" srcOrd="0" destOrd="0" presId="urn:microsoft.com/office/officeart/2005/8/layout/orgChart1"/>
    <dgm:cxn modelId="{33E670AC-B395-425D-95C9-EEB4F2B416E0}" type="presParOf" srcId="{D47775B6-680E-457C-A6EA-027ACFB82D62}" destId="{6D5386B2-FFDA-43E2-B353-CA9109B2933E}" srcOrd="1" destOrd="0" presId="urn:microsoft.com/office/officeart/2005/8/layout/orgChart1"/>
    <dgm:cxn modelId="{66FC21C3-E868-41C7-B344-43D4A4B69887}" type="presParOf" srcId="{D9B46069-EC9B-4C74-9778-C53D0F956AC6}" destId="{00431E70-A77D-43E8-A2DE-621A0E4721B8}" srcOrd="1" destOrd="0" presId="urn:microsoft.com/office/officeart/2005/8/layout/orgChart1"/>
    <dgm:cxn modelId="{11BEF3CE-E543-4042-903C-199672DDD244}" type="presParOf" srcId="{D9B46069-EC9B-4C74-9778-C53D0F956AC6}" destId="{69966B9C-D399-4DBF-ABCF-36FFD77E8962}" srcOrd="2" destOrd="0" presId="urn:microsoft.com/office/officeart/2005/8/layout/orgChart1"/>
    <dgm:cxn modelId="{4E4F4C98-5E2A-46CF-BB54-7A63BE0C8157}" type="presParOf" srcId="{247A15C9-8D47-4E5A-A0E4-7E733B97C698}" destId="{C1507BE6-07DE-445E-B8FE-46C149D50E35}" srcOrd="2" destOrd="0" presId="urn:microsoft.com/office/officeart/2005/8/layout/orgChart1"/>
    <dgm:cxn modelId="{EB6B5865-A3ED-4EFB-A736-C4312EFB2847}" type="presParOf" srcId="{247A15C9-8D47-4E5A-A0E4-7E733B97C698}" destId="{29BC4391-DF26-4617-97B1-E33855581696}" srcOrd="3" destOrd="0" presId="urn:microsoft.com/office/officeart/2005/8/layout/orgChart1"/>
    <dgm:cxn modelId="{11753CAD-1079-478E-983C-164253A523C4}" type="presParOf" srcId="{29BC4391-DF26-4617-97B1-E33855581696}" destId="{B4313116-620B-4DE4-90F7-63599FB99006}" srcOrd="0" destOrd="0" presId="urn:microsoft.com/office/officeart/2005/8/layout/orgChart1"/>
    <dgm:cxn modelId="{18C511F4-790C-4D86-B14E-2D66DF27CA55}" type="presParOf" srcId="{B4313116-620B-4DE4-90F7-63599FB99006}" destId="{6B1DC200-7A53-450B-8E22-A0620754E96A}" srcOrd="0" destOrd="0" presId="urn:microsoft.com/office/officeart/2005/8/layout/orgChart1"/>
    <dgm:cxn modelId="{C1806616-3AD3-417E-81EE-2AD3F2D8E404}" type="presParOf" srcId="{B4313116-620B-4DE4-90F7-63599FB99006}" destId="{AFB40D5A-8F1C-4739-9AF4-946CF803CF1A}" srcOrd="1" destOrd="0" presId="urn:microsoft.com/office/officeart/2005/8/layout/orgChart1"/>
    <dgm:cxn modelId="{3A59813C-CD16-4A5B-88BF-326306C6DD55}" type="presParOf" srcId="{29BC4391-DF26-4617-97B1-E33855581696}" destId="{6F8128C1-E936-4F2F-9447-3E7153470DBB}" srcOrd="1" destOrd="0" presId="urn:microsoft.com/office/officeart/2005/8/layout/orgChart1"/>
    <dgm:cxn modelId="{534AE3D1-AB83-4F77-B1A4-0514E55EF0B5}" type="presParOf" srcId="{29BC4391-DF26-4617-97B1-E33855581696}" destId="{BA4B7298-3F25-43CF-AFB8-0E6965C23592}" srcOrd="2" destOrd="0" presId="urn:microsoft.com/office/officeart/2005/8/layout/orgChart1"/>
    <dgm:cxn modelId="{9A421334-31B8-40E2-AFDC-D94969706C15}" type="presParOf" srcId="{F86642AB-744C-4C4A-A01B-9FE5F13A66BD}" destId="{F650185A-79FB-458E-A03C-1DE6989CF6C6}" srcOrd="2" destOrd="0" presId="urn:microsoft.com/office/officeart/2005/8/layout/orgChart1"/>
    <dgm:cxn modelId="{4C29A0B5-637C-4BE2-8861-83CCAA004CDF}" type="presParOf" srcId="{5E50FA81-30E8-4CE9-8A00-225A415A130D}" destId="{D307F3F6-2AD9-4B10-92C8-8BDF406C98A9}" srcOrd="2" destOrd="0" presId="urn:microsoft.com/office/officeart/2005/8/layout/orgChart1"/>
    <dgm:cxn modelId="{99CC9196-1780-442C-A719-81E9237AEB4D}" type="presParOf" srcId="{7655522E-218E-4AD1-9853-C6F4EBC0DDEE}" destId="{383C8123-5F8B-47BD-A575-544DD043BF29}" srcOrd="2" destOrd="0" presId="urn:microsoft.com/office/officeart/2005/8/layout/orgChart1"/>
    <dgm:cxn modelId="{BB5A2B12-A817-4ED6-94EC-8308A0723B3F}" type="presParOf" srcId="{7655522E-218E-4AD1-9853-C6F4EBC0DDEE}" destId="{42A70AA7-35BE-4302-A881-76E7AB3B153A}" srcOrd="3" destOrd="0" presId="urn:microsoft.com/office/officeart/2005/8/layout/orgChart1"/>
    <dgm:cxn modelId="{64BC8BA8-3DCC-40B7-9662-04AE6D314859}" type="presParOf" srcId="{42A70AA7-35BE-4302-A881-76E7AB3B153A}" destId="{FD5D57C8-99FF-48DC-8EE6-CDB5598717BA}" srcOrd="0" destOrd="0" presId="urn:microsoft.com/office/officeart/2005/8/layout/orgChart1"/>
    <dgm:cxn modelId="{E92B9AA6-87D3-4E7E-A1C9-E00102FAA8A6}" type="presParOf" srcId="{FD5D57C8-99FF-48DC-8EE6-CDB5598717BA}" destId="{A150F277-B09F-4FB7-B48F-028FD128C30B}" srcOrd="0" destOrd="0" presId="urn:microsoft.com/office/officeart/2005/8/layout/orgChart1"/>
    <dgm:cxn modelId="{33FA2F89-8839-48EF-8E9A-EF2347CF2312}" type="presParOf" srcId="{FD5D57C8-99FF-48DC-8EE6-CDB5598717BA}" destId="{9BEBF3C6-C543-4EFE-8310-C6232F27ECFE}" srcOrd="1" destOrd="0" presId="urn:microsoft.com/office/officeart/2005/8/layout/orgChart1"/>
    <dgm:cxn modelId="{2F2ED3A6-4475-4C99-9512-A7B82EE9400D}" type="presParOf" srcId="{42A70AA7-35BE-4302-A881-76E7AB3B153A}" destId="{ABEC9173-3E6A-4D77-87AD-22A7707D6083}" srcOrd="1" destOrd="0" presId="urn:microsoft.com/office/officeart/2005/8/layout/orgChart1"/>
    <dgm:cxn modelId="{3B4C133F-838F-4430-A2BB-AA32464DA6F1}" type="presParOf" srcId="{ABEC9173-3E6A-4D77-87AD-22A7707D6083}" destId="{880CA0CC-DB69-47E8-AC78-EB0630218FBB}" srcOrd="0" destOrd="0" presId="urn:microsoft.com/office/officeart/2005/8/layout/orgChart1"/>
    <dgm:cxn modelId="{EF9FF978-BD52-4EFF-B923-102B5295F472}" type="presParOf" srcId="{ABEC9173-3E6A-4D77-87AD-22A7707D6083}" destId="{BE18558E-32D3-4094-917B-C791650CDEEE}" srcOrd="1" destOrd="0" presId="urn:microsoft.com/office/officeart/2005/8/layout/orgChart1"/>
    <dgm:cxn modelId="{7147D99A-0A90-48A0-A0C1-198017736E96}" type="presParOf" srcId="{BE18558E-32D3-4094-917B-C791650CDEEE}" destId="{3ACCB774-1A28-4B5F-AB3E-B40A402FA6D6}" srcOrd="0" destOrd="0" presId="urn:microsoft.com/office/officeart/2005/8/layout/orgChart1"/>
    <dgm:cxn modelId="{03E7234F-6BAC-4937-9FCF-9E4017AFAB6D}" type="presParOf" srcId="{3ACCB774-1A28-4B5F-AB3E-B40A402FA6D6}" destId="{65B3930C-8A36-4632-AC6A-6D195F2753BB}" srcOrd="0" destOrd="0" presId="urn:microsoft.com/office/officeart/2005/8/layout/orgChart1"/>
    <dgm:cxn modelId="{9AA9D0D5-03B4-43F0-A258-420A047BEBAA}" type="presParOf" srcId="{3ACCB774-1A28-4B5F-AB3E-B40A402FA6D6}" destId="{E4120CC5-0453-44FA-AE18-7298B467FC85}" srcOrd="1" destOrd="0" presId="urn:microsoft.com/office/officeart/2005/8/layout/orgChart1"/>
    <dgm:cxn modelId="{DCF53003-A83B-4CAB-982C-DABF862C2D7E}" type="presParOf" srcId="{BE18558E-32D3-4094-917B-C791650CDEEE}" destId="{83EDA0C2-D2D6-45DA-90D8-B48DD71B39A7}" srcOrd="1" destOrd="0" presId="urn:microsoft.com/office/officeart/2005/8/layout/orgChart1"/>
    <dgm:cxn modelId="{888CC09E-9377-4C91-B725-64F4BA428982}" type="presParOf" srcId="{BE18558E-32D3-4094-917B-C791650CDEEE}" destId="{7841130A-23F5-4D07-80BC-6DA6357BA525}" srcOrd="2" destOrd="0" presId="urn:microsoft.com/office/officeart/2005/8/layout/orgChart1"/>
    <dgm:cxn modelId="{0EFCBC35-DC99-4C82-B7D9-B484EC59EE99}" type="presParOf" srcId="{ABEC9173-3E6A-4D77-87AD-22A7707D6083}" destId="{1DD3AA60-48BC-4B2E-B581-8ED42078DD30}" srcOrd="2" destOrd="0" presId="urn:microsoft.com/office/officeart/2005/8/layout/orgChart1"/>
    <dgm:cxn modelId="{FFA09565-A32C-4F22-8F0C-5C83B9ACBC81}" type="presParOf" srcId="{ABEC9173-3E6A-4D77-87AD-22A7707D6083}" destId="{9605A030-2321-49CC-AEFA-CA1E4A6FA73E}" srcOrd="3" destOrd="0" presId="urn:microsoft.com/office/officeart/2005/8/layout/orgChart1"/>
    <dgm:cxn modelId="{F3AD31CD-D3C8-487C-A145-B75CE14D9E27}" type="presParOf" srcId="{9605A030-2321-49CC-AEFA-CA1E4A6FA73E}" destId="{2ACDEC36-8BFB-4969-AC78-EB1F82B99755}" srcOrd="0" destOrd="0" presId="urn:microsoft.com/office/officeart/2005/8/layout/orgChart1"/>
    <dgm:cxn modelId="{40E95B71-758B-40B1-AC79-102A712C92AE}" type="presParOf" srcId="{2ACDEC36-8BFB-4969-AC78-EB1F82B99755}" destId="{CF9C5661-AE5E-4877-A091-875D60A58AD6}" srcOrd="0" destOrd="0" presId="urn:microsoft.com/office/officeart/2005/8/layout/orgChart1"/>
    <dgm:cxn modelId="{1E70CCB4-F9D6-49A9-8D9D-17791984DEF5}" type="presParOf" srcId="{2ACDEC36-8BFB-4969-AC78-EB1F82B99755}" destId="{06873987-D669-40F2-8C5A-73C9C4B7F53E}" srcOrd="1" destOrd="0" presId="urn:microsoft.com/office/officeart/2005/8/layout/orgChart1"/>
    <dgm:cxn modelId="{55F5A841-AF2D-4705-A4C8-3E3D8B83E354}" type="presParOf" srcId="{9605A030-2321-49CC-AEFA-CA1E4A6FA73E}" destId="{246DCEF2-C601-4CF4-A359-BA97458BE679}" srcOrd="1" destOrd="0" presId="urn:microsoft.com/office/officeart/2005/8/layout/orgChart1"/>
    <dgm:cxn modelId="{175AB5A9-8F55-40A4-AD88-AF2D1CF49BA9}" type="presParOf" srcId="{9605A030-2321-49CC-AEFA-CA1E4A6FA73E}" destId="{FB88C41E-EA94-4E90-99F8-C0AF9732BAAF}" srcOrd="2" destOrd="0" presId="urn:microsoft.com/office/officeart/2005/8/layout/orgChart1"/>
    <dgm:cxn modelId="{B7DCC7BE-10C9-44A4-BA7F-E74BC6F4C270}" type="presParOf" srcId="{42A70AA7-35BE-4302-A881-76E7AB3B153A}" destId="{F76CE333-89B9-48D7-97F5-8D6E5AC42D72}" srcOrd="2" destOrd="0" presId="urn:microsoft.com/office/officeart/2005/8/layout/orgChart1"/>
    <dgm:cxn modelId="{69EEED7B-E910-4D40-A97B-D680EB484E8F}" type="presParOf" srcId="{7655522E-218E-4AD1-9853-C6F4EBC0DDEE}" destId="{C185FB99-CF0D-4A88-97B1-86A46F11E643}" srcOrd="4" destOrd="0" presId="urn:microsoft.com/office/officeart/2005/8/layout/orgChart1"/>
    <dgm:cxn modelId="{A5F7C502-D7E9-40C2-BC0A-E8907DBBB4CD}" type="presParOf" srcId="{7655522E-218E-4AD1-9853-C6F4EBC0DDEE}" destId="{871B18A5-08C3-4B1F-B74C-FC13CC3A0FC9}" srcOrd="5" destOrd="0" presId="urn:microsoft.com/office/officeart/2005/8/layout/orgChart1"/>
    <dgm:cxn modelId="{38DADD2F-A49F-4079-B799-12DE6F308782}" type="presParOf" srcId="{871B18A5-08C3-4B1F-B74C-FC13CC3A0FC9}" destId="{B4220E57-33DB-4E07-8DDF-0A2686061BFD}" srcOrd="0" destOrd="0" presId="urn:microsoft.com/office/officeart/2005/8/layout/orgChart1"/>
    <dgm:cxn modelId="{674268DB-F6DF-4F67-A74C-A29344D26796}" type="presParOf" srcId="{B4220E57-33DB-4E07-8DDF-0A2686061BFD}" destId="{03EF00E0-31C5-48BD-84E9-308CC687DD98}" srcOrd="0" destOrd="0" presId="urn:microsoft.com/office/officeart/2005/8/layout/orgChart1"/>
    <dgm:cxn modelId="{13085588-04C7-4646-B4B3-83E8FC660831}" type="presParOf" srcId="{B4220E57-33DB-4E07-8DDF-0A2686061BFD}" destId="{D2001C29-A784-4E42-9ACD-59C8B67D22AC}" srcOrd="1" destOrd="0" presId="urn:microsoft.com/office/officeart/2005/8/layout/orgChart1"/>
    <dgm:cxn modelId="{70A69C91-6341-41E3-838E-80C7B1919E6A}" type="presParOf" srcId="{871B18A5-08C3-4B1F-B74C-FC13CC3A0FC9}" destId="{8C5ED218-101D-4957-B7E7-AC2A5A0834A8}" srcOrd="1" destOrd="0" presId="urn:microsoft.com/office/officeart/2005/8/layout/orgChart1"/>
    <dgm:cxn modelId="{AD338C75-E930-4FBB-A972-11920C4DBC39}" type="presParOf" srcId="{8C5ED218-101D-4957-B7E7-AC2A5A0834A8}" destId="{B5990F4E-7337-4047-B901-7C3BCD9D2D92}" srcOrd="0" destOrd="0" presId="urn:microsoft.com/office/officeart/2005/8/layout/orgChart1"/>
    <dgm:cxn modelId="{0F77B3E6-2771-422F-B93E-0324581064D8}" type="presParOf" srcId="{8C5ED218-101D-4957-B7E7-AC2A5A0834A8}" destId="{D376FC49-4329-4928-9163-69482C2FCB61}" srcOrd="1" destOrd="0" presId="urn:microsoft.com/office/officeart/2005/8/layout/orgChart1"/>
    <dgm:cxn modelId="{112B3D58-5A9C-42AA-9E2A-AB875C9114CA}" type="presParOf" srcId="{D376FC49-4329-4928-9163-69482C2FCB61}" destId="{42EB35F7-5275-4481-9A9D-27528BF138B4}" srcOrd="0" destOrd="0" presId="urn:microsoft.com/office/officeart/2005/8/layout/orgChart1"/>
    <dgm:cxn modelId="{077CD6BE-CAD9-4EFC-B37D-204F0450C44D}" type="presParOf" srcId="{42EB35F7-5275-4481-9A9D-27528BF138B4}" destId="{F30133F5-3406-41A6-B55A-93445E05674A}" srcOrd="0" destOrd="0" presId="urn:microsoft.com/office/officeart/2005/8/layout/orgChart1"/>
    <dgm:cxn modelId="{3613CA74-0DE4-4B68-A9AF-8077142613FD}" type="presParOf" srcId="{42EB35F7-5275-4481-9A9D-27528BF138B4}" destId="{BEA97E4E-754E-495A-9280-BCC50008F783}" srcOrd="1" destOrd="0" presId="urn:microsoft.com/office/officeart/2005/8/layout/orgChart1"/>
    <dgm:cxn modelId="{055FDB47-9EB0-4628-BAF5-2FFCB85210C7}" type="presParOf" srcId="{D376FC49-4329-4928-9163-69482C2FCB61}" destId="{F6D755C7-337A-4DEB-9F97-49BBC4E105E5}" srcOrd="1" destOrd="0" presId="urn:microsoft.com/office/officeart/2005/8/layout/orgChart1"/>
    <dgm:cxn modelId="{17959281-9961-44BA-A03E-06B728973D79}" type="presParOf" srcId="{D376FC49-4329-4928-9163-69482C2FCB61}" destId="{8E304DAE-5515-4976-8055-3FC1E836B890}" srcOrd="2" destOrd="0" presId="urn:microsoft.com/office/officeart/2005/8/layout/orgChart1"/>
    <dgm:cxn modelId="{A21AE2F6-A4AB-4965-9412-1582AA66C6AB}" type="presParOf" srcId="{8C5ED218-101D-4957-B7E7-AC2A5A0834A8}" destId="{BE1DE498-6297-47CC-BA20-74986F32AC30}" srcOrd="2" destOrd="0" presId="urn:microsoft.com/office/officeart/2005/8/layout/orgChart1"/>
    <dgm:cxn modelId="{20DA2AED-3B91-46B7-ABB0-79F368C772B8}" type="presParOf" srcId="{8C5ED218-101D-4957-B7E7-AC2A5A0834A8}" destId="{A9E05E01-4BDB-4EB9-9E35-41F215C4DA37}" srcOrd="3" destOrd="0" presId="urn:microsoft.com/office/officeart/2005/8/layout/orgChart1"/>
    <dgm:cxn modelId="{80F5355D-E705-4A11-AE50-5CF7B68E0CDB}" type="presParOf" srcId="{A9E05E01-4BDB-4EB9-9E35-41F215C4DA37}" destId="{C08597E1-2500-4CEE-8C83-8B7E96FF8703}" srcOrd="0" destOrd="0" presId="urn:microsoft.com/office/officeart/2005/8/layout/orgChart1"/>
    <dgm:cxn modelId="{8EDCB36A-BD65-49A3-A41E-A94547909531}" type="presParOf" srcId="{C08597E1-2500-4CEE-8C83-8B7E96FF8703}" destId="{1FD3349E-B7F0-445C-9F5A-A0E3B46153A8}" srcOrd="0" destOrd="0" presId="urn:microsoft.com/office/officeart/2005/8/layout/orgChart1"/>
    <dgm:cxn modelId="{8ACEEE13-1FA5-43B6-98B3-3FE57CAAA57A}" type="presParOf" srcId="{C08597E1-2500-4CEE-8C83-8B7E96FF8703}" destId="{7E40283C-6B86-47DB-987A-732692AB187C}" srcOrd="1" destOrd="0" presId="urn:microsoft.com/office/officeart/2005/8/layout/orgChart1"/>
    <dgm:cxn modelId="{197D812C-8D83-47DA-BB7B-F4CAE6247F68}" type="presParOf" srcId="{A9E05E01-4BDB-4EB9-9E35-41F215C4DA37}" destId="{EE4AD919-1936-44F4-A34E-56A1A3B04B7C}" srcOrd="1" destOrd="0" presId="urn:microsoft.com/office/officeart/2005/8/layout/orgChart1"/>
    <dgm:cxn modelId="{7A16D8E6-EAE5-4710-97D9-8F1766314B04}" type="presParOf" srcId="{A9E05E01-4BDB-4EB9-9E35-41F215C4DA37}" destId="{F7618001-AEF0-4A23-88D4-5695C3C819C7}" srcOrd="2" destOrd="0" presId="urn:microsoft.com/office/officeart/2005/8/layout/orgChart1"/>
    <dgm:cxn modelId="{1C500036-F440-454E-9CFD-9F9150E3F73D}" type="presParOf" srcId="{871B18A5-08C3-4B1F-B74C-FC13CC3A0FC9}" destId="{D44AB978-B91D-4BEA-9516-19F8F6D047D3}" srcOrd="2" destOrd="0" presId="urn:microsoft.com/office/officeart/2005/8/layout/orgChart1"/>
    <dgm:cxn modelId="{9A3F0336-AD1B-40AB-A815-0DB147BCDA5D}" type="presParOf" srcId="{7655522E-218E-4AD1-9853-C6F4EBC0DDEE}" destId="{BEB1EBB3-A86C-4F50-B601-6E7332F71D5F}" srcOrd="6" destOrd="0" presId="urn:microsoft.com/office/officeart/2005/8/layout/orgChart1"/>
    <dgm:cxn modelId="{9A4EE36B-5B41-4E61-8F5A-9F105B3A84D2}" type="presParOf" srcId="{7655522E-218E-4AD1-9853-C6F4EBC0DDEE}" destId="{BFA25A10-C0DE-4E1E-ABE8-642C713DF1DA}" srcOrd="7" destOrd="0" presId="urn:microsoft.com/office/officeart/2005/8/layout/orgChart1"/>
    <dgm:cxn modelId="{3139078E-1529-4164-8468-EE7AAA9EE67B}" type="presParOf" srcId="{BFA25A10-C0DE-4E1E-ABE8-642C713DF1DA}" destId="{C520EE52-4AA7-4295-A128-485622036595}" srcOrd="0" destOrd="0" presId="urn:microsoft.com/office/officeart/2005/8/layout/orgChart1"/>
    <dgm:cxn modelId="{51219B8B-4C97-456F-AEED-08187DBA13E7}" type="presParOf" srcId="{C520EE52-4AA7-4295-A128-485622036595}" destId="{1ABB0C15-4794-401E-B514-BD2AE4F05ABA}" srcOrd="0" destOrd="0" presId="urn:microsoft.com/office/officeart/2005/8/layout/orgChart1"/>
    <dgm:cxn modelId="{BE0AC905-7F31-4316-8F8B-6F35F39008CB}" type="presParOf" srcId="{C520EE52-4AA7-4295-A128-485622036595}" destId="{5D4F949B-8C40-4668-8595-190CFC4191F2}" srcOrd="1" destOrd="0" presId="urn:microsoft.com/office/officeart/2005/8/layout/orgChart1"/>
    <dgm:cxn modelId="{45005B8F-ACDC-46D3-A7E2-690DE5486339}" type="presParOf" srcId="{BFA25A10-C0DE-4E1E-ABE8-642C713DF1DA}" destId="{9AE18ED9-345C-4572-84BC-7466FF9CDC12}" srcOrd="1" destOrd="0" presId="urn:microsoft.com/office/officeart/2005/8/layout/orgChart1"/>
    <dgm:cxn modelId="{1571FE2D-3552-47DB-9E05-AD5352058365}" type="presParOf" srcId="{9AE18ED9-345C-4572-84BC-7466FF9CDC12}" destId="{524E76F8-D64B-4B6E-B3BE-49434DFF7696}" srcOrd="0" destOrd="0" presId="urn:microsoft.com/office/officeart/2005/8/layout/orgChart1"/>
    <dgm:cxn modelId="{BD60E169-9B4E-4548-88E7-77ABD3B83F64}" type="presParOf" srcId="{9AE18ED9-345C-4572-84BC-7466FF9CDC12}" destId="{075D8D86-53A0-4E39-BE7F-6DCEF26F185E}" srcOrd="1" destOrd="0" presId="urn:microsoft.com/office/officeart/2005/8/layout/orgChart1"/>
    <dgm:cxn modelId="{491DEB12-E738-490A-A16B-521540D5C461}" type="presParOf" srcId="{075D8D86-53A0-4E39-BE7F-6DCEF26F185E}" destId="{410A7F01-8D39-41ED-BAB3-EFCECBE4F714}" srcOrd="0" destOrd="0" presId="urn:microsoft.com/office/officeart/2005/8/layout/orgChart1"/>
    <dgm:cxn modelId="{B4B536BC-7CD6-4E8E-8983-1A3D4FA850D3}" type="presParOf" srcId="{410A7F01-8D39-41ED-BAB3-EFCECBE4F714}" destId="{FE5FEA03-2487-4BD7-92F2-3682D35C906F}" srcOrd="0" destOrd="0" presId="urn:microsoft.com/office/officeart/2005/8/layout/orgChart1"/>
    <dgm:cxn modelId="{15993B20-D2BB-4937-AE64-42556518E30E}" type="presParOf" srcId="{410A7F01-8D39-41ED-BAB3-EFCECBE4F714}" destId="{EAD482BD-2849-4858-A4B2-D5FCF69823D9}" srcOrd="1" destOrd="0" presId="urn:microsoft.com/office/officeart/2005/8/layout/orgChart1"/>
    <dgm:cxn modelId="{A2EF6251-5FC9-4595-AB93-9DDB2943E15C}" type="presParOf" srcId="{075D8D86-53A0-4E39-BE7F-6DCEF26F185E}" destId="{15F177DA-92A4-43B1-B64D-58DE2E1709CB}" srcOrd="1" destOrd="0" presId="urn:microsoft.com/office/officeart/2005/8/layout/orgChart1"/>
    <dgm:cxn modelId="{412B6C3C-5F87-4B1A-9E51-6C8EC0CAAA72}" type="presParOf" srcId="{075D8D86-53A0-4E39-BE7F-6DCEF26F185E}" destId="{AD127F23-DF48-4CE4-8C02-DAC26F9118DE}" srcOrd="2" destOrd="0" presId="urn:microsoft.com/office/officeart/2005/8/layout/orgChart1"/>
    <dgm:cxn modelId="{35A0F3CB-D3C1-4710-99B9-689BD7B6D31F}" type="presParOf" srcId="{9AE18ED9-345C-4572-84BC-7466FF9CDC12}" destId="{43634C68-5FA8-42A3-81B3-648DDDE44948}" srcOrd="2" destOrd="0" presId="urn:microsoft.com/office/officeart/2005/8/layout/orgChart1"/>
    <dgm:cxn modelId="{EE395997-164E-476B-A576-DDC015BB4ABC}" type="presParOf" srcId="{9AE18ED9-345C-4572-84BC-7466FF9CDC12}" destId="{0D30C559-1A77-4BFB-A7CE-737990B83960}" srcOrd="3" destOrd="0" presId="urn:microsoft.com/office/officeart/2005/8/layout/orgChart1"/>
    <dgm:cxn modelId="{A0A5636C-3C3C-4ADD-865B-73A21BEB340B}" type="presParOf" srcId="{0D30C559-1A77-4BFB-A7CE-737990B83960}" destId="{B9F2CE16-1B23-4613-A90D-122E63D19095}" srcOrd="0" destOrd="0" presId="urn:microsoft.com/office/officeart/2005/8/layout/orgChart1"/>
    <dgm:cxn modelId="{B86499A1-8DD7-4F94-A522-6C9D9C82CC5C}" type="presParOf" srcId="{B9F2CE16-1B23-4613-A90D-122E63D19095}" destId="{A7AA82AC-ADA1-4B1D-A9EC-234937F83FB3}" srcOrd="0" destOrd="0" presId="urn:microsoft.com/office/officeart/2005/8/layout/orgChart1"/>
    <dgm:cxn modelId="{C594B969-1536-4B31-91E7-BD414FC33AB0}" type="presParOf" srcId="{B9F2CE16-1B23-4613-A90D-122E63D19095}" destId="{494D46B3-DE99-4BCA-A777-5B485ECA9CCF}" srcOrd="1" destOrd="0" presId="urn:microsoft.com/office/officeart/2005/8/layout/orgChart1"/>
    <dgm:cxn modelId="{51F089D5-40DB-4AFD-A6F9-B7C5F6ECF87C}" type="presParOf" srcId="{0D30C559-1A77-4BFB-A7CE-737990B83960}" destId="{92789265-6324-4FA2-8421-17CCE52206C2}" srcOrd="1" destOrd="0" presId="urn:microsoft.com/office/officeart/2005/8/layout/orgChart1"/>
    <dgm:cxn modelId="{2807AC3B-5491-469B-A8B4-78126EF0684E}" type="presParOf" srcId="{0D30C559-1A77-4BFB-A7CE-737990B83960}" destId="{417BE0BC-37E4-43EF-9AD0-1E2ABA3CDB03}" srcOrd="2" destOrd="0" presId="urn:microsoft.com/office/officeart/2005/8/layout/orgChart1"/>
    <dgm:cxn modelId="{121DD16E-CEDF-47B4-9AC1-64BC264CAE60}" type="presParOf" srcId="{BFA25A10-C0DE-4E1E-ABE8-642C713DF1DA}" destId="{50E1D651-BADE-4111-9B94-F52F02FCEC12}" srcOrd="2" destOrd="0" presId="urn:microsoft.com/office/officeart/2005/8/layout/orgChart1"/>
    <dgm:cxn modelId="{78FD61C4-0744-42D2-A675-10C55341183E}" type="presParOf" srcId="{DC0B2FDF-D839-45FE-9E9A-D22897A1B887}" destId="{67DAF67C-13D5-4345-A3A2-7B8725F07673}" srcOrd="2" destOrd="0" presId="urn:microsoft.com/office/officeart/2005/8/layout/orgChart1"/>
    <dgm:cxn modelId="{1226C14C-7F1F-4983-BF93-A21CE347FB22}" type="presParOf" srcId="{9098D234-D388-4106-B539-B7C38DD6D81C}" destId="{727B956F-D72C-4AE4-8D9E-D5EAAA044204}" srcOrd="4" destOrd="0" presId="urn:microsoft.com/office/officeart/2005/8/layout/orgChart1"/>
    <dgm:cxn modelId="{4E3EA350-EAF1-4526-9CA5-D2CC10DE9C59}" type="presParOf" srcId="{9098D234-D388-4106-B539-B7C38DD6D81C}" destId="{3F0D928F-C5C6-4209-89C7-2DC22F440C9A}" srcOrd="5" destOrd="0" presId="urn:microsoft.com/office/officeart/2005/8/layout/orgChart1"/>
    <dgm:cxn modelId="{2717CE35-81F0-4A60-95B7-C231CED94C78}" type="presParOf" srcId="{3F0D928F-C5C6-4209-89C7-2DC22F440C9A}" destId="{89A646BC-328E-41A9-8DF1-DCDA6CC3C425}" srcOrd="0" destOrd="0" presId="urn:microsoft.com/office/officeart/2005/8/layout/orgChart1"/>
    <dgm:cxn modelId="{2D23661C-4E63-4B01-8483-052FC3BCD968}" type="presParOf" srcId="{89A646BC-328E-41A9-8DF1-DCDA6CC3C425}" destId="{016EC23A-2D0E-41F6-A49C-4A8A9AA629EE}" srcOrd="0" destOrd="0" presId="urn:microsoft.com/office/officeart/2005/8/layout/orgChart1"/>
    <dgm:cxn modelId="{70E0F40B-B039-460D-8C28-F9407D8882F5}" type="presParOf" srcId="{89A646BC-328E-41A9-8DF1-DCDA6CC3C425}" destId="{CBB73073-E2BE-4561-B51B-94EBAD9E9723}" srcOrd="1" destOrd="0" presId="urn:microsoft.com/office/officeart/2005/8/layout/orgChart1"/>
    <dgm:cxn modelId="{BC2EB7CD-B0F5-4022-B025-A784BFB511B3}" type="presParOf" srcId="{3F0D928F-C5C6-4209-89C7-2DC22F440C9A}" destId="{A2D7CAED-0941-4B4F-8DD4-28606AD9D38D}" srcOrd="1" destOrd="0" presId="urn:microsoft.com/office/officeart/2005/8/layout/orgChart1"/>
    <dgm:cxn modelId="{0247075F-BB7D-43D7-8EAF-3EAC30D03016}" type="presParOf" srcId="{A2D7CAED-0941-4B4F-8DD4-28606AD9D38D}" destId="{8FD8986A-89D1-4AB0-90F1-C4A1CBCF7A0C}" srcOrd="0" destOrd="0" presId="urn:microsoft.com/office/officeart/2005/8/layout/orgChart1"/>
    <dgm:cxn modelId="{67EA7C84-4393-4A0F-81FF-18985272EEEF}" type="presParOf" srcId="{A2D7CAED-0941-4B4F-8DD4-28606AD9D38D}" destId="{B016A183-38BE-435F-AB11-DB6DC0C1B20B}" srcOrd="1" destOrd="0" presId="urn:microsoft.com/office/officeart/2005/8/layout/orgChart1"/>
    <dgm:cxn modelId="{576F1EEB-D713-49FF-AE4F-F0824B312D09}" type="presParOf" srcId="{B016A183-38BE-435F-AB11-DB6DC0C1B20B}" destId="{C767590C-646A-4C4E-B55C-157C9C030643}" srcOrd="0" destOrd="0" presId="urn:microsoft.com/office/officeart/2005/8/layout/orgChart1"/>
    <dgm:cxn modelId="{AB3CC035-9CE4-4759-8A71-A5D6DD55E4D3}" type="presParOf" srcId="{C767590C-646A-4C4E-B55C-157C9C030643}" destId="{D593024A-E896-4B3C-805A-883F983D38BF}" srcOrd="0" destOrd="0" presId="urn:microsoft.com/office/officeart/2005/8/layout/orgChart1"/>
    <dgm:cxn modelId="{AFB4E82D-D69B-499D-91F1-346A7214DD41}" type="presParOf" srcId="{C767590C-646A-4C4E-B55C-157C9C030643}" destId="{44AF99D7-4E20-4B49-AAF2-41B8EB3C2D38}" srcOrd="1" destOrd="0" presId="urn:microsoft.com/office/officeart/2005/8/layout/orgChart1"/>
    <dgm:cxn modelId="{86E25F38-8DF7-4DD2-8D3D-0112AC389785}" type="presParOf" srcId="{B016A183-38BE-435F-AB11-DB6DC0C1B20B}" destId="{A36C534F-651E-483C-947E-B9B28DD9C077}" srcOrd="1" destOrd="0" presId="urn:microsoft.com/office/officeart/2005/8/layout/orgChart1"/>
    <dgm:cxn modelId="{5329C5B6-15B1-47E9-840F-7747CC298DEE}" type="presParOf" srcId="{A36C534F-651E-483C-947E-B9B28DD9C077}" destId="{D695BF23-9396-4255-BAE3-665A4D1C6790}" srcOrd="0" destOrd="0" presId="urn:microsoft.com/office/officeart/2005/8/layout/orgChart1"/>
    <dgm:cxn modelId="{5047643A-DDBD-4BF7-9F06-E65486297A02}" type="presParOf" srcId="{A36C534F-651E-483C-947E-B9B28DD9C077}" destId="{396D7BFF-1F64-4ADA-8F39-C867E75DB394}" srcOrd="1" destOrd="0" presId="urn:microsoft.com/office/officeart/2005/8/layout/orgChart1"/>
    <dgm:cxn modelId="{E71C29A2-E42B-4290-B5B1-967D85719A75}" type="presParOf" srcId="{396D7BFF-1F64-4ADA-8F39-C867E75DB394}" destId="{828BAB60-41D4-4D5B-AE10-DCB5F6149513}" srcOrd="0" destOrd="0" presId="urn:microsoft.com/office/officeart/2005/8/layout/orgChart1"/>
    <dgm:cxn modelId="{921B5F14-6E46-456A-8A4D-57C8AF626280}" type="presParOf" srcId="{828BAB60-41D4-4D5B-AE10-DCB5F6149513}" destId="{04AB55FC-4158-4DA1-BAA8-B447C65C8BE9}" srcOrd="0" destOrd="0" presId="urn:microsoft.com/office/officeart/2005/8/layout/orgChart1"/>
    <dgm:cxn modelId="{4AC65D4C-89DA-47B8-9FAD-F8C2AD32B3E4}" type="presParOf" srcId="{828BAB60-41D4-4D5B-AE10-DCB5F6149513}" destId="{257B3326-0A66-44F4-B8E3-37D056AA31DD}" srcOrd="1" destOrd="0" presId="urn:microsoft.com/office/officeart/2005/8/layout/orgChart1"/>
    <dgm:cxn modelId="{3A6AB412-2E30-4269-A61F-28C745D71AAB}" type="presParOf" srcId="{396D7BFF-1F64-4ADA-8F39-C867E75DB394}" destId="{27EA95C8-8072-4109-8D10-29B671A941C3}" srcOrd="1" destOrd="0" presId="urn:microsoft.com/office/officeart/2005/8/layout/orgChart1"/>
    <dgm:cxn modelId="{AA3C8983-8D02-4D54-81E5-702452D5C7FD}" type="presParOf" srcId="{27EA95C8-8072-4109-8D10-29B671A941C3}" destId="{F11FC902-96D9-42D7-9A0D-8800261298E5}" srcOrd="0" destOrd="0" presId="urn:microsoft.com/office/officeart/2005/8/layout/orgChart1"/>
    <dgm:cxn modelId="{CB07143A-4BE7-44F5-87A8-F12B92C546D8}" type="presParOf" srcId="{27EA95C8-8072-4109-8D10-29B671A941C3}" destId="{600CEDFF-B2F8-4B63-8642-D205966CEFE5}" srcOrd="1" destOrd="0" presId="urn:microsoft.com/office/officeart/2005/8/layout/orgChart1"/>
    <dgm:cxn modelId="{4B3E7839-E6BC-4D21-8C39-F93394D2D64E}" type="presParOf" srcId="{600CEDFF-B2F8-4B63-8642-D205966CEFE5}" destId="{1AEF42DE-E35D-4273-8BFF-B57AE2F941F6}" srcOrd="0" destOrd="0" presId="urn:microsoft.com/office/officeart/2005/8/layout/orgChart1"/>
    <dgm:cxn modelId="{3942BDD2-9428-4E8F-A339-6EE888FB88E1}" type="presParOf" srcId="{1AEF42DE-E35D-4273-8BFF-B57AE2F941F6}" destId="{9E77FDDB-26F2-4849-8BF5-448F3FC8FE97}" srcOrd="0" destOrd="0" presId="urn:microsoft.com/office/officeart/2005/8/layout/orgChart1"/>
    <dgm:cxn modelId="{DDCED7C6-C514-46EC-AE1E-7811C01C333B}" type="presParOf" srcId="{1AEF42DE-E35D-4273-8BFF-B57AE2F941F6}" destId="{924723B6-F30B-4808-83C2-535008E063A2}" srcOrd="1" destOrd="0" presId="urn:microsoft.com/office/officeart/2005/8/layout/orgChart1"/>
    <dgm:cxn modelId="{40F85D60-AEEA-4E0B-8905-DDDE39D50F17}" type="presParOf" srcId="{600CEDFF-B2F8-4B63-8642-D205966CEFE5}" destId="{8D33DC75-CE4A-49DE-915A-8E2FC1948015}" srcOrd="1" destOrd="0" presId="urn:microsoft.com/office/officeart/2005/8/layout/orgChart1"/>
    <dgm:cxn modelId="{CB2F4AEC-D19A-46D3-B028-771339CB7275}" type="presParOf" srcId="{600CEDFF-B2F8-4B63-8642-D205966CEFE5}" destId="{AE464A40-0839-45C5-B2AA-F9ED8F02C585}" srcOrd="2" destOrd="0" presId="urn:microsoft.com/office/officeart/2005/8/layout/orgChart1"/>
    <dgm:cxn modelId="{5DC1AB82-62B9-4FF8-843B-61DB94194AA1}" type="presParOf" srcId="{27EA95C8-8072-4109-8D10-29B671A941C3}" destId="{B8F7389B-5714-4F20-B10A-DD25786227CB}" srcOrd="2" destOrd="0" presId="urn:microsoft.com/office/officeart/2005/8/layout/orgChart1"/>
    <dgm:cxn modelId="{B11901C7-43CD-4CD0-A187-8E931D3CB543}" type="presParOf" srcId="{27EA95C8-8072-4109-8D10-29B671A941C3}" destId="{995AF41C-D499-4177-B54E-4517FAF79F4B}" srcOrd="3" destOrd="0" presId="urn:microsoft.com/office/officeart/2005/8/layout/orgChart1"/>
    <dgm:cxn modelId="{9F47EB33-75E7-40F6-8ADE-2FCCF88CE551}" type="presParOf" srcId="{995AF41C-D499-4177-B54E-4517FAF79F4B}" destId="{24DDB072-5F14-45F4-A47D-CAD31CFD50F8}" srcOrd="0" destOrd="0" presId="urn:microsoft.com/office/officeart/2005/8/layout/orgChart1"/>
    <dgm:cxn modelId="{B2F99C4E-5A39-4B8E-8E76-869D9CBE75D9}" type="presParOf" srcId="{24DDB072-5F14-45F4-A47D-CAD31CFD50F8}" destId="{982B58A4-6712-49D3-9258-A51AD9D376C4}" srcOrd="0" destOrd="0" presId="urn:microsoft.com/office/officeart/2005/8/layout/orgChart1"/>
    <dgm:cxn modelId="{85E1FFC8-BB4B-4A8E-A31D-A32FFEA430D4}" type="presParOf" srcId="{24DDB072-5F14-45F4-A47D-CAD31CFD50F8}" destId="{212E6084-40E9-4041-B232-5C730D241BF1}" srcOrd="1" destOrd="0" presId="urn:microsoft.com/office/officeart/2005/8/layout/orgChart1"/>
    <dgm:cxn modelId="{F74347F7-014D-4437-B4E0-0E6CA12EB81C}" type="presParOf" srcId="{995AF41C-D499-4177-B54E-4517FAF79F4B}" destId="{433D83B7-C0BC-4371-97E0-CE3D0639BD83}" srcOrd="1" destOrd="0" presId="urn:microsoft.com/office/officeart/2005/8/layout/orgChart1"/>
    <dgm:cxn modelId="{99FEB0FE-9476-454A-B084-E8644EE8338F}" type="presParOf" srcId="{995AF41C-D499-4177-B54E-4517FAF79F4B}" destId="{10F82B96-90AF-47F1-BED1-8F9D4B7C4BBD}" srcOrd="2" destOrd="0" presId="urn:microsoft.com/office/officeart/2005/8/layout/orgChart1"/>
    <dgm:cxn modelId="{D7DB5F44-18BE-4898-A314-24F75C87E52D}" type="presParOf" srcId="{396D7BFF-1F64-4ADA-8F39-C867E75DB394}" destId="{5FBFDBE3-47ED-4544-964F-FBCA93FE8663}" srcOrd="2" destOrd="0" presId="urn:microsoft.com/office/officeart/2005/8/layout/orgChart1"/>
    <dgm:cxn modelId="{D4107E3F-FD3C-4E90-8DFC-E1CB67C9AC67}" type="presParOf" srcId="{A36C534F-651E-483C-947E-B9B28DD9C077}" destId="{64A44B0E-DFA1-487B-B09E-E7F552EB6B15}" srcOrd="2" destOrd="0" presId="urn:microsoft.com/office/officeart/2005/8/layout/orgChart1"/>
    <dgm:cxn modelId="{8345B9F0-895A-49C9-85BE-4E7C8A25696B}" type="presParOf" srcId="{A36C534F-651E-483C-947E-B9B28DD9C077}" destId="{C8EB8145-5ED9-445B-AA41-1E6185AFA350}" srcOrd="3" destOrd="0" presId="urn:microsoft.com/office/officeart/2005/8/layout/orgChart1"/>
    <dgm:cxn modelId="{EA367527-1CD3-4514-B73E-08E4E8568F1D}" type="presParOf" srcId="{C8EB8145-5ED9-445B-AA41-1E6185AFA350}" destId="{B58241D5-9C5C-473A-BDE5-AF7D14E5E95E}" srcOrd="0" destOrd="0" presId="urn:microsoft.com/office/officeart/2005/8/layout/orgChart1"/>
    <dgm:cxn modelId="{0EBA3073-01E4-436E-83C1-C34D3A071D1A}" type="presParOf" srcId="{B58241D5-9C5C-473A-BDE5-AF7D14E5E95E}" destId="{B6378806-49CA-4D63-81AB-2A60634B7546}" srcOrd="0" destOrd="0" presId="urn:microsoft.com/office/officeart/2005/8/layout/orgChart1"/>
    <dgm:cxn modelId="{55F88A25-0904-4E73-9824-50811D0CB2A9}" type="presParOf" srcId="{B58241D5-9C5C-473A-BDE5-AF7D14E5E95E}" destId="{7DAE2749-D8AB-4A0D-AC0B-4D63C074CDFA}" srcOrd="1" destOrd="0" presId="urn:microsoft.com/office/officeart/2005/8/layout/orgChart1"/>
    <dgm:cxn modelId="{CC5EA95F-A04C-4235-A0EC-731A667D5926}" type="presParOf" srcId="{C8EB8145-5ED9-445B-AA41-1E6185AFA350}" destId="{CF7AF417-02B4-4E50-A2D6-40CE34FE8AD7}" srcOrd="1" destOrd="0" presId="urn:microsoft.com/office/officeart/2005/8/layout/orgChart1"/>
    <dgm:cxn modelId="{2204FAA7-FF8C-4356-9188-BF2484AC3A18}" type="presParOf" srcId="{CF7AF417-02B4-4E50-A2D6-40CE34FE8AD7}" destId="{354713D4-C1B9-4B17-83DE-9CB22B6E6325}" srcOrd="0" destOrd="0" presId="urn:microsoft.com/office/officeart/2005/8/layout/orgChart1"/>
    <dgm:cxn modelId="{7EF079F6-E4B2-426C-8A14-BE8730A131D9}" type="presParOf" srcId="{CF7AF417-02B4-4E50-A2D6-40CE34FE8AD7}" destId="{4C979FAA-6E2B-42A9-B8DE-94F94488BFC1}" srcOrd="1" destOrd="0" presId="urn:microsoft.com/office/officeart/2005/8/layout/orgChart1"/>
    <dgm:cxn modelId="{F5891D72-7117-48C6-AE29-E9D38E10E3F5}" type="presParOf" srcId="{4C979FAA-6E2B-42A9-B8DE-94F94488BFC1}" destId="{7036B5A3-1390-42CD-A159-7CEF08AFF2BC}" srcOrd="0" destOrd="0" presId="urn:microsoft.com/office/officeart/2005/8/layout/orgChart1"/>
    <dgm:cxn modelId="{0BF45784-2A9E-44CF-8C75-8AFFE9112D4D}" type="presParOf" srcId="{7036B5A3-1390-42CD-A159-7CEF08AFF2BC}" destId="{9EBAE069-6189-4587-B422-157C336D974B}" srcOrd="0" destOrd="0" presId="urn:microsoft.com/office/officeart/2005/8/layout/orgChart1"/>
    <dgm:cxn modelId="{883F5988-2D22-461A-80FA-B6DD5A36133C}" type="presParOf" srcId="{7036B5A3-1390-42CD-A159-7CEF08AFF2BC}" destId="{10C14116-92D3-4892-879B-921830DAD8DA}" srcOrd="1" destOrd="0" presId="urn:microsoft.com/office/officeart/2005/8/layout/orgChart1"/>
    <dgm:cxn modelId="{A2BCF120-006F-4EAA-B022-EC95460436BB}" type="presParOf" srcId="{4C979FAA-6E2B-42A9-B8DE-94F94488BFC1}" destId="{0B0C0502-4A13-4A92-8165-76D9733823E0}" srcOrd="1" destOrd="0" presId="urn:microsoft.com/office/officeart/2005/8/layout/orgChart1"/>
    <dgm:cxn modelId="{66739A10-E8BD-4E37-93E2-DC602837D9B3}" type="presParOf" srcId="{4C979FAA-6E2B-42A9-B8DE-94F94488BFC1}" destId="{7171599C-BC7E-45E3-8988-5AFDEF0CAD88}" srcOrd="2" destOrd="0" presId="urn:microsoft.com/office/officeart/2005/8/layout/orgChart1"/>
    <dgm:cxn modelId="{B8D55891-F77B-4266-8476-2C9F4B653CD4}" type="presParOf" srcId="{CF7AF417-02B4-4E50-A2D6-40CE34FE8AD7}" destId="{D455AB8C-EDCE-4865-88D0-227CBF2D428A}" srcOrd="2" destOrd="0" presId="urn:microsoft.com/office/officeart/2005/8/layout/orgChart1"/>
    <dgm:cxn modelId="{33706ED2-5F7C-42F8-AE72-06B1FA8F2E26}" type="presParOf" srcId="{CF7AF417-02B4-4E50-A2D6-40CE34FE8AD7}" destId="{D4F0393D-8A61-4A2B-BC7B-1D3DCBA118F4}" srcOrd="3" destOrd="0" presId="urn:microsoft.com/office/officeart/2005/8/layout/orgChart1"/>
    <dgm:cxn modelId="{EE00B6DD-F1A6-4107-B9EC-CD093CA92888}" type="presParOf" srcId="{D4F0393D-8A61-4A2B-BC7B-1D3DCBA118F4}" destId="{3D79F104-0EA6-4AD1-AA0B-8D008B3C43EE}" srcOrd="0" destOrd="0" presId="urn:microsoft.com/office/officeart/2005/8/layout/orgChart1"/>
    <dgm:cxn modelId="{5EF3A0E3-E263-41A2-BB26-4636899CED21}" type="presParOf" srcId="{3D79F104-0EA6-4AD1-AA0B-8D008B3C43EE}" destId="{9C98FF22-66D9-4579-8474-56B2E1852D8C}" srcOrd="0" destOrd="0" presId="urn:microsoft.com/office/officeart/2005/8/layout/orgChart1"/>
    <dgm:cxn modelId="{AAEF2705-5C02-47E6-98E7-3485D2B0A2A7}" type="presParOf" srcId="{3D79F104-0EA6-4AD1-AA0B-8D008B3C43EE}" destId="{DCA8E10A-2C2B-4DEB-B69D-06E4B5816126}" srcOrd="1" destOrd="0" presId="urn:microsoft.com/office/officeart/2005/8/layout/orgChart1"/>
    <dgm:cxn modelId="{F158C728-C16E-4615-BADC-63878EE727B9}" type="presParOf" srcId="{D4F0393D-8A61-4A2B-BC7B-1D3DCBA118F4}" destId="{F2311653-A4F3-4A81-9C31-C368A5587E4C}" srcOrd="1" destOrd="0" presId="urn:microsoft.com/office/officeart/2005/8/layout/orgChart1"/>
    <dgm:cxn modelId="{CDA37669-28F1-42CB-95F1-0D9912DBDF71}" type="presParOf" srcId="{D4F0393D-8A61-4A2B-BC7B-1D3DCBA118F4}" destId="{8923B28F-78DC-4833-9AEC-28DE282F504E}" srcOrd="2" destOrd="0" presId="urn:microsoft.com/office/officeart/2005/8/layout/orgChart1"/>
    <dgm:cxn modelId="{A6488588-D298-441C-9167-E171EA6DADB5}" type="presParOf" srcId="{CF7AF417-02B4-4E50-A2D6-40CE34FE8AD7}" destId="{34FF150A-EBE8-43FD-8FC9-3AE071286D6E}" srcOrd="4" destOrd="0" presId="urn:microsoft.com/office/officeart/2005/8/layout/orgChart1"/>
    <dgm:cxn modelId="{9022BD9F-3CCA-40E3-BD1C-70CDC04672C3}" type="presParOf" srcId="{CF7AF417-02B4-4E50-A2D6-40CE34FE8AD7}" destId="{7FDFBA7A-5807-43A5-B746-F51A24D7D279}" srcOrd="5" destOrd="0" presId="urn:microsoft.com/office/officeart/2005/8/layout/orgChart1"/>
    <dgm:cxn modelId="{AAF89769-495D-4F9C-BD10-25ECB93FB189}" type="presParOf" srcId="{7FDFBA7A-5807-43A5-B746-F51A24D7D279}" destId="{442CF003-7091-467B-96F2-07572F0B4E63}" srcOrd="0" destOrd="0" presId="urn:microsoft.com/office/officeart/2005/8/layout/orgChart1"/>
    <dgm:cxn modelId="{5751FBAA-3122-484E-9C84-A9C24AFD7401}" type="presParOf" srcId="{442CF003-7091-467B-96F2-07572F0B4E63}" destId="{A5738042-D9AE-4BB5-8432-4264713EA48F}" srcOrd="0" destOrd="0" presId="urn:microsoft.com/office/officeart/2005/8/layout/orgChart1"/>
    <dgm:cxn modelId="{FB02D50C-F9D8-4439-9F6E-BBA8CA7B8524}" type="presParOf" srcId="{442CF003-7091-467B-96F2-07572F0B4E63}" destId="{B7C0201D-3887-4647-B07A-CD9D387C2184}" srcOrd="1" destOrd="0" presId="urn:microsoft.com/office/officeart/2005/8/layout/orgChart1"/>
    <dgm:cxn modelId="{F4A99E03-E7E9-4C54-B838-B2F0D0FFC82C}" type="presParOf" srcId="{7FDFBA7A-5807-43A5-B746-F51A24D7D279}" destId="{9AAB7FB5-91AA-4989-8070-63FA55299FB0}" srcOrd="1" destOrd="0" presId="urn:microsoft.com/office/officeart/2005/8/layout/orgChart1"/>
    <dgm:cxn modelId="{72F05146-E326-4C41-8F9B-9D602C4ACB3D}" type="presParOf" srcId="{7FDFBA7A-5807-43A5-B746-F51A24D7D279}" destId="{6C92E507-3A0B-4B21-AA3F-EFDE746C079E}" srcOrd="2" destOrd="0" presId="urn:microsoft.com/office/officeart/2005/8/layout/orgChart1"/>
    <dgm:cxn modelId="{CA12E4E1-ADB2-4E88-B154-2D6401A67B40}" type="presParOf" srcId="{C8EB8145-5ED9-445B-AA41-1E6185AFA350}" destId="{5B8839D3-A448-424E-A33F-1F86375AB2C1}" srcOrd="2" destOrd="0" presId="urn:microsoft.com/office/officeart/2005/8/layout/orgChart1"/>
    <dgm:cxn modelId="{73C66778-3EDB-4EA9-B2F5-EF3AD1EF24DD}" type="presParOf" srcId="{A36C534F-651E-483C-947E-B9B28DD9C077}" destId="{E7343D4B-0AB4-456F-9488-72D199D309B4}" srcOrd="4" destOrd="0" presId="urn:microsoft.com/office/officeart/2005/8/layout/orgChart1"/>
    <dgm:cxn modelId="{7BAC04A3-97A7-42B4-ADFF-DB9DD78C675F}" type="presParOf" srcId="{A36C534F-651E-483C-947E-B9B28DD9C077}" destId="{A90F71C8-52E4-40D9-B4C8-004941A21CBD}" srcOrd="5" destOrd="0" presId="urn:microsoft.com/office/officeart/2005/8/layout/orgChart1"/>
    <dgm:cxn modelId="{448CE13B-533D-4AFB-A512-E376A7C4872D}" type="presParOf" srcId="{A90F71C8-52E4-40D9-B4C8-004941A21CBD}" destId="{C4AD2C59-FF13-4A2D-8BC1-11D5C3AA5B52}" srcOrd="0" destOrd="0" presId="urn:microsoft.com/office/officeart/2005/8/layout/orgChart1"/>
    <dgm:cxn modelId="{B388C3F3-322F-4BFA-9E58-C587F3813EBA}" type="presParOf" srcId="{C4AD2C59-FF13-4A2D-8BC1-11D5C3AA5B52}" destId="{DCD3270A-B079-4076-AAFD-1EB3816C8287}" srcOrd="0" destOrd="0" presId="urn:microsoft.com/office/officeart/2005/8/layout/orgChart1"/>
    <dgm:cxn modelId="{E42BE801-2AC5-45E1-8C75-61F91C4F0A45}" type="presParOf" srcId="{C4AD2C59-FF13-4A2D-8BC1-11D5C3AA5B52}" destId="{6450BC88-5633-4150-A779-B06DCF4FC71C}" srcOrd="1" destOrd="0" presId="urn:microsoft.com/office/officeart/2005/8/layout/orgChart1"/>
    <dgm:cxn modelId="{159C0AEE-AD72-4BEE-B996-A08E97A51FA8}" type="presParOf" srcId="{A90F71C8-52E4-40D9-B4C8-004941A21CBD}" destId="{C0B1A5E1-AD87-493B-9EAF-35078DF8A924}" srcOrd="1" destOrd="0" presId="urn:microsoft.com/office/officeart/2005/8/layout/orgChart1"/>
    <dgm:cxn modelId="{F292B0DF-DEE8-4D34-A90D-88872D88E870}" type="presParOf" srcId="{C0B1A5E1-AD87-493B-9EAF-35078DF8A924}" destId="{3EC94847-6B55-45C5-B66B-3216E3E5F848}" srcOrd="0" destOrd="0" presId="urn:microsoft.com/office/officeart/2005/8/layout/orgChart1"/>
    <dgm:cxn modelId="{CF8EC019-BAB4-433E-B004-1E965F359C3A}" type="presParOf" srcId="{C0B1A5E1-AD87-493B-9EAF-35078DF8A924}" destId="{3F5D721C-9588-4DAE-950D-79BDFDF4F29A}" srcOrd="1" destOrd="0" presId="urn:microsoft.com/office/officeart/2005/8/layout/orgChart1"/>
    <dgm:cxn modelId="{DD8E0FCE-AC5F-41EB-BB63-7F13A0C62541}" type="presParOf" srcId="{3F5D721C-9588-4DAE-950D-79BDFDF4F29A}" destId="{92B95C9E-816C-4A38-A2E7-159B4418164C}" srcOrd="0" destOrd="0" presId="urn:microsoft.com/office/officeart/2005/8/layout/orgChart1"/>
    <dgm:cxn modelId="{5E5C0973-7F4D-4F5C-9AFF-46AE0AECDF98}" type="presParOf" srcId="{92B95C9E-816C-4A38-A2E7-159B4418164C}" destId="{9C8049AD-2E8C-48B4-9812-2C628B223477}" srcOrd="0" destOrd="0" presId="urn:microsoft.com/office/officeart/2005/8/layout/orgChart1"/>
    <dgm:cxn modelId="{93F30A2F-1253-4D47-8D8A-3633364EFC04}" type="presParOf" srcId="{92B95C9E-816C-4A38-A2E7-159B4418164C}" destId="{C12E6FAB-4D75-443A-B60A-72F7E24C79B6}" srcOrd="1" destOrd="0" presId="urn:microsoft.com/office/officeart/2005/8/layout/orgChart1"/>
    <dgm:cxn modelId="{2E9AC7C1-3699-439C-AC03-D1F578235181}" type="presParOf" srcId="{3F5D721C-9588-4DAE-950D-79BDFDF4F29A}" destId="{03910A29-CCAE-459D-9DB5-9F26ADF7F78F}" srcOrd="1" destOrd="0" presId="urn:microsoft.com/office/officeart/2005/8/layout/orgChart1"/>
    <dgm:cxn modelId="{A4AF3A73-CD57-4C21-AF03-E7D626919F4D}" type="presParOf" srcId="{3F5D721C-9588-4DAE-950D-79BDFDF4F29A}" destId="{2D6E9D27-2AD8-41F9-8EAB-432617A5FCFA}" srcOrd="2" destOrd="0" presId="urn:microsoft.com/office/officeart/2005/8/layout/orgChart1"/>
    <dgm:cxn modelId="{F969220E-D2AA-4E3B-A93B-AEC28A299EE2}" type="presParOf" srcId="{C0B1A5E1-AD87-493B-9EAF-35078DF8A924}" destId="{58EBFBF2-C907-4F37-88D4-170126C5F441}" srcOrd="2" destOrd="0" presId="urn:microsoft.com/office/officeart/2005/8/layout/orgChart1"/>
    <dgm:cxn modelId="{3B0859ED-6FE9-4422-AF9A-4B3FDB992C7F}" type="presParOf" srcId="{C0B1A5E1-AD87-493B-9EAF-35078DF8A924}" destId="{3B05A489-6869-4179-9A03-3DB9705F8F77}" srcOrd="3" destOrd="0" presId="urn:microsoft.com/office/officeart/2005/8/layout/orgChart1"/>
    <dgm:cxn modelId="{4CBF250D-353F-4664-B5A8-0C39E2C01792}" type="presParOf" srcId="{3B05A489-6869-4179-9A03-3DB9705F8F77}" destId="{152EE1FC-1D61-48C8-9CEF-6D9DB2997FB1}" srcOrd="0" destOrd="0" presId="urn:microsoft.com/office/officeart/2005/8/layout/orgChart1"/>
    <dgm:cxn modelId="{F82E68D8-09F5-4C4F-8C1F-F408BE440CB2}" type="presParOf" srcId="{152EE1FC-1D61-48C8-9CEF-6D9DB2997FB1}" destId="{1F22E27E-FD58-4747-974E-5B630661B9EE}" srcOrd="0" destOrd="0" presId="urn:microsoft.com/office/officeart/2005/8/layout/orgChart1"/>
    <dgm:cxn modelId="{B714C8AF-0124-434E-A5A5-360F9C6AC05A}" type="presParOf" srcId="{152EE1FC-1D61-48C8-9CEF-6D9DB2997FB1}" destId="{B67891E1-A7A6-40DF-82EB-32645970D6FD}" srcOrd="1" destOrd="0" presId="urn:microsoft.com/office/officeart/2005/8/layout/orgChart1"/>
    <dgm:cxn modelId="{80178C29-30D4-481F-92A9-1C354B22D13E}" type="presParOf" srcId="{3B05A489-6869-4179-9A03-3DB9705F8F77}" destId="{DAD4647D-2B2A-49A1-9764-0CFDB925A8AB}" srcOrd="1" destOrd="0" presId="urn:microsoft.com/office/officeart/2005/8/layout/orgChart1"/>
    <dgm:cxn modelId="{AA710F7E-65B5-4E78-900E-7082ACD94947}" type="presParOf" srcId="{3B05A489-6869-4179-9A03-3DB9705F8F77}" destId="{1CD61BE4-A894-4ECF-B710-D1BEE45C81F1}" srcOrd="2" destOrd="0" presId="urn:microsoft.com/office/officeart/2005/8/layout/orgChart1"/>
    <dgm:cxn modelId="{D6F2C7B8-B346-45EA-A9F1-C6F64124BACE}" type="presParOf" srcId="{A90F71C8-52E4-40D9-B4C8-004941A21CBD}" destId="{D721B8B5-056F-42EE-8864-4EECA066A39B}" srcOrd="2" destOrd="0" presId="urn:microsoft.com/office/officeart/2005/8/layout/orgChart1"/>
    <dgm:cxn modelId="{079594EA-B85B-482B-A0B3-53DF95EDB29F}" type="presParOf" srcId="{B016A183-38BE-435F-AB11-DB6DC0C1B20B}" destId="{7A070403-D2E4-4A7B-94F2-8CB549B95927}" srcOrd="2" destOrd="0" presId="urn:microsoft.com/office/officeart/2005/8/layout/orgChart1"/>
    <dgm:cxn modelId="{CA6C150E-7720-441E-BBD3-90DD4E444B0E}" type="presParOf" srcId="{A2D7CAED-0941-4B4F-8DD4-28606AD9D38D}" destId="{8ADA8526-758D-4DFD-855E-46991217F0E9}" srcOrd="2" destOrd="0" presId="urn:microsoft.com/office/officeart/2005/8/layout/orgChart1"/>
    <dgm:cxn modelId="{D012D57E-0F1B-471B-93C9-D85E652D12D0}" type="presParOf" srcId="{A2D7CAED-0941-4B4F-8DD4-28606AD9D38D}" destId="{3C2369BC-0DBF-4EE0-8418-E325D3C48C04}" srcOrd="3" destOrd="0" presId="urn:microsoft.com/office/officeart/2005/8/layout/orgChart1"/>
    <dgm:cxn modelId="{D3EC6F68-8366-4419-9478-F93E10C38B3C}" type="presParOf" srcId="{3C2369BC-0DBF-4EE0-8418-E325D3C48C04}" destId="{F9FEECE8-6F19-420D-852D-EA7FF48D3448}" srcOrd="0" destOrd="0" presId="urn:microsoft.com/office/officeart/2005/8/layout/orgChart1"/>
    <dgm:cxn modelId="{3E82CFF8-7073-4E53-94D1-716E0DF91B60}" type="presParOf" srcId="{F9FEECE8-6F19-420D-852D-EA7FF48D3448}" destId="{054845E0-1595-4919-84D7-8171D626E127}" srcOrd="0" destOrd="0" presId="urn:microsoft.com/office/officeart/2005/8/layout/orgChart1"/>
    <dgm:cxn modelId="{2783DC68-EE64-4C21-B427-4C2512DE50C0}" type="presParOf" srcId="{F9FEECE8-6F19-420D-852D-EA7FF48D3448}" destId="{D040910B-8905-4B8E-9ED2-9E8B21C3AFC8}" srcOrd="1" destOrd="0" presId="urn:microsoft.com/office/officeart/2005/8/layout/orgChart1"/>
    <dgm:cxn modelId="{5B59A1D5-DD20-483D-AF63-5C10A1375DEF}" type="presParOf" srcId="{3C2369BC-0DBF-4EE0-8418-E325D3C48C04}" destId="{8023C643-51EE-45B9-BC6C-789CDD21FB69}" srcOrd="1" destOrd="0" presId="urn:microsoft.com/office/officeart/2005/8/layout/orgChart1"/>
    <dgm:cxn modelId="{7100AD63-AE7F-4539-A6C9-0A5EB205AFD3}" type="presParOf" srcId="{8023C643-51EE-45B9-BC6C-789CDD21FB69}" destId="{CCDF57EF-B244-42F0-B3E1-C366C789F201}" srcOrd="0" destOrd="0" presId="urn:microsoft.com/office/officeart/2005/8/layout/orgChart1"/>
    <dgm:cxn modelId="{30DAC38D-7754-43B9-87C1-24FE73985595}" type="presParOf" srcId="{8023C643-51EE-45B9-BC6C-789CDD21FB69}" destId="{F9029117-BA6B-40CF-9669-603D1F6FF9FB}" srcOrd="1" destOrd="0" presId="urn:microsoft.com/office/officeart/2005/8/layout/orgChart1"/>
    <dgm:cxn modelId="{CBD0561F-BFD4-42BA-89C6-DB3BB2C95D8B}" type="presParOf" srcId="{F9029117-BA6B-40CF-9669-603D1F6FF9FB}" destId="{4A19FA05-73E1-44E9-A5D7-F042241B92F5}" srcOrd="0" destOrd="0" presId="urn:microsoft.com/office/officeart/2005/8/layout/orgChart1"/>
    <dgm:cxn modelId="{94A27F50-F646-410E-B2AA-9B61BC38FAAA}" type="presParOf" srcId="{4A19FA05-73E1-44E9-A5D7-F042241B92F5}" destId="{3D460071-6F55-48AA-AC92-3703B78B301A}" srcOrd="0" destOrd="0" presId="urn:microsoft.com/office/officeart/2005/8/layout/orgChart1"/>
    <dgm:cxn modelId="{A0F13E5A-56AC-415A-8E7E-51ED27D09D86}" type="presParOf" srcId="{4A19FA05-73E1-44E9-A5D7-F042241B92F5}" destId="{B78D2D7B-182E-4873-BFC4-D769707E8FBE}" srcOrd="1" destOrd="0" presId="urn:microsoft.com/office/officeart/2005/8/layout/orgChart1"/>
    <dgm:cxn modelId="{3A941205-ECEE-4191-A125-68355C46388F}" type="presParOf" srcId="{F9029117-BA6B-40CF-9669-603D1F6FF9FB}" destId="{22841719-9C26-4B67-9BF7-C0DA55376452}" srcOrd="1" destOrd="0" presId="urn:microsoft.com/office/officeart/2005/8/layout/orgChart1"/>
    <dgm:cxn modelId="{CDB20BD2-D2ED-4599-97FC-230949B5DDEC}" type="presParOf" srcId="{F9029117-BA6B-40CF-9669-603D1F6FF9FB}" destId="{9982CDD8-7487-49D1-A62C-40BF0A5D4CC2}" srcOrd="2" destOrd="0" presId="urn:microsoft.com/office/officeart/2005/8/layout/orgChart1"/>
    <dgm:cxn modelId="{CF72002E-7C72-4D83-9B18-0EB0F0B92A55}" type="presParOf" srcId="{8023C643-51EE-45B9-BC6C-789CDD21FB69}" destId="{25D40C1E-70AC-4AC1-897D-818E7BBEF526}" srcOrd="2" destOrd="0" presId="urn:microsoft.com/office/officeart/2005/8/layout/orgChart1"/>
    <dgm:cxn modelId="{8821A73E-FD8B-4A6F-A5D9-824FE91B7477}" type="presParOf" srcId="{8023C643-51EE-45B9-BC6C-789CDD21FB69}" destId="{F48BDE8C-44C6-4CE4-A9FD-0C9DAB5FE028}" srcOrd="3" destOrd="0" presId="urn:microsoft.com/office/officeart/2005/8/layout/orgChart1"/>
    <dgm:cxn modelId="{66AAAAF4-D80E-4793-B7A0-5F5BDE194DEE}" type="presParOf" srcId="{F48BDE8C-44C6-4CE4-A9FD-0C9DAB5FE028}" destId="{AB66B2FA-6968-4346-93E9-0D007B812482}" srcOrd="0" destOrd="0" presId="urn:microsoft.com/office/officeart/2005/8/layout/orgChart1"/>
    <dgm:cxn modelId="{5B6BF327-8887-43D3-A009-C797C1DAB02C}" type="presParOf" srcId="{AB66B2FA-6968-4346-93E9-0D007B812482}" destId="{8920FAAA-ACF2-40E3-A0AA-FC9035055F3E}" srcOrd="0" destOrd="0" presId="urn:microsoft.com/office/officeart/2005/8/layout/orgChart1"/>
    <dgm:cxn modelId="{A580EC91-EDE6-45EB-91DC-CCE1BEA2D12D}" type="presParOf" srcId="{AB66B2FA-6968-4346-93E9-0D007B812482}" destId="{2EF6B49E-30FC-4A41-B504-151FA88BCF07}" srcOrd="1" destOrd="0" presId="urn:microsoft.com/office/officeart/2005/8/layout/orgChart1"/>
    <dgm:cxn modelId="{4C52886F-2D70-4F9E-AB55-C6EBBC9CA09B}" type="presParOf" srcId="{F48BDE8C-44C6-4CE4-A9FD-0C9DAB5FE028}" destId="{C9B87F29-AE19-4389-A713-57E1E1B066D4}" srcOrd="1" destOrd="0" presId="urn:microsoft.com/office/officeart/2005/8/layout/orgChart1"/>
    <dgm:cxn modelId="{6F46702C-2738-4725-A339-D08E76860C2D}" type="presParOf" srcId="{F48BDE8C-44C6-4CE4-A9FD-0C9DAB5FE028}" destId="{66E3F510-A73F-4C2E-83E8-7F41151AF793}" srcOrd="2" destOrd="0" presId="urn:microsoft.com/office/officeart/2005/8/layout/orgChart1"/>
    <dgm:cxn modelId="{1EF8A187-3C00-46F9-B6E7-8EFAF179D435}" type="presParOf" srcId="{3C2369BC-0DBF-4EE0-8418-E325D3C48C04}" destId="{9DABED32-6B77-4855-B265-A33E4643E692}" srcOrd="2" destOrd="0" presId="urn:microsoft.com/office/officeart/2005/8/layout/orgChart1"/>
    <dgm:cxn modelId="{852457A6-E6FF-4E77-AD31-60A83558B1E9}" type="presParOf" srcId="{A2D7CAED-0941-4B4F-8DD4-28606AD9D38D}" destId="{FBD1B778-84AE-48C7-B2CB-DA211C6A3487}" srcOrd="4" destOrd="0" presId="urn:microsoft.com/office/officeart/2005/8/layout/orgChart1"/>
    <dgm:cxn modelId="{67E3895D-E2DA-4C5B-BDD4-2AEDB63119DB}" type="presParOf" srcId="{A2D7CAED-0941-4B4F-8DD4-28606AD9D38D}" destId="{61FB9F7C-CAAC-4FF1-BAF5-CC6C35EA9873}" srcOrd="5" destOrd="0" presId="urn:microsoft.com/office/officeart/2005/8/layout/orgChart1"/>
    <dgm:cxn modelId="{3E8DA540-30A1-439B-A12A-1E6195800A57}" type="presParOf" srcId="{61FB9F7C-CAAC-4FF1-BAF5-CC6C35EA9873}" destId="{EE787569-D5F5-40FA-B2DE-E65A89B5DCB7}" srcOrd="0" destOrd="0" presId="urn:microsoft.com/office/officeart/2005/8/layout/orgChart1"/>
    <dgm:cxn modelId="{9B4795E3-A95F-4E5F-BB82-D2C07872FF65}" type="presParOf" srcId="{EE787569-D5F5-40FA-B2DE-E65A89B5DCB7}" destId="{3C360F7E-7844-4739-8475-E996CB1CA7A9}" srcOrd="0" destOrd="0" presId="urn:microsoft.com/office/officeart/2005/8/layout/orgChart1"/>
    <dgm:cxn modelId="{C75B525E-1F9B-41A4-9F97-222D8CD6097C}" type="presParOf" srcId="{EE787569-D5F5-40FA-B2DE-E65A89B5DCB7}" destId="{62837A37-3264-47AA-91A7-4AC041749F74}" srcOrd="1" destOrd="0" presId="urn:microsoft.com/office/officeart/2005/8/layout/orgChart1"/>
    <dgm:cxn modelId="{CACC93A8-F8D3-4E6D-B693-E08740ADA0A1}" type="presParOf" srcId="{61FB9F7C-CAAC-4FF1-BAF5-CC6C35EA9873}" destId="{E310C11F-F3EC-4152-8FF2-184AC0578D56}" srcOrd="1" destOrd="0" presId="urn:microsoft.com/office/officeart/2005/8/layout/orgChart1"/>
    <dgm:cxn modelId="{760FB24A-D8B3-4B1B-9C7E-BA26E3E4400E}" type="presParOf" srcId="{E310C11F-F3EC-4152-8FF2-184AC0578D56}" destId="{FDE9A201-1E87-4498-B766-971A7AB702B0}" srcOrd="0" destOrd="0" presId="urn:microsoft.com/office/officeart/2005/8/layout/orgChart1"/>
    <dgm:cxn modelId="{A7C94295-12CD-46BB-A380-C88D1A4916B9}" type="presParOf" srcId="{E310C11F-F3EC-4152-8FF2-184AC0578D56}" destId="{3DD6B538-CB13-49CE-BAC6-74C4C1B6E617}" srcOrd="1" destOrd="0" presId="urn:microsoft.com/office/officeart/2005/8/layout/orgChart1"/>
    <dgm:cxn modelId="{95E6BD59-2C19-4BE3-824D-64899FFE0051}" type="presParOf" srcId="{3DD6B538-CB13-49CE-BAC6-74C4C1B6E617}" destId="{A8E2B556-6828-4F11-B278-393DE60BD49B}" srcOrd="0" destOrd="0" presId="urn:microsoft.com/office/officeart/2005/8/layout/orgChart1"/>
    <dgm:cxn modelId="{3CF07B7B-9A27-4AEB-AD90-E53D0C3807B7}" type="presParOf" srcId="{A8E2B556-6828-4F11-B278-393DE60BD49B}" destId="{D2D40A3A-4418-4AB6-80F4-22869980615E}" srcOrd="0" destOrd="0" presId="urn:microsoft.com/office/officeart/2005/8/layout/orgChart1"/>
    <dgm:cxn modelId="{B113DF82-8551-4F5F-9326-0429313DDE46}" type="presParOf" srcId="{A8E2B556-6828-4F11-B278-393DE60BD49B}" destId="{B6DCCC62-2E7B-45C9-A64C-14695C1B121A}" srcOrd="1" destOrd="0" presId="urn:microsoft.com/office/officeart/2005/8/layout/orgChart1"/>
    <dgm:cxn modelId="{CF29CA68-31FB-45BD-8E43-B40D41E973F8}" type="presParOf" srcId="{3DD6B538-CB13-49CE-BAC6-74C4C1B6E617}" destId="{4E17EACA-ADAA-4A2F-BBB4-D2287819AA32}" srcOrd="1" destOrd="0" presId="urn:microsoft.com/office/officeart/2005/8/layout/orgChart1"/>
    <dgm:cxn modelId="{948ECF6A-1C81-4463-B620-E976551F648B}" type="presParOf" srcId="{3DD6B538-CB13-49CE-BAC6-74C4C1B6E617}" destId="{40A11ED7-B9CA-4095-81EC-1C5F4B7BE314}" srcOrd="2" destOrd="0" presId="urn:microsoft.com/office/officeart/2005/8/layout/orgChart1"/>
    <dgm:cxn modelId="{DC19611B-034B-4A4F-8B2F-B597B64EC7A6}" type="presParOf" srcId="{E310C11F-F3EC-4152-8FF2-184AC0578D56}" destId="{C862C6EB-C345-472F-9B4D-890028D4F3B4}" srcOrd="2" destOrd="0" presId="urn:microsoft.com/office/officeart/2005/8/layout/orgChart1"/>
    <dgm:cxn modelId="{6A74E6F4-701A-4E20-9D91-BBF32CF4873E}" type="presParOf" srcId="{E310C11F-F3EC-4152-8FF2-184AC0578D56}" destId="{D1AFA2A0-E1DA-432E-906E-683DAC808C52}" srcOrd="3" destOrd="0" presId="urn:microsoft.com/office/officeart/2005/8/layout/orgChart1"/>
    <dgm:cxn modelId="{2E59B008-B478-41D9-B13A-84E77EE851F1}" type="presParOf" srcId="{D1AFA2A0-E1DA-432E-906E-683DAC808C52}" destId="{A075C0D0-BDBC-4B10-8780-C62B7A3889B7}" srcOrd="0" destOrd="0" presId="urn:microsoft.com/office/officeart/2005/8/layout/orgChart1"/>
    <dgm:cxn modelId="{274F9098-3E43-4C7B-A93E-B6AAA77DDF1A}" type="presParOf" srcId="{A075C0D0-BDBC-4B10-8780-C62B7A3889B7}" destId="{FF320AAD-3D72-4328-98E0-796491D8321C}" srcOrd="0" destOrd="0" presId="urn:microsoft.com/office/officeart/2005/8/layout/orgChart1"/>
    <dgm:cxn modelId="{E7682FA5-D8FA-475A-A5B6-DB8CBB554D00}" type="presParOf" srcId="{A075C0D0-BDBC-4B10-8780-C62B7A3889B7}" destId="{7B5C4480-2604-49FA-9155-0541CAFC8688}" srcOrd="1" destOrd="0" presId="urn:microsoft.com/office/officeart/2005/8/layout/orgChart1"/>
    <dgm:cxn modelId="{C55EFF09-0567-4717-A7D0-9B10C1935C7C}" type="presParOf" srcId="{D1AFA2A0-E1DA-432E-906E-683DAC808C52}" destId="{5F83B040-2672-426B-8E55-A978FC9444FF}" srcOrd="1" destOrd="0" presId="urn:microsoft.com/office/officeart/2005/8/layout/orgChart1"/>
    <dgm:cxn modelId="{ABB8FCCE-FFF9-4CA0-84D9-D4B5ED38F60F}" type="presParOf" srcId="{D1AFA2A0-E1DA-432E-906E-683DAC808C52}" destId="{D2A6D6E9-5DA5-4F4D-82B4-34275C994389}" srcOrd="2" destOrd="0" presId="urn:microsoft.com/office/officeart/2005/8/layout/orgChart1"/>
    <dgm:cxn modelId="{B3A8F75A-814C-4DFC-80A5-FE54AB54B37F}" type="presParOf" srcId="{61FB9F7C-CAAC-4FF1-BAF5-CC6C35EA9873}" destId="{B412F95B-A6F3-451D-BBF3-75CB460780A6}" srcOrd="2" destOrd="0" presId="urn:microsoft.com/office/officeart/2005/8/layout/orgChart1"/>
    <dgm:cxn modelId="{03234711-1566-49CC-A935-E9016F45DCB4}" type="presParOf" srcId="{A2D7CAED-0941-4B4F-8DD4-28606AD9D38D}" destId="{2DA037EC-DBAD-4608-9CBC-AEEE72A2869A}" srcOrd="6" destOrd="0" presId="urn:microsoft.com/office/officeart/2005/8/layout/orgChart1"/>
    <dgm:cxn modelId="{C41ED781-B25E-4CDD-BCE3-04733A32D17E}" type="presParOf" srcId="{A2D7CAED-0941-4B4F-8DD4-28606AD9D38D}" destId="{A4A6CA7C-95C0-49C0-87C7-226159266EF9}" srcOrd="7" destOrd="0" presId="urn:microsoft.com/office/officeart/2005/8/layout/orgChart1"/>
    <dgm:cxn modelId="{EA3A7ED1-3E78-46B8-8D15-15E05F959FB6}" type="presParOf" srcId="{A4A6CA7C-95C0-49C0-87C7-226159266EF9}" destId="{2A966355-6548-4FB9-A9A0-E3A6BCB0AC86}" srcOrd="0" destOrd="0" presId="urn:microsoft.com/office/officeart/2005/8/layout/orgChart1"/>
    <dgm:cxn modelId="{7DDCE677-486D-4FE2-8A77-CCB18C46C939}" type="presParOf" srcId="{2A966355-6548-4FB9-A9A0-E3A6BCB0AC86}" destId="{5F44CE33-4888-4023-9DCA-83E2955D0329}" srcOrd="0" destOrd="0" presId="urn:microsoft.com/office/officeart/2005/8/layout/orgChart1"/>
    <dgm:cxn modelId="{0925A955-0F1B-4E9A-AB82-CC8FE0ABFEC7}" type="presParOf" srcId="{2A966355-6548-4FB9-A9A0-E3A6BCB0AC86}" destId="{85950570-AF3E-4F1A-8B4D-197FD67D5C9F}" srcOrd="1" destOrd="0" presId="urn:microsoft.com/office/officeart/2005/8/layout/orgChart1"/>
    <dgm:cxn modelId="{4A543939-7813-45DD-8BF7-794385C843D8}" type="presParOf" srcId="{A4A6CA7C-95C0-49C0-87C7-226159266EF9}" destId="{F6EB0CA7-4DFF-406C-A83F-D12E2A8DCF37}" srcOrd="1" destOrd="0" presId="urn:microsoft.com/office/officeart/2005/8/layout/orgChart1"/>
    <dgm:cxn modelId="{F1D1E195-B72D-446E-A525-AEC8DB235232}" type="presParOf" srcId="{F6EB0CA7-4DFF-406C-A83F-D12E2A8DCF37}" destId="{17FF8C7A-9DB0-4ADB-96BA-89557D7AFE21}" srcOrd="0" destOrd="0" presId="urn:microsoft.com/office/officeart/2005/8/layout/orgChart1"/>
    <dgm:cxn modelId="{B68E9CDB-EDFE-4FF3-A281-AC736B0564EB}" type="presParOf" srcId="{F6EB0CA7-4DFF-406C-A83F-D12E2A8DCF37}" destId="{85D7DEEA-AE40-466D-B8BC-3B8DA742E9E8}" srcOrd="1" destOrd="0" presId="urn:microsoft.com/office/officeart/2005/8/layout/orgChart1"/>
    <dgm:cxn modelId="{1D9ED93D-09D0-4DD9-AA01-79D20B0041CD}" type="presParOf" srcId="{85D7DEEA-AE40-466D-B8BC-3B8DA742E9E8}" destId="{F9E747A3-5C7E-46EA-9B9B-318908F2F88C}" srcOrd="0" destOrd="0" presId="urn:microsoft.com/office/officeart/2005/8/layout/orgChart1"/>
    <dgm:cxn modelId="{3762787C-9164-4852-AE2E-4AD9C71FA369}" type="presParOf" srcId="{F9E747A3-5C7E-46EA-9B9B-318908F2F88C}" destId="{0645CADD-60E1-4E21-A2C0-E7D72A59F30F}" srcOrd="0" destOrd="0" presId="urn:microsoft.com/office/officeart/2005/8/layout/orgChart1"/>
    <dgm:cxn modelId="{2EEDCD51-CD48-4C0B-B80D-16FBCAD82AC8}" type="presParOf" srcId="{F9E747A3-5C7E-46EA-9B9B-318908F2F88C}" destId="{BCCE40DB-0EE4-4B82-8B6D-A1F338C0EE7C}" srcOrd="1" destOrd="0" presId="urn:microsoft.com/office/officeart/2005/8/layout/orgChart1"/>
    <dgm:cxn modelId="{B5C81FDA-97FE-4F63-AD0E-D60690096BBD}" type="presParOf" srcId="{85D7DEEA-AE40-466D-B8BC-3B8DA742E9E8}" destId="{1A1FAC33-DFC1-49EE-9A42-B862272A4A27}" srcOrd="1" destOrd="0" presId="urn:microsoft.com/office/officeart/2005/8/layout/orgChart1"/>
    <dgm:cxn modelId="{DA45B32D-C66D-4C8C-AE7F-AF1ED99A5D18}" type="presParOf" srcId="{85D7DEEA-AE40-466D-B8BC-3B8DA742E9E8}" destId="{33AB50D6-CF42-4FF3-874A-80212E866F33}" srcOrd="2" destOrd="0" presId="urn:microsoft.com/office/officeart/2005/8/layout/orgChart1"/>
    <dgm:cxn modelId="{1622131F-6A10-4090-BDFA-26E93CCCD567}" type="presParOf" srcId="{F6EB0CA7-4DFF-406C-A83F-D12E2A8DCF37}" destId="{62F536E5-54F1-4250-A683-3BD57AE14EDC}" srcOrd="2" destOrd="0" presId="urn:microsoft.com/office/officeart/2005/8/layout/orgChart1"/>
    <dgm:cxn modelId="{438290D3-EF9F-41D9-97E6-83752A146C8F}" type="presParOf" srcId="{F6EB0CA7-4DFF-406C-A83F-D12E2A8DCF37}" destId="{F2361530-E64A-4FBD-9996-90139C76907E}" srcOrd="3" destOrd="0" presId="urn:microsoft.com/office/officeart/2005/8/layout/orgChart1"/>
    <dgm:cxn modelId="{623CB7E5-0D84-4E34-8E90-70F3328B4741}" type="presParOf" srcId="{F2361530-E64A-4FBD-9996-90139C76907E}" destId="{A5C9701A-2882-460A-B593-2A77835F05DF}" srcOrd="0" destOrd="0" presId="urn:microsoft.com/office/officeart/2005/8/layout/orgChart1"/>
    <dgm:cxn modelId="{C36FC78B-03CA-469F-85F4-E226DFD57F62}" type="presParOf" srcId="{A5C9701A-2882-460A-B593-2A77835F05DF}" destId="{85A57EDB-BF19-4652-A983-201974F0CD01}" srcOrd="0" destOrd="0" presId="urn:microsoft.com/office/officeart/2005/8/layout/orgChart1"/>
    <dgm:cxn modelId="{6C663E90-3E7D-45C6-B1FF-8789035DF23A}" type="presParOf" srcId="{A5C9701A-2882-460A-B593-2A77835F05DF}" destId="{F1BBD75C-E368-4DA4-B4AA-83AB32F76E22}" srcOrd="1" destOrd="0" presId="urn:microsoft.com/office/officeart/2005/8/layout/orgChart1"/>
    <dgm:cxn modelId="{99B41A1C-4A8F-4157-9BE1-E0271E0E100C}" type="presParOf" srcId="{F2361530-E64A-4FBD-9996-90139C76907E}" destId="{D945E16D-F370-4A38-B788-54E3DAEAE0CC}" srcOrd="1" destOrd="0" presId="urn:microsoft.com/office/officeart/2005/8/layout/orgChart1"/>
    <dgm:cxn modelId="{1AF814A9-4676-4454-B265-06474B3B35D3}" type="presParOf" srcId="{F2361530-E64A-4FBD-9996-90139C76907E}" destId="{ED9D10CE-09B4-4CBB-B1CE-3057F7AA93FA}" srcOrd="2" destOrd="0" presId="urn:microsoft.com/office/officeart/2005/8/layout/orgChart1"/>
    <dgm:cxn modelId="{A1A10FDD-396E-4C85-9842-DA2A7C0A7AE6}" type="presParOf" srcId="{A4A6CA7C-95C0-49C0-87C7-226159266EF9}" destId="{70EB9009-C992-453C-8EC9-2B462953BA67}" srcOrd="2" destOrd="0" presId="urn:microsoft.com/office/officeart/2005/8/layout/orgChart1"/>
    <dgm:cxn modelId="{8E61FE00-7549-4FFF-B42D-E6FDEFADBEDB}" type="presParOf" srcId="{3F0D928F-C5C6-4209-89C7-2DC22F440C9A}" destId="{06DD9A92-3EBE-4509-A0B6-B94B2A043EB1}" srcOrd="2" destOrd="0" presId="urn:microsoft.com/office/officeart/2005/8/layout/orgChart1"/>
    <dgm:cxn modelId="{B1F64BBE-0E4B-4DB0-BED0-E85B49F92B04}" type="presParOf" srcId="{3AF247A6-5907-446E-AA6F-4BAC28FD9F2C}" destId="{6192D81C-FD83-484A-8948-A0EBD03E85B6}"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0922304-28F5-4E2F-ADAE-87C9769F258D}"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7F4AE3D8-8860-4667-964B-1EB4F2C3B185}">
      <dgm:prSet/>
      <dgm:spPr/>
      <dgm:t>
        <a:bodyPr/>
        <a:lstStyle/>
        <a:p>
          <a:r>
            <a:rPr lang="en-AU"/>
            <a:t>Registration and Vehicle Data Governance, Model and Ownership</a:t>
          </a:r>
          <a:endParaRPr lang="en-US"/>
        </a:p>
      </dgm:t>
    </dgm:pt>
    <dgm:pt modelId="{2E0F26D7-A18D-454E-844C-93CE5CCBF1FB}" type="parTrans" cxnId="{375233D0-93B9-479D-A482-77B1919282D7}">
      <dgm:prSet/>
      <dgm:spPr/>
      <dgm:t>
        <a:bodyPr/>
        <a:lstStyle/>
        <a:p>
          <a:endParaRPr lang="en-US"/>
        </a:p>
      </dgm:t>
    </dgm:pt>
    <dgm:pt modelId="{1384A73B-B854-4EF5-8831-8CB57385C6E5}" type="sibTrans" cxnId="{375233D0-93B9-479D-A482-77B1919282D7}">
      <dgm:prSet/>
      <dgm:spPr/>
      <dgm:t>
        <a:bodyPr/>
        <a:lstStyle/>
        <a:p>
          <a:endParaRPr lang="en-US"/>
        </a:p>
      </dgm:t>
    </dgm:pt>
    <dgm:pt modelId="{571FD965-9BBC-4C90-8CE9-DDC677ED86FA}">
      <dgm:prSet/>
      <dgm:spPr/>
      <dgm:t>
        <a:bodyPr/>
        <a:lstStyle/>
        <a:p>
          <a:r>
            <a:rPr lang="en-AU"/>
            <a:t>Registration Enquiry Service</a:t>
          </a:r>
          <a:endParaRPr lang="en-US"/>
        </a:p>
      </dgm:t>
    </dgm:pt>
    <dgm:pt modelId="{A9DBD920-66B2-4A3C-AB5D-C9C32B866828}" type="parTrans" cxnId="{14AA7D56-9BB2-46B5-9102-E4E97F382825}">
      <dgm:prSet/>
      <dgm:spPr/>
      <dgm:t>
        <a:bodyPr/>
        <a:lstStyle/>
        <a:p>
          <a:endParaRPr lang="en-US"/>
        </a:p>
      </dgm:t>
    </dgm:pt>
    <dgm:pt modelId="{0184E1C5-1958-4D45-9E17-AA5978DED2A6}" type="sibTrans" cxnId="{14AA7D56-9BB2-46B5-9102-E4E97F382825}">
      <dgm:prSet/>
      <dgm:spPr/>
      <dgm:t>
        <a:bodyPr/>
        <a:lstStyle/>
        <a:p>
          <a:endParaRPr lang="en-US"/>
        </a:p>
      </dgm:t>
    </dgm:pt>
    <dgm:pt modelId="{D8061FE5-A3D7-4C37-AE1D-6A715FA945FE}">
      <dgm:prSet/>
      <dgm:spPr/>
      <dgm:t>
        <a:bodyPr/>
        <a:lstStyle/>
        <a:p>
          <a:r>
            <a:rPr lang="en-AU" dirty="0"/>
            <a:t>Vehicle Register</a:t>
          </a:r>
          <a:endParaRPr lang="en-US" dirty="0"/>
        </a:p>
      </dgm:t>
    </dgm:pt>
    <dgm:pt modelId="{4B02EFE2-EB8D-447F-9495-827F176C2F91}" type="parTrans" cxnId="{51F8789D-20F3-4316-BDE0-69883CDA8C5A}">
      <dgm:prSet/>
      <dgm:spPr/>
      <dgm:t>
        <a:bodyPr/>
        <a:lstStyle/>
        <a:p>
          <a:endParaRPr lang="en-US"/>
        </a:p>
      </dgm:t>
    </dgm:pt>
    <dgm:pt modelId="{A3EF0350-5D0A-4B24-85FD-2A270FD43124}" type="sibTrans" cxnId="{51F8789D-20F3-4316-BDE0-69883CDA8C5A}">
      <dgm:prSet/>
      <dgm:spPr/>
      <dgm:t>
        <a:bodyPr/>
        <a:lstStyle/>
        <a:p>
          <a:endParaRPr lang="en-US"/>
        </a:p>
      </dgm:t>
    </dgm:pt>
    <dgm:pt modelId="{198E6693-6F31-48C9-A548-E48CC9528119}" type="pres">
      <dgm:prSet presAssocID="{E0922304-28F5-4E2F-ADAE-87C9769F258D}" presName="linear" presStyleCnt="0">
        <dgm:presLayoutVars>
          <dgm:animLvl val="lvl"/>
          <dgm:resizeHandles val="exact"/>
        </dgm:presLayoutVars>
      </dgm:prSet>
      <dgm:spPr/>
    </dgm:pt>
    <dgm:pt modelId="{7E9F980D-1625-4680-A60F-669D153BD48C}" type="pres">
      <dgm:prSet presAssocID="{7F4AE3D8-8860-4667-964B-1EB4F2C3B185}" presName="parentText" presStyleLbl="node1" presStyleIdx="0" presStyleCnt="3">
        <dgm:presLayoutVars>
          <dgm:chMax val="0"/>
          <dgm:bulletEnabled val="1"/>
        </dgm:presLayoutVars>
      </dgm:prSet>
      <dgm:spPr/>
    </dgm:pt>
    <dgm:pt modelId="{221DB597-6CEC-485A-88C9-1DAEC5943272}" type="pres">
      <dgm:prSet presAssocID="{1384A73B-B854-4EF5-8831-8CB57385C6E5}" presName="spacer" presStyleCnt="0"/>
      <dgm:spPr/>
    </dgm:pt>
    <dgm:pt modelId="{A467622C-4471-4284-A909-3057EF570ECD}" type="pres">
      <dgm:prSet presAssocID="{571FD965-9BBC-4C90-8CE9-DDC677ED86FA}" presName="parentText" presStyleLbl="node1" presStyleIdx="1" presStyleCnt="3">
        <dgm:presLayoutVars>
          <dgm:chMax val="0"/>
          <dgm:bulletEnabled val="1"/>
        </dgm:presLayoutVars>
      </dgm:prSet>
      <dgm:spPr/>
    </dgm:pt>
    <dgm:pt modelId="{A889697D-740F-48DB-92A3-5CF31DC0F57D}" type="pres">
      <dgm:prSet presAssocID="{0184E1C5-1958-4D45-9E17-AA5978DED2A6}" presName="spacer" presStyleCnt="0"/>
      <dgm:spPr/>
    </dgm:pt>
    <dgm:pt modelId="{CAECEB6B-BCBE-4898-934C-FFD403FDA405}" type="pres">
      <dgm:prSet presAssocID="{D8061FE5-A3D7-4C37-AE1D-6A715FA945FE}" presName="parentText" presStyleLbl="node1" presStyleIdx="2" presStyleCnt="3">
        <dgm:presLayoutVars>
          <dgm:chMax val="0"/>
          <dgm:bulletEnabled val="1"/>
        </dgm:presLayoutVars>
      </dgm:prSet>
      <dgm:spPr/>
    </dgm:pt>
  </dgm:ptLst>
  <dgm:cxnLst>
    <dgm:cxn modelId="{F2AE7F1F-4E93-4DD1-A6D4-B03A8354048B}" type="presOf" srcId="{7F4AE3D8-8860-4667-964B-1EB4F2C3B185}" destId="{7E9F980D-1625-4680-A60F-669D153BD48C}" srcOrd="0" destOrd="0" presId="urn:microsoft.com/office/officeart/2005/8/layout/vList2"/>
    <dgm:cxn modelId="{C35DF45C-7E4D-416A-94F0-BA58CF8A902E}" type="presOf" srcId="{D8061FE5-A3D7-4C37-AE1D-6A715FA945FE}" destId="{CAECEB6B-BCBE-4898-934C-FFD403FDA405}" srcOrd="0" destOrd="0" presId="urn:microsoft.com/office/officeart/2005/8/layout/vList2"/>
    <dgm:cxn modelId="{42279D42-468A-4011-9E55-6D4E83C2468B}" type="presOf" srcId="{571FD965-9BBC-4C90-8CE9-DDC677ED86FA}" destId="{A467622C-4471-4284-A909-3057EF570ECD}" srcOrd="0" destOrd="0" presId="urn:microsoft.com/office/officeart/2005/8/layout/vList2"/>
    <dgm:cxn modelId="{14AA7D56-9BB2-46B5-9102-E4E97F382825}" srcId="{E0922304-28F5-4E2F-ADAE-87C9769F258D}" destId="{571FD965-9BBC-4C90-8CE9-DDC677ED86FA}" srcOrd="1" destOrd="0" parTransId="{A9DBD920-66B2-4A3C-AB5D-C9C32B866828}" sibTransId="{0184E1C5-1958-4D45-9E17-AA5978DED2A6}"/>
    <dgm:cxn modelId="{51F8789D-20F3-4316-BDE0-69883CDA8C5A}" srcId="{E0922304-28F5-4E2F-ADAE-87C9769F258D}" destId="{D8061FE5-A3D7-4C37-AE1D-6A715FA945FE}" srcOrd="2" destOrd="0" parTransId="{4B02EFE2-EB8D-447F-9495-827F176C2F91}" sibTransId="{A3EF0350-5D0A-4B24-85FD-2A270FD43124}"/>
    <dgm:cxn modelId="{93954BB3-D48E-4C97-8C21-E0658AE3B46B}" type="presOf" srcId="{E0922304-28F5-4E2F-ADAE-87C9769F258D}" destId="{198E6693-6F31-48C9-A548-E48CC9528119}" srcOrd="0" destOrd="0" presId="urn:microsoft.com/office/officeart/2005/8/layout/vList2"/>
    <dgm:cxn modelId="{375233D0-93B9-479D-A482-77B1919282D7}" srcId="{E0922304-28F5-4E2F-ADAE-87C9769F258D}" destId="{7F4AE3D8-8860-4667-964B-1EB4F2C3B185}" srcOrd="0" destOrd="0" parTransId="{2E0F26D7-A18D-454E-844C-93CE5CCBF1FB}" sibTransId="{1384A73B-B854-4EF5-8831-8CB57385C6E5}"/>
    <dgm:cxn modelId="{6DDAA43C-5591-45C1-87AD-B9CB02BB2B61}" type="presParOf" srcId="{198E6693-6F31-48C9-A548-E48CC9528119}" destId="{7E9F980D-1625-4680-A60F-669D153BD48C}" srcOrd="0" destOrd="0" presId="urn:microsoft.com/office/officeart/2005/8/layout/vList2"/>
    <dgm:cxn modelId="{65E52C6D-E577-472F-9DC3-2CEEBBC2F5A1}" type="presParOf" srcId="{198E6693-6F31-48C9-A548-E48CC9528119}" destId="{221DB597-6CEC-485A-88C9-1DAEC5943272}" srcOrd="1" destOrd="0" presId="urn:microsoft.com/office/officeart/2005/8/layout/vList2"/>
    <dgm:cxn modelId="{13506B15-8B31-4F8F-9F37-6848DBAA1B23}" type="presParOf" srcId="{198E6693-6F31-48C9-A548-E48CC9528119}" destId="{A467622C-4471-4284-A909-3057EF570ECD}" srcOrd="2" destOrd="0" presId="urn:microsoft.com/office/officeart/2005/8/layout/vList2"/>
    <dgm:cxn modelId="{497806CF-F4EE-481C-8B3A-8064BF8E8A78}" type="presParOf" srcId="{198E6693-6F31-48C9-A548-E48CC9528119}" destId="{A889697D-740F-48DB-92A3-5CF31DC0F57D}" srcOrd="3" destOrd="0" presId="urn:microsoft.com/office/officeart/2005/8/layout/vList2"/>
    <dgm:cxn modelId="{5ADAA1EB-F209-4B5A-A12F-8B83578BAD1F}" type="presParOf" srcId="{198E6693-6F31-48C9-A548-E48CC9528119}" destId="{CAECEB6B-BCBE-4898-934C-FFD403FDA40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BEA68D6-E158-4934-BAF2-CD3B153353BA}" type="doc">
      <dgm:prSet loTypeId="urn:microsoft.com/office/officeart/2005/8/layout/orgChart1" loCatId="hierarchy" qsTypeId="urn:microsoft.com/office/officeart/2005/8/quickstyle/simple2" qsCatId="simple" csTypeId="urn:microsoft.com/office/officeart/2005/8/colors/accent0_3" csCatId="mainScheme" phldr="1"/>
      <dgm:spPr/>
      <dgm:t>
        <a:bodyPr/>
        <a:lstStyle/>
        <a:p>
          <a:endParaRPr lang="en-AU"/>
        </a:p>
      </dgm:t>
    </dgm:pt>
    <dgm:pt modelId="{10A0EA3D-3AD4-4A16-AC66-3525B6400D15}">
      <dgm:prSet phldrT="[Text]" phldr="0" custT="1"/>
      <dgm:spPr>
        <a:solidFill>
          <a:srgbClr val="002060"/>
        </a:solidFill>
      </dgm:spPr>
      <dgm:t>
        <a:bodyPr/>
        <a:lstStyle/>
        <a:p>
          <a:r>
            <a:rPr lang="en-AU" sz="2400"/>
            <a:t>Registration &amp; Vehicles</a:t>
          </a:r>
        </a:p>
      </dgm:t>
    </dgm:pt>
    <dgm:pt modelId="{C9D49A3E-3F67-4AE3-9FDA-6F9BB1AF9BD8}" type="parTrans" cxnId="{16F7F54E-B0C2-4129-B92D-8DE372385E3B}">
      <dgm:prSet/>
      <dgm:spPr/>
      <dgm:t>
        <a:bodyPr/>
        <a:lstStyle/>
        <a:p>
          <a:endParaRPr lang="en-AU"/>
        </a:p>
      </dgm:t>
    </dgm:pt>
    <dgm:pt modelId="{E0ACF1AB-2B68-4A49-8ADA-3E481ED4AF09}" type="sibTrans" cxnId="{16F7F54E-B0C2-4129-B92D-8DE372385E3B}">
      <dgm:prSet/>
      <dgm:spPr/>
      <dgm:t>
        <a:bodyPr/>
        <a:lstStyle/>
        <a:p>
          <a:endParaRPr lang="en-AU"/>
        </a:p>
      </dgm:t>
    </dgm:pt>
    <dgm:pt modelId="{145D55AA-61E0-495C-8F2D-EE36475B0338}">
      <dgm:prSet phldrT="[Text]" phldr="0"/>
      <dgm:spPr>
        <a:solidFill>
          <a:schemeClr val="tx2">
            <a:lumMod val="75000"/>
            <a:lumOff val="25000"/>
          </a:schemeClr>
        </a:solidFill>
      </dgm:spPr>
      <dgm:t>
        <a:bodyPr/>
        <a:lstStyle/>
        <a:p>
          <a:r>
            <a:rPr lang="en-AU"/>
            <a:t>Business Process &amp; Operating Model</a:t>
          </a:r>
        </a:p>
      </dgm:t>
    </dgm:pt>
    <dgm:pt modelId="{0C9BCA1A-676D-4632-848E-0829D4E5185A}" type="parTrans" cxnId="{B122E7C2-6E03-4A33-83BE-FB576B3891B7}">
      <dgm:prSet/>
      <dgm:spPr/>
      <dgm:t>
        <a:bodyPr/>
        <a:lstStyle/>
        <a:p>
          <a:endParaRPr lang="en-AU"/>
        </a:p>
      </dgm:t>
    </dgm:pt>
    <dgm:pt modelId="{DE2925A3-7D6A-483F-AED9-5E2A830936B3}" type="sibTrans" cxnId="{B122E7C2-6E03-4A33-83BE-FB576B3891B7}">
      <dgm:prSet/>
      <dgm:spPr/>
      <dgm:t>
        <a:bodyPr/>
        <a:lstStyle/>
        <a:p>
          <a:endParaRPr lang="en-AU"/>
        </a:p>
      </dgm:t>
    </dgm:pt>
    <dgm:pt modelId="{C5037945-930F-4B75-858B-B894823169CF}">
      <dgm:prSet/>
      <dgm:spPr>
        <a:solidFill>
          <a:schemeClr val="tx2">
            <a:lumMod val="75000"/>
            <a:lumOff val="25000"/>
          </a:schemeClr>
        </a:solidFill>
      </dgm:spPr>
      <dgm:t>
        <a:bodyPr/>
        <a:lstStyle/>
        <a:p>
          <a:r>
            <a:rPr lang="en-AU"/>
            <a:t>Product Management &amp; Governance</a:t>
          </a:r>
        </a:p>
      </dgm:t>
    </dgm:pt>
    <dgm:pt modelId="{D4470D27-09CC-41EB-BA1A-CCC1BA5C0E27}" type="parTrans" cxnId="{01E80BCF-1ECB-430D-A350-FE3C8C51032F}">
      <dgm:prSet/>
      <dgm:spPr/>
      <dgm:t>
        <a:bodyPr/>
        <a:lstStyle/>
        <a:p>
          <a:endParaRPr lang="en-AU"/>
        </a:p>
      </dgm:t>
    </dgm:pt>
    <dgm:pt modelId="{1E8234E8-902F-4E23-8B68-776EF1344419}" type="sibTrans" cxnId="{01E80BCF-1ECB-430D-A350-FE3C8C51032F}">
      <dgm:prSet/>
      <dgm:spPr/>
      <dgm:t>
        <a:bodyPr/>
        <a:lstStyle/>
        <a:p>
          <a:endParaRPr lang="en-AU"/>
        </a:p>
      </dgm:t>
    </dgm:pt>
    <dgm:pt modelId="{26763262-632B-46CC-BA82-DA9DFC8A319D}">
      <dgm:prSet/>
      <dgm:spPr>
        <a:solidFill>
          <a:schemeClr val="tx2">
            <a:lumMod val="75000"/>
            <a:lumOff val="25000"/>
          </a:schemeClr>
        </a:solidFill>
      </dgm:spPr>
      <dgm:t>
        <a:bodyPr/>
        <a:lstStyle/>
        <a:p>
          <a:r>
            <a:rPr lang="en-AU"/>
            <a:t>Requirements &amp; Design</a:t>
          </a:r>
        </a:p>
      </dgm:t>
    </dgm:pt>
    <dgm:pt modelId="{33FD4574-5FBE-445D-A451-69994E30F552}" type="parTrans" cxnId="{CBD31DC1-FA84-4991-BF96-345E844ED7E9}">
      <dgm:prSet/>
      <dgm:spPr/>
      <dgm:t>
        <a:bodyPr/>
        <a:lstStyle/>
        <a:p>
          <a:endParaRPr lang="en-AU"/>
        </a:p>
      </dgm:t>
    </dgm:pt>
    <dgm:pt modelId="{84C37D61-B689-4A7F-B29B-92B77CD3E11A}" type="sibTrans" cxnId="{CBD31DC1-FA84-4991-BF96-345E844ED7E9}">
      <dgm:prSet/>
      <dgm:spPr/>
      <dgm:t>
        <a:bodyPr/>
        <a:lstStyle/>
        <a:p>
          <a:endParaRPr lang="en-AU"/>
        </a:p>
      </dgm:t>
    </dgm:pt>
    <dgm:pt modelId="{75DFC915-9462-4A30-AE1F-37CE18B3C6D2}">
      <dgm:prSet phldrT="[Text]" phldr="0"/>
      <dgm:spPr>
        <a:solidFill>
          <a:schemeClr val="tx2">
            <a:lumMod val="75000"/>
            <a:lumOff val="25000"/>
          </a:schemeClr>
        </a:solidFill>
      </dgm:spPr>
      <dgm:t>
        <a:bodyPr/>
        <a:lstStyle/>
        <a:p>
          <a:r>
            <a:rPr lang="en-AU"/>
            <a:t>Change Impact &amp; Business Readiness</a:t>
          </a:r>
        </a:p>
      </dgm:t>
    </dgm:pt>
    <dgm:pt modelId="{F8130828-F801-48B7-A83D-32C060147E31}" type="parTrans" cxnId="{5F5F20C9-F4E0-4374-8747-B7F46FEC88D8}">
      <dgm:prSet/>
      <dgm:spPr/>
      <dgm:t>
        <a:bodyPr/>
        <a:lstStyle/>
        <a:p>
          <a:endParaRPr lang="en-AU"/>
        </a:p>
      </dgm:t>
    </dgm:pt>
    <dgm:pt modelId="{727CFFC1-D6CC-4121-8182-E56D6E59AF3A}" type="sibTrans" cxnId="{5F5F20C9-F4E0-4374-8747-B7F46FEC88D8}">
      <dgm:prSet/>
      <dgm:spPr/>
      <dgm:t>
        <a:bodyPr/>
        <a:lstStyle/>
        <a:p>
          <a:endParaRPr lang="en-AU"/>
        </a:p>
      </dgm:t>
    </dgm:pt>
    <dgm:pt modelId="{CFBF96BE-57AC-4278-BEE8-4529105B485E}">
      <dgm:prSet phldrT="[Text]" phldr="0"/>
      <dgm:spPr>
        <a:solidFill>
          <a:schemeClr val="tx2">
            <a:lumMod val="75000"/>
            <a:lumOff val="25000"/>
          </a:schemeClr>
        </a:solidFill>
      </dgm:spPr>
      <dgm:t>
        <a:bodyPr/>
        <a:lstStyle/>
        <a:p>
          <a:r>
            <a:rPr lang="en-AU"/>
            <a:t>Benefits Realisation</a:t>
          </a:r>
        </a:p>
      </dgm:t>
    </dgm:pt>
    <dgm:pt modelId="{E93B594F-0000-4F1E-9B42-4CBD54251AE9}" type="parTrans" cxnId="{EFCDE451-2354-4EFE-B526-56B196DC5C32}">
      <dgm:prSet/>
      <dgm:spPr/>
      <dgm:t>
        <a:bodyPr/>
        <a:lstStyle/>
        <a:p>
          <a:endParaRPr lang="en-AU"/>
        </a:p>
      </dgm:t>
    </dgm:pt>
    <dgm:pt modelId="{193FE8D6-E354-43F8-A281-6AE4CE481BEC}" type="sibTrans" cxnId="{EFCDE451-2354-4EFE-B526-56B196DC5C32}">
      <dgm:prSet/>
      <dgm:spPr/>
      <dgm:t>
        <a:bodyPr/>
        <a:lstStyle/>
        <a:p>
          <a:endParaRPr lang="en-AU"/>
        </a:p>
      </dgm:t>
    </dgm:pt>
    <dgm:pt modelId="{950DF26E-17D9-4CD6-BA22-3B12B191F0B1}">
      <dgm:prSet phldrT="[Text]" phldr="0"/>
      <dgm:spPr>
        <a:solidFill>
          <a:schemeClr val="bg2">
            <a:lumMod val="25000"/>
          </a:schemeClr>
        </a:solidFill>
      </dgm:spPr>
      <dgm:t>
        <a:bodyPr/>
        <a:lstStyle/>
        <a:p>
          <a:r>
            <a:rPr lang="en-AU"/>
            <a:t>Planning &amp; Control</a:t>
          </a:r>
        </a:p>
      </dgm:t>
    </dgm:pt>
    <dgm:pt modelId="{8B435217-472D-41FB-B90A-51F67EEBBD13}" type="parTrans" cxnId="{18BCA797-5F65-49B1-8AEA-2FB4844D84F8}">
      <dgm:prSet/>
      <dgm:spPr/>
      <dgm:t>
        <a:bodyPr/>
        <a:lstStyle/>
        <a:p>
          <a:endParaRPr lang="en-AU"/>
        </a:p>
      </dgm:t>
    </dgm:pt>
    <dgm:pt modelId="{3496055C-9922-4C65-AC08-2AF91F9C60B6}" type="sibTrans" cxnId="{18BCA797-5F65-49B1-8AEA-2FB4844D84F8}">
      <dgm:prSet/>
      <dgm:spPr/>
      <dgm:t>
        <a:bodyPr/>
        <a:lstStyle/>
        <a:p>
          <a:endParaRPr lang="en-AU"/>
        </a:p>
      </dgm:t>
    </dgm:pt>
    <dgm:pt modelId="{4ED5C0B1-92B0-476D-A064-D707F3607BE3}">
      <dgm:prSet phldrT="[Text]" phldr="0"/>
      <dgm:spPr>
        <a:solidFill>
          <a:schemeClr val="bg2">
            <a:lumMod val="75000"/>
          </a:schemeClr>
        </a:solidFill>
      </dgm:spPr>
      <dgm:t>
        <a:bodyPr/>
        <a:lstStyle/>
        <a:p>
          <a:r>
            <a:rPr lang="en-AU"/>
            <a:t>Product Description</a:t>
          </a:r>
        </a:p>
      </dgm:t>
    </dgm:pt>
    <dgm:pt modelId="{17C83013-93B6-4299-822D-850CD1F8E1C4}" type="parTrans" cxnId="{8CFD9902-76DB-4D53-91D0-7D582C045FF2}">
      <dgm:prSet/>
      <dgm:spPr/>
      <dgm:t>
        <a:bodyPr/>
        <a:lstStyle/>
        <a:p>
          <a:endParaRPr lang="en-AU"/>
        </a:p>
      </dgm:t>
    </dgm:pt>
    <dgm:pt modelId="{A5A166A9-7ADF-4C77-893B-1E0CB3D4B3BB}" type="sibTrans" cxnId="{8CFD9902-76DB-4D53-91D0-7D582C045FF2}">
      <dgm:prSet/>
      <dgm:spPr/>
      <dgm:t>
        <a:bodyPr/>
        <a:lstStyle/>
        <a:p>
          <a:endParaRPr lang="en-AU"/>
        </a:p>
      </dgm:t>
    </dgm:pt>
    <dgm:pt modelId="{92162928-B373-4802-B988-4C318FAE4B4C}">
      <dgm:prSet phldrT="[Text]" phldr="0"/>
      <dgm:spPr>
        <a:solidFill>
          <a:schemeClr val="bg2">
            <a:lumMod val="25000"/>
          </a:schemeClr>
        </a:solidFill>
      </dgm:spPr>
      <dgm:t>
        <a:bodyPr/>
        <a:lstStyle/>
        <a:p>
          <a:r>
            <a:rPr lang="en-AU"/>
            <a:t>Risk, Issue &amp; Assurance</a:t>
          </a:r>
        </a:p>
      </dgm:t>
    </dgm:pt>
    <dgm:pt modelId="{691118F6-AAF5-40E0-AD6D-235FADC018C0}" type="parTrans" cxnId="{49A02DA8-92BB-429F-A755-417A2EC3E9B9}">
      <dgm:prSet/>
      <dgm:spPr/>
      <dgm:t>
        <a:bodyPr/>
        <a:lstStyle/>
        <a:p>
          <a:endParaRPr lang="en-AU"/>
        </a:p>
      </dgm:t>
    </dgm:pt>
    <dgm:pt modelId="{7F58E25C-EE12-4CC1-9C39-BC755918B106}" type="sibTrans" cxnId="{49A02DA8-92BB-429F-A755-417A2EC3E9B9}">
      <dgm:prSet/>
      <dgm:spPr/>
      <dgm:t>
        <a:bodyPr/>
        <a:lstStyle/>
        <a:p>
          <a:endParaRPr lang="en-AU"/>
        </a:p>
      </dgm:t>
    </dgm:pt>
    <dgm:pt modelId="{986A668E-B947-4E9B-BC49-750AC65155F3}">
      <dgm:prSet phldrT="[Text]" phldr="0"/>
      <dgm:spPr>
        <a:solidFill>
          <a:schemeClr val="bg2">
            <a:lumMod val="25000"/>
          </a:schemeClr>
        </a:solidFill>
      </dgm:spPr>
      <dgm:t>
        <a:bodyPr/>
        <a:lstStyle/>
        <a:p>
          <a:r>
            <a:rPr lang="en-AU"/>
            <a:t>Change &amp; Configuration Control</a:t>
          </a:r>
        </a:p>
      </dgm:t>
    </dgm:pt>
    <dgm:pt modelId="{D05A1DE1-7189-4112-B5BB-9BF305C53705}" type="parTrans" cxnId="{CEEB7152-37E6-47BF-BC73-F208623103A5}">
      <dgm:prSet/>
      <dgm:spPr/>
      <dgm:t>
        <a:bodyPr/>
        <a:lstStyle/>
        <a:p>
          <a:endParaRPr lang="en-AU"/>
        </a:p>
      </dgm:t>
    </dgm:pt>
    <dgm:pt modelId="{E23EDDC4-137D-4726-B038-398AA676BF49}" type="sibTrans" cxnId="{CEEB7152-37E6-47BF-BC73-F208623103A5}">
      <dgm:prSet/>
      <dgm:spPr/>
      <dgm:t>
        <a:bodyPr/>
        <a:lstStyle/>
        <a:p>
          <a:endParaRPr lang="en-AU"/>
        </a:p>
      </dgm:t>
    </dgm:pt>
    <dgm:pt modelId="{A2074807-3C28-4B33-9EEB-412E5A1AA954}">
      <dgm:prSet phldrT="[Text]" phldr="0"/>
      <dgm:spPr>
        <a:solidFill>
          <a:schemeClr val="bg2">
            <a:lumMod val="25000"/>
          </a:schemeClr>
        </a:solidFill>
      </dgm:spPr>
      <dgm:t>
        <a:bodyPr/>
        <a:lstStyle/>
        <a:p>
          <a:r>
            <a:rPr lang="en-AU"/>
            <a:t>Closure &amp; Continuous Improvement</a:t>
          </a:r>
        </a:p>
      </dgm:t>
    </dgm:pt>
    <dgm:pt modelId="{CA54F505-FAAD-4FFF-AE99-F02D8805AA90}" type="parTrans" cxnId="{FF52CBED-35A2-4EC8-90B0-070F59F53CEF}">
      <dgm:prSet/>
      <dgm:spPr/>
      <dgm:t>
        <a:bodyPr/>
        <a:lstStyle/>
        <a:p>
          <a:endParaRPr lang="en-AU"/>
        </a:p>
      </dgm:t>
    </dgm:pt>
    <dgm:pt modelId="{C0480748-AD54-45DF-99A7-51B5C002D86D}" type="sibTrans" cxnId="{FF52CBED-35A2-4EC8-90B0-070F59F53CEF}">
      <dgm:prSet/>
      <dgm:spPr/>
      <dgm:t>
        <a:bodyPr/>
        <a:lstStyle/>
        <a:p>
          <a:endParaRPr lang="en-AU"/>
        </a:p>
      </dgm:t>
    </dgm:pt>
    <dgm:pt modelId="{54A214D2-D44C-4CCE-9AEB-B812186FBE9F}">
      <dgm:prSet phldrT="[Text]" phldr="0"/>
      <dgm:spPr>
        <a:solidFill>
          <a:schemeClr val="bg2">
            <a:lumMod val="25000"/>
          </a:schemeClr>
        </a:solidFill>
      </dgm:spPr>
      <dgm:t>
        <a:bodyPr/>
        <a:lstStyle/>
        <a:p>
          <a:r>
            <a:rPr lang="en-AU"/>
            <a:t>Current State &amp; Requirements</a:t>
          </a:r>
        </a:p>
      </dgm:t>
    </dgm:pt>
    <dgm:pt modelId="{C08DA14E-AC2A-41C9-8939-B45B3C4534E7}" type="parTrans" cxnId="{9F53E5A3-9B19-4FC1-8589-24E20C15421E}">
      <dgm:prSet/>
      <dgm:spPr/>
      <dgm:t>
        <a:bodyPr/>
        <a:lstStyle/>
        <a:p>
          <a:endParaRPr lang="en-AU"/>
        </a:p>
      </dgm:t>
    </dgm:pt>
    <dgm:pt modelId="{FBCA2515-4244-4CFE-A263-81F118C8D283}" type="sibTrans" cxnId="{9F53E5A3-9B19-4FC1-8589-24E20C15421E}">
      <dgm:prSet/>
      <dgm:spPr/>
      <dgm:t>
        <a:bodyPr/>
        <a:lstStyle/>
        <a:p>
          <a:endParaRPr lang="en-AU"/>
        </a:p>
      </dgm:t>
    </dgm:pt>
    <dgm:pt modelId="{E6F20497-E36F-4F26-9883-A4BC83ABA34F}">
      <dgm:prSet phldrT="[Text]" phldr="0"/>
      <dgm:spPr>
        <a:solidFill>
          <a:schemeClr val="bg2">
            <a:lumMod val="75000"/>
          </a:schemeClr>
        </a:solidFill>
      </dgm:spPr>
      <dgm:t>
        <a:bodyPr/>
        <a:lstStyle/>
        <a:p>
          <a:r>
            <a:rPr lang="en-AU"/>
            <a:t>Delivery Plan</a:t>
          </a:r>
        </a:p>
      </dgm:t>
    </dgm:pt>
    <dgm:pt modelId="{D0C79BF9-EA6A-470B-B112-99598FC4D66F}" type="parTrans" cxnId="{D300E039-74EF-424B-BEE3-74A835BF10D4}">
      <dgm:prSet/>
      <dgm:spPr/>
      <dgm:t>
        <a:bodyPr/>
        <a:lstStyle/>
        <a:p>
          <a:endParaRPr lang="en-AU"/>
        </a:p>
      </dgm:t>
    </dgm:pt>
    <dgm:pt modelId="{8F328C89-2759-432D-B287-2DED491F5A0E}" type="sibTrans" cxnId="{D300E039-74EF-424B-BEE3-74A835BF10D4}">
      <dgm:prSet/>
      <dgm:spPr/>
      <dgm:t>
        <a:bodyPr/>
        <a:lstStyle/>
        <a:p>
          <a:endParaRPr lang="en-AU"/>
        </a:p>
      </dgm:t>
    </dgm:pt>
    <dgm:pt modelId="{E670956E-23BE-4CCF-9CC8-C73CE9824EFC}">
      <dgm:prSet phldrT="[Text]" phldr="0"/>
      <dgm:spPr>
        <a:solidFill>
          <a:schemeClr val="bg2">
            <a:lumMod val="25000"/>
          </a:schemeClr>
        </a:solidFill>
      </dgm:spPr>
      <dgm:t>
        <a:bodyPr/>
        <a:lstStyle/>
        <a:p>
          <a:r>
            <a:rPr lang="en-AU"/>
            <a:t>Solution Design</a:t>
          </a:r>
        </a:p>
      </dgm:t>
    </dgm:pt>
    <dgm:pt modelId="{F03F1325-F889-4151-B190-44DECF7357FE}" type="parTrans" cxnId="{E903745C-04D3-47FF-938C-B6D4E7A3591C}">
      <dgm:prSet/>
      <dgm:spPr/>
      <dgm:t>
        <a:bodyPr/>
        <a:lstStyle/>
        <a:p>
          <a:endParaRPr lang="en-AU"/>
        </a:p>
      </dgm:t>
    </dgm:pt>
    <dgm:pt modelId="{D688AB0F-0A4C-420E-A0DD-5A1ABD285209}" type="sibTrans" cxnId="{E903745C-04D3-47FF-938C-B6D4E7A3591C}">
      <dgm:prSet/>
      <dgm:spPr/>
      <dgm:t>
        <a:bodyPr/>
        <a:lstStyle/>
        <a:p>
          <a:endParaRPr lang="en-AU"/>
        </a:p>
      </dgm:t>
    </dgm:pt>
    <dgm:pt modelId="{E72F02CF-18B3-473D-BA51-A3A921F54BCB}">
      <dgm:prSet phldrT="[Text]" phldr="0"/>
      <dgm:spPr>
        <a:solidFill>
          <a:schemeClr val="bg2">
            <a:lumMod val="25000"/>
          </a:schemeClr>
        </a:solidFill>
      </dgm:spPr>
      <dgm:t>
        <a:bodyPr/>
        <a:lstStyle/>
        <a:p>
          <a:r>
            <a:rPr lang="en-AU"/>
            <a:t>Process Design</a:t>
          </a:r>
        </a:p>
      </dgm:t>
    </dgm:pt>
    <dgm:pt modelId="{DAAB9B73-0654-44F2-BFB2-2A12E0C8324D}" type="parTrans" cxnId="{78316D8E-AFC5-47D8-AF85-1A8537C54658}">
      <dgm:prSet/>
      <dgm:spPr/>
      <dgm:t>
        <a:bodyPr/>
        <a:lstStyle/>
        <a:p>
          <a:endParaRPr lang="en-AU"/>
        </a:p>
      </dgm:t>
    </dgm:pt>
    <dgm:pt modelId="{97E97D14-2633-4446-81A4-AB6C3142C0CC}" type="sibTrans" cxnId="{78316D8E-AFC5-47D8-AF85-1A8537C54658}">
      <dgm:prSet/>
      <dgm:spPr/>
      <dgm:t>
        <a:bodyPr/>
        <a:lstStyle/>
        <a:p>
          <a:endParaRPr lang="en-AU"/>
        </a:p>
      </dgm:t>
    </dgm:pt>
    <dgm:pt modelId="{52C3973C-B7F3-447F-8C8A-6D0C97AC7D87}">
      <dgm:prSet phldrT="[Text]" phldr="0"/>
      <dgm:spPr>
        <a:solidFill>
          <a:schemeClr val="bg2">
            <a:lumMod val="25000"/>
          </a:schemeClr>
        </a:solidFill>
      </dgm:spPr>
      <dgm:t>
        <a:bodyPr/>
        <a:lstStyle/>
        <a:p>
          <a:r>
            <a:rPr lang="en-AU"/>
            <a:t>Policy, Structure &amp; Procedures</a:t>
          </a:r>
        </a:p>
      </dgm:t>
    </dgm:pt>
    <dgm:pt modelId="{CD9829E7-840B-4B2B-A393-F04E987952D6}" type="parTrans" cxnId="{8CF4515B-ECB6-46A2-BFB8-7C8714F6BF94}">
      <dgm:prSet/>
      <dgm:spPr/>
      <dgm:t>
        <a:bodyPr/>
        <a:lstStyle/>
        <a:p>
          <a:endParaRPr lang="en-AU"/>
        </a:p>
      </dgm:t>
    </dgm:pt>
    <dgm:pt modelId="{FD3C11DA-8337-4E02-AF54-1922BD386F80}" type="sibTrans" cxnId="{8CF4515B-ECB6-46A2-BFB8-7C8714F6BF94}">
      <dgm:prSet/>
      <dgm:spPr/>
      <dgm:t>
        <a:bodyPr/>
        <a:lstStyle/>
        <a:p>
          <a:endParaRPr lang="en-AU"/>
        </a:p>
      </dgm:t>
    </dgm:pt>
    <dgm:pt modelId="{05459587-4988-4521-A172-715582190CFB}">
      <dgm:prSet phldrT="[Text]" phldr="0"/>
      <dgm:spPr>
        <a:solidFill>
          <a:schemeClr val="bg2">
            <a:lumMod val="25000"/>
          </a:schemeClr>
        </a:solidFill>
      </dgm:spPr>
      <dgm:t>
        <a:bodyPr/>
        <a:lstStyle/>
        <a:p>
          <a:r>
            <a:rPr lang="en-AU"/>
            <a:t>Impact Assessment</a:t>
          </a:r>
        </a:p>
      </dgm:t>
    </dgm:pt>
    <dgm:pt modelId="{81DA8363-0B62-47BB-A1C0-276F95F61685}" type="parTrans" cxnId="{070420DA-0A98-4971-91C5-329C2B47EDBD}">
      <dgm:prSet/>
      <dgm:spPr/>
      <dgm:t>
        <a:bodyPr/>
        <a:lstStyle/>
        <a:p>
          <a:endParaRPr lang="en-AU"/>
        </a:p>
      </dgm:t>
    </dgm:pt>
    <dgm:pt modelId="{BB821CFB-ECAB-4AFD-84D7-F610E819B777}" type="sibTrans" cxnId="{070420DA-0A98-4971-91C5-329C2B47EDBD}">
      <dgm:prSet/>
      <dgm:spPr/>
      <dgm:t>
        <a:bodyPr/>
        <a:lstStyle/>
        <a:p>
          <a:endParaRPr lang="en-AU"/>
        </a:p>
      </dgm:t>
    </dgm:pt>
    <dgm:pt modelId="{1B6E74F3-B5A8-441C-AB65-775DCB44F666}">
      <dgm:prSet phldrT="[Text]" phldr="0"/>
      <dgm:spPr>
        <a:solidFill>
          <a:schemeClr val="bg2">
            <a:lumMod val="25000"/>
          </a:schemeClr>
        </a:solidFill>
      </dgm:spPr>
      <dgm:t>
        <a:bodyPr/>
        <a:lstStyle/>
        <a:p>
          <a:r>
            <a:rPr lang="en-AU"/>
            <a:t>Readiness &amp; Adoption</a:t>
          </a:r>
        </a:p>
      </dgm:t>
    </dgm:pt>
    <dgm:pt modelId="{3C79FE37-D072-433C-85E3-76D9529FB2A4}" type="parTrans" cxnId="{23B9B1D3-27DD-4CC3-A22E-88440AA4E8B1}">
      <dgm:prSet/>
      <dgm:spPr/>
      <dgm:t>
        <a:bodyPr/>
        <a:lstStyle/>
        <a:p>
          <a:endParaRPr lang="en-AU"/>
        </a:p>
      </dgm:t>
    </dgm:pt>
    <dgm:pt modelId="{43F121AF-991F-4E24-85F2-84A4E19BC598}" type="sibTrans" cxnId="{23B9B1D3-27DD-4CC3-A22E-88440AA4E8B1}">
      <dgm:prSet/>
      <dgm:spPr/>
      <dgm:t>
        <a:bodyPr/>
        <a:lstStyle/>
        <a:p>
          <a:endParaRPr lang="en-AU"/>
        </a:p>
      </dgm:t>
    </dgm:pt>
    <dgm:pt modelId="{435BDAA4-6C6D-4BA3-863B-6A6502930384}">
      <dgm:prSet phldrT="[Text]" phldr="0"/>
      <dgm:spPr>
        <a:solidFill>
          <a:schemeClr val="bg2">
            <a:lumMod val="25000"/>
          </a:schemeClr>
        </a:solidFill>
      </dgm:spPr>
      <dgm:t>
        <a:bodyPr/>
        <a:lstStyle/>
        <a:p>
          <a:r>
            <a:rPr lang="en-AU"/>
            <a:t>Benefits Planning</a:t>
          </a:r>
        </a:p>
      </dgm:t>
    </dgm:pt>
    <dgm:pt modelId="{B8FCF6F9-076B-4699-9E4E-2CA4C23B8C97}" type="parTrans" cxnId="{8B4D044C-C205-44CB-ABBF-D0B5206485D0}">
      <dgm:prSet/>
      <dgm:spPr/>
      <dgm:t>
        <a:bodyPr/>
        <a:lstStyle/>
        <a:p>
          <a:endParaRPr lang="en-AU"/>
        </a:p>
      </dgm:t>
    </dgm:pt>
    <dgm:pt modelId="{12E3D8B8-8157-4E1C-A5EB-5A67975F36DC}" type="sibTrans" cxnId="{8B4D044C-C205-44CB-ABBF-D0B5206485D0}">
      <dgm:prSet/>
      <dgm:spPr/>
      <dgm:t>
        <a:bodyPr/>
        <a:lstStyle/>
        <a:p>
          <a:endParaRPr lang="en-AU"/>
        </a:p>
      </dgm:t>
    </dgm:pt>
    <dgm:pt modelId="{148B9544-AAE4-4F82-A7BD-B12D32E93924}">
      <dgm:prSet/>
      <dgm:spPr>
        <a:solidFill>
          <a:schemeClr val="bg2">
            <a:lumMod val="75000"/>
          </a:schemeClr>
        </a:solidFill>
      </dgm:spPr>
      <dgm:t>
        <a:bodyPr/>
        <a:lstStyle/>
        <a:p>
          <a:r>
            <a:rPr lang="en-AU"/>
            <a:t>Risk Register</a:t>
          </a:r>
        </a:p>
      </dgm:t>
    </dgm:pt>
    <dgm:pt modelId="{4AB04E85-FE6A-4EA2-B818-06ED39A51C26}" type="parTrans" cxnId="{309B0C38-5738-4584-91AD-776BDC6BBA17}">
      <dgm:prSet/>
      <dgm:spPr/>
      <dgm:t>
        <a:bodyPr/>
        <a:lstStyle/>
        <a:p>
          <a:endParaRPr lang="en-AU"/>
        </a:p>
      </dgm:t>
    </dgm:pt>
    <dgm:pt modelId="{12357A0A-4A06-4BB5-AEEA-CDCA769E472E}" type="sibTrans" cxnId="{309B0C38-5738-4584-91AD-776BDC6BBA17}">
      <dgm:prSet/>
      <dgm:spPr/>
      <dgm:t>
        <a:bodyPr/>
        <a:lstStyle/>
        <a:p>
          <a:endParaRPr lang="en-AU"/>
        </a:p>
      </dgm:t>
    </dgm:pt>
    <dgm:pt modelId="{00AC022C-23A1-48BC-BDFF-3F7F28B476E7}">
      <dgm:prSet/>
      <dgm:spPr>
        <a:solidFill>
          <a:schemeClr val="bg2">
            <a:lumMod val="75000"/>
          </a:schemeClr>
        </a:solidFill>
      </dgm:spPr>
      <dgm:t>
        <a:bodyPr/>
        <a:lstStyle/>
        <a:p>
          <a:r>
            <a:rPr lang="en-AU"/>
            <a:t>Issue Register</a:t>
          </a:r>
        </a:p>
      </dgm:t>
    </dgm:pt>
    <dgm:pt modelId="{5AFEA85B-003E-4014-9827-C634609F3F12}" type="parTrans" cxnId="{DF2E5698-5B4A-4B41-9C80-E28878EDB7DF}">
      <dgm:prSet/>
      <dgm:spPr/>
      <dgm:t>
        <a:bodyPr/>
        <a:lstStyle/>
        <a:p>
          <a:endParaRPr lang="en-AU"/>
        </a:p>
      </dgm:t>
    </dgm:pt>
    <dgm:pt modelId="{88B58C69-EE3A-4081-B4A3-39CAD80B4C51}" type="sibTrans" cxnId="{DF2E5698-5B4A-4B41-9C80-E28878EDB7DF}">
      <dgm:prSet/>
      <dgm:spPr/>
      <dgm:t>
        <a:bodyPr/>
        <a:lstStyle/>
        <a:p>
          <a:endParaRPr lang="en-AU"/>
        </a:p>
      </dgm:t>
    </dgm:pt>
    <dgm:pt modelId="{176CD464-A480-4D5E-8CA9-ECC3F2A9DDFC}">
      <dgm:prSet/>
      <dgm:spPr>
        <a:solidFill>
          <a:schemeClr val="bg2">
            <a:lumMod val="75000"/>
          </a:schemeClr>
        </a:solidFill>
      </dgm:spPr>
      <dgm:t>
        <a:bodyPr/>
        <a:lstStyle/>
        <a:p>
          <a:r>
            <a:rPr lang="en-AU"/>
            <a:t>Quality Register</a:t>
          </a:r>
        </a:p>
      </dgm:t>
    </dgm:pt>
    <dgm:pt modelId="{9F4895CA-DAB9-4588-8D38-7BD099F5583E}" type="parTrans" cxnId="{7FCDE794-8304-44A3-A38E-F0FDF2DD2753}">
      <dgm:prSet/>
      <dgm:spPr/>
      <dgm:t>
        <a:bodyPr/>
        <a:lstStyle/>
        <a:p>
          <a:endParaRPr lang="en-AU"/>
        </a:p>
      </dgm:t>
    </dgm:pt>
    <dgm:pt modelId="{01A383FF-6FCA-4891-BA9D-7AD5E2B4EC2E}" type="sibTrans" cxnId="{7FCDE794-8304-44A3-A38E-F0FDF2DD2753}">
      <dgm:prSet/>
      <dgm:spPr/>
      <dgm:t>
        <a:bodyPr/>
        <a:lstStyle/>
        <a:p>
          <a:endParaRPr lang="en-AU"/>
        </a:p>
      </dgm:t>
    </dgm:pt>
    <dgm:pt modelId="{0C099BB8-4A5F-4B8A-B703-DCB7480DDD44}">
      <dgm:prSet/>
      <dgm:spPr>
        <a:solidFill>
          <a:schemeClr val="bg2">
            <a:lumMod val="75000"/>
          </a:schemeClr>
        </a:solidFill>
      </dgm:spPr>
      <dgm:t>
        <a:bodyPr/>
        <a:lstStyle/>
        <a:p>
          <a:r>
            <a:rPr lang="en-AU"/>
            <a:t>Assumptions Log</a:t>
          </a:r>
        </a:p>
      </dgm:t>
    </dgm:pt>
    <dgm:pt modelId="{9FADCBC3-F229-4620-B60A-FB762FF9A001}" type="parTrans" cxnId="{3B6E69F6-2D97-42FB-80C9-90F0D7B7D2A6}">
      <dgm:prSet/>
      <dgm:spPr/>
      <dgm:t>
        <a:bodyPr/>
        <a:lstStyle/>
        <a:p>
          <a:endParaRPr lang="en-AU"/>
        </a:p>
      </dgm:t>
    </dgm:pt>
    <dgm:pt modelId="{1247D2A4-C4C8-4C39-BE98-B29DD737739E}" type="sibTrans" cxnId="{3B6E69F6-2D97-42FB-80C9-90F0D7B7D2A6}">
      <dgm:prSet/>
      <dgm:spPr/>
      <dgm:t>
        <a:bodyPr/>
        <a:lstStyle/>
        <a:p>
          <a:endParaRPr lang="en-AU"/>
        </a:p>
      </dgm:t>
    </dgm:pt>
    <dgm:pt modelId="{ADAD034A-1C03-496E-B3DA-20F322473142}">
      <dgm:prSet/>
      <dgm:spPr>
        <a:solidFill>
          <a:schemeClr val="bg2">
            <a:lumMod val="75000"/>
          </a:schemeClr>
        </a:solidFill>
      </dgm:spPr>
      <dgm:t>
        <a:bodyPr/>
        <a:lstStyle/>
        <a:p>
          <a:pPr>
            <a:buNone/>
          </a:pPr>
          <a:r>
            <a:rPr lang="en-AU" b="0" i="0" u="none"/>
            <a:t>Configuration Item Record</a:t>
          </a:r>
          <a:r>
            <a:rPr lang="en-AU"/>
            <a:t> </a:t>
          </a:r>
        </a:p>
      </dgm:t>
    </dgm:pt>
    <dgm:pt modelId="{905C034C-7C39-4940-8EF1-996096FC5C92}" type="parTrans" cxnId="{1CB9ED65-78F7-4A03-8E9A-7C48AFF738D2}">
      <dgm:prSet/>
      <dgm:spPr/>
      <dgm:t>
        <a:bodyPr/>
        <a:lstStyle/>
        <a:p>
          <a:endParaRPr lang="en-AU"/>
        </a:p>
      </dgm:t>
    </dgm:pt>
    <dgm:pt modelId="{0D4CB279-A65C-4060-B37F-7BD7BA178BA0}" type="sibTrans" cxnId="{1CB9ED65-78F7-4A03-8E9A-7C48AFF738D2}">
      <dgm:prSet/>
      <dgm:spPr/>
      <dgm:t>
        <a:bodyPr/>
        <a:lstStyle/>
        <a:p>
          <a:endParaRPr lang="en-AU"/>
        </a:p>
      </dgm:t>
    </dgm:pt>
    <dgm:pt modelId="{9686FD60-0C64-4E7A-B65B-577F4EBB370B}">
      <dgm:prSet/>
      <dgm:spPr>
        <a:solidFill>
          <a:schemeClr val="bg2">
            <a:lumMod val="75000"/>
          </a:schemeClr>
        </a:solidFill>
      </dgm:spPr>
      <dgm:t>
        <a:bodyPr/>
        <a:lstStyle/>
        <a:p>
          <a:pPr>
            <a:buNone/>
          </a:pPr>
          <a:r>
            <a:rPr lang="en-AU" b="0" i="0" u="none"/>
            <a:t>Change Register</a:t>
          </a:r>
          <a:r>
            <a:rPr lang="en-AU"/>
            <a:t> </a:t>
          </a:r>
        </a:p>
      </dgm:t>
    </dgm:pt>
    <dgm:pt modelId="{871A2A53-1159-46DE-9E54-4CBCCDE56CC6}" type="parTrans" cxnId="{35F3BBF5-AA37-443A-BAA7-2249199E6C90}">
      <dgm:prSet/>
      <dgm:spPr/>
      <dgm:t>
        <a:bodyPr/>
        <a:lstStyle/>
        <a:p>
          <a:endParaRPr lang="en-AU"/>
        </a:p>
      </dgm:t>
    </dgm:pt>
    <dgm:pt modelId="{7AC05B58-F1D9-4A94-A86B-BF0C8A114FD0}" type="sibTrans" cxnId="{35F3BBF5-AA37-443A-BAA7-2249199E6C90}">
      <dgm:prSet/>
      <dgm:spPr/>
      <dgm:t>
        <a:bodyPr/>
        <a:lstStyle/>
        <a:p>
          <a:endParaRPr lang="en-AU"/>
        </a:p>
      </dgm:t>
    </dgm:pt>
    <dgm:pt modelId="{B34D544A-1EDE-483B-B4CE-765BD1DC6DC0}">
      <dgm:prSet/>
      <dgm:spPr>
        <a:solidFill>
          <a:schemeClr val="bg2">
            <a:lumMod val="75000"/>
          </a:schemeClr>
        </a:solidFill>
      </dgm:spPr>
      <dgm:t>
        <a:bodyPr/>
        <a:lstStyle/>
        <a:p>
          <a:r>
            <a:rPr lang="en-AU"/>
            <a:t>Acceptance / Sign-off Record</a:t>
          </a:r>
        </a:p>
      </dgm:t>
    </dgm:pt>
    <dgm:pt modelId="{3268CC1B-A8C4-48DA-9546-3CC229468C0D}" type="parTrans" cxnId="{A75BC499-0D7B-4D2D-ABD1-C71DE704BC6B}">
      <dgm:prSet/>
      <dgm:spPr/>
      <dgm:t>
        <a:bodyPr/>
        <a:lstStyle/>
        <a:p>
          <a:endParaRPr lang="en-AU"/>
        </a:p>
      </dgm:t>
    </dgm:pt>
    <dgm:pt modelId="{92F070E4-9A18-4EE5-A878-96774D9B6DF2}" type="sibTrans" cxnId="{A75BC499-0D7B-4D2D-ABD1-C71DE704BC6B}">
      <dgm:prSet/>
      <dgm:spPr/>
      <dgm:t>
        <a:bodyPr/>
        <a:lstStyle/>
        <a:p>
          <a:endParaRPr lang="en-AU"/>
        </a:p>
      </dgm:t>
    </dgm:pt>
    <dgm:pt modelId="{783A28AA-F493-4D52-B315-F24AFF5BD00E}">
      <dgm:prSet/>
      <dgm:spPr>
        <a:solidFill>
          <a:schemeClr val="bg2">
            <a:lumMod val="75000"/>
          </a:schemeClr>
        </a:solidFill>
      </dgm:spPr>
      <dgm:t>
        <a:bodyPr/>
        <a:lstStyle/>
        <a:p>
          <a:r>
            <a:rPr lang="en-AU"/>
            <a:t>Lessons Learned Log</a:t>
          </a:r>
        </a:p>
      </dgm:t>
    </dgm:pt>
    <dgm:pt modelId="{8EA19B09-4081-4C75-BE6F-B89FC9122F02}" type="parTrans" cxnId="{9F301A46-7973-4139-BE8B-3C19FAA8EFA3}">
      <dgm:prSet/>
      <dgm:spPr/>
      <dgm:t>
        <a:bodyPr/>
        <a:lstStyle/>
        <a:p>
          <a:endParaRPr lang="en-AU"/>
        </a:p>
      </dgm:t>
    </dgm:pt>
    <dgm:pt modelId="{7DE26770-A485-41B9-8439-C2200821D1D8}" type="sibTrans" cxnId="{9F301A46-7973-4139-BE8B-3C19FAA8EFA3}">
      <dgm:prSet/>
      <dgm:spPr/>
      <dgm:t>
        <a:bodyPr/>
        <a:lstStyle/>
        <a:p>
          <a:endParaRPr lang="en-AU"/>
        </a:p>
      </dgm:t>
    </dgm:pt>
    <dgm:pt modelId="{0F02B370-286F-4E1B-80A8-B2AD40265B7C}">
      <dgm:prSet/>
      <dgm:spPr>
        <a:solidFill>
          <a:schemeClr val="bg2">
            <a:lumMod val="75000"/>
          </a:schemeClr>
        </a:solidFill>
      </dgm:spPr>
      <dgm:t>
        <a:bodyPr/>
        <a:lstStyle/>
        <a:p>
          <a:r>
            <a:rPr lang="en-AU"/>
            <a:t>Current State Assessment</a:t>
          </a:r>
        </a:p>
      </dgm:t>
    </dgm:pt>
    <dgm:pt modelId="{F967AC73-60EA-4945-AEC1-1AE5D8629C87}" type="parTrans" cxnId="{BDFC4F4B-7595-4E87-A369-BB1EF6A5A005}">
      <dgm:prSet/>
      <dgm:spPr/>
      <dgm:t>
        <a:bodyPr/>
        <a:lstStyle/>
        <a:p>
          <a:endParaRPr lang="en-AU"/>
        </a:p>
      </dgm:t>
    </dgm:pt>
    <dgm:pt modelId="{50FF85E0-74FC-459E-B8CB-53E1D88D20DF}" type="sibTrans" cxnId="{BDFC4F4B-7595-4E87-A369-BB1EF6A5A005}">
      <dgm:prSet/>
      <dgm:spPr/>
      <dgm:t>
        <a:bodyPr/>
        <a:lstStyle/>
        <a:p>
          <a:endParaRPr lang="en-AU"/>
        </a:p>
      </dgm:t>
    </dgm:pt>
    <dgm:pt modelId="{52C3BCD1-2F5D-456B-ABDD-1FD281CCF16A}">
      <dgm:prSet/>
      <dgm:spPr>
        <a:solidFill>
          <a:schemeClr val="bg2">
            <a:lumMod val="75000"/>
          </a:schemeClr>
        </a:solidFill>
      </dgm:spPr>
      <dgm:t>
        <a:bodyPr/>
        <a:lstStyle/>
        <a:p>
          <a:r>
            <a:rPr lang="en-AU"/>
            <a:t>Business Requirements</a:t>
          </a:r>
        </a:p>
      </dgm:t>
    </dgm:pt>
    <dgm:pt modelId="{1FA59B25-B97D-4856-89A0-8C3B6E523A3D}" type="parTrans" cxnId="{174CD86A-A5D9-440E-8BFA-A913F11DC17E}">
      <dgm:prSet/>
      <dgm:spPr/>
      <dgm:t>
        <a:bodyPr/>
        <a:lstStyle/>
        <a:p>
          <a:endParaRPr lang="en-AU"/>
        </a:p>
      </dgm:t>
    </dgm:pt>
    <dgm:pt modelId="{5CFA36C9-87A7-4E3E-B018-4BB5568D455C}" type="sibTrans" cxnId="{174CD86A-A5D9-440E-8BFA-A913F11DC17E}">
      <dgm:prSet/>
      <dgm:spPr/>
      <dgm:t>
        <a:bodyPr/>
        <a:lstStyle/>
        <a:p>
          <a:endParaRPr lang="en-AU"/>
        </a:p>
      </dgm:t>
    </dgm:pt>
    <dgm:pt modelId="{044DC898-7245-4442-9BD3-48FE3ED2D3B1}">
      <dgm:prSet/>
      <dgm:spPr>
        <a:solidFill>
          <a:schemeClr val="bg2">
            <a:lumMod val="75000"/>
          </a:schemeClr>
        </a:solidFill>
      </dgm:spPr>
      <dgm:t>
        <a:bodyPr/>
        <a:lstStyle/>
        <a:p>
          <a:r>
            <a:rPr lang="en-AU"/>
            <a:t>Functional Specification</a:t>
          </a:r>
        </a:p>
      </dgm:t>
    </dgm:pt>
    <dgm:pt modelId="{7649E386-3A39-4F9D-919B-A92095CAA640}" type="parTrans" cxnId="{4D017340-DD0A-442C-BE3F-60121FF362E5}">
      <dgm:prSet/>
      <dgm:spPr/>
      <dgm:t>
        <a:bodyPr/>
        <a:lstStyle/>
        <a:p>
          <a:endParaRPr lang="en-AU"/>
        </a:p>
      </dgm:t>
    </dgm:pt>
    <dgm:pt modelId="{F321AB74-4AA7-4A03-AE8E-0006B8F869A1}" type="sibTrans" cxnId="{4D017340-DD0A-442C-BE3F-60121FF362E5}">
      <dgm:prSet/>
      <dgm:spPr/>
      <dgm:t>
        <a:bodyPr/>
        <a:lstStyle/>
        <a:p>
          <a:endParaRPr lang="en-AU"/>
        </a:p>
      </dgm:t>
    </dgm:pt>
    <dgm:pt modelId="{4DF2D60D-23A1-4D1B-9910-B7405AEF1AF9}">
      <dgm:prSet/>
      <dgm:spPr>
        <a:solidFill>
          <a:schemeClr val="bg2">
            <a:lumMod val="75000"/>
          </a:schemeClr>
        </a:solidFill>
      </dgm:spPr>
      <dgm:t>
        <a:bodyPr/>
        <a:lstStyle/>
        <a:p>
          <a:r>
            <a:rPr lang="en-AU"/>
            <a:t>Technical Specification</a:t>
          </a:r>
        </a:p>
      </dgm:t>
    </dgm:pt>
    <dgm:pt modelId="{C9029BB1-6D2B-4E61-AFD3-13881B4AF078}" type="parTrans" cxnId="{274E8A48-958B-4B2B-83B4-294A055EE3CD}">
      <dgm:prSet/>
      <dgm:spPr/>
      <dgm:t>
        <a:bodyPr/>
        <a:lstStyle/>
        <a:p>
          <a:endParaRPr lang="en-AU"/>
        </a:p>
      </dgm:t>
    </dgm:pt>
    <dgm:pt modelId="{FFCE032D-29BA-4D7E-B32A-80869A8FFBAF}" type="sibTrans" cxnId="{274E8A48-958B-4B2B-83B4-294A055EE3CD}">
      <dgm:prSet/>
      <dgm:spPr/>
      <dgm:t>
        <a:bodyPr/>
        <a:lstStyle/>
        <a:p>
          <a:endParaRPr lang="en-AU"/>
        </a:p>
      </dgm:t>
    </dgm:pt>
    <dgm:pt modelId="{DA630805-589F-40FE-B4A9-A3C7971583FB}">
      <dgm:prSet/>
      <dgm:spPr>
        <a:solidFill>
          <a:schemeClr val="bg2">
            <a:lumMod val="75000"/>
          </a:schemeClr>
        </a:solidFill>
      </dgm:spPr>
      <dgm:t>
        <a:bodyPr/>
        <a:lstStyle/>
        <a:p>
          <a:r>
            <a:rPr lang="en-AU"/>
            <a:t>Business Process Maps</a:t>
          </a:r>
        </a:p>
      </dgm:t>
    </dgm:pt>
    <dgm:pt modelId="{21D2D3E8-ED16-4668-8A50-BA9C625F6C75}" type="parTrans" cxnId="{0ECAC545-A10E-4A1D-9B83-461095219625}">
      <dgm:prSet/>
      <dgm:spPr/>
      <dgm:t>
        <a:bodyPr/>
        <a:lstStyle/>
        <a:p>
          <a:endParaRPr lang="en-AU"/>
        </a:p>
      </dgm:t>
    </dgm:pt>
    <dgm:pt modelId="{7DD32041-1F6D-43CF-86D9-B3A357D8B036}" type="sibTrans" cxnId="{0ECAC545-A10E-4A1D-9B83-461095219625}">
      <dgm:prSet/>
      <dgm:spPr/>
      <dgm:t>
        <a:bodyPr/>
        <a:lstStyle/>
        <a:p>
          <a:endParaRPr lang="en-AU"/>
        </a:p>
      </dgm:t>
    </dgm:pt>
    <dgm:pt modelId="{DF9E427A-F061-4D73-876E-50DFE6A2B7E5}">
      <dgm:prSet/>
      <dgm:spPr>
        <a:solidFill>
          <a:schemeClr val="bg2">
            <a:lumMod val="75000"/>
          </a:schemeClr>
        </a:solidFill>
      </dgm:spPr>
      <dgm:t>
        <a:bodyPr/>
        <a:lstStyle/>
        <a:p>
          <a:r>
            <a:rPr lang="en-AU"/>
            <a:t>Target Operating Model</a:t>
          </a:r>
        </a:p>
      </dgm:t>
    </dgm:pt>
    <dgm:pt modelId="{0A2748D7-A676-47D0-86C9-1C95FAEAC323}" type="parTrans" cxnId="{11EB690B-E4FE-4F67-AE1F-18BDE3A0C068}">
      <dgm:prSet/>
      <dgm:spPr/>
      <dgm:t>
        <a:bodyPr/>
        <a:lstStyle/>
        <a:p>
          <a:endParaRPr lang="en-AU"/>
        </a:p>
      </dgm:t>
    </dgm:pt>
    <dgm:pt modelId="{976951EB-5A6F-4FE6-946C-BA2364294F13}" type="sibTrans" cxnId="{11EB690B-E4FE-4F67-AE1F-18BDE3A0C068}">
      <dgm:prSet/>
      <dgm:spPr/>
      <dgm:t>
        <a:bodyPr/>
        <a:lstStyle/>
        <a:p>
          <a:endParaRPr lang="en-AU"/>
        </a:p>
      </dgm:t>
    </dgm:pt>
    <dgm:pt modelId="{6179B0DF-E47A-4DC1-A6E5-35A2A8035506}">
      <dgm:prSet/>
      <dgm:spPr>
        <a:solidFill>
          <a:schemeClr val="bg2">
            <a:lumMod val="75000"/>
          </a:schemeClr>
        </a:solidFill>
      </dgm:spPr>
      <dgm:t>
        <a:bodyPr/>
        <a:lstStyle/>
        <a:p>
          <a:r>
            <a:rPr lang="en-AU"/>
            <a:t>Revised Policies &amp; Procedures</a:t>
          </a:r>
        </a:p>
      </dgm:t>
    </dgm:pt>
    <dgm:pt modelId="{7503258F-CB4C-4821-9D8D-C5A58C1571DE}" type="parTrans" cxnId="{34555928-D684-4C54-88AD-6477A968AE47}">
      <dgm:prSet/>
      <dgm:spPr/>
      <dgm:t>
        <a:bodyPr/>
        <a:lstStyle/>
        <a:p>
          <a:endParaRPr lang="en-AU"/>
        </a:p>
      </dgm:t>
    </dgm:pt>
    <dgm:pt modelId="{4AA92FAA-660E-4451-AAED-C02C3ABD0A79}" type="sibTrans" cxnId="{34555928-D684-4C54-88AD-6477A968AE47}">
      <dgm:prSet/>
      <dgm:spPr/>
      <dgm:t>
        <a:bodyPr/>
        <a:lstStyle/>
        <a:p>
          <a:endParaRPr lang="en-AU"/>
        </a:p>
      </dgm:t>
    </dgm:pt>
    <dgm:pt modelId="{63C0A874-E3F2-452F-95FF-C800D865E671}">
      <dgm:prSet/>
      <dgm:spPr>
        <a:solidFill>
          <a:schemeClr val="bg2">
            <a:lumMod val="75000"/>
          </a:schemeClr>
        </a:solidFill>
      </dgm:spPr>
      <dgm:t>
        <a:bodyPr/>
        <a:lstStyle/>
        <a:p>
          <a:r>
            <a:rPr lang="en-AU"/>
            <a:t>Org Structure &amp; RACI Changes</a:t>
          </a:r>
        </a:p>
      </dgm:t>
    </dgm:pt>
    <dgm:pt modelId="{FB0EDD93-3471-4BEA-9C74-D18C3A65BE60}" type="parTrans" cxnId="{93913021-D7BD-48AB-A6A2-0520C516965E}">
      <dgm:prSet/>
      <dgm:spPr/>
      <dgm:t>
        <a:bodyPr/>
        <a:lstStyle/>
        <a:p>
          <a:endParaRPr lang="en-AU"/>
        </a:p>
      </dgm:t>
    </dgm:pt>
    <dgm:pt modelId="{006E42A9-4AAD-4565-A98E-A6F4AE99926A}" type="sibTrans" cxnId="{93913021-D7BD-48AB-A6A2-0520C516965E}">
      <dgm:prSet/>
      <dgm:spPr/>
      <dgm:t>
        <a:bodyPr/>
        <a:lstStyle/>
        <a:p>
          <a:endParaRPr lang="en-AU"/>
        </a:p>
      </dgm:t>
    </dgm:pt>
    <dgm:pt modelId="{64C84F6C-4C89-42C9-BBFB-E3A9FEECB53C}">
      <dgm:prSet/>
      <dgm:spPr>
        <a:solidFill>
          <a:schemeClr val="bg2">
            <a:lumMod val="75000"/>
          </a:schemeClr>
        </a:solidFill>
      </dgm:spPr>
      <dgm:t>
        <a:bodyPr/>
        <a:lstStyle/>
        <a:p>
          <a:r>
            <a:rPr lang="en-AU"/>
            <a:t>Change Impact Assessment</a:t>
          </a:r>
        </a:p>
      </dgm:t>
    </dgm:pt>
    <dgm:pt modelId="{2CEDF25F-6939-4F31-AEE1-81814F018153}" type="parTrans" cxnId="{9AC74D6E-DDE6-4625-B9D0-EC31B2E681A7}">
      <dgm:prSet/>
      <dgm:spPr/>
      <dgm:t>
        <a:bodyPr/>
        <a:lstStyle/>
        <a:p>
          <a:endParaRPr lang="en-AU"/>
        </a:p>
      </dgm:t>
    </dgm:pt>
    <dgm:pt modelId="{96EF7CCA-67E8-418B-B4A5-1515FA510C91}" type="sibTrans" cxnId="{9AC74D6E-DDE6-4625-B9D0-EC31B2E681A7}">
      <dgm:prSet/>
      <dgm:spPr/>
      <dgm:t>
        <a:bodyPr/>
        <a:lstStyle/>
        <a:p>
          <a:endParaRPr lang="en-AU"/>
        </a:p>
      </dgm:t>
    </dgm:pt>
    <dgm:pt modelId="{BB5616D0-CD6B-4AFA-914E-D4A64560E1D3}">
      <dgm:prSet/>
      <dgm:spPr>
        <a:solidFill>
          <a:schemeClr val="bg2">
            <a:lumMod val="75000"/>
          </a:schemeClr>
        </a:solidFill>
      </dgm:spPr>
      <dgm:t>
        <a:bodyPr/>
        <a:lstStyle/>
        <a:p>
          <a:r>
            <a:rPr lang="en-AU"/>
            <a:t>Business Readiness Assessment</a:t>
          </a:r>
        </a:p>
      </dgm:t>
    </dgm:pt>
    <dgm:pt modelId="{260C4ED7-3608-4DAA-8893-2CC8555D359C}" type="parTrans" cxnId="{5E53D053-18B7-4747-8CDF-101EB837E805}">
      <dgm:prSet/>
      <dgm:spPr/>
      <dgm:t>
        <a:bodyPr/>
        <a:lstStyle/>
        <a:p>
          <a:endParaRPr lang="en-AU"/>
        </a:p>
      </dgm:t>
    </dgm:pt>
    <dgm:pt modelId="{A13C9B28-DDD2-48E8-855B-074BBF92BA43}" type="sibTrans" cxnId="{5E53D053-18B7-4747-8CDF-101EB837E805}">
      <dgm:prSet/>
      <dgm:spPr/>
      <dgm:t>
        <a:bodyPr/>
        <a:lstStyle/>
        <a:p>
          <a:endParaRPr lang="en-AU"/>
        </a:p>
      </dgm:t>
    </dgm:pt>
    <dgm:pt modelId="{F35FFE74-4990-45D5-A4CB-80872A2AC027}">
      <dgm:prSet/>
      <dgm:spPr>
        <a:solidFill>
          <a:schemeClr val="bg2">
            <a:lumMod val="75000"/>
          </a:schemeClr>
        </a:solidFill>
      </dgm:spPr>
      <dgm:t>
        <a:bodyPr/>
        <a:lstStyle/>
        <a:p>
          <a:r>
            <a:rPr lang="en-AU"/>
            <a:t>User Work Instructions</a:t>
          </a:r>
        </a:p>
      </dgm:t>
    </dgm:pt>
    <dgm:pt modelId="{226E3F2A-149C-4E31-AF49-05035199D23B}" type="parTrans" cxnId="{ED169712-C172-4CBC-A84A-C637484FCFBB}">
      <dgm:prSet/>
      <dgm:spPr/>
      <dgm:t>
        <a:bodyPr/>
        <a:lstStyle/>
        <a:p>
          <a:endParaRPr lang="en-AU"/>
        </a:p>
      </dgm:t>
    </dgm:pt>
    <dgm:pt modelId="{BE5983D3-2057-400F-8490-A4413F6061A4}" type="sibTrans" cxnId="{ED169712-C172-4CBC-A84A-C637484FCFBB}">
      <dgm:prSet/>
      <dgm:spPr/>
      <dgm:t>
        <a:bodyPr/>
        <a:lstStyle/>
        <a:p>
          <a:endParaRPr lang="en-AU"/>
        </a:p>
      </dgm:t>
    </dgm:pt>
    <dgm:pt modelId="{6AE7F5F1-29A0-46DF-AACF-A442207EF17A}">
      <dgm:prSet/>
      <dgm:spPr>
        <a:solidFill>
          <a:schemeClr val="bg2">
            <a:lumMod val="75000"/>
          </a:schemeClr>
        </a:solidFill>
      </dgm:spPr>
      <dgm:t>
        <a:bodyPr/>
        <a:lstStyle/>
        <a:p>
          <a:r>
            <a:rPr lang="en-AU"/>
            <a:t>Benefits Realisation Plan</a:t>
          </a:r>
        </a:p>
      </dgm:t>
    </dgm:pt>
    <dgm:pt modelId="{20C93597-4DC1-4325-8363-E7CD2A9D1B4A}" type="parTrans" cxnId="{040CB06B-F1C0-4D6A-AE67-F6E6833EF74C}">
      <dgm:prSet/>
      <dgm:spPr/>
      <dgm:t>
        <a:bodyPr/>
        <a:lstStyle/>
        <a:p>
          <a:endParaRPr lang="en-AU"/>
        </a:p>
      </dgm:t>
    </dgm:pt>
    <dgm:pt modelId="{D236264C-7958-4241-9268-87FADE28B6BC}" type="sibTrans" cxnId="{040CB06B-F1C0-4D6A-AE67-F6E6833EF74C}">
      <dgm:prSet/>
      <dgm:spPr/>
      <dgm:t>
        <a:bodyPr/>
        <a:lstStyle/>
        <a:p>
          <a:endParaRPr lang="en-AU"/>
        </a:p>
      </dgm:t>
    </dgm:pt>
    <dgm:pt modelId="{BD923124-94B5-4A8E-B8AE-B2EC9D3D63D7}" type="asst">
      <dgm:prSet phldrT="[Text]" phldr="0"/>
      <dgm:spPr>
        <a:solidFill>
          <a:schemeClr val="accent5">
            <a:lumMod val="40000"/>
            <a:lumOff val="60000"/>
          </a:schemeClr>
        </a:solidFill>
      </dgm:spPr>
      <dgm:t>
        <a:bodyPr/>
        <a:lstStyle/>
        <a:p>
          <a:r>
            <a:rPr lang="en-AU"/>
            <a:t>R&amp;VM Data Governance, Model and Ownership</a:t>
          </a:r>
        </a:p>
      </dgm:t>
    </dgm:pt>
    <dgm:pt modelId="{76A28AA6-9764-430B-9732-46178C4297C6}" type="parTrans" cxnId="{CD89D579-5E86-4FED-A0AB-B9E8B2228A83}">
      <dgm:prSet/>
      <dgm:spPr/>
      <dgm:t>
        <a:bodyPr/>
        <a:lstStyle/>
        <a:p>
          <a:endParaRPr lang="en-AU"/>
        </a:p>
      </dgm:t>
    </dgm:pt>
    <dgm:pt modelId="{52AB20A9-1DA7-499E-BE3F-18A2604F31AF}" type="sibTrans" cxnId="{CD89D579-5E86-4FED-A0AB-B9E8B2228A83}">
      <dgm:prSet/>
      <dgm:spPr/>
      <dgm:t>
        <a:bodyPr/>
        <a:lstStyle/>
        <a:p>
          <a:endParaRPr lang="en-AU"/>
        </a:p>
      </dgm:t>
    </dgm:pt>
    <dgm:pt modelId="{E34E6C81-510C-461F-B419-074F752ED83A}" type="asst">
      <dgm:prSet phldrT="[Text]" phldr="0"/>
      <dgm:spPr>
        <a:solidFill>
          <a:schemeClr val="accent5">
            <a:lumMod val="40000"/>
            <a:lumOff val="60000"/>
          </a:schemeClr>
        </a:solidFill>
      </dgm:spPr>
      <dgm:t>
        <a:bodyPr/>
        <a:lstStyle/>
        <a:p>
          <a:r>
            <a:rPr lang="en-AU"/>
            <a:t>Registration Enquiry Service</a:t>
          </a:r>
        </a:p>
      </dgm:t>
    </dgm:pt>
    <dgm:pt modelId="{D3A43601-E463-40D8-8D4C-6521CC71C8AC}" type="parTrans" cxnId="{E3C94064-7623-4F22-98FE-C1D9D59BD7C6}">
      <dgm:prSet/>
      <dgm:spPr/>
      <dgm:t>
        <a:bodyPr/>
        <a:lstStyle/>
        <a:p>
          <a:endParaRPr lang="en-AU"/>
        </a:p>
      </dgm:t>
    </dgm:pt>
    <dgm:pt modelId="{18395C8F-22B8-4FAA-B8FF-14A3ABE7DDC6}" type="sibTrans" cxnId="{E3C94064-7623-4F22-98FE-C1D9D59BD7C6}">
      <dgm:prSet/>
      <dgm:spPr/>
      <dgm:t>
        <a:bodyPr/>
        <a:lstStyle/>
        <a:p>
          <a:endParaRPr lang="en-AU"/>
        </a:p>
      </dgm:t>
    </dgm:pt>
    <dgm:pt modelId="{94537CD2-6CCD-434F-B2D9-9DDD7B36B14D}" type="asst">
      <dgm:prSet phldrT="[Text]" phldr="0"/>
      <dgm:spPr>
        <a:solidFill>
          <a:schemeClr val="accent5">
            <a:lumMod val="40000"/>
            <a:lumOff val="60000"/>
          </a:schemeClr>
        </a:solidFill>
      </dgm:spPr>
      <dgm:t>
        <a:bodyPr/>
        <a:lstStyle/>
        <a:p>
          <a:r>
            <a:rPr lang="en-AU"/>
            <a:t>Vehicle Register</a:t>
          </a:r>
        </a:p>
      </dgm:t>
    </dgm:pt>
    <dgm:pt modelId="{F8C8351B-3A68-4F7A-8B3D-FAC1A5AC1BEE}" type="parTrans" cxnId="{BFAE68B9-9EF2-4F67-B4E5-A7F84E447CF1}">
      <dgm:prSet/>
      <dgm:spPr/>
      <dgm:t>
        <a:bodyPr/>
        <a:lstStyle/>
        <a:p>
          <a:endParaRPr lang="en-AU"/>
        </a:p>
      </dgm:t>
    </dgm:pt>
    <dgm:pt modelId="{D5C4307F-DAF0-4253-9CC5-0CBA5707E894}" type="sibTrans" cxnId="{BFAE68B9-9EF2-4F67-B4E5-A7F84E447CF1}">
      <dgm:prSet/>
      <dgm:spPr/>
      <dgm:t>
        <a:bodyPr/>
        <a:lstStyle/>
        <a:p>
          <a:endParaRPr lang="en-AU"/>
        </a:p>
      </dgm:t>
    </dgm:pt>
    <dgm:pt modelId="{CE01B670-1EEA-4848-90D3-DFD1C7C7F55F}" type="pres">
      <dgm:prSet presAssocID="{DBEA68D6-E158-4934-BAF2-CD3B153353BA}" presName="hierChild1" presStyleCnt="0">
        <dgm:presLayoutVars>
          <dgm:orgChart val="1"/>
          <dgm:chPref val="1"/>
          <dgm:dir/>
          <dgm:animOne val="branch"/>
          <dgm:animLvl val="lvl"/>
          <dgm:resizeHandles/>
        </dgm:presLayoutVars>
      </dgm:prSet>
      <dgm:spPr/>
    </dgm:pt>
    <dgm:pt modelId="{90DD1432-594A-402F-BA90-BF3AD7D3805E}" type="pres">
      <dgm:prSet presAssocID="{10A0EA3D-3AD4-4A16-AC66-3525B6400D15}" presName="hierRoot1" presStyleCnt="0">
        <dgm:presLayoutVars>
          <dgm:hierBranch val="init"/>
        </dgm:presLayoutVars>
      </dgm:prSet>
      <dgm:spPr/>
    </dgm:pt>
    <dgm:pt modelId="{435A436E-4C62-4EA4-BCE3-82AF2D66BD97}" type="pres">
      <dgm:prSet presAssocID="{10A0EA3D-3AD4-4A16-AC66-3525B6400D15}" presName="rootComposite1" presStyleCnt="0"/>
      <dgm:spPr/>
    </dgm:pt>
    <dgm:pt modelId="{228A01CC-3BEE-415F-A2AB-98EE968D4C9E}" type="pres">
      <dgm:prSet presAssocID="{10A0EA3D-3AD4-4A16-AC66-3525B6400D15}" presName="rootText1" presStyleLbl="node0" presStyleIdx="0" presStyleCnt="1" custScaleX="1315402">
        <dgm:presLayoutVars>
          <dgm:chPref val="3"/>
        </dgm:presLayoutVars>
      </dgm:prSet>
      <dgm:spPr/>
    </dgm:pt>
    <dgm:pt modelId="{5265131C-4C0A-45D5-A034-D2AF2599472B}" type="pres">
      <dgm:prSet presAssocID="{10A0EA3D-3AD4-4A16-AC66-3525B6400D15}" presName="rootConnector1" presStyleLbl="node1" presStyleIdx="0" presStyleCnt="0"/>
      <dgm:spPr/>
    </dgm:pt>
    <dgm:pt modelId="{65D6C5B1-00A1-4204-9741-CA885FE72364}" type="pres">
      <dgm:prSet presAssocID="{10A0EA3D-3AD4-4A16-AC66-3525B6400D15}" presName="hierChild2" presStyleCnt="0"/>
      <dgm:spPr/>
    </dgm:pt>
    <dgm:pt modelId="{B9DD715D-069C-4BC2-A1E9-3705206A9E7E}" type="pres">
      <dgm:prSet presAssocID="{D4470D27-09CC-41EB-BA1A-CCC1BA5C0E27}" presName="Name37" presStyleLbl="parChTrans1D2" presStyleIdx="0" presStyleCnt="8"/>
      <dgm:spPr/>
    </dgm:pt>
    <dgm:pt modelId="{F7B2959F-C810-441E-ABAC-C79DB10C6809}" type="pres">
      <dgm:prSet presAssocID="{C5037945-930F-4B75-858B-B894823169CF}" presName="hierRoot2" presStyleCnt="0">
        <dgm:presLayoutVars>
          <dgm:hierBranch val="init"/>
        </dgm:presLayoutVars>
      </dgm:prSet>
      <dgm:spPr/>
    </dgm:pt>
    <dgm:pt modelId="{5D913086-3A8D-4E5B-903E-99ABE15D3392}" type="pres">
      <dgm:prSet presAssocID="{C5037945-930F-4B75-858B-B894823169CF}" presName="rootComposite" presStyleCnt="0"/>
      <dgm:spPr/>
    </dgm:pt>
    <dgm:pt modelId="{EF0DF732-FD85-4D52-8905-6DCB2A652547}" type="pres">
      <dgm:prSet presAssocID="{C5037945-930F-4B75-858B-B894823169CF}" presName="rootText" presStyleLbl="node2" presStyleIdx="0" presStyleCnt="5" custScaleX="455744">
        <dgm:presLayoutVars>
          <dgm:chPref val="3"/>
        </dgm:presLayoutVars>
      </dgm:prSet>
      <dgm:spPr/>
    </dgm:pt>
    <dgm:pt modelId="{B3034FE3-F479-4DF4-A8BF-8880E94D2217}" type="pres">
      <dgm:prSet presAssocID="{C5037945-930F-4B75-858B-B894823169CF}" presName="rootConnector" presStyleLbl="node2" presStyleIdx="0" presStyleCnt="5"/>
      <dgm:spPr/>
    </dgm:pt>
    <dgm:pt modelId="{D39E0032-FE8A-41E3-BCA2-2DD8ED595AFD}" type="pres">
      <dgm:prSet presAssocID="{C5037945-930F-4B75-858B-B894823169CF}" presName="hierChild4" presStyleCnt="0"/>
      <dgm:spPr/>
    </dgm:pt>
    <dgm:pt modelId="{7CA3097E-DF06-4306-90D8-092D17D517A3}" type="pres">
      <dgm:prSet presAssocID="{8B435217-472D-41FB-B90A-51F67EEBBD13}" presName="Name37" presStyleLbl="parChTrans1D3" presStyleIdx="0" presStyleCnt="11"/>
      <dgm:spPr/>
    </dgm:pt>
    <dgm:pt modelId="{AB3ECC90-3C57-44A5-937C-3ADE503D492D}" type="pres">
      <dgm:prSet presAssocID="{950DF26E-17D9-4CD6-BA22-3B12B191F0B1}" presName="hierRoot2" presStyleCnt="0">
        <dgm:presLayoutVars>
          <dgm:hierBranch val="init"/>
        </dgm:presLayoutVars>
      </dgm:prSet>
      <dgm:spPr/>
    </dgm:pt>
    <dgm:pt modelId="{C4524F9E-1F5E-4103-8C7B-1DD3B3E09CA6}" type="pres">
      <dgm:prSet presAssocID="{950DF26E-17D9-4CD6-BA22-3B12B191F0B1}" presName="rootComposite" presStyleCnt="0"/>
      <dgm:spPr/>
    </dgm:pt>
    <dgm:pt modelId="{D7DEFF10-285D-460F-B6C2-3621F12D5071}" type="pres">
      <dgm:prSet presAssocID="{950DF26E-17D9-4CD6-BA22-3B12B191F0B1}" presName="rootText" presStyleLbl="node3" presStyleIdx="0" presStyleCnt="11">
        <dgm:presLayoutVars>
          <dgm:chPref val="3"/>
        </dgm:presLayoutVars>
      </dgm:prSet>
      <dgm:spPr/>
    </dgm:pt>
    <dgm:pt modelId="{5218C1E6-A7C1-45B1-BD6C-50F3BFADC1B2}" type="pres">
      <dgm:prSet presAssocID="{950DF26E-17D9-4CD6-BA22-3B12B191F0B1}" presName="rootConnector" presStyleLbl="node3" presStyleIdx="0" presStyleCnt="11"/>
      <dgm:spPr/>
    </dgm:pt>
    <dgm:pt modelId="{B280554C-1ADC-4B1E-8EF4-81DC9F4A70AE}" type="pres">
      <dgm:prSet presAssocID="{950DF26E-17D9-4CD6-BA22-3B12B191F0B1}" presName="hierChild4" presStyleCnt="0"/>
      <dgm:spPr/>
    </dgm:pt>
    <dgm:pt modelId="{671179AC-5FAC-4A39-B7FF-0414C95E3528}" type="pres">
      <dgm:prSet presAssocID="{17C83013-93B6-4299-822D-850CD1F8E1C4}" presName="Name37" presStyleLbl="parChTrans1D4" presStyleIdx="0" presStyleCnt="22"/>
      <dgm:spPr/>
    </dgm:pt>
    <dgm:pt modelId="{0AB006A4-182D-4959-8DCB-18D7F1BAD9A9}" type="pres">
      <dgm:prSet presAssocID="{4ED5C0B1-92B0-476D-A064-D707F3607BE3}" presName="hierRoot2" presStyleCnt="0">
        <dgm:presLayoutVars>
          <dgm:hierBranch val="init"/>
        </dgm:presLayoutVars>
      </dgm:prSet>
      <dgm:spPr/>
    </dgm:pt>
    <dgm:pt modelId="{55AA2491-D4E2-4442-BAC2-BA16763FAF50}" type="pres">
      <dgm:prSet presAssocID="{4ED5C0B1-92B0-476D-A064-D707F3607BE3}" presName="rootComposite" presStyleCnt="0"/>
      <dgm:spPr/>
    </dgm:pt>
    <dgm:pt modelId="{88D6AF2A-AB2A-4DDC-9F25-5FEB13DE3F9A}" type="pres">
      <dgm:prSet presAssocID="{4ED5C0B1-92B0-476D-A064-D707F3607BE3}" presName="rootText" presStyleLbl="node4" presStyleIdx="0" presStyleCnt="22">
        <dgm:presLayoutVars>
          <dgm:chPref val="3"/>
        </dgm:presLayoutVars>
      </dgm:prSet>
      <dgm:spPr/>
    </dgm:pt>
    <dgm:pt modelId="{3E2E92DB-5C6F-4ED9-9583-E91717EC9D4B}" type="pres">
      <dgm:prSet presAssocID="{4ED5C0B1-92B0-476D-A064-D707F3607BE3}" presName="rootConnector" presStyleLbl="node4" presStyleIdx="0" presStyleCnt="22"/>
      <dgm:spPr/>
    </dgm:pt>
    <dgm:pt modelId="{A775A552-A598-4FF2-828D-28A777D8D49E}" type="pres">
      <dgm:prSet presAssocID="{4ED5C0B1-92B0-476D-A064-D707F3607BE3}" presName="hierChild4" presStyleCnt="0"/>
      <dgm:spPr/>
    </dgm:pt>
    <dgm:pt modelId="{4C841937-9171-47C2-B2B1-897C754EA2F9}" type="pres">
      <dgm:prSet presAssocID="{4ED5C0B1-92B0-476D-A064-D707F3607BE3}" presName="hierChild5" presStyleCnt="0"/>
      <dgm:spPr/>
    </dgm:pt>
    <dgm:pt modelId="{917A0AFA-0687-4CD7-A02C-2B5A2A29DC08}" type="pres">
      <dgm:prSet presAssocID="{D0C79BF9-EA6A-470B-B112-99598FC4D66F}" presName="Name37" presStyleLbl="parChTrans1D4" presStyleIdx="1" presStyleCnt="22"/>
      <dgm:spPr/>
    </dgm:pt>
    <dgm:pt modelId="{E20BA6D2-893E-487D-8683-EFAF9C9804F2}" type="pres">
      <dgm:prSet presAssocID="{E6F20497-E36F-4F26-9883-A4BC83ABA34F}" presName="hierRoot2" presStyleCnt="0">
        <dgm:presLayoutVars>
          <dgm:hierBranch val="init"/>
        </dgm:presLayoutVars>
      </dgm:prSet>
      <dgm:spPr/>
    </dgm:pt>
    <dgm:pt modelId="{427688FD-121D-47B8-8931-D5204B8647E1}" type="pres">
      <dgm:prSet presAssocID="{E6F20497-E36F-4F26-9883-A4BC83ABA34F}" presName="rootComposite" presStyleCnt="0"/>
      <dgm:spPr/>
    </dgm:pt>
    <dgm:pt modelId="{80857E5D-5A40-47FA-A4DC-63DCAE736606}" type="pres">
      <dgm:prSet presAssocID="{E6F20497-E36F-4F26-9883-A4BC83ABA34F}" presName="rootText" presStyleLbl="node4" presStyleIdx="1" presStyleCnt="22">
        <dgm:presLayoutVars>
          <dgm:chPref val="3"/>
        </dgm:presLayoutVars>
      </dgm:prSet>
      <dgm:spPr/>
    </dgm:pt>
    <dgm:pt modelId="{E84BCE6F-06E3-4BC8-871D-9A93C6044AE4}" type="pres">
      <dgm:prSet presAssocID="{E6F20497-E36F-4F26-9883-A4BC83ABA34F}" presName="rootConnector" presStyleLbl="node4" presStyleIdx="1" presStyleCnt="22"/>
      <dgm:spPr/>
    </dgm:pt>
    <dgm:pt modelId="{61E5CA6B-3955-4E6B-A536-8F209B0425DA}" type="pres">
      <dgm:prSet presAssocID="{E6F20497-E36F-4F26-9883-A4BC83ABA34F}" presName="hierChild4" presStyleCnt="0"/>
      <dgm:spPr/>
    </dgm:pt>
    <dgm:pt modelId="{90C2E34E-D962-4C76-984B-1AA560324FC7}" type="pres">
      <dgm:prSet presAssocID="{E6F20497-E36F-4F26-9883-A4BC83ABA34F}" presName="hierChild5" presStyleCnt="0"/>
      <dgm:spPr/>
    </dgm:pt>
    <dgm:pt modelId="{1420530A-1FB5-4E43-9A35-FF949B7D025C}" type="pres">
      <dgm:prSet presAssocID="{950DF26E-17D9-4CD6-BA22-3B12B191F0B1}" presName="hierChild5" presStyleCnt="0"/>
      <dgm:spPr/>
    </dgm:pt>
    <dgm:pt modelId="{A6E2B9B1-B808-4C3E-9CA4-FDBFEB7C6E12}" type="pres">
      <dgm:prSet presAssocID="{691118F6-AAF5-40E0-AD6D-235FADC018C0}" presName="Name37" presStyleLbl="parChTrans1D3" presStyleIdx="1" presStyleCnt="11"/>
      <dgm:spPr/>
    </dgm:pt>
    <dgm:pt modelId="{842694ED-63FE-41F5-8205-A2D2ED7AB622}" type="pres">
      <dgm:prSet presAssocID="{92162928-B373-4802-B988-4C318FAE4B4C}" presName="hierRoot2" presStyleCnt="0">
        <dgm:presLayoutVars>
          <dgm:hierBranch val="init"/>
        </dgm:presLayoutVars>
      </dgm:prSet>
      <dgm:spPr/>
    </dgm:pt>
    <dgm:pt modelId="{156B7B81-9C4B-4435-88FA-61CD1E94F7AC}" type="pres">
      <dgm:prSet presAssocID="{92162928-B373-4802-B988-4C318FAE4B4C}" presName="rootComposite" presStyleCnt="0"/>
      <dgm:spPr/>
    </dgm:pt>
    <dgm:pt modelId="{E053A169-9C0A-4979-A9C3-739101C47B4F}" type="pres">
      <dgm:prSet presAssocID="{92162928-B373-4802-B988-4C318FAE4B4C}" presName="rootText" presStyleLbl="node3" presStyleIdx="1" presStyleCnt="11">
        <dgm:presLayoutVars>
          <dgm:chPref val="3"/>
        </dgm:presLayoutVars>
      </dgm:prSet>
      <dgm:spPr/>
    </dgm:pt>
    <dgm:pt modelId="{38710617-AD94-492E-877A-67DEA8A29246}" type="pres">
      <dgm:prSet presAssocID="{92162928-B373-4802-B988-4C318FAE4B4C}" presName="rootConnector" presStyleLbl="node3" presStyleIdx="1" presStyleCnt="11"/>
      <dgm:spPr/>
    </dgm:pt>
    <dgm:pt modelId="{EE25FEE9-C0A4-43A3-BC29-09C1DC02735B}" type="pres">
      <dgm:prSet presAssocID="{92162928-B373-4802-B988-4C318FAE4B4C}" presName="hierChild4" presStyleCnt="0"/>
      <dgm:spPr/>
    </dgm:pt>
    <dgm:pt modelId="{C3BEE66D-DBFC-4B5B-824F-AE729B3E2A92}" type="pres">
      <dgm:prSet presAssocID="{4AB04E85-FE6A-4EA2-B818-06ED39A51C26}" presName="Name37" presStyleLbl="parChTrans1D4" presStyleIdx="2" presStyleCnt="22"/>
      <dgm:spPr/>
    </dgm:pt>
    <dgm:pt modelId="{A9CFCED3-6ECE-4576-ABCC-0C5B70059EB9}" type="pres">
      <dgm:prSet presAssocID="{148B9544-AAE4-4F82-A7BD-B12D32E93924}" presName="hierRoot2" presStyleCnt="0">
        <dgm:presLayoutVars>
          <dgm:hierBranch val="init"/>
        </dgm:presLayoutVars>
      </dgm:prSet>
      <dgm:spPr/>
    </dgm:pt>
    <dgm:pt modelId="{69DD92A3-402B-4486-B358-BBA3E344CCFB}" type="pres">
      <dgm:prSet presAssocID="{148B9544-AAE4-4F82-A7BD-B12D32E93924}" presName="rootComposite" presStyleCnt="0"/>
      <dgm:spPr/>
    </dgm:pt>
    <dgm:pt modelId="{9602321A-0529-41BB-8BDE-C5896B1187CD}" type="pres">
      <dgm:prSet presAssocID="{148B9544-AAE4-4F82-A7BD-B12D32E93924}" presName="rootText" presStyleLbl="node4" presStyleIdx="2" presStyleCnt="22">
        <dgm:presLayoutVars>
          <dgm:chPref val="3"/>
        </dgm:presLayoutVars>
      </dgm:prSet>
      <dgm:spPr/>
    </dgm:pt>
    <dgm:pt modelId="{15AE8028-70C7-4D5B-B57D-0B4DC8D041C5}" type="pres">
      <dgm:prSet presAssocID="{148B9544-AAE4-4F82-A7BD-B12D32E93924}" presName="rootConnector" presStyleLbl="node4" presStyleIdx="2" presStyleCnt="22"/>
      <dgm:spPr/>
    </dgm:pt>
    <dgm:pt modelId="{939275F3-B58F-45AC-8398-CC8AF1075322}" type="pres">
      <dgm:prSet presAssocID="{148B9544-AAE4-4F82-A7BD-B12D32E93924}" presName="hierChild4" presStyleCnt="0"/>
      <dgm:spPr/>
    </dgm:pt>
    <dgm:pt modelId="{7670B313-9F55-4FF1-B65A-9F20334A188C}" type="pres">
      <dgm:prSet presAssocID="{148B9544-AAE4-4F82-A7BD-B12D32E93924}" presName="hierChild5" presStyleCnt="0"/>
      <dgm:spPr/>
    </dgm:pt>
    <dgm:pt modelId="{8AE61498-7424-433C-B920-4C4E22FE37C9}" type="pres">
      <dgm:prSet presAssocID="{5AFEA85B-003E-4014-9827-C634609F3F12}" presName="Name37" presStyleLbl="parChTrans1D4" presStyleIdx="3" presStyleCnt="22"/>
      <dgm:spPr/>
    </dgm:pt>
    <dgm:pt modelId="{8CA74FDC-C221-4F1E-B367-D76A13DF6CEE}" type="pres">
      <dgm:prSet presAssocID="{00AC022C-23A1-48BC-BDFF-3F7F28B476E7}" presName="hierRoot2" presStyleCnt="0">
        <dgm:presLayoutVars>
          <dgm:hierBranch val="init"/>
        </dgm:presLayoutVars>
      </dgm:prSet>
      <dgm:spPr/>
    </dgm:pt>
    <dgm:pt modelId="{7F16C559-3AAD-4FA9-9616-85DB22A494CA}" type="pres">
      <dgm:prSet presAssocID="{00AC022C-23A1-48BC-BDFF-3F7F28B476E7}" presName="rootComposite" presStyleCnt="0"/>
      <dgm:spPr/>
    </dgm:pt>
    <dgm:pt modelId="{F4DC1B83-6C23-49DE-87E8-6B79DB8CBA59}" type="pres">
      <dgm:prSet presAssocID="{00AC022C-23A1-48BC-BDFF-3F7F28B476E7}" presName="rootText" presStyleLbl="node4" presStyleIdx="3" presStyleCnt="22">
        <dgm:presLayoutVars>
          <dgm:chPref val="3"/>
        </dgm:presLayoutVars>
      </dgm:prSet>
      <dgm:spPr/>
    </dgm:pt>
    <dgm:pt modelId="{2E89282F-DCA8-4DC6-A0AC-B3C141F66B5F}" type="pres">
      <dgm:prSet presAssocID="{00AC022C-23A1-48BC-BDFF-3F7F28B476E7}" presName="rootConnector" presStyleLbl="node4" presStyleIdx="3" presStyleCnt="22"/>
      <dgm:spPr/>
    </dgm:pt>
    <dgm:pt modelId="{F6E2F938-DD76-41F8-BE30-138493256B47}" type="pres">
      <dgm:prSet presAssocID="{00AC022C-23A1-48BC-BDFF-3F7F28B476E7}" presName="hierChild4" presStyleCnt="0"/>
      <dgm:spPr/>
    </dgm:pt>
    <dgm:pt modelId="{51C1861F-64E4-4F9E-A995-A36D30121CD2}" type="pres">
      <dgm:prSet presAssocID="{00AC022C-23A1-48BC-BDFF-3F7F28B476E7}" presName="hierChild5" presStyleCnt="0"/>
      <dgm:spPr/>
    </dgm:pt>
    <dgm:pt modelId="{819CF286-327E-4771-A756-F0B2B9DBDA4B}" type="pres">
      <dgm:prSet presAssocID="{9F4895CA-DAB9-4588-8D38-7BD099F5583E}" presName="Name37" presStyleLbl="parChTrans1D4" presStyleIdx="4" presStyleCnt="22"/>
      <dgm:spPr/>
    </dgm:pt>
    <dgm:pt modelId="{28A75BEE-EECD-45B3-B7B1-0467EFCD328F}" type="pres">
      <dgm:prSet presAssocID="{176CD464-A480-4D5E-8CA9-ECC3F2A9DDFC}" presName="hierRoot2" presStyleCnt="0">
        <dgm:presLayoutVars>
          <dgm:hierBranch val="init"/>
        </dgm:presLayoutVars>
      </dgm:prSet>
      <dgm:spPr/>
    </dgm:pt>
    <dgm:pt modelId="{9584EC4C-D6FC-4CDC-A75D-F1C3DAE1B3C2}" type="pres">
      <dgm:prSet presAssocID="{176CD464-A480-4D5E-8CA9-ECC3F2A9DDFC}" presName="rootComposite" presStyleCnt="0"/>
      <dgm:spPr/>
    </dgm:pt>
    <dgm:pt modelId="{81E07694-06DE-4DA4-BA15-F7FF4EF31C21}" type="pres">
      <dgm:prSet presAssocID="{176CD464-A480-4D5E-8CA9-ECC3F2A9DDFC}" presName="rootText" presStyleLbl="node4" presStyleIdx="4" presStyleCnt="22">
        <dgm:presLayoutVars>
          <dgm:chPref val="3"/>
        </dgm:presLayoutVars>
      </dgm:prSet>
      <dgm:spPr/>
    </dgm:pt>
    <dgm:pt modelId="{21450613-CA36-4454-85B4-AEB63CA49087}" type="pres">
      <dgm:prSet presAssocID="{176CD464-A480-4D5E-8CA9-ECC3F2A9DDFC}" presName="rootConnector" presStyleLbl="node4" presStyleIdx="4" presStyleCnt="22"/>
      <dgm:spPr/>
    </dgm:pt>
    <dgm:pt modelId="{89A8106A-14BF-491C-AA4E-9634881D0523}" type="pres">
      <dgm:prSet presAssocID="{176CD464-A480-4D5E-8CA9-ECC3F2A9DDFC}" presName="hierChild4" presStyleCnt="0"/>
      <dgm:spPr/>
    </dgm:pt>
    <dgm:pt modelId="{C338D44E-E4B3-49D9-AFCA-3D563E2FF749}" type="pres">
      <dgm:prSet presAssocID="{176CD464-A480-4D5E-8CA9-ECC3F2A9DDFC}" presName="hierChild5" presStyleCnt="0"/>
      <dgm:spPr/>
    </dgm:pt>
    <dgm:pt modelId="{F505519F-6ECB-4AAF-B47A-F3D32DB6B10C}" type="pres">
      <dgm:prSet presAssocID="{9FADCBC3-F229-4620-B60A-FB762FF9A001}" presName="Name37" presStyleLbl="parChTrans1D4" presStyleIdx="5" presStyleCnt="22"/>
      <dgm:spPr/>
    </dgm:pt>
    <dgm:pt modelId="{7242C606-06B1-4653-8213-8258E7030E80}" type="pres">
      <dgm:prSet presAssocID="{0C099BB8-4A5F-4B8A-B703-DCB7480DDD44}" presName="hierRoot2" presStyleCnt="0">
        <dgm:presLayoutVars>
          <dgm:hierBranch val="init"/>
        </dgm:presLayoutVars>
      </dgm:prSet>
      <dgm:spPr/>
    </dgm:pt>
    <dgm:pt modelId="{AA152A31-D95D-4EA6-B90E-65E324E927B1}" type="pres">
      <dgm:prSet presAssocID="{0C099BB8-4A5F-4B8A-B703-DCB7480DDD44}" presName="rootComposite" presStyleCnt="0"/>
      <dgm:spPr/>
    </dgm:pt>
    <dgm:pt modelId="{7B137947-D56C-407A-8B26-BA72901EA159}" type="pres">
      <dgm:prSet presAssocID="{0C099BB8-4A5F-4B8A-B703-DCB7480DDD44}" presName="rootText" presStyleLbl="node4" presStyleIdx="5" presStyleCnt="22">
        <dgm:presLayoutVars>
          <dgm:chPref val="3"/>
        </dgm:presLayoutVars>
      </dgm:prSet>
      <dgm:spPr/>
    </dgm:pt>
    <dgm:pt modelId="{865A16D1-A0D6-4099-A000-A45C27DFDD22}" type="pres">
      <dgm:prSet presAssocID="{0C099BB8-4A5F-4B8A-B703-DCB7480DDD44}" presName="rootConnector" presStyleLbl="node4" presStyleIdx="5" presStyleCnt="22"/>
      <dgm:spPr/>
    </dgm:pt>
    <dgm:pt modelId="{25096A2D-D848-4C90-A131-69BB291F338D}" type="pres">
      <dgm:prSet presAssocID="{0C099BB8-4A5F-4B8A-B703-DCB7480DDD44}" presName="hierChild4" presStyleCnt="0"/>
      <dgm:spPr/>
    </dgm:pt>
    <dgm:pt modelId="{B91ED09A-7BB0-46DB-AC80-8FC3BD077EFA}" type="pres">
      <dgm:prSet presAssocID="{0C099BB8-4A5F-4B8A-B703-DCB7480DDD44}" presName="hierChild5" presStyleCnt="0"/>
      <dgm:spPr/>
    </dgm:pt>
    <dgm:pt modelId="{7AE4D891-AFDF-47CA-AE12-C9E64E4BC610}" type="pres">
      <dgm:prSet presAssocID="{92162928-B373-4802-B988-4C318FAE4B4C}" presName="hierChild5" presStyleCnt="0"/>
      <dgm:spPr/>
    </dgm:pt>
    <dgm:pt modelId="{A282935C-36BA-42D1-9CF4-5DC857687C79}" type="pres">
      <dgm:prSet presAssocID="{D05A1DE1-7189-4112-B5BB-9BF305C53705}" presName="Name37" presStyleLbl="parChTrans1D3" presStyleIdx="2" presStyleCnt="11"/>
      <dgm:spPr/>
    </dgm:pt>
    <dgm:pt modelId="{96DA1DE3-8B59-4C2F-B5E8-2AC45D55F0E4}" type="pres">
      <dgm:prSet presAssocID="{986A668E-B947-4E9B-BC49-750AC65155F3}" presName="hierRoot2" presStyleCnt="0">
        <dgm:presLayoutVars>
          <dgm:hierBranch val="init"/>
        </dgm:presLayoutVars>
      </dgm:prSet>
      <dgm:spPr/>
    </dgm:pt>
    <dgm:pt modelId="{0B423B26-D597-4DBE-A6EA-088620DCC1DA}" type="pres">
      <dgm:prSet presAssocID="{986A668E-B947-4E9B-BC49-750AC65155F3}" presName="rootComposite" presStyleCnt="0"/>
      <dgm:spPr/>
    </dgm:pt>
    <dgm:pt modelId="{ED485508-0335-465D-B2BE-F208E31B5FAA}" type="pres">
      <dgm:prSet presAssocID="{986A668E-B947-4E9B-BC49-750AC65155F3}" presName="rootText" presStyleLbl="node3" presStyleIdx="2" presStyleCnt="11">
        <dgm:presLayoutVars>
          <dgm:chPref val="3"/>
        </dgm:presLayoutVars>
      </dgm:prSet>
      <dgm:spPr/>
    </dgm:pt>
    <dgm:pt modelId="{400FAEDA-F0C0-4E06-AA06-ADBB2A0021C6}" type="pres">
      <dgm:prSet presAssocID="{986A668E-B947-4E9B-BC49-750AC65155F3}" presName="rootConnector" presStyleLbl="node3" presStyleIdx="2" presStyleCnt="11"/>
      <dgm:spPr/>
    </dgm:pt>
    <dgm:pt modelId="{4300A973-2B08-4EB1-B340-A9AA8E2DBE0C}" type="pres">
      <dgm:prSet presAssocID="{986A668E-B947-4E9B-BC49-750AC65155F3}" presName="hierChild4" presStyleCnt="0"/>
      <dgm:spPr/>
    </dgm:pt>
    <dgm:pt modelId="{18F7C288-D6AB-4F4F-83B5-1D5B84952672}" type="pres">
      <dgm:prSet presAssocID="{905C034C-7C39-4940-8EF1-996096FC5C92}" presName="Name37" presStyleLbl="parChTrans1D4" presStyleIdx="6" presStyleCnt="22"/>
      <dgm:spPr/>
    </dgm:pt>
    <dgm:pt modelId="{3FEDDE94-F41F-4567-B18F-AE730BF824CF}" type="pres">
      <dgm:prSet presAssocID="{ADAD034A-1C03-496E-B3DA-20F322473142}" presName="hierRoot2" presStyleCnt="0">
        <dgm:presLayoutVars>
          <dgm:hierBranch val="init"/>
        </dgm:presLayoutVars>
      </dgm:prSet>
      <dgm:spPr/>
    </dgm:pt>
    <dgm:pt modelId="{CFAB2265-B5C0-4397-9D73-B5BB3EB3BB91}" type="pres">
      <dgm:prSet presAssocID="{ADAD034A-1C03-496E-B3DA-20F322473142}" presName="rootComposite" presStyleCnt="0"/>
      <dgm:spPr/>
    </dgm:pt>
    <dgm:pt modelId="{FB93CA0E-E6CE-4F14-88AC-8614787B9A43}" type="pres">
      <dgm:prSet presAssocID="{ADAD034A-1C03-496E-B3DA-20F322473142}" presName="rootText" presStyleLbl="node4" presStyleIdx="6" presStyleCnt="22">
        <dgm:presLayoutVars>
          <dgm:chPref val="3"/>
        </dgm:presLayoutVars>
      </dgm:prSet>
      <dgm:spPr/>
    </dgm:pt>
    <dgm:pt modelId="{1A2EC0AE-D90A-4773-915D-B6F0422675A8}" type="pres">
      <dgm:prSet presAssocID="{ADAD034A-1C03-496E-B3DA-20F322473142}" presName="rootConnector" presStyleLbl="node4" presStyleIdx="6" presStyleCnt="22"/>
      <dgm:spPr/>
    </dgm:pt>
    <dgm:pt modelId="{D3CC560C-81EA-4707-8E6E-80F946490B31}" type="pres">
      <dgm:prSet presAssocID="{ADAD034A-1C03-496E-B3DA-20F322473142}" presName="hierChild4" presStyleCnt="0"/>
      <dgm:spPr/>
    </dgm:pt>
    <dgm:pt modelId="{AA0426E7-12CE-405E-A6A6-A38BE7945BD9}" type="pres">
      <dgm:prSet presAssocID="{ADAD034A-1C03-496E-B3DA-20F322473142}" presName="hierChild5" presStyleCnt="0"/>
      <dgm:spPr/>
    </dgm:pt>
    <dgm:pt modelId="{12E2A867-31D4-403E-B790-54B802E39EC7}" type="pres">
      <dgm:prSet presAssocID="{871A2A53-1159-46DE-9E54-4CBCCDE56CC6}" presName="Name37" presStyleLbl="parChTrans1D4" presStyleIdx="7" presStyleCnt="22"/>
      <dgm:spPr/>
    </dgm:pt>
    <dgm:pt modelId="{66430474-734D-4BF5-9C47-A369FABD2E16}" type="pres">
      <dgm:prSet presAssocID="{9686FD60-0C64-4E7A-B65B-577F4EBB370B}" presName="hierRoot2" presStyleCnt="0">
        <dgm:presLayoutVars>
          <dgm:hierBranch val="init"/>
        </dgm:presLayoutVars>
      </dgm:prSet>
      <dgm:spPr/>
    </dgm:pt>
    <dgm:pt modelId="{28647268-E473-43EA-AEDF-864097B45DF7}" type="pres">
      <dgm:prSet presAssocID="{9686FD60-0C64-4E7A-B65B-577F4EBB370B}" presName="rootComposite" presStyleCnt="0"/>
      <dgm:spPr/>
    </dgm:pt>
    <dgm:pt modelId="{52B16FFE-364E-498E-A9B3-C43BC3B88381}" type="pres">
      <dgm:prSet presAssocID="{9686FD60-0C64-4E7A-B65B-577F4EBB370B}" presName="rootText" presStyleLbl="node4" presStyleIdx="7" presStyleCnt="22">
        <dgm:presLayoutVars>
          <dgm:chPref val="3"/>
        </dgm:presLayoutVars>
      </dgm:prSet>
      <dgm:spPr/>
    </dgm:pt>
    <dgm:pt modelId="{3D670B94-861A-4AB5-B9D1-C5CA0EF96F04}" type="pres">
      <dgm:prSet presAssocID="{9686FD60-0C64-4E7A-B65B-577F4EBB370B}" presName="rootConnector" presStyleLbl="node4" presStyleIdx="7" presStyleCnt="22"/>
      <dgm:spPr/>
    </dgm:pt>
    <dgm:pt modelId="{4B98BB0C-9B50-4156-86E7-767A7D39A13C}" type="pres">
      <dgm:prSet presAssocID="{9686FD60-0C64-4E7A-B65B-577F4EBB370B}" presName="hierChild4" presStyleCnt="0"/>
      <dgm:spPr/>
    </dgm:pt>
    <dgm:pt modelId="{332AF2F6-DD32-4C41-97F6-6DEAB07F1EC1}" type="pres">
      <dgm:prSet presAssocID="{9686FD60-0C64-4E7A-B65B-577F4EBB370B}" presName="hierChild5" presStyleCnt="0"/>
      <dgm:spPr/>
    </dgm:pt>
    <dgm:pt modelId="{1495BC48-44EF-4C9C-8AF3-32C6924E0572}" type="pres">
      <dgm:prSet presAssocID="{986A668E-B947-4E9B-BC49-750AC65155F3}" presName="hierChild5" presStyleCnt="0"/>
      <dgm:spPr/>
    </dgm:pt>
    <dgm:pt modelId="{CE3C7ECF-52B2-4972-B708-71595BC37092}" type="pres">
      <dgm:prSet presAssocID="{CA54F505-FAAD-4FFF-AE99-F02D8805AA90}" presName="Name37" presStyleLbl="parChTrans1D3" presStyleIdx="3" presStyleCnt="11"/>
      <dgm:spPr/>
    </dgm:pt>
    <dgm:pt modelId="{CF32D662-8EF9-493E-BFE9-EE51A8FF9E8A}" type="pres">
      <dgm:prSet presAssocID="{A2074807-3C28-4B33-9EEB-412E5A1AA954}" presName="hierRoot2" presStyleCnt="0">
        <dgm:presLayoutVars>
          <dgm:hierBranch val="init"/>
        </dgm:presLayoutVars>
      </dgm:prSet>
      <dgm:spPr/>
    </dgm:pt>
    <dgm:pt modelId="{BA387F9F-679B-445A-907E-AABA58DAF83C}" type="pres">
      <dgm:prSet presAssocID="{A2074807-3C28-4B33-9EEB-412E5A1AA954}" presName="rootComposite" presStyleCnt="0"/>
      <dgm:spPr/>
    </dgm:pt>
    <dgm:pt modelId="{BC5145C2-F5F8-4F0A-98B6-E0C52595BF1E}" type="pres">
      <dgm:prSet presAssocID="{A2074807-3C28-4B33-9EEB-412E5A1AA954}" presName="rootText" presStyleLbl="node3" presStyleIdx="3" presStyleCnt="11">
        <dgm:presLayoutVars>
          <dgm:chPref val="3"/>
        </dgm:presLayoutVars>
      </dgm:prSet>
      <dgm:spPr/>
    </dgm:pt>
    <dgm:pt modelId="{F87173C0-D18E-4424-B52E-3430A08B25BA}" type="pres">
      <dgm:prSet presAssocID="{A2074807-3C28-4B33-9EEB-412E5A1AA954}" presName="rootConnector" presStyleLbl="node3" presStyleIdx="3" presStyleCnt="11"/>
      <dgm:spPr/>
    </dgm:pt>
    <dgm:pt modelId="{58FFEC90-DCF9-453A-98C3-3D274BFB4E46}" type="pres">
      <dgm:prSet presAssocID="{A2074807-3C28-4B33-9EEB-412E5A1AA954}" presName="hierChild4" presStyleCnt="0"/>
      <dgm:spPr/>
    </dgm:pt>
    <dgm:pt modelId="{7E8EA941-22A2-4756-B568-D27A6756260D}" type="pres">
      <dgm:prSet presAssocID="{3268CC1B-A8C4-48DA-9546-3CC229468C0D}" presName="Name37" presStyleLbl="parChTrans1D4" presStyleIdx="8" presStyleCnt="22"/>
      <dgm:spPr/>
    </dgm:pt>
    <dgm:pt modelId="{799DB3D3-96AE-43F3-BCBD-E540ACD06C36}" type="pres">
      <dgm:prSet presAssocID="{B34D544A-1EDE-483B-B4CE-765BD1DC6DC0}" presName="hierRoot2" presStyleCnt="0">
        <dgm:presLayoutVars>
          <dgm:hierBranch val="init"/>
        </dgm:presLayoutVars>
      </dgm:prSet>
      <dgm:spPr/>
    </dgm:pt>
    <dgm:pt modelId="{5BFA1DF3-C46B-4562-8ED6-F040E7800CD4}" type="pres">
      <dgm:prSet presAssocID="{B34D544A-1EDE-483B-B4CE-765BD1DC6DC0}" presName="rootComposite" presStyleCnt="0"/>
      <dgm:spPr/>
    </dgm:pt>
    <dgm:pt modelId="{FDDCF144-34C8-47DC-8A61-AD413DD9A0C0}" type="pres">
      <dgm:prSet presAssocID="{B34D544A-1EDE-483B-B4CE-765BD1DC6DC0}" presName="rootText" presStyleLbl="node4" presStyleIdx="8" presStyleCnt="22">
        <dgm:presLayoutVars>
          <dgm:chPref val="3"/>
        </dgm:presLayoutVars>
      </dgm:prSet>
      <dgm:spPr/>
    </dgm:pt>
    <dgm:pt modelId="{EFDAD356-93A5-4C29-8F27-2EE36397AAF6}" type="pres">
      <dgm:prSet presAssocID="{B34D544A-1EDE-483B-B4CE-765BD1DC6DC0}" presName="rootConnector" presStyleLbl="node4" presStyleIdx="8" presStyleCnt="22"/>
      <dgm:spPr/>
    </dgm:pt>
    <dgm:pt modelId="{7D750AFA-9BC3-412D-A50C-0B633E0E5D7F}" type="pres">
      <dgm:prSet presAssocID="{B34D544A-1EDE-483B-B4CE-765BD1DC6DC0}" presName="hierChild4" presStyleCnt="0"/>
      <dgm:spPr/>
    </dgm:pt>
    <dgm:pt modelId="{C85D591D-0E1B-4BDF-9DA0-A2127C98C12A}" type="pres">
      <dgm:prSet presAssocID="{B34D544A-1EDE-483B-B4CE-765BD1DC6DC0}" presName="hierChild5" presStyleCnt="0"/>
      <dgm:spPr/>
    </dgm:pt>
    <dgm:pt modelId="{6BDBD7F3-6083-4497-968C-19145A3D4B38}" type="pres">
      <dgm:prSet presAssocID="{8EA19B09-4081-4C75-BE6F-B89FC9122F02}" presName="Name37" presStyleLbl="parChTrans1D4" presStyleIdx="9" presStyleCnt="22"/>
      <dgm:spPr/>
    </dgm:pt>
    <dgm:pt modelId="{64E86996-0DDE-491D-8CD9-15EB9435F40F}" type="pres">
      <dgm:prSet presAssocID="{783A28AA-F493-4D52-B315-F24AFF5BD00E}" presName="hierRoot2" presStyleCnt="0">
        <dgm:presLayoutVars>
          <dgm:hierBranch val="init"/>
        </dgm:presLayoutVars>
      </dgm:prSet>
      <dgm:spPr/>
    </dgm:pt>
    <dgm:pt modelId="{0B08CF44-242F-4DD2-AC0B-F870D7CE58BF}" type="pres">
      <dgm:prSet presAssocID="{783A28AA-F493-4D52-B315-F24AFF5BD00E}" presName="rootComposite" presStyleCnt="0"/>
      <dgm:spPr/>
    </dgm:pt>
    <dgm:pt modelId="{ABFB3F97-6CE9-4E52-918E-35F874A43BCD}" type="pres">
      <dgm:prSet presAssocID="{783A28AA-F493-4D52-B315-F24AFF5BD00E}" presName="rootText" presStyleLbl="node4" presStyleIdx="9" presStyleCnt="22">
        <dgm:presLayoutVars>
          <dgm:chPref val="3"/>
        </dgm:presLayoutVars>
      </dgm:prSet>
      <dgm:spPr/>
    </dgm:pt>
    <dgm:pt modelId="{DC80A068-6CF2-4B33-9C4A-C4CABD6579BF}" type="pres">
      <dgm:prSet presAssocID="{783A28AA-F493-4D52-B315-F24AFF5BD00E}" presName="rootConnector" presStyleLbl="node4" presStyleIdx="9" presStyleCnt="22"/>
      <dgm:spPr/>
    </dgm:pt>
    <dgm:pt modelId="{2970F0F2-EB68-4836-BB96-D6620232B2C8}" type="pres">
      <dgm:prSet presAssocID="{783A28AA-F493-4D52-B315-F24AFF5BD00E}" presName="hierChild4" presStyleCnt="0"/>
      <dgm:spPr/>
    </dgm:pt>
    <dgm:pt modelId="{B97849BF-01C7-4CD5-842A-6B07A0138C0F}" type="pres">
      <dgm:prSet presAssocID="{783A28AA-F493-4D52-B315-F24AFF5BD00E}" presName="hierChild5" presStyleCnt="0"/>
      <dgm:spPr/>
    </dgm:pt>
    <dgm:pt modelId="{9B1A0D9F-8972-4EA9-9E62-F3765FCC0B3B}" type="pres">
      <dgm:prSet presAssocID="{A2074807-3C28-4B33-9EEB-412E5A1AA954}" presName="hierChild5" presStyleCnt="0"/>
      <dgm:spPr/>
    </dgm:pt>
    <dgm:pt modelId="{3AD04F9E-2087-4B81-B04B-0A2617FA7735}" type="pres">
      <dgm:prSet presAssocID="{C5037945-930F-4B75-858B-B894823169CF}" presName="hierChild5" presStyleCnt="0"/>
      <dgm:spPr/>
    </dgm:pt>
    <dgm:pt modelId="{B7681CE4-8CA0-49DE-A9F3-C600278D7504}" type="pres">
      <dgm:prSet presAssocID="{33FD4574-5FBE-445D-A451-69994E30F552}" presName="Name37" presStyleLbl="parChTrans1D2" presStyleIdx="1" presStyleCnt="8"/>
      <dgm:spPr/>
    </dgm:pt>
    <dgm:pt modelId="{91803398-F222-4F6F-9FB9-9EE8C12FBCC2}" type="pres">
      <dgm:prSet presAssocID="{26763262-632B-46CC-BA82-DA9DFC8A319D}" presName="hierRoot2" presStyleCnt="0">
        <dgm:presLayoutVars>
          <dgm:hierBranch val="init"/>
        </dgm:presLayoutVars>
      </dgm:prSet>
      <dgm:spPr/>
    </dgm:pt>
    <dgm:pt modelId="{E9676D5F-E84E-4A51-8820-D92F19CB1465}" type="pres">
      <dgm:prSet presAssocID="{26763262-632B-46CC-BA82-DA9DFC8A319D}" presName="rootComposite" presStyleCnt="0"/>
      <dgm:spPr/>
    </dgm:pt>
    <dgm:pt modelId="{99F6D3EC-9833-4C01-AE72-D18361D51C5B}" type="pres">
      <dgm:prSet presAssocID="{26763262-632B-46CC-BA82-DA9DFC8A319D}" presName="rootText" presStyleLbl="node2" presStyleIdx="1" presStyleCnt="5" custScaleX="225192">
        <dgm:presLayoutVars>
          <dgm:chPref val="3"/>
        </dgm:presLayoutVars>
      </dgm:prSet>
      <dgm:spPr/>
    </dgm:pt>
    <dgm:pt modelId="{2746CEE6-A010-451F-B510-4FCDC2081F65}" type="pres">
      <dgm:prSet presAssocID="{26763262-632B-46CC-BA82-DA9DFC8A319D}" presName="rootConnector" presStyleLbl="node2" presStyleIdx="1" presStyleCnt="5"/>
      <dgm:spPr/>
    </dgm:pt>
    <dgm:pt modelId="{35408868-CFD5-48C4-A7F6-DCF16B910BAE}" type="pres">
      <dgm:prSet presAssocID="{26763262-632B-46CC-BA82-DA9DFC8A319D}" presName="hierChild4" presStyleCnt="0"/>
      <dgm:spPr/>
    </dgm:pt>
    <dgm:pt modelId="{1884A9FB-42E4-4FD9-8810-1F98F3262087}" type="pres">
      <dgm:prSet presAssocID="{C08DA14E-AC2A-41C9-8939-B45B3C4534E7}" presName="Name37" presStyleLbl="parChTrans1D3" presStyleIdx="4" presStyleCnt="11"/>
      <dgm:spPr/>
    </dgm:pt>
    <dgm:pt modelId="{35FA75DA-ADB8-4325-BAAC-83D6377699D2}" type="pres">
      <dgm:prSet presAssocID="{54A214D2-D44C-4CCE-9AEB-B812186FBE9F}" presName="hierRoot2" presStyleCnt="0">
        <dgm:presLayoutVars>
          <dgm:hierBranch val="init"/>
        </dgm:presLayoutVars>
      </dgm:prSet>
      <dgm:spPr/>
    </dgm:pt>
    <dgm:pt modelId="{AEB4B1A3-FB6D-41E9-9B48-D4468C98925F}" type="pres">
      <dgm:prSet presAssocID="{54A214D2-D44C-4CCE-9AEB-B812186FBE9F}" presName="rootComposite" presStyleCnt="0"/>
      <dgm:spPr/>
    </dgm:pt>
    <dgm:pt modelId="{CB02243B-C17F-4AA8-825F-D4F211D97915}" type="pres">
      <dgm:prSet presAssocID="{54A214D2-D44C-4CCE-9AEB-B812186FBE9F}" presName="rootText" presStyleLbl="node3" presStyleIdx="4" presStyleCnt="11">
        <dgm:presLayoutVars>
          <dgm:chPref val="3"/>
        </dgm:presLayoutVars>
      </dgm:prSet>
      <dgm:spPr/>
    </dgm:pt>
    <dgm:pt modelId="{91F9D075-7AAC-466E-8543-3BCFAC1AFA1F}" type="pres">
      <dgm:prSet presAssocID="{54A214D2-D44C-4CCE-9AEB-B812186FBE9F}" presName="rootConnector" presStyleLbl="node3" presStyleIdx="4" presStyleCnt="11"/>
      <dgm:spPr/>
    </dgm:pt>
    <dgm:pt modelId="{974E2D99-5862-4C7A-837C-FFEFCC8E79A7}" type="pres">
      <dgm:prSet presAssocID="{54A214D2-D44C-4CCE-9AEB-B812186FBE9F}" presName="hierChild4" presStyleCnt="0"/>
      <dgm:spPr/>
    </dgm:pt>
    <dgm:pt modelId="{AB1F82AE-D204-494B-90C7-632A99586039}" type="pres">
      <dgm:prSet presAssocID="{F967AC73-60EA-4945-AEC1-1AE5D8629C87}" presName="Name37" presStyleLbl="parChTrans1D4" presStyleIdx="10" presStyleCnt="22"/>
      <dgm:spPr/>
    </dgm:pt>
    <dgm:pt modelId="{DC0B2FDF-D839-45FE-9E9A-D22897A1B887}" type="pres">
      <dgm:prSet presAssocID="{0F02B370-286F-4E1B-80A8-B2AD40265B7C}" presName="hierRoot2" presStyleCnt="0">
        <dgm:presLayoutVars>
          <dgm:hierBranch val="init"/>
        </dgm:presLayoutVars>
      </dgm:prSet>
      <dgm:spPr/>
    </dgm:pt>
    <dgm:pt modelId="{1B76E2B1-AF57-455C-83AC-6048046D1721}" type="pres">
      <dgm:prSet presAssocID="{0F02B370-286F-4E1B-80A8-B2AD40265B7C}" presName="rootComposite" presStyleCnt="0"/>
      <dgm:spPr/>
    </dgm:pt>
    <dgm:pt modelId="{78F581A2-A236-4AAE-9594-81595AF744C3}" type="pres">
      <dgm:prSet presAssocID="{0F02B370-286F-4E1B-80A8-B2AD40265B7C}" presName="rootText" presStyleLbl="node4" presStyleIdx="10" presStyleCnt="22">
        <dgm:presLayoutVars>
          <dgm:chPref val="3"/>
        </dgm:presLayoutVars>
      </dgm:prSet>
      <dgm:spPr/>
    </dgm:pt>
    <dgm:pt modelId="{45497D4B-7384-4409-B2DD-8111D10AE21C}" type="pres">
      <dgm:prSet presAssocID="{0F02B370-286F-4E1B-80A8-B2AD40265B7C}" presName="rootConnector" presStyleLbl="node4" presStyleIdx="10" presStyleCnt="22"/>
      <dgm:spPr/>
    </dgm:pt>
    <dgm:pt modelId="{7655522E-218E-4AD1-9853-C6F4EBC0DDEE}" type="pres">
      <dgm:prSet presAssocID="{0F02B370-286F-4E1B-80A8-B2AD40265B7C}" presName="hierChild4" presStyleCnt="0"/>
      <dgm:spPr/>
    </dgm:pt>
    <dgm:pt modelId="{67DAF67C-13D5-4345-A3A2-7B8725F07673}" type="pres">
      <dgm:prSet presAssocID="{0F02B370-286F-4E1B-80A8-B2AD40265B7C}" presName="hierChild5" presStyleCnt="0"/>
      <dgm:spPr/>
    </dgm:pt>
    <dgm:pt modelId="{193E33AA-274E-4C00-AFCA-9DB6EDEE5D26}" type="pres">
      <dgm:prSet presAssocID="{1FA59B25-B97D-4856-89A0-8C3B6E523A3D}" presName="Name37" presStyleLbl="parChTrans1D4" presStyleIdx="11" presStyleCnt="22"/>
      <dgm:spPr/>
    </dgm:pt>
    <dgm:pt modelId="{F3D5026B-8448-41B2-BBBF-05FDED585D48}" type="pres">
      <dgm:prSet presAssocID="{52C3BCD1-2F5D-456B-ABDD-1FD281CCF16A}" presName="hierRoot2" presStyleCnt="0">
        <dgm:presLayoutVars>
          <dgm:hierBranch val="init"/>
        </dgm:presLayoutVars>
      </dgm:prSet>
      <dgm:spPr/>
    </dgm:pt>
    <dgm:pt modelId="{87ADBE72-D386-4625-9707-54E71DFACB84}" type="pres">
      <dgm:prSet presAssocID="{52C3BCD1-2F5D-456B-ABDD-1FD281CCF16A}" presName="rootComposite" presStyleCnt="0"/>
      <dgm:spPr/>
    </dgm:pt>
    <dgm:pt modelId="{5C7EA8F3-06B8-4CA9-AB03-BC7A37C3AC8C}" type="pres">
      <dgm:prSet presAssocID="{52C3BCD1-2F5D-456B-ABDD-1FD281CCF16A}" presName="rootText" presStyleLbl="node4" presStyleIdx="11" presStyleCnt="22">
        <dgm:presLayoutVars>
          <dgm:chPref val="3"/>
        </dgm:presLayoutVars>
      </dgm:prSet>
      <dgm:spPr/>
    </dgm:pt>
    <dgm:pt modelId="{F93A4A6C-8460-470A-B4C3-3D0A4371DE8F}" type="pres">
      <dgm:prSet presAssocID="{52C3BCD1-2F5D-456B-ABDD-1FD281CCF16A}" presName="rootConnector" presStyleLbl="node4" presStyleIdx="11" presStyleCnt="22"/>
      <dgm:spPr/>
    </dgm:pt>
    <dgm:pt modelId="{4B2B2C4B-2E0C-4D0B-B555-454D57BBCF30}" type="pres">
      <dgm:prSet presAssocID="{52C3BCD1-2F5D-456B-ABDD-1FD281CCF16A}" presName="hierChild4" presStyleCnt="0"/>
      <dgm:spPr/>
    </dgm:pt>
    <dgm:pt modelId="{11704B69-8EE7-4217-A30C-45E5EE7DC268}" type="pres">
      <dgm:prSet presAssocID="{52C3BCD1-2F5D-456B-ABDD-1FD281CCF16A}" presName="hierChild5" presStyleCnt="0"/>
      <dgm:spPr/>
    </dgm:pt>
    <dgm:pt modelId="{3517477E-EFCC-447B-B470-29BCB0F003B1}" type="pres">
      <dgm:prSet presAssocID="{54A214D2-D44C-4CCE-9AEB-B812186FBE9F}" presName="hierChild5" presStyleCnt="0"/>
      <dgm:spPr/>
    </dgm:pt>
    <dgm:pt modelId="{8947F22D-5100-4BE4-9D48-37CDC0BB22B8}" type="pres">
      <dgm:prSet presAssocID="{F03F1325-F889-4151-B190-44DECF7357FE}" presName="Name37" presStyleLbl="parChTrans1D3" presStyleIdx="5" presStyleCnt="11"/>
      <dgm:spPr/>
    </dgm:pt>
    <dgm:pt modelId="{4BF36BE8-74FF-4FEF-9027-0AE56F70059D}" type="pres">
      <dgm:prSet presAssocID="{E670956E-23BE-4CCF-9CC8-C73CE9824EFC}" presName="hierRoot2" presStyleCnt="0">
        <dgm:presLayoutVars>
          <dgm:hierBranch val="init"/>
        </dgm:presLayoutVars>
      </dgm:prSet>
      <dgm:spPr/>
    </dgm:pt>
    <dgm:pt modelId="{A19779A8-16D1-4670-8A5A-24A060717BEB}" type="pres">
      <dgm:prSet presAssocID="{E670956E-23BE-4CCF-9CC8-C73CE9824EFC}" presName="rootComposite" presStyleCnt="0"/>
      <dgm:spPr/>
    </dgm:pt>
    <dgm:pt modelId="{6AC24378-0A44-4A7E-8BBF-103B1AD48708}" type="pres">
      <dgm:prSet presAssocID="{E670956E-23BE-4CCF-9CC8-C73CE9824EFC}" presName="rootText" presStyleLbl="node3" presStyleIdx="5" presStyleCnt="11">
        <dgm:presLayoutVars>
          <dgm:chPref val="3"/>
        </dgm:presLayoutVars>
      </dgm:prSet>
      <dgm:spPr/>
    </dgm:pt>
    <dgm:pt modelId="{A6498950-CC80-4E3A-9EAB-0C3329627061}" type="pres">
      <dgm:prSet presAssocID="{E670956E-23BE-4CCF-9CC8-C73CE9824EFC}" presName="rootConnector" presStyleLbl="node3" presStyleIdx="5" presStyleCnt="11"/>
      <dgm:spPr/>
    </dgm:pt>
    <dgm:pt modelId="{E4A538C1-7024-4DC7-90AB-EEFBCC858ED7}" type="pres">
      <dgm:prSet presAssocID="{E670956E-23BE-4CCF-9CC8-C73CE9824EFC}" presName="hierChild4" presStyleCnt="0"/>
      <dgm:spPr/>
    </dgm:pt>
    <dgm:pt modelId="{833E2946-2059-42EA-A351-3111CB6D5C07}" type="pres">
      <dgm:prSet presAssocID="{7649E386-3A39-4F9D-919B-A92095CAA640}" presName="Name37" presStyleLbl="parChTrans1D4" presStyleIdx="12" presStyleCnt="22"/>
      <dgm:spPr/>
    </dgm:pt>
    <dgm:pt modelId="{C94FB3A5-F376-4A44-83C2-A79911CA9F77}" type="pres">
      <dgm:prSet presAssocID="{044DC898-7245-4442-9BD3-48FE3ED2D3B1}" presName="hierRoot2" presStyleCnt="0">
        <dgm:presLayoutVars>
          <dgm:hierBranch val="init"/>
        </dgm:presLayoutVars>
      </dgm:prSet>
      <dgm:spPr/>
    </dgm:pt>
    <dgm:pt modelId="{0BCDCD97-AB10-4AFD-B871-5EB9FB70FDB0}" type="pres">
      <dgm:prSet presAssocID="{044DC898-7245-4442-9BD3-48FE3ED2D3B1}" presName="rootComposite" presStyleCnt="0"/>
      <dgm:spPr/>
    </dgm:pt>
    <dgm:pt modelId="{B5BB71F7-A0FC-4F6C-B14D-D1D62FA86602}" type="pres">
      <dgm:prSet presAssocID="{044DC898-7245-4442-9BD3-48FE3ED2D3B1}" presName="rootText" presStyleLbl="node4" presStyleIdx="12" presStyleCnt="22">
        <dgm:presLayoutVars>
          <dgm:chPref val="3"/>
        </dgm:presLayoutVars>
      </dgm:prSet>
      <dgm:spPr/>
    </dgm:pt>
    <dgm:pt modelId="{96139B19-CD25-4309-8522-B05222DA49AC}" type="pres">
      <dgm:prSet presAssocID="{044DC898-7245-4442-9BD3-48FE3ED2D3B1}" presName="rootConnector" presStyleLbl="node4" presStyleIdx="12" presStyleCnt="22"/>
      <dgm:spPr/>
    </dgm:pt>
    <dgm:pt modelId="{9FB8DBF5-7864-44F4-BC39-E698385795C0}" type="pres">
      <dgm:prSet presAssocID="{044DC898-7245-4442-9BD3-48FE3ED2D3B1}" presName="hierChild4" presStyleCnt="0"/>
      <dgm:spPr/>
    </dgm:pt>
    <dgm:pt modelId="{B9A3F1E5-22AE-481A-B700-079CD100E0E4}" type="pres">
      <dgm:prSet presAssocID="{044DC898-7245-4442-9BD3-48FE3ED2D3B1}" presName="hierChild5" presStyleCnt="0"/>
      <dgm:spPr/>
    </dgm:pt>
    <dgm:pt modelId="{84330A31-E4B1-4DBE-8295-7FF2B6F93947}" type="pres">
      <dgm:prSet presAssocID="{C9029BB1-6D2B-4E61-AFD3-13881B4AF078}" presName="Name37" presStyleLbl="parChTrans1D4" presStyleIdx="13" presStyleCnt="22"/>
      <dgm:spPr/>
    </dgm:pt>
    <dgm:pt modelId="{B030A74C-EAC4-4E06-B773-B917FD88F6B0}" type="pres">
      <dgm:prSet presAssocID="{4DF2D60D-23A1-4D1B-9910-B7405AEF1AF9}" presName="hierRoot2" presStyleCnt="0">
        <dgm:presLayoutVars>
          <dgm:hierBranch val="init"/>
        </dgm:presLayoutVars>
      </dgm:prSet>
      <dgm:spPr/>
    </dgm:pt>
    <dgm:pt modelId="{94E64D73-3517-415F-9353-FA9DA513289B}" type="pres">
      <dgm:prSet presAssocID="{4DF2D60D-23A1-4D1B-9910-B7405AEF1AF9}" presName="rootComposite" presStyleCnt="0"/>
      <dgm:spPr/>
    </dgm:pt>
    <dgm:pt modelId="{821E3EC7-A6B7-46AC-8BCF-806121184152}" type="pres">
      <dgm:prSet presAssocID="{4DF2D60D-23A1-4D1B-9910-B7405AEF1AF9}" presName="rootText" presStyleLbl="node4" presStyleIdx="13" presStyleCnt="22">
        <dgm:presLayoutVars>
          <dgm:chPref val="3"/>
        </dgm:presLayoutVars>
      </dgm:prSet>
      <dgm:spPr/>
    </dgm:pt>
    <dgm:pt modelId="{485909FA-D8E2-48A7-A3D8-F9F0F5993200}" type="pres">
      <dgm:prSet presAssocID="{4DF2D60D-23A1-4D1B-9910-B7405AEF1AF9}" presName="rootConnector" presStyleLbl="node4" presStyleIdx="13" presStyleCnt="22"/>
      <dgm:spPr/>
    </dgm:pt>
    <dgm:pt modelId="{EAD9D589-190E-4765-A5F1-3FC6DAC2DB10}" type="pres">
      <dgm:prSet presAssocID="{4DF2D60D-23A1-4D1B-9910-B7405AEF1AF9}" presName="hierChild4" presStyleCnt="0"/>
      <dgm:spPr/>
    </dgm:pt>
    <dgm:pt modelId="{8F49FE73-9169-47B0-8E72-722235D51EA1}" type="pres">
      <dgm:prSet presAssocID="{4DF2D60D-23A1-4D1B-9910-B7405AEF1AF9}" presName="hierChild5" presStyleCnt="0"/>
      <dgm:spPr/>
    </dgm:pt>
    <dgm:pt modelId="{51AB98C4-CCEE-41E2-93A7-974FD5D4B5A3}" type="pres">
      <dgm:prSet presAssocID="{E670956E-23BE-4CCF-9CC8-C73CE9824EFC}" presName="hierChild5" presStyleCnt="0"/>
      <dgm:spPr/>
    </dgm:pt>
    <dgm:pt modelId="{A87F6928-E8F0-43AC-972A-1DA949F9B9CC}" type="pres">
      <dgm:prSet presAssocID="{26763262-632B-46CC-BA82-DA9DFC8A319D}" presName="hierChild5" presStyleCnt="0"/>
      <dgm:spPr/>
    </dgm:pt>
    <dgm:pt modelId="{80193982-A47D-4ECB-B6F6-8F1D6A7062BB}" type="pres">
      <dgm:prSet presAssocID="{0C9BCA1A-676D-4632-848E-0829D4E5185A}" presName="Name37" presStyleLbl="parChTrans1D2" presStyleIdx="2" presStyleCnt="8"/>
      <dgm:spPr/>
    </dgm:pt>
    <dgm:pt modelId="{47C7A62A-26D7-480A-862B-14A6FAE076B9}" type="pres">
      <dgm:prSet presAssocID="{145D55AA-61E0-495C-8F2D-EE36475B0338}" presName="hierRoot2" presStyleCnt="0">
        <dgm:presLayoutVars>
          <dgm:hierBranch val="init"/>
        </dgm:presLayoutVars>
      </dgm:prSet>
      <dgm:spPr/>
    </dgm:pt>
    <dgm:pt modelId="{736E4FB8-ED38-4446-BF60-94A535EE24CA}" type="pres">
      <dgm:prSet presAssocID="{145D55AA-61E0-495C-8F2D-EE36475B0338}" presName="rootComposite" presStyleCnt="0"/>
      <dgm:spPr/>
    </dgm:pt>
    <dgm:pt modelId="{2A36DFCF-50EA-4F73-AE79-4C68056A9760}" type="pres">
      <dgm:prSet presAssocID="{145D55AA-61E0-495C-8F2D-EE36475B0338}" presName="rootText" presStyleLbl="node2" presStyleIdx="2" presStyleCnt="5" custScaleX="224581">
        <dgm:presLayoutVars>
          <dgm:chPref val="3"/>
        </dgm:presLayoutVars>
      </dgm:prSet>
      <dgm:spPr/>
    </dgm:pt>
    <dgm:pt modelId="{692C7E62-0620-45DB-A27F-358647ADDB69}" type="pres">
      <dgm:prSet presAssocID="{145D55AA-61E0-495C-8F2D-EE36475B0338}" presName="rootConnector" presStyleLbl="node2" presStyleIdx="2" presStyleCnt="5"/>
      <dgm:spPr/>
    </dgm:pt>
    <dgm:pt modelId="{8917C416-59C1-4FCA-A445-2AF2CA10DE6D}" type="pres">
      <dgm:prSet presAssocID="{145D55AA-61E0-495C-8F2D-EE36475B0338}" presName="hierChild4" presStyleCnt="0"/>
      <dgm:spPr/>
    </dgm:pt>
    <dgm:pt modelId="{6EF5DE40-A613-44B8-8873-5CB179E71291}" type="pres">
      <dgm:prSet presAssocID="{DAAB9B73-0654-44F2-BFB2-2A12E0C8324D}" presName="Name37" presStyleLbl="parChTrans1D3" presStyleIdx="6" presStyleCnt="11"/>
      <dgm:spPr/>
    </dgm:pt>
    <dgm:pt modelId="{995B743B-13E9-4FE6-AF33-CC6E0550A40F}" type="pres">
      <dgm:prSet presAssocID="{E72F02CF-18B3-473D-BA51-A3A921F54BCB}" presName="hierRoot2" presStyleCnt="0">
        <dgm:presLayoutVars>
          <dgm:hierBranch val="init"/>
        </dgm:presLayoutVars>
      </dgm:prSet>
      <dgm:spPr/>
    </dgm:pt>
    <dgm:pt modelId="{41598615-3668-4A43-AE8A-CD604955CD2A}" type="pres">
      <dgm:prSet presAssocID="{E72F02CF-18B3-473D-BA51-A3A921F54BCB}" presName="rootComposite" presStyleCnt="0"/>
      <dgm:spPr/>
    </dgm:pt>
    <dgm:pt modelId="{9EA1F9B9-4D92-4870-BBD2-CB4F964CD17D}" type="pres">
      <dgm:prSet presAssocID="{E72F02CF-18B3-473D-BA51-A3A921F54BCB}" presName="rootText" presStyleLbl="node3" presStyleIdx="6" presStyleCnt="11">
        <dgm:presLayoutVars>
          <dgm:chPref val="3"/>
        </dgm:presLayoutVars>
      </dgm:prSet>
      <dgm:spPr/>
    </dgm:pt>
    <dgm:pt modelId="{F54654D8-6BF6-4CA2-A716-A88B477A9586}" type="pres">
      <dgm:prSet presAssocID="{E72F02CF-18B3-473D-BA51-A3A921F54BCB}" presName="rootConnector" presStyleLbl="node3" presStyleIdx="6" presStyleCnt="11"/>
      <dgm:spPr/>
    </dgm:pt>
    <dgm:pt modelId="{F0C89A3F-BB50-41A8-B81D-7B7989B05824}" type="pres">
      <dgm:prSet presAssocID="{E72F02CF-18B3-473D-BA51-A3A921F54BCB}" presName="hierChild4" presStyleCnt="0"/>
      <dgm:spPr/>
    </dgm:pt>
    <dgm:pt modelId="{B104FA65-B4C0-4B7B-8F35-47D7504F3B76}" type="pres">
      <dgm:prSet presAssocID="{21D2D3E8-ED16-4668-8A50-BA9C625F6C75}" presName="Name37" presStyleLbl="parChTrans1D4" presStyleIdx="14" presStyleCnt="22"/>
      <dgm:spPr/>
    </dgm:pt>
    <dgm:pt modelId="{5F7251BF-3067-4667-84F9-68638D50F081}" type="pres">
      <dgm:prSet presAssocID="{DA630805-589F-40FE-B4A9-A3C7971583FB}" presName="hierRoot2" presStyleCnt="0">
        <dgm:presLayoutVars>
          <dgm:hierBranch val="init"/>
        </dgm:presLayoutVars>
      </dgm:prSet>
      <dgm:spPr/>
    </dgm:pt>
    <dgm:pt modelId="{422B12DC-1F91-48C9-9290-016E18440677}" type="pres">
      <dgm:prSet presAssocID="{DA630805-589F-40FE-B4A9-A3C7971583FB}" presName="rootComposite" presStyleCnt="0"/>
      <dgm:spPr/>
    </dgm:pt>
    <dgm:pt modelId="{550D8D09-93EA-4A4E-97F1-95DB55475A48}" type="pres">
      <dgm:prSet presAssocID="{DA630805-589F-40FE-B4A9-A3C7971583FB}" presName="rootText" presStyleLbl="node4" presStyleIdx="14" presStyleCnt="22">
        <dgm:presLayoutVars>
          <dgm:chPref val="3"/>
        </dgm:presLayoutVars>
      </dgm:prSet>
      <dgm:spPr/>
    </dgm:pt>
    <dgm:pt modelId="{30979236-57DA-47DF-96D4-AB6AABBC538D}" type="pres">
      <dgm:prSet presAssocID="{DA630805-589F-40FE-B4A9-A3C7971583FB}" presName="rootConnector" presStyleLbl="node4" presStyleIdx="14" presStyleCnt="22"/>
      <dgm:spPr/>
    </dgm:pt>
    <dgm:pt modelId="{939B9510-C2F6-41B3-822A-A5BF47127E96}" type="pres">
      <dgm:prSet presAssocID="{DA630805-589F-40FE-B4A9-A3C7971583FB}" presName="hierChild4" presStyleCnt="0"/>
      <dgm:spPr/>
    </dgm:pt>
    <dgm:pt modelId="{692E8A60-CB90-424C-AFA8-2F1A403147AB}" type="pres">
      <dgm:prSet presAssocID="{DA630805-589F-40FE-B4A9-A3C7971583FB}" presName="hierChild5" presStyleCnt="0"/>
      <dgm:spPr/>
    </dgm:pt>
    <dgm:pt modelId="{727B956F-D72C-4AE4-8D9E-D5EAAA044204}" type="pres">
      <dgm:prSet presAssocID="{0A2748D7-A676-47D0-86C9-1C95FAEAC323}" presName="Name37" presStyleLbl="parChTrans1D4" presStyleIdx="15" presStyleCnt="22"/>
      <dgm:spPr/>
    </dgm:pt>
    <dgm:pt modelId="{3F0D928F-C5C6-4209-89C7-2DC22F440C9A}" type="pres">
      <dgm:prSet presAssocID="{DF9E427A-F061-4D73-876E-50DFE6A2B7E5}" presName="hierRoot2" presStyleCnt="0">
        <dgm:presLayoutVars>
          <dgm:hierBranch val="init"/>
        </dgm:presLayoutVars>
      </dgm:prSet>
      <dgm:spPr/>
    </dgm:pt>
    <dgm:pt modelId="{89A646BC-328E-41A9-8DF1-DCDA6CC3C425}" type="pres">
      <dgm:prSet presAssocID="{DF9E427A-F061-4D73-876E-50DFE6A2B7E5}" presName="rootComposite" presStyleCnt="0"/>
      <dgm:spPr/>
    </dgm:pt>
    <dgm:pt modelId="{016EC23A-2D0E-41F6-A49C-4A8A9AA629EE}" type="pres">
      <dgm:prSet presAssocID="{DF9E427A-F061-4D73-876E-50DFE6A2B7E5}" presName="rootText" presStyleLbl="node4" presStyleIdx="15" presStyleCnt="22">
        <dgm:presLayoutVars>
          <dgm:chPref val="3"/>
        </dgm:presLayoutVars>
      </dgm:prSet>
      <dgm:spPr/>
    </dgm:pt>
    <dgm:pt modelId="{CBB73073-E2BE-4561-B51B-94EBAD9E9723}" type="pres">
      <dgm:prSet presAssocID="{DF9E427A-F061-4D73-876E-50DFE6A2B7E5}" presName="rootConnector" presStyleLbl="node4" presStyleIdx="15" presStyleCnt="22"/>
      <dgm:spPr/>
    </dgm:pt>
    <dgm:pt modelId="{A2D7CAED-0941-4B4F-8DD4-28606AD9D38D}" type="pres">
      <dgm:prSet presAssocID="{DF9E427A-F061-4D73-876E-50DFE6A2B7E5}" presName="hierChild4" presStyleCnt="0"/>
      <dgm:spPr/>
    </dgm:pt>
    <dgm:pt modelId="{06DD9A92-3EBE-4509-A0B6-B94B2A043EB1}" type="pres">
      <dgm:prSet presAssocID="{DF9E427A-F061-4D73-876E-50DFE6A2B7E5}" presName="hierChild5" presStyleCnt="0"/>
      <dgm:spPr/>
    </dgm:pt>
    <dgm:pt modelId="{683892C0-C419-46BC-A3E0-860D73A40584}" type="pres">
      <dgm:prSet presAssocID="{E72F02CF-18B3-473D-BA51-A3A921F54BCB}" presName="hierChild5" presStyleCnt="0"/>
      <dgm:spPr/>
    </dgm:pt>
    <dgm:pt modelId="{F1396398-C9F6-48F4-AA4F-1E9F79E1591E}" type="pres">
      <dgm:prSet presAssocID="{CD9829E7-840B-4B2B-A393-F04E987952D6}" presName="Name37" presStyleLbl="parChTrans1D3" presStyleIdx="7" presStyleCnt="11"/>
      <dgm:spPr/>
    </dgm:pt>
    <dgm:pt modelId="{E5126307-494E-4B84-9F19-09827FC9D874}" type="pres">
      <dgm:prSet presAssocID="{52C3973C-B7F3-447F-8C8A-6D0C97AC7D87}" presName="hierRoot2" presStyleCnt="0">
        <dgm:presLayoutVars>
          <dgm:hierBranch val="init"/>
        </dgm:presLayoutVars>
      </dgm:prSet>
      <dgm:spPr/>
    </dgm:pt>
    <dgm:pt modelId="{CDBA4625-BF3A-434F-ABBE-CC242A863C0C}" type="pres">
      <dgm:prSet presAssocID="{52C3973C-B7F3-447F-8C8A-6D0C97AC7D87}" presName="rootComposite" presStyleCnt="0"/>
      <dgm:spPr/>
    </dgm:pt>
    <dgm:pt modelId="{55D6CDA0-E2F8-4F44-91CF-D45B8B7CACAF}" type="pres">
      <dgm:prSet presAssocID="{52C3973C-B7F3-447F-8C8A-6D0C97AC7D87}" presName="rootText" presStyleLbl="node3" presStyleIdx="7" presStyleCnt="11">
        <dgm:presLayoutVars>
          <dgm:chPref val="3"/>
        </dgm:presLayoutVars>
      </dgm:prSet>
      <dgm:spPr/>
    </dgm:pt>
    <dgm:pt modelId="{DF812D3D-1348-45D9-861B-C0CE67CEE8DF}" type="pres">
      <dgm:prSet presAssocID="{52C3973C-B7F3-447F-8C8A-6D0C97AC7D87}" presName="rootConnector" presStyleLbl="node3" presStyleIdx="7" presStyleCnt="11"/>
      <dgm:spPr/>
    </dgm:pt>
    <dgm:pt modelId="{D2AC8B04-FBE8-4F82-8DC3-90F7410252E8}" type="pres">
      <dgm:prSet presAssocID="{52C3973C-B7F3-447F-8C8A-6D0C97AC7D87}" presName="hierChild4" presStyleCnt="0"/>
      <dgm:spPr/>
    </dgm:pt>
    <dgm:pt modelId="{2E6867E7-74AC-4BF1-A9FA-4AC7261C94EA}" type="pres">
      <dgm:prSet presAssocID="{7503258F-CB4C-4821-9D8D-C5A58C1571DE}" presName="Name37" presStyleLbl="parChTrans1D4" presStyleIdx="16" presStyleCnt="22"/>
      <dgm:spPr/>
    </dgm:pt>
    <dgm:pt modelId="{F4FE13A6-9F02-4216-96F7-5149500E79F8}" type="pres">
      <dgm:prSet presAssocID="{6179B0DF-E47A-4DC1-A6E5-35A2A8035506}" presName="hierRoot2" presStyleCnt="0">
        <dgm:presLayoutVars>
          <dgm:hierBranch val="init"/>
        </dgm:presLayoutVars>
      </dgm:prSet>
      <dgm:spPr/>
    </dgm:pt>
    <dgm:pt modelId="{B910A640-20F8-40CB-8C21-72D3292DAF7D}" type="pres">
      <dgm:prSet presAssocID="{6179B0DF-E47A-4DC1-A6E5-35A2A8035506}" presName="rootComposite" presStyleCnt="0"/>
      <dgm:spPr/>
    </dgm:pt>
    <dgm:pt modelId="{3865DB16-34F6-41C8-ABAD-5A68CDC1E618}" type="pres">
      <dgm:prSet presAssocID="{6179B0DF-E47A-4DC1-A6E5-35A2A8035506}" presName="rootText" presStyleLbl="node4" presStyleIdx="16" presStyleCnt="22">
        <dgm:presLayoutVars>
          <dgm:chPref val="3"/>
        </dgm:presLayoutVars>
      </dgm:prSet>
      <dgm:spPr/>
    </dgm:pt>
    <dgm:pt modelId="{1002BD22-EA91-46EA-86D5-BC40AAB8FD27}" type="pres">
      <dgm:prSet presAssocID="{6179B0DF-E47A-4DC1-A6E5-35A2A8035506}" presName="rootConnector" presStyleLbl="node4" presStyleIdx="16" presStyleCnt="22"/>
      <dgm:spPr/>
    </dgm:pt>
    <dgm:pt modelId="{C18C182C-25D6-4782-AA35-57666DC65905}" type="pres">
      <dgm:prSet presAssocID="{6179B0DF-E47A-4DC1-A6E5-35A2A8035506}" presName="hierChild4" presStyleCnt="0"/>
      <dgm:spPr/>
    </dgm:pt>
    <dgm:pt modelId="{4BF485B8-AACE-48A9-A30C-D711169146EB}" type="pres">
      <dgm:prSet presAssocID="{6179B0DF-E47A-4DC1-A6E5-35A2A8035506}" presName="hierChild5" presStyleCnt="0"/>
      <dgm:spPr/>
    </dgm:pt>
    <dgm:pt modelId="{16D600AC-D904-45AA-A6C7-5EAC376DA718}" type="pres">
      <dgm:prSet presAssocID="{FB0EDD93-3471-4BEA-9C74-D18C3A65BE60}" presName="Name37" presStyleLbl="parChTrans1D4" presStyleIdx="17" presStyleCnt="22"/>
      <dgm:spPr/>
    </dgm:pt>
    <dgm:pt modelId="{19997ABE-8B23-4115-8D41-E55CAF4E9A9E}" type="pres">
      <dgm:prSet presAssocID="{63C0A874-E3F2-452F-95FF-C800D865E671}" presName="hierRoot2" presStyleCnt="0">
        <dgm:presLayoutVars>
          <dgm:hierBranch val="init"/>
        </dgm:presLayoutVars>
      </dgm:prSet>
      <dgm:spPr/>
    </dgm:pt>
    <dgm:pt modelId="{B30779DE-CD89-4193-B231-8CEF0AA2897B}" type="pres">
      <dgm:prSet presAssocID="{63C0A874-E3F2-452F-95FF-C800D865E671}" presName="rootComposite" presStyleCnt="0"/>
      <dgm:spPr/>
    </dgm:pt>
    <dgm:pt modelId="{0A5EED6C-F2BD-4DA1-9DA3-1CF629ED9ABF}" type="pres">
      <dgm:prSet presAssocID="{63C0A874-E3F2-452F-95FF-C800D865E671}" presName="rootText" presStyleLbl="node4" presStyleIdx="17" presStyleCnt="22">
        <dgm:presLayoutVars>
          <dgm:chPref val="3"/>
        </dgm:presLayoutVars>
      </dgm:prSet>
      <dgm:spPr/>
    </dgm:pt>
    <dgm:pt modelId="{E016FB47-A545-488F-83C0-0164DBB3E565}" type="pres">
      <dgm:prSet presAssocID="{63C0A874-E3F2-452F-95FF-C800D865E671}" presName="rootConnector" presStyleLbl="node4" presStyleIdx="17" presStyleCnt="22"/>
      <dgm:spPr/>
    </dgm:pt>
    <dgm:pt modelId="{C5D3D9A3-9B9F-4B58-858C-0AE3A2824D6A}" type="pres">
      <dgm:prSet presAssocID="{63C0A874-E3F2-452F-95FF-C800D865E671}" presName="hierChild4" presStyleCnt="0"/>
      <dgm:spPr/>
    </dgm:pt>
    <dgm:pt modelId="{DFB0B1A0-7FB2-4E96-A127-0730B3209EE1}" type="pres">
      <dgm:prSet presAssocID="{63C0A874-E3F2-452F-95FF-C800D865E671}" presName="hierChild5" presStyleCnt="0"/>
      <dgm:spPr/>
    </dgm:pt>
    <dgm:pt modelId="{F7AAA351-ABAF-4340-BBFE-7A50D4EFAA74}" type="pres">
      <dgm:prSet presAssocID="{52C3973C-B7F3-447F-8C8A-6D0C97AC7D87}" presName="hierChild5" presStyleCnt="0"/>
      <dgm:spPr/>
    </dgm:pt>
    <dgm:pt modelId="{A96D6414-3676-4A92-85D8-5DD124BA2942}" type="pres">
      <dgm:prSet presAssocID="{145D55AA-61E0-495C-8F2D-EE36475B0338}" presName="hierChild5" presStyleCnt="0"/>
      <dgm:spPr/>
    </dgm:pt>
    <dgm:pt modelId="{B67FA171-3DC1-4B30-B97D-AAB0EE775448}" type="pres">
      <dgm:prSet presAssocID="{F8130828-F801-48B7-A83D-32C060147E31}" presName="Name37" presStyleLbl="parChTrans1D2" presStyleIdx="3" presStyleCnt="8"/>
      <dgm:spPr/>
    </dgm:pt>
    <dgm:pt modelId="{9050899D-C12D-433D-BA67-5366AE2099EB}" type="pres">
      <dgm:prSet presAssocID="{75DFC915-9462-4A30-AE1F-37CE18B3C6D2}" presName="hierRoot2" presStyleCnt="0">
        <dgm:presLayoutVars>
          <dgm:hierBranch val="init"/>
        </dgm:presLayoutVars>
      </dgm:prSet>
      <dgm:spPr/>
    </dgm:pt>
    <dgm:pt modelId="{FA4CBB32-6DC4-463A-97E6-6F6C874672E4}" type="pres">
      <dgm:prSet presAssocID="{75DFC915-9462-4A30-AE1F-37CE18B3C6D2}" presName="rootComposite" presStyleCnt="0"/>
      <dgm:spPr/>
    </dgm:pt>
    <dgm:pt modelId="{858CCC95-E4CA-427E-8CC5-EA54BE327E50}" type="pres">
      <dgm:prSet presAssocID="{75DFC915-9462-4A30-AE1F-37CE18B3C6D2}" presName="rootText" presStyleLbl="node2" presStyleIdx="3" presStyleCnt="5" custScaleX="227286">
        <dgm:presLayoutVars>
          <dgm:chPref val="3"/>
        </dgm:presLayoutVars>
      </dgm:prSet>
      <dgm:spPr/>
    </dgm:pt>
    <dgm:pt modelId="{6F0642B5-C6D2-460F-8B0D-117246BD79FD}" type="pres">
      <dgm:prSet presAssocID="{75DFC915-9462-4A30-AE1F-37CE18B3C6D2}" presName="rootConnector" presStyleLbl="node2" presStyleIdx="3" presStyleCnt="5"/>
      <dgm:spPr/>
    </dgm:pt>
    <dgm:pt modelId="{212E254B-8521-46A2-8B27-60BF05F6C21C}" type="pres">
      <dgm:prSet presAssocID="{75DFC915-9462-4A30-AE1F-37CE18B3C6D2}" presName="hierChild4" presStyleCnt="0"/>
      <dgm:spPr/>
    </dgm:pt>
    <dgm:pt modelId="{362C6395-CDA7-4EB2-8956-CE67599F0711}" type="pres">
      <dgm:prSet presAssocID="{81DA8363-0B62-47BB-A1C0-276F95F61685}" presName="Name37" presStyleLbl="parChTrans1D3" presStyleIdx="8" presStyleCnt="11"/>
      <dgm:spPr/>
    </dgm:pt>
    <dgm:pt modelId="{12FC3C31-BF70-463F-85E6-6C6DECA5ECB0}" type="pres">
      <dgm:prSet presAssocID="{05459587-4988-4521-A172-715582190CFB}" presName="hierRoot2" presStyleCnt="0">
        <dgm:presLayoutVars>
          <dgm:hierBranch val="init"/>
        </dgm:presLayoutVars>
      </dgm:prSet>
      <dgm:spPr/>
    </dgm:pt>
    <dgm:pt modelId="{692356F9-16E3-4269-AC10-B48F562F6350}" type="pres">
      <dgm:prSet presAssocID="{05459587-4988-4521-A172-715582190CFB}" presName="rootComposite" presStyleCnt="0"/>
      <dgm:spPr/>
    </dgm:pt>
    <dgm:pt modelId="{F5119AFF-7505-49C6-B8CC-5346C5423816}" type="pres">
      <dgm:prSet presAssocID="{05459587-4988-4521-A172-715582190CFB}" presName="rootText" presStyleLbl="node3" presStyleIdx="8" presStyleCnt="11">
        <dgm:presLayoutVars>
          <dgm:chPref val="3"/>
        </dgm:presLayoutVars>
      </dgm:prSet>
      <dgm:spPr/>
    </dgm:pt>
    <dgm:pt modelId="{E4298F15-1B1C-4C7E-A9D9-C674AC3871A9}" type="pres">
      <dgm:prSet presAssocID="{05459587-4988-4521-A172-715582190CFB}" presName="rootConnector" presStyleLbl="node3" presStyleIdx="8" presStyleCnt="11"/>
      <dgm:spPr/>
    </dgm:pt>
    <dgm:pt modelId="{596DD6B5-721C-4365-8C70-A33DA29F2333}" type="pres">
      <dgm:prSet presAssocID="{05459587-4988-4521-A172-715582190CFB}" presName="hierChild4" presStyleCnt="0"/>
      <dgm:spPr/>
    </dgm:pt>
    <dgm:pt modelId="{109402AC-4CF6-4F22-8D6A-D3C1188B5393}" type="pres">
      <dgm:prSet presAssocID="{2CEDF25F-6939-4F31-AEE1-81814F018153}" presName="Name37" presStyleLbl="parChTrans1D4" presStyleIdx="18" presStyleCnt="22"/>
      <dgm:spPr/>
    </dgm:pt>
    <dgm:pt modelId="{FE28105F-AAFF-4966-AA84-32417214F510}" type="pres">
      <dgm:prSet presAssocID="{64C84F6C-4C89-42C9-BBFB-E3A9FEECB53C}" presName="hierRoot2" presStyleCnt="0">
        <dgm:presLayoutVars>
          <dgm:hierBranch val="init"/>
        </dgm:presLayoutVars>
      </dgm:prSet>
      <dgm:spPr/>
    </dgm:pt>
    <dgm:pt modelId="{817482A5-22DC-49F3-9CA3-FD065E6B35CF}" type="pres">
      <dgm:prSet presAssocID="{64C84F6C-4C89-42C9-BBFB-E3A9FEECB53C}" presName="rootComposite" presStyleCnt="0"/>
      <dgm:spPr/>
    </dgm:pt>
    <dgm:pt modelId="{7845EB6B-B9D0-4329-A00A-A032CFA8607F}" type="pres">
      <dgm:prSet presAssocID="{64C84F6C-4C89-42C9-BBFB-E3A9FEECB53C}" presName="rootText" presStyleLbl="node4" presStyleIdx="18" presStyleCnt="22">
        <dgm:presLayoutVars>
          <dgm:chPref val="3"/>
        </dgm:presLayoutVars>
      </dgm:prSet>
      <dgm:spPr/>
    </dgm:pt>
    <dgm:pt modelId="{D028122C-9A8C-400D-91B3-5E431B062B11}" type="pres">
      <dgm:prSet presAssocID="{64C84F6C-4C89-42C9-BBFB-E3A9FEECB53C}" presName="rootConnector" presStyleLbl="node4" presStyleIdx="18" presStyleCnt="22"/>
      <dgm:spPr/>
    </dgm:pt>
    <dgm:pt modelId="{D8068839-FC4C-47FD-9D5B-EA790A28BE59}" type="pres">
      <dgm:prSet presAssocID="{64C84F6C-4C89-42C9-BBFB-E3A9FEECB53C}" presName="hierChild4" presStyleCnt="0"/>
      <dgm:spPr/>
    </dgm:pt>
    <dgm:pt modelId="{68BB8EBF-EF42-4AA7-A502-A2898DA40447}" type="pres">
      <dgm:prSet presAssocID="{64C84F6C-4C89-42C9-BBFB-E3A9FEECB53C}" presName="hierChild5" presStyleCnt="0"/>
      <dgm:spPr/>
    </dgm:pt>
    <dgm:pt modelId="{4ACA9E40-9061-4DB8-AF0E-E26B8E3C0D3A}" type="pres">
      <dgm:prSet presAssocID="{05459587-4988-4521-A172-715582190CFB}" presName="hierChild5" presStyleCnt="0"/>
      <dgm:spPr/>
    </dgm:pt>
    <dgm:pt modelId="{BE316BAB-E484-4713-88F8-60BFB9ECB2F9}" type="pres">
      <dgm:prSet presAssocID="{3C79FE37-D072-433C-85E3-76D9529FB2A4}" presName="Name37" presStyleLbl="parChTrans1D3" presStyleIdx="9" presStyleCnt="11"/>
      <dgm:spPr/>
    </dgm:pt>
    <dgm:pt modelId="{235CF454-738B-405A-85CD-421FFD5C9EB4}" type="pres">
      <dgm:prSet presAssocID="{1B6E74F3-B5A8-441C-AB65-775DCB44F666}" presName="hierRoot2" presStyleCnt="0">
        <dgm:presLayoutVars>
          <dgm:hierBranch val="init"/>
        </dgm:presLayoutVars>
      </dgm:prSet>
      <dgm:spPr/>
    </dgm:pt>
    <dgm:pt modelId="{6EA77787-3398-4DDC-B818-D55AA7CE88B1}" type="pres">
      <dgm:prSet presAssocID="{1B6E74F3-B5A8-441C-AB65-775DCB44F666}" presName="rootComposite" presStyleCnt="0"/>
      <dgm:spPr/>
    </dgm:pt>
    <dgm:pt modelId="{8D4EDDFD-3F99-48DD-B17E-DED0EC8CDDD0}" type="pres">
      <dgm:prSet presAssocID="{1B6E74F3-B5A8-441C-AB65-775DCB44F666}" presName="rootText" presStyleLbl="node3" presStyleIdx="9" presStyleCnt="11">
        <dgm:presLayoutVars>
          <dgm:chPref val="3"/>
        </dgm:presLayoutVars>
      </dgm:prSet>
      <dgm:spPr/>
    </dgm:pt>
    <dgm:pt modelId="{71A8528D-5007-41C3-81C5-D5BBF6988692}" type="pres">
      <dgm:prSet presAssocID="{1B6E74F3-B5A8-441C-AB65-775DCB44F666}" presName="rootConnector" presStyleLbl="node3" presStyleIdx="9" presStyleCnt="11"/>
      <dgm:spPr/>
    </dgm:pt>
    <dgm:pt modelId="{41266EB5-6822-4380-8214-AF227CA6FBE2}" type="pres">
      <dgm:prSet presAssocID="{1B6E74F3-B5A8-441C-AB65-775DCB44F666}" presName="hierChild4" presStyleCnt="0"/>
      <dgm:spPr/>
    </dgm:pt>
    <dgm:pt modelId="{A43EF91F-8DA5-43EF-8EB3-BB146F5BF4EF}" type="pres">
      <dgm:prSet presAssocID="{260C4ED7-3608-4DAA-8893-2CC8555D359C}" presName="Name37" presStyleLbl="parChTrans1D4" presStyleIdx="19" presStyleCnt="22"/>
      <dgm:spPr/>
    </dgm:pt>
    <dgm:pt modelId="{40E0D3DD-9B1A-422B-BD4A-8E6C3E301DC3}" type="pres">
      <dgm:prSet presAssocID="{BB5616D0-CD6B-4AFA-914E-D4A64560E1D3}" presName="hierRoot2" presStyleCnt="0">
        <dgm:presLayoutVars>
          <dgm:hierBranch val="init"/>
        </dgm:presLayoutVars>
      </dgm:prSet>
      <dgm:spPr/>
    </dgm:pt>
    <dgm:pt modelId="{BA48E19B-0F9D-481F-AD1E-7CEDD78FF588}" type="pres">
      <dgm:prSet presAssocID="{BB5616D0-CD6B-4AFA-914E-D4A64560E1D3}" presName="rootComposite" presStyleCnt="0"/>
      <dgm:spPr/>
    </dgm:pt>
    <dgm:pt modelId="{6EE46714-DE7C-41DB-BFF7-B9C85E642D2D}" type="pres">
      <dgm:prSet presAssocID="{BB5616D0-CD6B-4AFA-914E-D4A64560E1D3}" presName="rootText" presStyleLbl="node4" presStyleIdx="19" presStyleCnt="22">
        <dgm:presLayoutVars>
          <dgm:chPref val="3"/>
        </dgm:presLayoutVars>
      </dgm:prSet>
      <dgm:spPr/>
    </dgm:pt>
    <dgm:pt modelId="{4A3DB128-2895-4B3C-A51E-CF03A0BEF216}" type="pres">
      <dgm:prSet presAssocID="{BB5616D0-CD6B-4AFA-914E-D4A64560E1D3}" presName="rootConnector" presStyleLbl="node4" presStyleIdx="19" presStyleCnt="22"/>
      <dgm:spPr/>
    </dgm:pt>
    <dgm:pt modelId="{BD90B170-03AB-4761-B381-6689039A91D7}" type="pres">
      <dgm:prSet presAssocID="{BB5616D0-CD6B-4AFA-914E-D4A64560E1D3}" presName="hierChild4" presStyleCnt="0"/>
      <dgm:spPr/>
    </dgm:pt>
    <dgm:pt modelId="{4B14A816-4F72-4208-BF15-B15153F3E357}" type="pres">
      <dgm:prSet presAssocID="{BB5616D0-CD6B-4AFA-914E-D4A64560E1D3}" presName="hierChild5" presStyleCnt="0"/>
      <dgm:spPr/>
    </dgm:pt>
    <dgm:pt modelId="{C213A015-EC16-4B9F-A988-FF8A7BBB88A6}" type="pres">
      <dgm:prSet presAssocID="{226E3F2A-149C-4E31-AF49-05035199D23B}" presName="Name37" presStyleLbl="parChTrans1D4" presStyleIdx="20" presStyleCnt="22"/>
      <dgm:spPr/>
    </dgm:pt>
    <dgm:pt modelId="{C8E409F6-B69C-4B41-87EF-A9E9AF5BCB9B}" type="pres">
      <dgm:prSet presAssocID="{F35FFE74-4990-45D5-A4CB-80872A2AC027}" presName="hierRoot2" presStyleCnt="0">
        <dgm:presLayoutVars>
          <dgm:hierBranch val="init"/>
        </dgm:presLayoutVars>
      </dgm:prSet>
      <dgm:spPr/>
    </dgm:pt>
    <dgm:pt modelId="{C5884F31-3884-49C7-AE8F-6D03B960CFBC}" type="pres">
      <dgm:prSet presAssocID="{F35FFE74-4990-45D5-A4CB-80872A2AC027}" presName="rootComposite" presStyleCnt="0"/>
      <dgm:spPr/>
    </dgm:pt>
    <dgm:pt modelId="{23C620D9-0E46-4B77-A12F-3537A154FCBA}" type="pres">
      <dgm:prSet presAssocID="{F35FFE74-4990-45D5-A4CB-80872A2AC027}" presName="rootText" presStyleLbl="node4" presStyleIdx="20" presStyleCnt="22">
        <dgm:presLayoutVars>
          <dgm:chPref val="3"/>
        </dgm:presLayoutVars>
      </dgm:prSet>
      <dgm:spPr/>
    </dgm:pt>
    <dgm:pt modelId="{3347A672-0AAE-421D-9612-0367CFCB23F6}" type="pres">
      <dgm:prSet presAssocID="{F35FFE74-4990-45D5-A4CB-80872A2AC027}" presName="rootConnector" presStyleLbl="node4" presStyleIdx="20" presStyleCnt="22"/>
      <dgm:spPr/>
    </dgm:pt>
    <dgm:pt modelId="{7E4EA97F-D44D-4A84-B8A6-BC873F0F6586}" type="pres">
      <dgm:prSet presAssocID="{F35FFE74-4990-45D5-A4CB-80872A2AC027}" presName="hierChild4" presStyleCnt="0"/>
      <dgm:spPr/>
    </dgm:pt>
    <dgm:pt modelId="{82F18416-9B46-4985-91B7-8A7EE4F32A6D}" type="pres">
      <dgm:prSet presAssocID="{F35FFE74-4990-45D5-A4CB-80872A2AC027}" presName="hierChild5" presStyleCnt="0"/>
      <dgm:spPr/>
    </dgm:pt>
    <dgm:pt modelId="{7737F3F5-144A-4757-A10B-63150BBE79A5}" type="pres">
      <dgm:prSet presAssocID="{1B6E74F3-B5A8-441C-AB65-775DCB44F666}" presName="hierChild5" presStyleCnt="0"/>
      <dgm:spPr/>
    </dgm:pt>
    <dgm:pt modelId="{EE5F734F-9F36-4C79-A3BC-220E7FAA674E}" type="pres">
      <dgm:prSet presAssocID="{75DFC915-9462-4A30-AE1F-37CE18B3C6D2}" presName="hierChild5" presStyleCnt="0"/>
      <dgm:spPr/>
    </dgm:pt>
    <dgm:pt modelId="{BCDC2B85-A8D5-4593-867F-DC0483840EB2}" type="pres">
      <dgm:prSet presAssocID="{E93B594F-0000-4F1E-9B42-4CBD54251AE9}" presName="Name37" presStyleLbl="parChTrans1D2" presStyleIdx="4" presStyleCnt="8"/>
      <dgm:spPr/>
    </dgm:pt>
    <dgm:pt modelId="{5737F07D-3BAB-48F7-A08D-31C96ABB745A}" type="pres">
      <dgm:prSet presAssocID="{CFBF96BE-57AC-4278-BEE8-4529105B485E}" presName="hierRoot2" presStyleCnt="0">
        <dgm:presLayoutVars>
          <dgm:hierBranch val="init"/>
        </dgm:presLayoutVars>
      </dgm:prSet>
      <dgm:spPr/>
    </dgm:pt>
    <dgm:pt modelId="{400E70F2-206E-4207-9BAE-AA4950AB067D}" type="pres">
      <dgm:prSet presAssocID="{CFBF96BE-57AC-4278-BEE8-4529105B485E}" presName="rootComposite" presStyleCnt="0"/>
      <dgm:spPr/>
    </dgm:pt>
    <dgm:pt modelId="{B6882BBA-C028-45B6-AA74-004B50941257}" type="pres">
      <dgm:prSet presAssocID="{CFBF96BE-57AC-4278-BEE8-4529105B485E}" presName="rootText" presStyleLbl="node2" presStyleIdx="4" presStyleCnt="5">
        <dgm:presLayoutVars>
          <dgm:chPref val="3"/>
        </dgm:presLayoutVars>
      </dgm:prSet>
      <dgm:spPr/>
    </dgm:pt>
    <dgm:pt modelId="{566DBE28-CF1C-4D21-A527-ACA2FA65BB5E}" type="pres">
      <dgm:prSet presAssocID="{CFBF96BE-57AC-4278-BEE8-4529105B485E}" presName="rootConnector" presStyleLbl="node2" presStyleIdx="4" presStyleCnt="5"/>
      <dgm:spPr/>
    </dgm:pt>
    <dgm:pt modelId="{03CD7D9C-8C3B-4156-87BC-15BE577EF0F1}" type="pres">
      <dgm:prSet presAssocID="{CFBF96BE-57AC-4278-BEE8-4529105B485E}" presName="hierChild4" presStyleCnt="0"/>
      <dgm:spPr/>
    </dgm:pt>
    <dgm:pt modelId="{5489D5DD-FC37-42DE-962B-6993F423AF34}" type="pres">
      <dgm:prSet presAssocID="{B8FCF6F9-076B-4699-9E4E-2CA4C23B8C97}" presName="Name37" presStyleLbl="parChTrans1D3" presStyleIdx="10" presStyleCnt="11"/>
      <dgm:spPr/>
    </dgm:pt>
    <dgm:pt modelId="{BA5F6171-F2F1-43FD-B8E5-B5CCA007C296}" type="pres">
      <dgm:prSet presAssocID="{435BDAA4-6C6D-4BA3-863B-6A6502930384}" presName="hierRoot2" presStyleCnt="0">
        <dgm:presLayoutVars>
          <dgm:hierBranch val="init"/>
        </dgm:presLayoutVars>
      </dgm:prSet>
      <dgm:spPr/>
    </dgm:pt>
    <dgm:pt modelId="{9310BCC2-D236-4405-9CC4-65E08969ADA7}" type="pres">
      <dgm:prSet presAssocID="{435BDAA4-6C6D-4BA3-863B-6A6502930384}" presName="rootComposite" presStyleCnt="0"/>
      <dgm:spPr/>
    </dgm:pt>
    <dgm:pt modelId="{D27AD6E2-F859-4EE0-99E8-AC86C2B80631}" type="pres">
      <dgm:prSet presAssocID="{435BDAA4-6C6D-4BA3-863B-6A6502930384}" presName="rootText" presStyleLbl="node3" presStyleIdx="10" presStyleCnt="11">
        <dgm:presLayoutVars>
          <dgm:chPref val="3"/>
        </dgm:presLayoutVars>
      </dgm:prSet>
      <dgm:spPr/>
    </dgm:pt>
    <dgm:pt modelId="{B5B547D9-1EC6-4C68-97AC-E62BDA82905D}" type="pres">
      <dgm:prSet presAssocID="{435BDAA4-6C6D-4BA3-863B-6A6502930384}" presName="rootConnector" presStyleLbl="node3" presStyleIdx="10" presStyleCnt="11"/>
      <dgm:spPr/>
    </dgm:pt>
    <dgm:pt modelId="{9BE8806E-47EF-4996-A6CC-711244C7C529}" type="pres">
      <dgm:prSet presAssocID="{435BDAA4-6C6D-4BA3-863B-6A6502930384}" presName="hierChild4" presStyleCnt="0"/>
      <dgm:spPr/>
    </dgm:pt>
    <dgm:pt modelId="{3F275E6C-EF52-44B6-A1FE-02C759FE80EB}" type="pres">
      <dgm:prSet presAssocID="{20C93597-4DC1-4325-8363-E7CD2A9D1B4A}" presName="Name37" presStyleLbl="parChTrans1D4" presStyleIdx="21" presStyleCnt="22"/>
      <dgm:spPr/>
    </dgm:pt>
    <dgm:pt modelId="{38E28F90-9147-4454-ACA9-26C25A166647}" type="pres">
      <dgm:prSet presAssocID="{6AE7F5F1-29A0-46DF-AACF-A442207EF17A}" presName="hierRoot2" presStyleCnt="0">
        <dgm:presLayoutVars>
          <dgm:hierBranch val="init"/>
        </dgm:presLayoutVars>
      </dgm:prSet>
      <dgm:spPr/>
    </dgm:pt>
    <dgm:pt modelId="{F2F68809-52F8-4638-9C48-524C58408B9D}" type="pres">
      <dgm:prSet presAssocID="{6AE7F5F1-29A0-46DF-AACF-A442207EF17A}" presName="rootComposite" presStyleCnt="0"/>
      <dgm:spPr/>
    </dgm:pt>
    <dgm:pt modelId="{ED8C2754-99A8-4ED1-BB55-3C2EFFCC0D21}" type="pres">
      <dgm:prSet presAssocID="{6AE7F5F1-29A0-46DF-AACF-A442207EF17A}" presName="rootText" presStyleLbl="node4" presStyleIdx="21" presStyleCnt="22">
        <dgm:presLayoutVars>
          <dgm:chPref val="3"/>
        </dgm:presLayoutVars>
      </dgm:prSet>
      <dgm:spPr/>
    </dgm:pt>
    <dgm:pt modelId="{83DC080B-07F6-4C80-8867-801273870E8D}" type="pres">
      <dgm:prSet presAssocID="{6AE7F5F1-29A0-46DF-AACF-A442207EF17A}" presName="rootConnector" presStyleLbl="node4" presStyleIdx="21" presStyleCnt="22"/>
      <dgm:spPr/>
    </dgm:pt>
    <dgm:pt modelId="{A000072A-B8CD-46B7-A5B4-C1AF819C612E}" type="pres">
      <dgm:prSet presAssocID="{6AE7F5F1-29A0-46DF-AACF-A442207EF17A}" presName="hierChild4" presStyleCnt="0"/>
      <dgm:spPr/>
    </dgm:pt>
    <dgm:pt modelId="{0C1A2FD9-ADE7-474A-9178-0403F08F3C3B}" type="pres">
      <dgm:prSet presAssocID="{6AE7F5F1-29A0-46DF-AACF-A442207EF17A}" presName="hierChild5" presStyleCnt="0"/>
      <dgm:spPr/>
    </dgm:pt>
    <dgm:pt modelId="{79A93CA2-F414-43B6-B79D-28829BC2FEA2}" type="pres">
      <dgm:prSet presAssocID="{435BDAA4-6C6D-4BA3-863B-6A6502930384}" presName="hierChild5" presStyleCnt="0"/>
      <dgm:spPr/>
    </dgm:pt>
    <dgm:pt modelId="{FD21FF1C-F2CA-4171-8B6E-255BBCDFCAB3}" type="pres">
      <dgm:prSet presAssocID="{CFBF96BE-57AC-4278-BEE8-4529105B485E}" presName="hierChild5" presStyleCnt="0"/>
      <dgm:spPr/>
    </dgm:pt>
    <dgm:pt modelId="{A3AAC15C-000A-445D-B4DF-8F50490B99CA}" type="pres">
      <dgm:prSet presAssocID="{10A0EA3D-3AD4-4A16-AC66-3525B6400D15}" presName="hierChild3" presStyleCnt="0"/>
      <dgm:spPr/>
    </dgm:pt>
    <dgm:pt modelId="{01FCC5DE-953D-45EF-870D-C0058B9C2A2D}" type="pres">
      <dgm:prSet presAssocID="{76A28AA6-9764-430B-9732-46178C4297C6}" presName="Name111" presStyleLbl="parChTrans1D2" presStyleIdx="5" presStyleCnt="8"/>
      <dgm:spPr/>
    </dgm:pt>
    <dgm:pt modelId="{25A86FC3-E120-4524-8B6C-AE9B28B086C5}" type="pres">
      <dgm:prSet presAssocID="{BD923124-94B5-4A8E-B8AE-B2EC9D3D63D7}" presName="hierRoot3" presStyleCnt="0">
        <dgm:presLayoutVars>
          <dgm:hierBranch val="init"/>
        </dgm:presLayoutVars>
      </dgm:prSet>
      <dgm:spPr/>
    </dgm:pt>
    <dgm:pt modelId="{92B8DD9A-017A-48D0-A17E-C1CBA09059DA}" type="pres">
      <dgm:prSet presAssocID="{BD923124-94B5-4A8E-B8AE-B2EC9D3D63D7}" presName="rootComposite3" presStyleCnt="0"/>
      <dgm:spPr/>
    </dgm:pt>
    <dgm:pt modelId="{F30659AE-7A69-44B1-83F3-927304C3259F}" type="pres">
      <dgm:prSet presAssocID="{BD923124-94B5-4A8E-B8AE-B2EC9D3D63D7}" presName="rootText3" presStyleLbl="asst1" presStyleIdx="0" presStyleCnt="3">
        <dgm:presLayoutVars>
          <dgm:chPref val="3"/>
        </dgm:presLayoutVars>
      </dgm:prSet>
      <dgm:spPr/>
    </dgm:pt>
    <dgm:pt modelId="{C40034A6-CC62-4B0D-91D5-F5228C1904DD}" type="pres">
      <dgm:prSet presAssocID="{BD923124-94B5-4A8E-B8AE-B2EC9D3D63D7}" presName="rootConnector3" presStyleLbl="asst1" presStyleIdx="0" presStyleCnt="3"/>
      <dgm:spPr/>
    </dgm:pt>
    <dgm:pt modelId="{16051688-6FEA-4F77-98B9-1CB3707E07CE}" type="pres">
      <dgm:prSet presAssocID="{BD923124-94B5-4A8E-B8AE-B2EC9D3D63D7}" presName="hierChild6" presStyleCnt="0"/>
      <dgm:spPr/>
    </dgm:pt>
    <dgm:pt modelId="{B92E9F73-3719-44FB-8FB2-4292484BC6DD}" type="pres">
      <dgm:prSet presAssocID="{BD923124-94B5-4A8E-B8AE-B2EC9D3D63D7}" presName="hierChild7" presStyleCnt="0"/>
      <dgm:spPr/>
    </dgm:pt>
    <dgm:pt modelId="{1DCE9C18-8974-4B7C-A940-26941AA91D93}" type="pres">
      <dgm:prSet presAssocID="{D3A43601-E463-40D8-8D4C-6521CC71C8AC}" presName="Name111" presStyleLbl="parChTrans1D2" presStyleIdx="6" presStyleCnt="8"/>
      <dgm:spPr/>
    </dgm:pt>
    <dgm:pt modelId="{8261E3F4-FE6A-4CB3-8E98-649D7B300B8D}" type="pres">
      <dgm:prSet presAssocID="{E34E6C81-510C-461F-B419-074F752ED83A}" presName="hierRoot3" presStyleCnt="0">
        <dgm:presLayoutVars>
          <dgm:hierBranch val="init"/>
        </dgm:presLayoutVars>
      </dgm:prSet>
      <dgm:spPr/>
    </dgm:pt>
    <dgm:pt modelId="{F9B5CF14-57F9-45B0-AD16-06CC3A306A4F}" type="pres">
      <dgm:prSet presAssocID="{E34E6C81-510C-461F-B419-074F752ED83A}" presName="rootComposite3" presStyleCnt="0"/>
      <dgm:spPr/>
    </dgm:pt>
    <dgm:pt modelId="{FCE28ADB-3E74-406D-8169-E1CAC97312F9}" type="pres">
      <dgm:prSet presAssocID="{E34E6C81-510C-461F-B419-074F752ED83A}" presName="rootText3" presStyleLbl="asst1" presStyleIdx="1" presStyleCnt="3">
        <dgm:presLayoutVars>
          <dgm:chPref val="3"/>
        </dgm:presLayoutVars>
      </dgm:prSet>
      <dgm:spPr/>
    </dgm:pt>
    <dgm:pt modelId="{9ECD8AA4-8069-4AD4-9261-7FCA1534D98E}" type="pres">
      <dgm:prSet presAssocID="{E34E6C81-510C-461F-B419-074F752ED83A}" presName="rootConnector3" presStyleLbl="asst1" presStyleIdx="1" presStyleCnt="3"/>
      <dgm:spPr/>
    </dgm:pt>
    <dgm:pt modelId="{38151730-760F-40F5-940C-B3AA99247A44}" type="pres">
      <dgm:prSet presAssocID="{E34E6C81-510C-461F-B419-074F752ED83A}" presName="hierChild6" presStyleCnt="0"/>
      <dgm:spPr/>
    </dgm:pt>
    <dgm:pt modelId="{FD79C667-0B12-432D-B9D1-A5986E2E8EA3}" type="pres">
      <dgm:prSet presAssocID="{E34E6C81-510C-461F-B419-074F752ED83A}" presName="hierChild7" presStyleCnt="0"/>
      <dgm:spPr/>
    </dgm:pt>
    <dgm:pt modelId="{75BC911E-AAFB-4699-9CB1-11568064295C}" type="pres">
      <dgm:prSet presAssocID="{F8C8351B-3A68-4F7A-8B3D-FAC1A5AC1BEE}" presName="Name111" presStyleLbl="parChTrans1D2" presStyleIdx="7" presStyleCnt="8"/>
      <dgm:spPr/>
    </dgm:pt>
    <dgm:pt modelId="{AC70EE8A-7AFE-4476-A596-680DF94CC1B8}" type="pres">
      <dgm:prSet presAssocID="{94537CD2-6CCD-434F-B2D9-9DDD7B36B14D}" presName="hierRoot3" presStyleCnt="0">
        <dgm:presLayoutVars>
          <dgm:hierBranch val="init"/>
        </dgm:presLayoutVars>
      </dgm:prSet>
      <dgm:spPr/>
    </dgm:pt>
    <dgm:pt modelId="{D5A8E334-46C2-4435-80F6-0473D69CCF9A}" type="pres">
      <dgm:prSet presAssocID="{94537CD2-6CCD-434F-B2D9-9DDD7B36B14D}" presName="rootComposite3" presStyleCnt="0"/>
      <dgm:spPr/>
    </dgm:pt>
    <dgm:pt modelId="{45B51ECD-8BA0-4E24-BCBD-CCC219EF15EA}" type="pres">
      <dgm:prSet presAssocID="{94537CD2-6CCD-434F-B2D9-9DDD7B36B14D}" presName="rootText3" presStyleLbl="asst1" presStyleIdx="2" presStyleCnt="3">
        <dgm:presLayoutVars>
          <dgm:chPref val="3"/>
        </dgm:presLayoutVars>
      </dgm:prSet>
      <dgm:spPr/>
    </dgm:pt>
    <dgm:pt modelId="{D8C39E6E-1AD5-4512-B827-F8BE9D11B45A}" type="pres">
      <dgm:prSet presAssocID="{94537CD2-6CCD-434F-B2D9-9DDD7B36B14D}" presName="rootConnector3" presStyleLbl="asst1" presStyleIdx="2" presStyleCnt="3"/>
      <dgm:spPr/>
    </dgm:pt>
    <dgm:pt modelId="{944EBE24-A955-40E3-A582-E9EFAE80F143}" type="pres">
      <dgm:prSet presAssocID="{94537CD2-6CCD-434F-B2D9-9DDD7B36B14D}" presName="hierChild6" presStyleCnt="0"/>
      <dgm:spPr/>
    </dgm:pt>
    <dgm:pt modelId="{B07094F5-EE99-4429-82E0-50FA34AE142B}" type="pres">
      <dgm:prSet presAssocID="{94537CD2-6CCD-434F-B2D9-9DDD7B36B14D}" presName="hierChild7" presStyleCnt="0"/>
      <dgm:spPr/>
    </dgm:pt>
  </dgm:ptLst>
  <dgm:cxnLst>
    <dgm:cxn modelId="{F9E2D201-FFE9-4F49-ACBB-1C61CCD1B666}" type="presOf" srcId="{CA54F505-FAAD-4FFF-AE99-F02D8805AA90}" destId="{CE3C7ECF-52B2-4972-B708-71595BC37092}" srcOrd="0" destOrd="0" presId="urn:microsoft.com/office/officeart/2005/8/layout/orgChart1"/>
    <dgm:cxn modelId="{8CFD9902-76DB-4D53-91D0-7D582C045FF2}" srcId="{950DF26E-17D9-4CD6-BA22-3B12B191F0B1}" destId="{4ED5C0B1-92B0-476D-A064-D707F3607BE3}" srcOrd="0" destOrd="0" parTransId="{17C83013-93B6-4299-822D-850CD1F8E1C4}" sibTransId="{A5A166A9-7ADF-4C77-893B-1E0CB3D4B3BB}"/>
    <dgm:cxn modelId="{D3FA0E07-736B-426D-AD6A-F3EBB6DC45E8}" type="presOf" srcId="{75DFC915-9462-4A30-AE1F-37CE18B3C6D2}" destId="{6F0642B5-C6D2-460F-8B0D-117246BD79FD}" srcOrd="1" destOrd="0" presId="urn:microsoft.com/office/officeart/2005/8/layout/orgChart1"/>
    <dgm:cxn modelId="{9172F407-9DFF-4112-86B7-E924898D6D5B}" type="presOf" srcId="{C08DA14E-AC2A-41C9-8939-B45B3C4534E7}" destId="{1884A9FB-42E4-4FD9-8810-1F98F3262087}" srcOrd="0" destOrd="0" presId="urn:microsoft.com/office/officeart/2005/8/layout/orgChart1"/>
    <dgm:cxn modelId="{2A1AD808-77D8-4BC6-8B93-BA72511A97C4}" type="presOf" srcId="{63C0A874-E3F2-452F-95FF-C800D865E671}" destId="{0A5EED6C-F2BD-4DA1-9DA3-1CF629ED9ABF}" srcOrd="0" destOrd="0" presId="urn:microsoft.com/office/officeart/2005/8/layout/orgChart1"/>
    <dgm:cxn modelId="{0DE7B009-6C01-4773-ADCF-0C7C3D0BA84F}" type="presOf" srcId="{9686FD60-0C64-4E7A-B65B-577F4EBB370B}" destId="{52B16FFE-364E-498E-A9B3-C43BC3B88381}" srcOrd="0" destOrd="0" presId="urn:microsoft.com/office/officeart/2005/8/layout/orgChart1"/>
    <dgm:cxn modelId="{11EB690B-E4FE-4F67-AE1F-18BDE3A0C068}" srcId="{E72F02CF-18B3-473D-BA51-A3A921F54BCB}" destId="{DF9E427A-F061-4D73-876E-50DFE6A2B7E5}" srcOrd="1" destOrd="0" parTransId="{0A2748D7-A676-47D0-86C9-1C95FAEAC323}" sibTransId="{976951EB-5A6F-4FE6-946C-BA2364294F13}"/>
    <dgm:cxn modelId="{CF6CDE0D-3571-4212-8AF6-1589003DB95D}" type="presOf" srcId="{691118F6-AAF5-40E0-AD6D-235FADC018C0}" destId="{A6E2B9B1-B808-4C3E-9CA4-FDBFEB7C6E12}" srcOrd="0" destOrd="0" presId="urn:microsoft.com/office/officeart/2005/8/layout/orgChart1"/>
    <dgm:cxn modelId="{B63DAA10-9FCF-4FBB-8FDF-3927927EB751}" type="presOf" srcId="{E34E6C81-510C-461F-B419-074F752ED83A}" destId="{FCE28ADB-3E74-406D-8169-E1CAC97312F9}" srcOrd="0" destOrd="0" presId="urn:microsoft.com/office/officeart/2005/8/layout/orgChart1"/>
    <dgm:cxn modelId="{66D3AF10-23CF-453B-B518-52298F09DF47}" type="presOf" srcId="{05459587-4988-4521-A172-715582190CFB}" destId="{E4298F15-1B1C-4C7E-A9D9-C674AC3871A9}" srcOrd="1" destOrd="0" presId="urn:microsoft.com/office/officeart/2005/8/layout/orgChart1"/>
    <dgm:cxn modelId="{ED169712-C172-4CBC-A84A-C637484FCFBB}" srcId="{1B6E74F3-B5A8-441C-AB65-775DCB44F666}" destId="{F35FFE74-4990-45D5-A4CB-80872A2AC027}" srcOrd="1" destOrd="0" parTransId="{226E3F2A-149C-4E31-AF49-05035199D23B}" sibTransId="{BE5983D3-2057-400F-8490-A4413F6061A4}"/>
    <dgm:cxn modelId="{BD99DE12-7CE7-4B03-B798-93B121A59164}" type="presOf" srcId="{1FA59B25-B97D-4856-89A0-8C3B6E523A3D}" destId="{193E33AA-274E-4C00-AFCA-9DB6EDEE5D26}" srcOrd="0" destOrd="0" presId="urn:microsoft.com/office/officeart/2005/8/layout/orgChart1"/>
    <dgm:cxn modelId="{DF5CC715-0D69-4819-BDA3-727D91A669BA}" type="presOf" srcId="{F03F1325-F889-4151-B190-44DECF7357FE}" destId="{8947F22D-5100-4BE4-9D48-37CDC0BB22B8}" srcOrd="0" destOrd="0" presId="urn:microsoft.com/office/officeart/2005/8/layout/orgChart1"/>
    <dgm:cxn modelId="{67E69816-2F27-40CC-90F2-3EDA2735D5FD}" type="presOf" srcId="{A2074807-3C28-4B33-9EEB-412E5A1AA954}" destId="{F87173C0-D18E-4424-B52E-3430A08B25BA}" srcOrd="1" destOrd="0" presId="urn:microsoft.com/office/officeart/2005/8/layout/orgChart1"/>
    <dgm:cxn modelId="{769ED619-2DA4-492B-BEFC-734B97245AD7}" type="presOf" srcId="{0A2748D7-A676-47D0-86C9-1C95FAEAC323}" destId="{727B956F-D72C-4AE4-8D9E-D5EAAA044204}" srcOrd="0" destOrd="0" presId="urn:microsoft.com/office/officeart/2005/8/layout/orgChart1"/>
    <dgm:cxn modelId="{4943121C-9EF2-4258-BA70-26659A81263A}" type="presOf" srcId="{E670956E-23BE-4CCF-9CC8-C73CE9824EFC}" destId="{A6498950-CC80-4E3A-9EAB-0C3329627061}" srcOrd="1" destOrd="0" presId="urn:microsoft.com/office/officeart/2005/8/layout/orgChart1"/>
    <dgm:cxn modelId="{8EF5261C-0244-4621-8090-37394883AE33}" type="presOf" srcId="{4DF2D60D-23A1-4D1B-9910-B7405AEF1AF9}" destId="{821E3EC7-A6B7-46AC-8BCF-806121184152}" srcOrd="0" destOrd="0" presId="urn:microsoft.com/office/officeart/2005/8/layout/orgChart1"/>
    <dgm:cxn modelId="{6B3F621C-0C54-472C-8A4D-7509C0EFC5AB}" type="presOf" srcId="{C5037945-930F-4B75-858B-B894823169CF}" destId="{EF0DF732-FD85-4D52-8905-6DCB2A652547}" srcOrd="0" destOrd="0" presId="urn:microsoft.com/office/officeart/2005/8/layout/orgChart1"/>
    <dgm:cxn modelId="{A6F4CE1C-BB63-4A80-BB5A-5F3A9BF60965}" type="presOf" srcId="{044DC898-7245-4442-9BD3-48FE3ED2D3B1}" destId="{96139B19-CD25-4309-8522-B05222DA49AC}" srcOrd="1" destOrd="0" presId="urn:microsoft.com/office/officeart/2005/8/layout/orgChart1"/>
    <dgm:cxn modelId="{A6B61A20-C1C8-4BAB-AAD3-908F73BB5A87}" type="presOf" srcId="{54A214D2-D44C-4CCE-9AEB-B812186FBE9F}" destId="{91F9D075-7AAC-466E-8543-3BCFAC1AFA1F}" srcOrd="1" destOrd="0" presId="urn:microsoft.com/office/officeart/2005/8/layout/orgChart1"/>
    <dgm:cxn modelId="{93913021-D7BD-48AB-A6A2-0520C516965E}" srcId="{52C3973C-B7F3-447F-8C8A-6D0C97AC7D87}" destId="{63C0A874-E3F2-452F-95FF-C800D865E671}" srcOrd="1" destOrd="0" parTransId="{FB0EDD93-3471-4BEA-9C74-D18C3A65BE60}" sibTransId="{006E42A9-4AAD-4565-A98E-A6F4AE99926A}"/>
    <dgm:cxn modelId="{A5A7DB21-E4B8-4447-AE6B-0C18B1A8823C}" type="presOf" srcId="{75DFC915-9462-4A30-AE1F-37CE18B3C6D2}" destId="{858CCC95-E4CA-427E-8CC5-EA54BE327E50}" srcOrd="0" destOrd="0" presId="urn:microsoft.com/office/officeart/2005/8/layout/orgChart1"/>
    <dgm:cxn modelId="{42059822-674D-4212-A1C3-4C7F3F1DA9C5}" type="presOf" srcId="{26763262-632B-46CC-BA82-DA9DFC8A319D}" destId="{2746CEE6-A010-451F-B510-4FCDC2081F65}" srcOrd="1" destOrd="0" presId="urn:microsoft.com/office/officeart/2005/8/layout/orgChart1"/>
    <dgm:cxn modelId="{1215F522-4E98-43EE-A03C-B4B3B742A55B}" type="presOf" srcId="{4DF2D60D-23A1-4D1B-9910-B7405AEF1AF9}" destId="{485909FA-D8E2-48A7-A3D8-F9F0F5993200}" srcOrd="1" destOrd="0" presId="urn:microsoft.com/office/officeart/2005/8/layout/orgChart1"/>
    <dgm:cxn modelId="{EB9A3B24-286E-4662-93BB-E77E6C932579}" type="presOf" srcId="{145D55AA-61E0-495C-8F2D-EE36475B0338}" destId="{692C7E62-0620-45DB-A27F-358647ADDB69}" srcOrd="1" destOrd="0" presId="urn:microsoft.com/office/officeart/2005/8/layout/orgChart1"/>
    <dgm:cxn modelId="{D4536D25-0B13-45D6-AF34-5366B8DC2DE5}" type="presOf" srcId="{2CEDF25F-6939-4F31-AEE1-81814F018153}" destId="{109402AC-4CF6-4F22-8D6A-D3C1188B5393}" srcOrd="0" destOrd="0" presId="urn:microsoft.com/office/officeart/2005/8/layout/orgChart1"/>
    <dgm:cxn modelId="{6DD66327-66B1-41B9-BB2B-1EC9730A0222}" type="presOf" srcId="{6AE7F5F1-29A0-46DF-AACF-A442207EF17A}" destId="{ED8C2754-99A8-4ED1-BB55-3C2EFFCC0D21}" srcOrd="0" destOrd="0" presId="urn:microsoft.com/office/officeart/2005/8/layout/orgChart1"/>
    <dgm:cxn modelId="{D857D927-2A75-4309-AFE5-68BEF3523429}" type="presOf" srcId="{F35FFE74-4990-45D5-A4CB-80872A2AC027}" destId="{23C620D9-0E46-4B77-A12F-3537A154FCBA}" srcOrd="0" destOrd="0" presId="urn:microsoft.com/office/officeart/2005/8/layout/orgChart1"/>
    <dgm:cxn modelId="{34555928-D684-4C54-88AD-6477A968AE47}" srcId="{52C3973C-B7F3-447F-8C8A-6D0C97AC7D87}" destId="{6179B0DF-E47A-4DC1-A6E5-35A2A8035506}" srcOrd="0" destOrd="0" parTransId="{7503258F-CB4C-4821-9D8D-C5A58C1571DE}" sibTransId="{4AA92FAA-660E-4451-AAED-C02C3ABD0A79}"/>
    <dgm:cxn modelId="{B3266529-EFFE-4531-908D-F87BF9DAAE2F}" type="presOf" srcId="{10A0EA3D-3AD4-4A16-AC66-3525B6400D15}" destId="{228A01CC-3BEE-415F-A2AB-98EE968D4C9E}" srcOrd="0" destOrd="0" presId="urn:microsoft.com/office/officeart/2005/8/layout/orgChart1"/>
    <dgm:cxn modelId="{8AD0EE2A-EECA-49A2-B73E-1A29D3AE1C6A}" type="presOf" srcId="{435BDAA4-6C6D-4BA3-863B-6A6502930384}" destId="{B5B547D9-1EC6-4C68-97AC-E62BDA82905D}" srcOrd="1" destOrd="0" presId="urn:microsoft.com/office/officeart/2005/8/layout/orgChart1"/>
    <dgm:cxn modelId="{91D2A52B-59A6-46AC-B32F-685B88EFB291}" type="presOf" srcId="{BB5616D0-CD6B-4AFA-914E-D4A64560E1D3}" destId="{6EE46714-DE7C-41DB-BFF7-B9C85E642D2D}" srcOrd="0" destOrd="0" presId="urn:microsoft.com/office/officeart/2005/8/layout/orgChart1"/>
    <dgm:cxn modelId="{1F4FF22B-F245-4809-9531-3641BEEED24C}" type="presOf" srcId="{E670956E-23BE-4CCF-9CC8-C73CE9824EFC}" destId="{6AC24378-0A44-4A7E-8BBF-103B1AD48708}" srcOrd="0" destOrd="0" presId="urn:microsoft.com/office/officeart/2005/8/layout/orgChart1"/>
    <dgm:cxn modelId="{2231E330-C819-49FC-BC59-B2B9EAD09A33}" type="presOf" srcId="{905C034C-7C39-4940-8EF1-996096FC5C92}" destId="{18F7C288-D6AB-4F4F-83B5-1D5B84952672}" srcOrd="0" destOrd="0" presId="urn:microsoft.com/office/officeart/2005/8/layout/orgChart1"/>
    <dgm:cxn modelId="{05F0F732-DD73-4FF6-8182-C269CA9B0E4C}" type="presOf" srcId="{CFBF96BE-57AC-4278-BEE8-4529105B485E}" destId="{B6882BBA-C028-45B6-AA74-004B50941257}" srcOrd="0" destOrd="0" presId="urn:microsoft.com/office/officeart/2005/8/layout/orgChart1"/>
    <dgm:cxn modelId="{AD75CA34-E2A2-4F55-AC8E-9DF681DCB60A}" type="presOf" srcId="{4ED5C0B1-92B0-476D-A064-D707F3607BE3}" destId="{3E2E92DB-5C6F-4ED9-9583-E91717EC9D4B}" srcOrd="1" destOrd="0" presId="urn:microsoft.com/office/officeart/2005/8/layout/orgChart1"/>
    <dgm:cxn modelId="{8B59B137-19DD-4AB3-83B7-CD0A5E00FE81}" type="presOf" srcId="{63C0A874-E3F2-452F-95FF-C800D865E671}" destId="{E016FB47-A545-488F-83C0-0164DBB3E565}" srcOrd="1" destOrd="0" presId="urn:microsoft.com/office/officeart/2005/8/layout/orgChart1"/>
    <dgm:cxn modelId="{309B0C38-5738-4584-91AD-776BDC6BBA17}" srcId="{92162928-B373-4802-B988-4C318FAE4B4C}" destId="{148B9544-AAE4-4F82-A7BD-B12D32E93924}" srcOrd="0" destOrd="0" parTransId="{4AB04E85-FE6A-4EA2-B818-06ED39A51C26}" sibTransId="{12357A0A-4A06-4BB5-AEEA-CDCA769E472E}"/>
    <dgm:cxn modelId="{EF7A2A38-E408-4CDB-B026-DB7FC98456F5}" type="presOf" srcId="{26763262-632B-46CC-BA82-DA9DFC8A319D}" destId="{99F6D3EC-9833-4C01-AE72-D18361D51C5B}" srcOrd="0" destOrd="0" presId="urn:microsoft.com/office/officeart/2005/8/layout/orgChart1"/>
    <dgm:cxn modelId="{D300E039-74EF-424B-BEE3-74A835BF10D4}" srcId="{950DF26E-17D9-4CD6-BA22-3B12B191F0B1}" destId="{E6F20497-E36F-4F26-9883-A4BC83ABA34F}" srcOrd="1" destOrd="0" parTransId="{D0C79BF9-EA6A-470B-B112-99598FC4D66F}" sibTransId="{8F328C89-2759-432D-B287-2DED491F5A0E}"/>
    <dgm:cxn modelId="{E5922B3A-0819-4A2B-BFF6-21E20EE5CF5C}" type="presOf" srcId="{3268CC1B-A8C4-48DA-9546-3CC229468C0D}" destId="{7E8EA941-22A2-4756-B568-D27A6756260D}" srcOrd="0" destOrd="0" presId="urn:microsoft.com/office/officeart/2005/8/layout/orgChart1"/>
    <dgm:cxn modelId="{3FF9453A-FF36-4280-AF96-44A717191E9C}" type="presOf" srcId="{F967AC73-60EA-4945-AEC1-1AE5D8629C87}" destId="{AB1F82AE-D204-494B-90C7-632A99586039}" srcOrd="0" destOrd="0" presId="urn:microsoft.com/office/officeart/2005/8/layout/orgChart1"/>
    <dgm:cxn modelId="{086C6A3A-905F-4734-8954-2EC70D7525DD}" type="presOf" srcId="{DBEA68D6-E158-4934-BAF2-CD3B153353BA}" destId="{CE01B670-1EEA-4848-90D3-DFD1C7C7F55F}" srcOrd="0" destOrd="0" presId="urn:microsoft.com/office/officeart/2005/8/layout/orgChart1"/>
    <dgm:cxn modelId="{1ACF833B-4343-473B-B442-9324215CDB00}" type="presOf" srcId="{F8C8351B-3A68-4F7A-8B3D-FAC1A5AC1BEE}" destId="{75BC911E-AAFB-4699-9CB1-11568064295C}" srcOrd="0" destOrd="0" presId="urn:microsoft.com/office/officeart/2005/8/layout/orgChart1"/>
    <dgm:cxn modelId="{4D017340-DD0A-442C-BE3F-60121FF362E5}" srcId="{E670956E-23BE-4CCF-9CC8-C73CE9824EFC}" destId="{044DC898-7245-4442-9BD3-48FE3ED2D3B1}" srcOrd="0" destOrd="0" parTransId="{7649E386-3A39-4F9D-919B-A92095CAA640}" sibTransId="{F321AB74-4AA7-4A03-AE8E-0006B8F869A1}"/>
    <dgm:cxn modelId="{D651035B-4BCF-4D33-AFAA-96172B1CB3DC}" type="presOf" srcId="{1B6E74F3-B5A8-441C-AB65-775DCB44F666}" destId="{8D4EDDFD-3F99-48DD-B17E-DED0EC8CDDD0}" srcOrd="0" destOrd="0" presId="urn:microsoft.com/office/officeart/2005/8/layout/orgChart1"/>
    <dgm:cxn modelId="{8CF4515B-ECB6-46A2-BFB8-7C8714F6BF94}" srcId="{145D55AA-61E0-495C-8F2D-EE36475B0338}" destId="{52C3973C-B7F3-447F-8C8A-6D0C97AC7D87}" srcOrd="1" destOrd="0" parTransId="{CD9829E7-840B-4B2B-A393-F04E987952D6}" sibTransId="{FD3C11DA-8337-4E02-AF54-1922BD386F80}"/>
    <dgm:cxn modelId="{E903745C-04D3-47FF-938C-B6D4E7A3591C}" srcId="{26763262-632B-46CC-BA82-DA9DFC8A319D}" destId="{E670956E-23BE-4CCF-9CC8-C73CE9824EFC}" srcOrd="1" destOrd="0" parTransId="{F03F1325-F889-4151-B190-44DECF7357FE}" sibTransId="{D688AB0F-0A4C-420E-A0DD-5A1ABD285209}"/>
    <dgm:cxn modelId="{CC975B5D-65A7-4F46-99B8-33D7EF8ED9BF}" type="presOf" srcId="{9686FD60-0C64-4E7A-B65B-577F4EBB370B}" destId="{3D670B94-861A-4AB5-B9D1-C5CA0EF96F04}" srcOrd="1" destOrd="0" presId="urn:microsoft.com/office/officeart/2005/8/layout/orgChart1"/>
    <dgm:cxn modelId="{6F28E45D-BF0E-4EA6-A5C3-594BB7BD0237}" type="presOf" srcId="{20C93597-4DC1-4325-8363-E7CD2A9D1B4A}" destId="{3F275E6C-EF52-44B6-A1FE-02C759FE80EB}" srcOrd="0" destOrd="0" presId="urn:microsoft.com/office/officeart/2005/8/layout/orgChart1"/>
    <dgm:cxn modelId="{AACC3661-3CE4-435B-977E-44D612C225E4}" type="presOf" srcId="{BD923124-94B5-4A8E-B8AE-B2EC9D3D63D7}" destId="{C40034A6-CC62-4B0D-91D5-F5228C1904DD}" srcOrd="1" destOrd="0" presId="urn:microsoft.com/office/officeart/2005/8/layout/orgChart1"/>
    <dgm:cxn modelId="{FA5C1362-532A-45CA-A950-1508A7AFF5ED}" type="presOf" srcId="{ADAD034A-1C03-496E-B3DA-20F322473142}" destId="{1A2EC0AE-D90A-4773-915D-B6F0422675A8}" srcOrd="1" destOrd="0" presId="urn:microsoft.com/office/officeart/2005/8/layout/orgChart1"/>
    <dgm:cxn modelId="{E3C94064-7623-4F22-98FE-C1D9D59BD7C6}" srcId="{10A0EA3D-3AD4-4A16-AC66-3525B6400D15}" destId="{E34E6C81-510C-461F-B419-074F752ED83A}" srcOrd="6" destOrd="0" parTransId="{D3A43601-E463-40D8-8D4C-6521CC71C8AC}" sibTransId="{18395C8F-22B8-4FAA-B8FF-14A3ABE7DDC6}"/>
    <dgm:cxn modelId="{F3BD8964-521C-4E31-B660-9A326F0AAC17}" type="presOf" srcId="{C5037945-930F-4B75-858B-B894823169CF}" destId="{B3034FE3-F479-4DF4-A8BF-8880E94D2217}" srcOrd="1" destOrd="0" presId="urn:microsoft.com/office/officeart/2005/8/layout/orgChart1"/>
    <dgm:cxn modelId="{BDDBC444-8126-4026-AA3F-A845E25230B7}" type="presOf" srcId="{94537CD2-6CCD-434F-B2D9-9DDD7B36B14D}" destId="{45B51ECD-8BA0-4E24-BCBD-CCC219EF15EA}" srcOrd="0" destOrd="0" presId="urn:microsoft.com/office/officeart/2005/8/layout/orgChart1"/>
    <dgm:cxn modelId="{0ECAC545-A10E-4A1D-9B83-461095219625}" srcId="{E72F02CF-18B3-473D-BA51-A3A921F54BCB}" destId="{DA630805-589F-40FE-B4A9-A3C7971583FB}" srcOrd="0" destOrd="0" parTransId="{21D2D3E8-ED16-4668-8A50-BA9C625F6C75}" sibTransId="{7DD32041-1F6D-43CF-86D9-B3A357D8B036}"/>
    <dgm:cxn modelId="{1CB9ED65-78F7-4A03-8E9A-7C48AFF738D2}" srcId="{986A668E-B947-4E9B-BC49-750AC65155F3}" destId="{ADAD034A-1C03-496E-B3DA-20F322473142}" srcOrd="0" destOrd="0" parTransId="{905C034C-7C39-4940-8EF1-996096FC5C92}" sibTransId="{0D4CB279-A65C-4060-B37F-7BD7BA178BA0}"/>
    <dgm:cxn modelId="{9F301A46-7973-4139-BE8B-3C19FAA8EFA3}" srcId="{A2074807-3C28-4B33-9EEB-412E5A1AA954}" destId="{783A28AA-F493-4D52-B315-F24AFF5BD00E}" srcOrd="1" destOrd="0" parTransId="{8EA19B09-4081-4C75-BE6F-B89FC9122F02}" sibTransId="{7DE26770-A485-41B9-8439-C2200821D1D8}"/>
    <dgm:cxn modelId="{B94AE746-8552-4B8B-80A4-59BD45266D2E}" type="presOf" srcId="{52C3BCD1-2F5D-456B-ABDD-1FD281CCF16A}" destId="{F93A4A6C-8460-470A-B4C3-3D0A4371DE8F}" srcOrd="1" destOrd="0" presId="urn:microsoft.com/office/officeart/2005/8/layout/orgChart1"/>
    <dgm:cxn modelId="{274E8A48-958B-4B2B-83B4-294A055EE3CD}" srcId="{E670956E-23BE-4CCF-9CC8-C73CE9824EFC}" destId="{4DF2D60D-23A1-4D1B-9910-B7405AEF1AF9}" srcOrd="1" destOrd="0" parTransId="{C9029BB1-6D2B-4E61-AFD3-13881B4AF078}" sibTransId="{FFCE032D-29BA-4D7E-B32A-80869A8FFBAF}"/>
    <dgm:cxn modelId="{174CD86A-A5D9-440E-8BFA-A913F11DC17E}" srcId="{54A214D2-D44C-4CCE-9AEB-B812186FBE9F}" destId="{52C3BCD1-2F5D-456B-ABDD-1FD281CCF16A}" srcOrd="1" destOrd="0" parTransId="{1FA59B25-B97D-4856-89A0-8C3B6E523A3D}" sibTransId="{5CFA36C9-87A7-4E3E-B018-4BB5568D455C}"/>
    <dgm:cxn modelId="{BDFC4F4B-7595-4E87-A369-BB1EF6A5A005}" srcId="{54A214D2-D44C-4CCE-9AEB-B812186FBE9F}" destId="{0F02B370-286F-4E1B-80A8-B2AD40265B7C}" srcOrd="0" destOrd="0" parTransId="{F967AC73-60EA-4945-AEC1-1AE5D8629C87}" sibTransId="{50FF85E0-74FC-459E-B8CB-53E1D88D20DF}"/>
    <dgm:cxn modelId="{040CB06B-F1C0-4D6A-AE67-F6E6833EF74C}" srcId="{435BDAA4-6C6D-4BA3-863B-6A6502930384}" destId="{6AE7F5F1-29A0-46DF-AACF-A442207EF17A}" srcOrd="0" destOrd="0" parTransId="{20C93597-4DC1-4325-8363-E7CD2A9D1B4A}" sibTransId="{D236264C-7958-4241-9268-87FADE28B6BC}"/>
    <dgm:cxn modelId="{9C9FB66B-B9C2-4957-851F-46EF6B218E3E}" type="presOf" srcId="{F35FFE74-4990-45D5-A4CB-80872A2AC027}" destId="{3347A672-0AAE-421D-9612-0367CFCB23F6}" srcOrd="1" destOrd="0" presId="urn:microsoft.com/office/officeart/2005/8/layout/orgChart1"/>
    <dgm:cxn modelId="{8B4D044C-C205-44CB-ABBF-D0B5206485D0}" srcId="{CFBF96BE-57AC-4278-BEE8-4529105B485E}" destId="{435BDAA4-6C6D-4BA3-863B-6A6502930384}" srcOrd="0" destOrd="0" parTransId="{B8FCF6F9-076B-4699-9E4E-2CA4C23B8C97}" sibTransId="{12E3D8B8-8157-4E1C-A5EB-5A67975F36DC}"/>
    <dgm:cxn modelId="{078CDA6C-9C4D-4F1F-828F-8B0C9E0F1F5D}" type="presOf" srcId="{1B6E74F3-B5A8-441C-AB65-775DCB44F666}" destId="{71A8528D-5007-41C3-81C5-D5BBF6988692}" srcOrd="1" destOrd="0" presId="urn:microsoft.com/office/officeart/2005/8/layout/orgChart1"/>
    <dgm:cxn modelId="{619F1E4D-A6A7-41EE-8EB8-56C1BAE57E33}" type="presOf" srcId="{0C099BB8-4A5F-4B8A-B703-DCB7480DDD44}" destId="{7B137947-D56C-407A-8B26-BA72901EA159}" srcOrd="0" destOrd="0" presId="urn:microsoft.com/office/officeart/2005/8/layout/orgChart1"/>
    <dgm:cxn modelId="{9AC74D6E-DDE6-4625-B9D0-EC31B2E681A7}" srcId="{05459587-4988-4521-A172-715582190CFB}" destId="{64C84F6C-4C89-42C9-BBFB-E3A9FEECB53C}" srcOrd="0" destOrd="0" parTransId="{2CEDF25F-6939-4F31-AEE1-81814F018153}" sibTransId="{96EF7CCA-67E8-418B-B4A5-1515FA510C91}"/>
    <dgm:cxn modelId="{16F7F54E-B0C2-4129-B92D-8DE372385E3B}" srcId="{DBEA68D6-E158-4934-BAF2-CD3B153353BA}" destId="{10A0EA3D-3AD4-4A16-AC66-3525B6400D15}" srcOrd="0" destOrd="0" parTransId="{C9D49A3E-3F67-4AE3-9FDA-6F9BB1AF9BD8}" sibTransId="{E0ACF1AB-2B68-4A49-8ADA-3E481ED4AF09}"/>
    <dgm:cxn modelId="{CE5CC44F-6DBB-4CE2-827A-4318F9D34C81}" type="presOf" srcId="{148B9544-AAE4-4F82-A7BD-B12D32E93924}" destId="{15AE8028-70C7-4D5B-B57D-0B4DC8D041C5}" srcOrd="1" destOrd="0" presId="urn:microsoft.com/office/officeart/2005/8/layout/orgChart1"/>
    <dgm:cxn modelId="{DEB54170-01B8-4754-860A-926ED7C4958D}" type="presOf" srcId="{D0C79BF9-EA6A-470B-B112-99598FC4D66F}" destId="{917A0AFA-0687-4CD7-A02C-2B5A2A29DC08}" srcOrd="0" destOrd="0" presId="urn:microsoft.com/office/officeart/2005/8/layout/orgChart1"/>
    <dgm:cxn modelId="{D8AB7D70-7F70-4624-97F6-43FE10F88766}" type="presOf" srcId="{E6F20497-E36F-4F26-9883-A4BC83ABA34F}" destId="{80857E5D-5A40-47FA-A4DC-63DCAE736606}" srcOrd="0" destOrd="0" presId="urn:microsoft.com/office/officeart/2005/8/layout/orgChart1"/>
    <dgm:cxn modelId="{FA655F51-D6F6-4BD9-9E16-F9B5941EFFAB}" type="presOf" srcId="{BB5616D0-CD6B-4AFA-914E-D4A64560E1D3}" destId="{4A3DB128-2895-4B3C-A51E-CF03A0BEF216}" srcOrd="1" destOrd="0" presId="urn:microsoft.com/office/officeart/2005/8/layout/orgChart1"/>
    <dgm:cxn modelId="{541B7051-7AB2-4C9B-9099-D0BC97D094DA}" type="presOf" srcId="{76A28AA6-9764-430B-9732-46178C4297C6}" destId="{01FCC5DE-953D-45EF-870D-C0058B9C2A2D}" srcOrd="0" destOrd="0" presId="urn:microsoft.com/office/officeart/2005/8/layout/orgChart1"/>
    <dgm:cxn modelId="{D037C251-7836-4539-B895-CBFEED9D485D}" type="presOf" srcId="{176CD464-A480-4D5E-8CA9-ECC3F2A9DDFC}" destId="{21450613-CA36-4454-85B4-AEB63CA49087}" srcOrd="1" destOrd="0" presId="urn:microsoft.com/office/officeart/2005/8/layout/orgChart1"/>
    <dgm:cxn modelId="{EFCDE451-2354-4EFE-B526-56B196DC5C32}" srcId="{10A0EA3D-3AD4-4A16-AC66-3525B6400D15}" destId="{CFBF96BE-57AC-4278-BEE8-4529105B485E}" srcOrd="4" destOrd="0" parTransId="{E93B594F-0000-4F1E-9B42-4CBD54251AE9}" sibTransId="{193FE8D6-E354-43F8-A281-6AE4CE481BEC}"/>
    <dgm:cxn modelId="{58570B52-E97F-4A51-9537-76902A7E105D}" type="presOf" srcId="{871A2A53-1159-46DE-9E54-4CBCCDE56CC6}" destId="{12E2A867-31D4-403E-B790-54B802E39EC7}" srcOrd="0" destOrd="0" presId="urn:microsoft.com/office/officeart/2005/8/layout/orgChart1"/>
    <dgm:cxn modelId="{59891F72-F891-41D1-95B9-732596DE7802}" type="presOf" srcId="{986A668E-B947-4E9B-BC49-750AC65155F3}" destId="{400FAEDA-F0C0-4E06-AA06-ADBB2A0021C6}" srcOrd="1" destOrd="0" presId="urn:microsoft.com/office/officeart/2005/8/layout/orgChart1"/>
    <dgm:cxn modelId="{CEEB7152-37E6-47BF-BC73-F208623103A5}" srcId="{C5037945-930F-4B75-858B-B894823169CF}" destId="{986A668E-B947-4E9B-BC49-750AC65155F3}" srcOrd="2" destOrd="0" parTransId="{D05A1DE1-7189-4112-B5BB-9BF305C53705}" sibTransId="{E23EDDC4-137D-4726-B038-398AA676BF49}"/>
    <dgm:cxn modelId="{F9E5C752-AAE7-4A80-AC26-7F9A543EE986}" type="presOf" srcId="{BD923124-94B5-4A8E-B8AE-B2EC9D3D63D7}" destId="{F30659AE-7A69-44B1-83F3-927304C3259F}" srcOrd="0" destOrd="0" presId="urn:microsoft.com/office/officeart/2005/8/layout/orgChart1"/>
    <dgm:cxn modelId="{5E53D053-18B7-4747-8CDF-101EB837E805}" srcId="{1B6E74F3-B5A8-441C-AB65-775DCB44F666}" destId="{BB5616D0-CD6B-4AFA-914E-D4A64560E1D3}" srcOrd="0" destOrd="0" parTransId="{260C4ED7-3608-4DAA-8893-2CC8555D359C}" sibTransId="{A13C9B28-DDD2-48E8-855B-074BBF92BA43}"/>
    <dgm:cxn modelId="{BDADBC75-4088-4BE4-AEF1-A6C72AFE39F6}" type="presOf" srcId="{DA630805-589F-40FE-B4A9-A3C7971583FB}" destId="{550D8D09-93EA-4A4E-97F1-95DB55475A48}" srcOrd="0" destOrd="0" presId="urn:microsoft.com/office/officeart/2005/8/layout/orgChart1"/>
    <dgm:cxn modelId="{4AAB6176-6791-4013-9879-506BF33B5A27}" type="presOf" srcId="{5AFEA85B-003E-4014-9827-C634609F3F12}" destId="{8AE61498-7424-433C-B920-4C4E22FE37C9}" srcOrd="0" destOrd="0" presId="urn:microsoft.com/office/officeart/2005/8/layout/orgChart1"/>
    <dgm:cxn modelId="{D5942477-FB57-4167-9F93-7CCD6DED8C2B}" type="presOf" srcId="{64C84F6C-4C89-42C9-BBFB-E3A9FEECB53C}" destId="{D028122C-9A8C-400D-91B3-5E431B062B11}" srcOrd="1" destOrd="0" presId="urn:microsoft.com/office/officeart/2005/8/layout/orgChart1"/>
    <dgm:cxn modelId="{26CA3378-85E7-4E72-917C-9B8655D6AD8F}" type="presOf" srcId="{17C83013-93B6-4299-822D-850CD1F8E1C4}" destId="{671179AC-5FAC-4A39-B7FF-0414C95E3528}" srcOrd="0" destOrd="0" presId="urn:microsoft.com/office/officeart/2005/8/layout/orgChart1"/>
    <dgm:cxn modelId="{6B366378-59C0-4A4A-AE33-81BEC995B577}" type="presOf" srcId="{A2074807-3C28-4B33-9EEB-412E5A1AA954}" destId="{BC5145C2-F5F8-4F0A-98B6-E0C52595BF1E}" srcOrd="0" destOrd="0" presId="urn:microsoft.com/office/officeart/2005/8/layout/orgChart1"/>
    <dgm:cxn modelId="{ACAE6D58-61CA-4935-978A-A1C58B999F50}" type="presOf" srcId="{81DA8363-0B62-47BB-A1C0-276F95F61685}" destId="{362C6395-CDA7-4EB2-8956-CE67599F0711}" srcOrd="0" destOrd="0" presId="urn:microsoft.com/office/officeart/2005/8/layout/orgChart1"/>
    <dgm:cxn modelId="{F7F1BF78-8F30-4C11-83FB-59DA36F5CC36}" type="presOf" srcId="{226E3F2A-149C-4E31-AF49-05035199D23B}" destId="{C213A015-EC16-4B9F-A988-FF8A7BBB88A6}" srcOrd="0" destOrd="0" presId="urn:microsoft.com/office/officeart/2005/8/layout/orgChart1"/>
    <dgm:cxn modelId="{CD89D579-5E86-4FED-A0AB-B9E8B2228A83}" srcId="{10A0EA3D-3AD4-4A16-AC66-3525B6400D15}" destId="{BD923124-94B5-4A8E-B8AE-B2EC9D3D63D7}" srcOrd="5" destOrd="0" parTransId="{76A28AA6-9764-430B-9732-46178C4297C6}" sibTransId="{52AB20A9-1DA7-499E-BE3F-18A2604F31AF}"/>
    <dgm:cxn modelId="{AD00097A-4239-410F-A5F9-715B0870FF9F}" type="presOf" srcId="{950DF26E-17D9-4CD6-BA22-3B12B191F0B1}" destId="{D7DEFF10-285D-460F-B6C2-3621F12D5071}" srcOrd="0" destOrd="0" presId="urn:microsoft.com/office/officeart/2005/8/layout/orgChart1"/>
    <dgm:cxn modelId="{8526CE7A-61FA-429F-B7CD-ED50CD91D87D}" type="presOf" srcId="{52C3973C-B7F3-447F-8C8A-6D0C97AC7D87}" destId="{DF812D3D-1348-45D9-861B-C0CE67CEE8DF}" srcOrd="1" destOrd="0" presId="urn:microsoft.com/office/officeart/2005/8/layout/orgChart1"/>
    <dgm:cxn modelId="{BF74A67B-0C3C-4B24-9233-360918D0DF79}" type="presOf" srcId="{C9029BB1-6D2B-4E61-AFD3-13881B4AF078}" destId="{84330A31-E4B1-4DBE-8295-7FF2B6F93947}" srcOrd="0" destOrd="0" presId="urn:microsoft.com/office/officeart/2005/8/layout/orgChart1"/>
    <dgm:cxn modelId="{4049E77F-BA23-48DD-8549-36D3E65446D4}" type="presOf" srcId="{00AC022C-23A1-48BC-BDFF-3F7F28B476E7}" destId="{F4DC1B83-6C23-49DE-87E8-6B79DB8CBA59}" srcOrd="0" destOrd="0" presId="urn:microsoft.com/office/officeart/2005/8/layout/orgChart1"/>
    <dgm:cxn modelId="{76630981-0C3F-47D5-8F67-4069E6BF0A47}" type="presOf" srcId="{92162928-B373-4802-B988-4C318FAE4B4C}" destId="{38710617-AD94-492E-877A-67DEA8A29246}" srcOrd="1" destOrd="0" presId="urn:microsoft.com/office/officeart/2005/8/layout/orgChart1"/>
    <dgm:cxn modelId="{21BC5686-6ECA-496C-AAA0-8A60F3B11F87}" type="presOf" srcId="{0F02B370-286F-4E1B-80A8-B2AD40265B7C}" destId="{45497D4B-7384-4409-B2DD-8111D10AE21C}" srcOrd="1" destOrd="0" presId="urn:microsoft.com/office/officeart/2005/8/layout/orgChart1"/>
    <dgm:cxn modelId="{CC60E486-E24D-41FF-A4AA-73AA278CB777}" type="presOf" srcId="{0C099BB8-4A5F-4B8A-B703-DCB7480DDD44}" destId="{865A16D1-A0D6-4099-A000-A45C27DFDD22}" srcOrd="1" destOrd="0" presId="urn:microsoft.com/office/officeart/2005/8/layout/orgChart1"/>
    <dgm:cxn modelId="{81F7B789-8015-4621-9070-2F4462603F6C}" type="presOf" srcId="{9F4895CA-DAB9-4588-8D38-7BD099F5583E}" destId="{819CF286-327E-4771-A756-F0B2B9DBDA4B}" srcOrd="0" destOrd="0" presId="urn:microsoft.com/office/officeart/2005/8/layout/orgChart1"/>
    <dgm:cxn modelId="{78316D8E-AFC5-47D8-AF85-1A8537C54658}" srcId="{145D55AA-61E0-495C-8F2D-EE36475B0338}" destId="{E72F02CF-18B3-473D-BA51-A3A921F54BCB}" srcOrd="0" destOrd="0" parTransId="{DAAB9B73-0654-44F2-BFB2-2A12E0C8324D}" sibTransId="{97E97D14-2633-4446-81A4-AB6C3142C0CC}"/>
    <dgm:cxn modelId="{484A108F-A6C5-4184-A60B-E349AB2F54F0}" type="presOf" srcId="{F8130828-F801-48B7-A83D-32C060147E31}" destId="{B67FA171-3DC1-4B30-B97D-AAB0EE775448}" srcOrd="0" destOrd="0" presId="urn:microsoft.com/office/officeart/2005/8/layout/orgChart1"/>
    <dgm:cxn modelId="{8F257291-C72E-4D47-B409-280D00466F6A}" type="presOf" srcId="{0C9BCA1A-676D-4632-848E-0829D4E5185A}" destId="{80193982-A47D-4ECB-B6F6-8F1D6A7062BB}" srcOrd="0" destOrd="0" presId="urn:microsoft.com/office/officeart/2005/8/layout/orgChart1"/>
    <dgm:cxn modelId="{9821E491-AC14-463C-9F19-986DE5802886}" type="presOf" srcId="{176CD464-A480-4D5E-8CA9-ECC3F2A9DDFC}" destId="{81E07694-06DE-4DA4-BA15-F7FF4EF31C21}" srcOrd="0" destOrd="0" presId="urn:microsoft.com/office/officeart/2005/8/layout/orgChart1"/>
    <dgm:cxn modelId="{B8F3E594-0845-4609-ABEF-6B2FBBEB7E23}" type="presOf" srcId="{FB0EDD93-3471-4BEA-9C74-D18C3A65BE60}" destId="{16D600AC-D904-45AA-A6C7-5EAC376DA718}" srcOrd="0" destOrd="0" presId="urn:microsoft.com/office/officeart/2005/8/layout/orgChart1"/>
    <dgm:cxn modelId="{7FCDE794-8304-44A3-A38E-F0FDF2DD2753}" srcId="{92162928-B373-4802-B988-4C318FAE4B4C}" destId="{176CD464-A480-4D5E-8CA9-ECC3F2A9DDFC}" srcOrd="2" destOrd="0" parTransId="{9F4895CA-DAB9-4588-8D38-7BD099F5583E}" sibTransId="{01A383FF-6FCA-4891-BA9D-7AD5E2B4EC2E}"/>
    <dgm:cxn modelId="{18BCA797-5F65-49B1-8AEA-2FB4844D84F8}" srcId="{C5037945-930F-4B75-858B-B894823169CF}" destId="{950DF26E-17D9-4CD6-BA22-3B12B191F0B1}" srcOrd="0" destOrd="0" parTransId="{8B435217-472D-41FB-B90A-51F67EEBBD13}" sibTransId="{3496055C-9922-4C65-AC08-2AF91F9C60B6}"/>
    <dgm:cxn modelId="{75761298-A969-4D5D-9AC9-32C04551DB0C}" type="presOf" srcId="{435BDAA4-6C6D-4BA3-863B-6A6502930384}" destId="{D27AD6E2-F859-4EE0-99E8-AC86C2B80631}" srcOrd="0" destOrd="0" presId="urn:microsoft.com/office/officeart/2005/8/layout/orgChart1"/>
    <dgm:cxn modelId="{DF2E5698-5B4A-4B41-9C80-E28878EDB7DF}" srcId="{92162928-B373-4802-B988-4C318FAE4B4C}" destId="{00AC022C-23A1-48BC-BDFF-3F7F28B476E7}" srcOrd="1" destOrd="0" parTransId="{5AFEA85B-003E-4014-9827-C634609F3F12}" sibTransId="{88B58C69-EE3A-4081-B4A3-39CAD80B4C51}"/>
    <dgm:cxn modelId="{A75BC499-0D7B-4D2D-ABD1-C71DE704BC6B}" srcId="{A2074807-3C28-4B33-9EEB-412E5A1AA954}" destId="{B34D544A-1EDE-483B-B4CE-765BD1DC6DC0}" srcOrd="0" destOrd="0" parTransId="{3268CC1B-A8C4-48DA-9546-3CC229468C0D}" sibTransId="{92F070E4-9A18-4EE5-A878-96774D9B6DF2}"/>
    <dgm:cxn modelId="{0956129A-1E96-4E51-879A-D8E4BD4B97DF}" type="presOf" srcId="{E93B594F-0000-4F1E-9B42-4CBD54251AE9}" destId="{BCDC2B85-A8D5-4593-867F-DC0483840EB2}" srcOrd="0" destOrd="0" presId="urn:microsoft.com/office/officeart/2005/8/layout/orgChart1"/>
    <dgm:cxn modelId="{F529569B-E01D-4674-B279-772DDC654D5D}" type="presOf" srcId="{B34D544A-1EDE-483B-B4CE-765BD1DC6DC0}" destId="{EFDAD356-93A5-4C29-8F27-2EE36397AAF6}" srcOrd="1" destOrd="0" presId="urn:microsoft.com/office/officeart/2005/8/layout/orgChart1"/>
    <dgm:cxn modelId="{B7DB439E-0C52-4D42-9183-D1DFFBFBE659}" type="presOf" srcId="{260C4ED7-3608-4DAA-8893-2CC8555D359C}" destId="{A43EF91F-8DA5-43EF-8EB3-BB146F5BF4EF}" srcOrd="0" destOrd="0" presId="urn:microsoft.com/office/officeart/2005/8/layout/orgChart1"/>
    <dgm:cxn modelId="{9F53E5A3-9B19-4FC1-8589-24E20C15421E}" srcId="{26763262-632B-46CC-BA82-DA9DFC8A319D}" destId="{54A214D2-D44C-4CCE-9AEB-B812186FBE9F}" srcOrd="0" destOrd="0" parTransId="{C08DA14E-AC2A-41C9-8939-B45B3C4534E7}" sibTransId="{FBCA2515-4244-4CFE-A263-81F118C8D283}"/>
    <dgm:cxn modelId="{816C4AA6-F7F6-4A03-A2C5-967AB6A152A7}" type="presOf" srcId="{E6F20497-E36F-4F26-9883-A4BC83ABA34F}" destId="{E84BCE6F-06E3-4BC8-871D-9A93C6044AE4}" srcOrd="1" destOrd="0" presId="urn:microsoft.com/office/officeart/2005/8/layout/orgChart1"/>
    <dgm:cxn modelId="{A3E372A6-34F7-4B90-818E-7F8664CB7987}" type="presOf" srcId="{ADAD034A-1C03-496E-B3DA-20F322473142}" destId="{FB93CA0E-E6CE-4F14-88AC-8614787B9A43}" srcOrd="0" destOrd="0" presId="urn:microsoft.com/office/officeart/2005/8/layout/orgChart1"/>
    <dgm:cxn modelId="{F1D1A9A7-BE9F-4D2C-8AD1-27125AF88135}" type="presOf" srcId="{CFBF96BE-57AC-4278-BEE8-4529105B485E}" destId="{566DBE28-CF1C-4D21-A527-ACA2FA65BB5E}" srcOrd="1" destOrd="0" presId="urn:microsoft.com/office/officeart/2005/8/layout/orgChart1"/>
    <dgm:cxn modelId="{49A02DA8-92BB-429F-A755-417A2EC3E9B9}" srcId="{C5037945-930F-4B75-858B-B894823169CF}" destId="{92162928-B373-4802-B988-4C318FAE4B4C}" srcOrd="1" destOrd="0" parTransId="{691118F6-AAF5-40E0-AD6D-235FADC018C0}" sibTransId="{7F58E25C-EE12-4CC1-9C39-BC755918B106}"/>
    <dgm:cxn modelId="{6325FAA8-1DD5-47E5-B13C-73BA2E69F5F5}" type="presOf" srcId="{4AB04E85-FE6A-4EA2-B818-06ED39A51C26}" destId="{C3BEE66D-DBFC-4B5B-824F-AE729B3E2A92}" srcOrd="0" destOrd="0" presId="urn:microsoft.com/office/officeart/2005/8/layout/orgChart1"/>
    <dgm:cxn modelId="{5422BBA9-4997-4EBB-82F8-7AD1C63CE5B4}" type="presOf" srcId="{986A668E-B947-4E9B-BC49-750AC65155F3}" destId="{ED485508-0335-465D-B2BE-F208E31B5FAA}" srcOrd="0" destOrd="0" presId="urn:microsoft.com/office/officeart/2005/8/layout/orgChart1"/>
    <dgm:cxn modelId="{B4F5BDAA-973F-4248-9012-7CA4DAFE0C64}" type="presOf" srcId="{9FADCBC3-F229-4620-B60A-FB762FF9A001}" destId="{F505519F-6ECB-4AAF-B47A-F3D32DB6B10C}" srcOrd="0" destOrd="0" presId="urn:microsoft.com/office/officeart/2005/8/layout/orgChart1"/>
    <dgm:cxn modelId="{93B2A6AB-2E0A-453D-92AF-49BC91DEDC73}" type="presOf" srcId="{8EA19B09-4081-4C75-BE6F-B89FC9122F02}" destId="{6BDBD7F3-6083-4497-968C-19145A3D4B38}" srcOrd="0" destOrd="0" presId="urn:microsoft.com/office/officeart/2005/8/layout/orgChart1"/>
    <dgm:cxn modelId="{1C463AAC-A367-4295-B2A1-CFE9A3352BC4}" type="presOf" srcId="{B34D544A-1EDE-483B-B4CE-765BD1DC6DC0}" destId="{FDDCF144-34C8-47DC-8A61-AD413DD9A0C0}" srcOrd="0" destOrd="0" presId="urn:microsoft.com/office/officeart/2005/8/layout/orgChart1"/>
    <dgm:cxn modelId="{C99BBAAC-3CD4-441E-83EB-97C997D28083}" type="presOf" srcId="{4ED5C0B1-92B0-476D-A064-D707F3607BE3}" destId="{88D6AF2A-AB2A-4DDC-9F25-5FEB13DE3F9A}" srcOrd="0" destOrd="0" presId="urn:microsoft.com/office/officeart/2005/8/layout/orgChart1"/>
    <dgm:cxn modelId="{C483F9AD-E324-4BDD-AF71-0637A0A3B4F4}" type="presOf" srcId="{8B435217-472D-41FB-B90A-51F67EEBBD13}" destId="{7CA3097E-DF06-4306-90D8-092D17D517A3}" srcOrd="0" destOrd="0" presId="urn:microsoft.com/office/officeart/2005/8/layout/orgChart1"/>
    <dgm:cxn modelId="{DE1533AE-0E53-48EB-8C6D-7D87AAE5B4CF}" type="presOf" srcId="{6179B0DF-E47A-4DC1-A6E5-35A2A8035506}" destId="{1002BD22-EA91-46EA-86D5-BC40AAB8FD27}" srcOrd="1" destOrd="0" presId="urn:microsoft.com/office/officeart/2005/8/layout/orgChart1"/>
    <dgm:cxn modelId="{C0BE0CB6-07B8-402C-B8A2-7EEBA361FA7F}" type="presOf" srcId="{33FD4574-5FBE-445D-A451-69994E30F552}" destId="{B7681CE4-8CA0-49DE-A9F3-C600278D7504}" srcOrd="0" destOrd="0" presId="urn:microsoft.com/office/officeart/2005/8/layout/orgChart1"/>
    <dgm:cxn modelId="{6EA6E5B7-21A9-4489-A34D-AB1996F6D929}" type="presOf" srcId="{52C3BCD1-2F5D-456B-ABDD-1FD281CCF16A}" destId="{5C7EA8F3-06B8-4CA9-AB03-BC7A37C3AC8C}" srcOrd="0" destOrd="0" presId="urn:microsoft.com/office/officeart/2005/8/layout/orgChart1"/>
    <dgm:cxn modelId="{BFAB5AB8-98EC-4769-80B8-4860C84A57D5}" type="presOf" srcId="{7649E386-3A39-4F9D-919B-A92095CAA640}" destId="{833E2946-2059-42EA-A351-3111CB6D5C07}" srcOrd="0" destOrd="0" presId="urn:microsoft.com/office/officeart/2005/8/layout/orgChart1"/>
    <dgm:cxn modelId="{A36B20B9-DDA4-42B7-823D-C353B711DE0D}" type="presOf" srcId="{783A28AA-F493-4D52-B315-F24AFF5BD00E}" destId="{DC80A068-6CF2-4B33-9C4A-C4CABD6579BF}" srcOrd="1" destOrd="0" presId="urn:microsoft.com/office/officeart/2005/8/layout/orgChart1"/>
    <dgm:cxn modelId="{BFAE68B9-9EF2-4F67-B4E5-A7F84E447CF1}" srcId="{10A0EA3D-3AD4-4A16-AC66-3525B6400D15}" destId="{94537CD2-6CCD-434F-B2D9-9DDD7B36B14D}" srcOrd="7" destOrd="0" parTransId="{F8C8351B-3A68-4F7A-8B3D-FAC1A5AC1BEE}" sibTransId="{D5C4307F-DAF0-4253-9CC5-0CBA5707E894}"/>
    <dgm:cxn modelId="{C149E3B9-FCA3-4CE1-9203-7B2B73B1C45F}" type="presOf" srcId="{D05A1DE1-7189-4112-B5BB-9BF305C53705}" destId="{A282935C-36BA-42D1-9CF4-5DC857687C79}" srcOrd="0" destOrd="0" presId="urn:microsoft.com/office/officeart/2005/8/layout/orgChart1"/>
    <dgm:cxn modelId="{21270ABD-CED2-42F1-9ECF-CB3428A563CC}" type="presOf" srcId="{E72F02CF-18B3-473D-BA51-A3A921F54BCB}" destId="{F54654D8-6BF6-4CA2-A716-A88B477A9586}" srcOrd="1" destOrd="0" presId="urn:microsoft.com/office/officeart/2005/8/layout/orgChart1"/>
    <dgm:cxn modelId="{0321E9BE-AA35-4251-8612-0CF0BA5CD800}" type="presOf" srcId="{94537CD2-6CCD-434F-B2D9-9DDD7B36B14D}" destId="{D8C39E6E-1AD5-4512-B827-F8BE9D11B45A}" srcOrd="1" destOrd="0" presId="urn:microsoft.com/office/officeart/2005/8/layout/orgChart1"/>
    <dgm:cxn modelId="{CBD31DC1-FA84-4991-BF96-345E844ED7E9}" srcId="{10A0EA3D-3AD4-4A16-AC66-3525B6400D15}" destId="{26763262-632B-46CC-BA82-DA9DFC8A319D}" srcOrd="1" destOrd="0" parTransId="{33FD4574-5FBE-445D-A451-69994E30F552}" sibTransId="{84C37D61-B689-4A7F-B29B-92B77CD3E11A}"/>
    <dgm:cxn modelId="{B122E7C2-6E03-4A33-83BE-FB576B3891B7}" srcId="{10A0EA3D-3AD4-4A16-AC66-3525B6400D15}" destId="{145D55AA-61E0-495C-8F2D-EE36475B0338}" srcOrd="2" destOrd="0" parTransId="{0C9BCA1A-676D-4632-848E-0829D4E5185A}" sibTransId="{DE2925A3-7D6A-483F-AED9-5E2A830936B3}"/>
    <dgm:cxn modelId="{AA714AC3-A705-4A21-A003-A5D3CC7CD04F}" type="presOf" srcId="{0F02B370-286F-4E1B-80A8-B2AD40265B7C}" destId="{78F581A2-A236-4AAE-9594-81595AF744C3}" srcOrd="0" destOrd="0" presId="urn:microsoft.com/office/officeart/2005/8/layout/orgChart1"/>
    <dgm:cxn modelId="{265050C8-FB60-4B2B-A69B-25967E79F069}" type="presOf" srcId="{B8FCF6F9-076B-4699-9E4E-2CA4C23B8C97}" destId="{5489D5DD-FC37-42DE-962B-6993F423AF34}" srcOrd="0" destOrd="0" presId="urn:microsoft.com/office/officeart/2005/8/layout/orgChart1"/>
    <dgm:cxn modelId="{5F5F20C9-F4E0-4374-8747-B7F46FEC88D8}" srcId="{10A0EA3D-3AD4-4A16-AC66-3525B6400D15}" destId="{75DFC915-9462-4A30-AE1F-37CE18B3C6D2}" srcOrd="3" destOrd="0" parTransId="{F8130828-F801-48B7-A83D-32C060147E31}" sibTransId="{727CFFC1-D6CC-4121-8182-E56D6E59AF3A}"/>
    <dgm:cxn modelId="{A66098CA-BBD7-4745-9A79-FD8A8DE6ECDA}" type="presOf" srcId="{148B9544-AAE4-4F82-A7BD-B12D32E93924}" destId="{9602321A-0529-41BB-8BDE-C5896B1187CD}" srcOrd="0" destOrd="0" presId="urn:microsoft.com/office/officeart/2005/8/layout/orgChart1"/>
    <dgm:cxn modelId="{E9180ACC-C7E1-4082-94D7-368478C59E67}" type="presOf" srcId="{64C84F6C-4C89-42C9-BBFB-E3A9FEECB53C}" destId="{7845EB6B-B9D0-4329-A00A-A032CFA8607F}" srcOrd="0" destOrd="0" presId="urn:microsoft.com/office/officeart/2005/8/layout/orgChart1"/>
    <dgm:cxn modelId="{2E5C8CCD-A95D-49FB-8281-0B5974ACBB27}" type="presOf" srcId="{DAAB9B73-0654-44F2-BFB2-2A12E0C8324D}" destId="{6EF5DE40-A613-44B8-8873-5CB179E71291}" srcOrd="0" destOrd="0" presId="urn:microsoft.com/office/officeart/2005/8/layout/orgChart1"/>
    <dgm:cxn modelId="{01E80BCF-1ECB-430D-A350-FE3C8C51032F}" srcId="{10A0EA3D-3AD4-4A16-AC66-3525B6400D15}" destId="{C5037945-930F-4B75-858B-B894823169CF}" srcOrd="0" destOrd="0" parTransId="{D4470D27-09CC-41EB-BA1A-CCC1BA5C0E27}" sibTransId="{1E8234E8-902F-4E23-8B68-776EF1344419}"/>
    <dgm:cxn modelId="{6C8ADED2-715B-4560-862A-953231A391EC}" type="presOf" srcId="{DA630805-589F-40FE-B4A9-A3C7971583FB}" destId="{30979236-57DA-47DF-96D4-AB6AABBC538D}" srcOrd="1" destOrd="0" presId="urn:microsoft.com/office/officeart/2005/8/layout/orgChart1"/>
    <dgm:cxn modelId="{23B9B1D3-27DD-4CC3-A22E-88440AA4E8B1}" srcId="{75DFC915-9462-4A30-AE1F-37CE18B3C6D2}" destId="{1B6E74F3-B5A8-441C-AB65-775DCB44F666}" srcOrd="1" destOrd="0" parTransId="{3C79FE37-D072-433C-85E3-76D9529FB2A4}" sibTransId="{43F121AF-991F-4E24-85F2-84A4E19BC598}"/>
    <dgm:cxn modelId="{472E16D5-60CA-494C-877F-533C1C7E92F8}" type="presOf" srcId="{D3A43601-E463-40D8-8D4C-6521CC71C8AC}" destId="{1DCE9C18-8974-4B7C-A940-26941AA91D93}" srcOrd="0" destOrd="0" presId="urn:microsoft.com/office/officeart/2005/8/layout/orgChart1"/>
    <dgm:cxn modelId="{417E3AD6-AD47-45CF-B6ED-9C75D763FA04}" type="presOf" srcId="{CD9829E7-840B-4B2B-A393-F04E987952D6}" destId="{F1396398-C9F6-48F4-AA4F-1E9F79E1591E}" srcOrd="0" destOrd="0" presId="urn:microsoft.com/office/officeart/2005/8/layout/orgChart1"/>
    <dgm:cxn modelId="{2545BBD6-5AD2-4DFC-B90C-F239EABF6840}" type="presOf" srcId="{92162928-B373-4802-B988-4C318FAE4B4C}" destId="{E053A169-9C0A-4979-A9C3-739101C47B4F}" srcOrd="0" destOrd="0" presId="urn:microsoft.com/office/officeart/2005/8/layout/orgChart1"/>
    <dgm:cxn modelId="{9DCD54D7-F070-4D5E-BC03-0AB0A61272C7}" type="presOf" srcId="{044DC898-7245-4442-9BD3-48FE3ED2D3B1}" destId="{B5BB71F7-A0FC-4F6C-B14D-D1D62FA86602}" srcOrd="0" destOrd="0" presId="urn:microsoft.com/office/officeart/2005/8/layout/orgChart1"/>
    <dgm:cxn modelId="{070420DA-0A98-4971-91C5-329C2B47EDBD}" srcId="{75DFC915-9462-4A30-AE1F-37CE18B3C6D2}" destId="{05459587-4988-4521-A172-715582190CFB}" srcOrd="0" destOrd="0" parTransId="{81DA8363-0B62-47BB-A1C0-276F95F61685}" sibTransId="{BB821CFB-ECAB-4AFD-84D7-F610E819B777}"/>
    <dgm:cxn modelId="{6DD17CDC-7E64-4006-92E1-B0D8E88324BE}" type="presOf" srcId="{E34E6C81-510C-461F-B419-074F752ED83A}" destId="{9ECD8AA4-8069-4AD4-9261-7FCA1534D98E}" srcOrd="1" destOrd="0" presId="urn:microsoft.com/office/officeart/2005/8/layout/orgChart1"/>
    <dgm:cxn modelId="{B6141CE3-6003-4DED-9BAF-7D76A902911E}" type="presOf" srcId="{783A28AA-F493-4D52-B315-F24AFF5BD00E}" destId="{ABFB3F97-6CE9-4E52-918E-35F874A43BCD}" srcOrd="0" destOrd="0" presId="urn:microsoft.com/office/officeart/2005/8/layout/orgChart1"/>
    <dgm:cxn modelId="{9A2424E3-8E65-4731-97A9-ABE7E8F32F63}" type="presOf" srcId="{DF9E427A-F061-4D73-876E-50DFE6A2B7E5}" destId="{016EC23A-2D0E-41F6-A49C-4A8A9AA629EE}" srcOrd="0" destOrd="0" presId="urn:microsoft.com/office/officeart/2005/8/layout/orgChart1"/>
    <dgm:cxn modelId="{914158E6-80A7-480C-B1EE-8F74EE1F445C}" type="presOf" srcId="{6179B0DF-E47A-4DC1-A6E5-35A2A8035506}" destId="{3865DB16-34F6-41C8-ABAD-5A68CDC1E618}" srcOrd="0" destOrd="0" presId="urn:microsoft.com/office/officeart/2005/8/layout/orgChart1"/>
    <dgm:cxn modelId="{866A67E7-ADE4-4C7D-AEE3-9829D67A6158}" type="presOf" srcId="{10A0EA3D-3AD4-4A16-AC66-3525B6400D15}" destId="{5265131C-4C0A-45D5-A034-D2AF2599472B}" srcOrd="1" destOrd="0" presId="urn:microsoft.com/office/officeart/2005/8/layout/orgChart1"/>
    <dgm:cxn modelId="{E0B96BE9-1C9C-409F-A70E-675335BF770A}" type="presOf" srcId="{145D55AA-61E0-495C-8F2D-EE36475B0338}" destId="{2A36DFCF-50EA-4F73-AE79-4C68056A9760}" srcOrd="0" destOrd="0" presId="urn:microsoft.com/office/officeart/2005/8/layout/orgChart1"/>
    <dgm:cxn modelId="{8C90C5EA-D9C5-414F-8D8E-8E2897A26C54}" type="presOf" srcId="{00AC022C-23A1-48BC-BDFF-3F7F28B476E7}" destId="{2E89282F-DCA8-4DC6-A0AC-B3C141F66B5F}" srcOrd="1" destOrd="0" presId="urn:microsoft.com/office/officeart/2005/8/layout/orgChart1"/>
    <dgm:cxn modelId="{F6A166EC-D832-4262-A0A8-609D387AB1B5}" type="presOf" srcId="{7503258F-CB4C-4821-9D8D-C5A58C1571DE}" destId="{2E6867E7-74AC-4BF1-A9FA-4AC7261C94EA}" srcOrd="0" destOrd="0" presId="urn:microsoft.com/office/officeart/2005/8/layout/orgChart1"/>
    <dgm:cxn modelId="{C38036ED-6338-4E55-8D30-9C49E8D3BC3C}" type="presOf" srcId="{950DF26E-17D9-4CD6-BA22-3B12B191F0B1}" destId="{5218C1E6-A7C1-45B1-BD6C-50F3BFADC1B2}" srcOrd="1" destOrd="0" presId="urn:microsoft.com/office/officeart/2005/8/layout/orgChart1"/>
    <dgm:cxn modelId="{FF52CBED-35A2-4EC8-90B0-070F59F53CEF}" srcId="{C5037945-930F-4B75-858B-B894823169CF}" destId="{A2074807-3C28-4B33-9EEB-412E5A1AA954}" srcOrd="3" destOrd="0" parTransId="{CA54F505-FAAD-4FFF-AE99-F02D8805AA90}" sibTransId="{C0480748-AD54-45DF-99A7-51B5C002D86D}"/>
    <dgm:cxn modelId="{ADCC15EE-1DB8-4FD3-A064-68A6FBA4DBB6}" type="presOf" srcId="{52C3973C-B7F3-447F-8C8A-6D0C97AC7D87}" destId="{55D6CDA0-E2F8-4F44-91CF-D45B8B7CACAF}" srcOrd="0" destOrd="0" presId="urn:microsoft.com/office/officeart/2005/8/layout/orgChart1"/>
    <dgm:cxn modelId="{A0543AEF-7B1A-426D-8A8C-1523CD167F7A}" type="presOf" srcId="{DF9E427A-F061-4D73-876E-50DFE6A2B7E5}" destId="{CBB73073-E2BE-4561-B51B-94EBAD9E9723}" srcOrd="1" destOrd="0" presId="urn:microsoft.com/office/officeart/2005/8/layout/orgChart1"/>
    <dgm:cxn modelId="{ED7572F2-668C-4C29-9BD1-FC152A1F4A58}" type="presOf" srcId="{D4470D27-09CC-41EB-BA1A-CCC1BA5C0E27}" destId="{B9DD715D-069C-4BC2-A1E9-3705206A9E7E}" srcOrd="0" destOrd="0" presId="urn:microsoft.com/office/officeart/2005/8/layout/orgChart1"/>
    <dgm:cxn modelId="{35F3BBF5-AA37-443A-BAA7-2249199E6C90}" srcId="{986A668E-B947-4E9B-BC49-750AC65155F3}" destId="{9686FD60-0C64-4E7A-B65B-577F4EBB370B}" srcOrd="1" destOrd="0" parTransId="{871A2A53-1159-46DE-9E54-4CBCCDE56CC6}" sibTransId="{7AC05B58-F1D9-4A94-A86B-BF0C8A114FD0}"/>
    <dgm:cxn modelId="{FADC24F6-9EA4-40F3-9EBF-129356B6FC47}" type="presOf" srcId="{21D2D3E8-ED16-4668-8A50-BA9C625F6C75}" destId="{B104FA65-B4C0-4B7B-8F35-47D7504F3B76}" srcOrd="0" destOrd="0" presId="urn:microsoft.com/office/officeart/2005/8/layout/orgChart1"/>
    <dgm:cxn modelId="{3B6E69F6-2D97-42FB-80C9-90F0D7B7D2A6}" srcId="{92162928-B373-4802-B988-4C318FAE4B4C}" destId="{0C099BB8-4A5F-4B8A-B703-DCB7480DDD44}" srcOrd="3" destOrd="0" parTransId="{9FADCBC3-F229-4620-B60A-FB762FF9A001}" sibTransId="{1247D2A4-C4C8-4C39-BE98-B29DD737739E}"/>
    <dgm:cxn modelId="{C94F4AF8-63F4-4299-9BBD-243E4BF07094}" type="presOf" srcId="{54A214D2-D44C-4CCE-9AEB-B812186FBE9F}" destId="{CB02243B-C17F-4AA8-825F-D4F211D97915}" srcOrd="0" destOrd="0" presId="urn:microsoft.com/office/officeart/2005/8/layout/orgChart1"/>
    <dgm:cxn modelId="{66CC2AF9-B116-4253-AC03-EDFA4C71F28F}" type="presOf" srcId="{E72F02CF-18B3-473D-BA51-A3A921F54BCB}" destId="{9EA1F9B9-4D92-4870-BBD2-CB4F964CD17D}" srcOrd="0" destOrd="0" presId="urn:microsoft.com/office/officeart/2005/8/layout/orgChart1"/>
    <dgm:cxn modelId="{2BA058FE-464B-4384-A364-3755884AFA1F}" type="presOf" srcId="{6AE7F5F1-29A0-46DF-AACF-A442207EF17A}" destId="{83DC080B-07F6-4C80-8867-801273870E8D}" srcOrd="1" destOrd="0" presId="urn:microsoft.com/office/officeart/2005/8/layout/orgChart1"/>
    <dgm:cxn modelId="{B505D0FE-1546-4BE7-9366-6825D85ED42D}" type="presOf" srcId="{3C79FE37-D072-433C-85E3-76D9529FB2A4}" destId="{BE316BAB-E484-4713-88F8-60BFB9ECB2F9}" srcOrd="0" destOrd="0" presId="urn:microsoft.com/office/officeart/2005/8/layout/orgChart1"/>
    <dgm:cxn modelId="{0D445FFF-56F3-4E45-AFE8-8CD13937FEBB}" type="presOf" srcId="{05459587-4988-4521-A172-715582190CFB}" destId="{F5119AFF-7505-49C6-B8CC-5346C5423816}" srcOrd="0" destOrd="0" presId="urn:microsoft.com/office/officeart/2005/8/layout/orgChart1"/>
    <dgm:cxn modelId="{186E2853-F483-4871-B132-E1F12E105677}" type="presParOf" srcId="{CE01B670-1EEA-4848-90D3-DFD1C7C7F55F}" destId="{90DD1432-594A-402F-BA90-BF3AD7D3805E}" srcOrd="0" destOrd="0" presId="urn:microsoft.com/office/officeart/2005/8/layout/orgChart1"/>
    <dgm:cxn modelId="{B7BA9620-0452-438F-8760-D726174EE83B}" type="presParOf" srcId="{90DD1432-594A-402F-BA90-BF3AD7D3805E}" destId="{435A436E-4C62-4EA4-BCE3-82AF2D66BD97}" srcOrd="0" destOrd="0" presId="urn:microsoft.com/office/officeart/2005/8/layout/orgChart1"/>
    <dgm:cxn modelId="{7E112987-CF62-449A-B23A-18A552A048C2}" type="presParOf" srcId="{435A436E-4C62-4EA4-BCE3-82AF2D66BD97}" destId="{228A01CC-3BEE-415F-A2AB-98EE968D4C9E}" srcOrd="0" destOrd="0" presId="urn:microsoft.com/office/officeart/2005/8/layout/orgChart1"/>
    <dgm:cxn modelId="{FA060B0C-5352-492B-90EB-3B1BF3F77EF3}" type="presParOf" srcId="{435A436E-4C62-4EA4-BCE3-82AF2D66BD97}" destId="{5265131C-4C0A-45D5-A034-D2AF2599472B}" srcOrd="1" destOrd="0" presId="urn:microsoft.com/office/officeart/2005/8/layout/orgChart1"/>
    <dgm:cxn modelId="{407D6AEE-DD37-4A53-9FF8-3103B041ADE8}" type="presParOf" srcId="{90DD1432-594A-402F-BA90-BF3AD7D3805E}" destId="{65D6C5B1-00A1-4204-9741-CA885FE72364}" srcOrd="1" destOrd="0" presId="urn:microsoft.com/office/officeart/2005/8/layout/orgChart1"/>
    <dgm:cxn modelId="{39E2F54E-B49E-41A1-BFA5-C7F882FC571D}" type="presParOf" srcId="{65D6C5B1-00A1-4204-9741-CA885FE72364}" destId="{B9DD715D-069C-4BC2-A1E9-3705206A9E7E}" srcOrd="0" destOrd="0" presId="urn:microsoft.com/office/officeart/2005/8/layout/orgChart1"/>
    <dgm:cxn modelId="{E68C5B76-CC29-4FD0-A034-9EFE878A7CC5}" type="presParOf" srcId="{65D6C5B1-00A1-4204-9741-CA885FE72364}" destId="{F7B2959F-C810-441E-ABAC-C79DB10C6809}" srcOrd="1" destOrd="0" presId="urn:microsoft.com/office/officeart/2005/8/layout/orgChart1"/>
    <dgm:cxn modelId="{0BBF3F6D-84E8-4AAA-858F-43A4AC8AB0D1}" type="presParOf" srcId="{F7B2959F-C810-441E-ABAC-C79DB10C6809}" destId="{5D913086-3A8D-4E5B-903E-99ABE15D3392}" srcOrd="0" destOrd="0" presId="urn:microsoft.com/office/officeart/2005/8/layout/orgChart1"/>
    <dgm:cxn modelId="{454CFAD4-EFD9-4CE3-BCCB-7199C40FB4AE}" type="presParOf" srcId="{5D913086-3A8D-4E5B-903E-99ABE15D3392}" destId="{EF0DF732-FD85-4D52-8905-6DCB2A652547}" srcOrd="0" destOrd="0" presId="urn:microsoft.com/office/officeart/2005/8/layout/orgChart1"/>
    <dgm:cxn modelId="{25F4231C-C682-4C33-8B91-7943CDC3C247}" type="presParOf" srcId="{5D913086-3A8D-4E5B-903E-99ABE15D3392}" destId="{B3034FE3-F479-4DF4-A8BF-8880E94D2217}" srcOrd="1" destOrd="0" presId="urn:microsoft.com/office/officeart/2005/8/layout/orgChart1"/>
    <dgm:cxn modelId="{9295C9F9-7021-4436-BF77-18B304B58C28}" type="presParOf" srcId="{F7B2959F-C810-441E-ABAC-C79DB10C6809}" destId="{D39E0032-FE8A-41E3-BCA2-2DD8ED595AFD}" srcOrd="1" destOrd="0" presId="urn:microsoft.com/office/officeart/2005/8/layout/orgChart1"/>
    <dgm:cxn modelId="{0000F537-BEBE-4A91-AC98-AF500271BC96}" type="presParOf" srcId="{D39E0032-FE8A-41E3-BCA2-2DD8ED595AFD}" destId="{7CA3097E-DF06-4306-90D8-092D17D517A3}" srcOrd="0" destOrd="0" presId="urn:microsoft.com/office/officeart/2005/8/layout/orgChart1"/>
    <dgm:cxn modelId="{48CA294A-1863-4091-98B2-964D17FC99FA}" type="presParOf" srcId="{D39E0032-FE8A-41E3-BCA2-2DD8ED595AFD}" destId="{AB3ECC90-3C57-44A5-937C-3ADE503D492D}" srcOrd="1" destOrd="0" presId="urn:microsoft.com/office/officeart/2005/8/layout/orgChart1"/>
    <dgm:cxn modelId="{42668C7D-FC39-4654-BC15-8EA8441520A9}" type="presParOf" srcId="{AB3ECC90-3C57-44A5-937C-3ADE503D492D}" destId="{C4524F9E-1F5E-4103-8C7B-1DD3B3E09CA6}" srcOrd="0" destOrd="0" presId="urn:microsoft.com/office/officeart/2005/8/layout/orgChart1"/>
    <dgm:cxn modelId="{D36D9C13-30D7-43BC-B627-2EF8DE1DEE20}" type="presParOf" srcId="{C4524F9E-1F5E-4103-8C7B-1DD3B3E09CA6}" destId="{D7DEFF10-285D-460F-B6C2-3621F12D5071}" srcOrd="0" destOrd="0" presId="urn:microsoft.com/office/officeart/2005/8/layout/orgChart1"/>
    <dgm:cxn modelId="{AE2A04FE-0EDC-431B-830C-FEE3DE94EECB}" type="presParOf" srcId="{C4524F9E-1F5E-4103-8C7B-1DD3B3E09CA6}" destId="{5218C1E6-A7C1-45B1-BD6C-50F3BFADC1B2}" srcOrd="1" destOrd="0" presId="urn:microsoft.com/office/officeart/2005/8/layout/orgChart1"/>
    <dgm:cxn modelId="{51B9583E-38A1-478A-B496-0E1D0CF3A19D}" type="presParOf" srcId="{AB3ECC90-3C57-44A5-937C-3ADE503D492D}" destId="{B280554C-1ADC-4B1E-8EF4-81DC9F4A70AE}" srcOrd="1" destOrd="0" presId="urn:microsoft.com/office/officeart/2005/8/layout/orgChart1"/>
    <dgm:cxn modelId="{BB150A7E-5D8B-427C-80A0-30F078851F2D}" type="presParOf" srcId="{B280554C-1ADC-4B1E-8EF4-81DC9F4A70AE}" destId="{671179AC-5FAC-4A39-B7FF-0414C95E3528}" srcOrd="0" destOrd="0" presId="urn:microsoft.com/office/officeart/2005/8/layout/orgChart1"/>
    <dgm:cxn modelId="{0AA8DCD2-8281-46CF-B370-6D0E6C4904DC}" type="presParOf" srcId="{B280554C-1ADC-4B1E-8EF4-81DC9F4A70AE}" destId="{0AB006A4-182D-4959-8DCB-18D7F1BAD9A9}" srcOrd="1" destOrd="0" presId="urn:microsoft.com/office/officeart/2005/8/layout/orgChart1"/>
    <dgm:cxn modelId="{3E6ED4D6-8607-4F8B-AC23-2C9DD1AC01B1}" type="presParOf" srcId="{0AB006A4-182D-4959-8DCB-18D7F1BAD9A9}" destId="{55AA2491-D4E2-4442-BAC2-BA16763FAF50}" srcOrd="0" destOrd="0" presId="urn:microsoft.com/office/officeart/2005/8/layout/orgChart1"/>
    <dgm:cxn modelId="{88892555-F7DE-437A-80B1-43DAAE9AFE41}" type="presParOf" srcId="{55AA2491-D4E2-4442-BAC2-BA16763FAF50}" destId="{88D6AF2A-AB2A-4DDC-9F25-5FEB13DE3F9A}" srcOrd="0" destOrd="0" presId="urn:microsoft.com/office/officeart/2005/8/layout/orgChart1"/>
    <dgm:cxn modelId="{0ED94EE9-C1A6-410D-AD48-E8981266E4DF}" type="presParOf" srcId="{55AA2491-D4E2-4442-BAC2-BA16763FAF50}" destId="{3E2E92DB-5C6F-4ED9-9583-E91717EC9D4B}" srcOrd="1" destOrd="0" presId="urn:microsoft.com/office/officeart/2005/8/layout/orgChart1"/>
    <dgm:cxn modelId="{54F763A9-F0BC-46E2-BCCA-650949A2BDAD}" type="presParOf" srcId="{0AB006A4-182D-4959-8DCB-18D7F1BAD9A9}" destId="{A775A552-A598-4FF2-828D-28A777D8D49E}" srcOrd="1" destOrd="0" presId="urn:microsoft.com/office/officeart/2005/8/layout/orgChart1"/>
    <dgm:cxn modelId="{F0BBD9BD-3ED1-4E63-86D4-CACA6451162D}" type="presParOf" srcId="{0AB006A4-182D-4959-8DCB-18D7F1BAD9A9}" destId="{4C841937-9171-47C2-B2B1-897C754EA2F9}" srcOrd="2" destOrd="0" presId="urn:microsoft.com/office/officeart/2005/8/layout/orgChart1"/>
    <dgm:cxn modelId="{8B022790-FC50-4C7A-B1CA-A0E0D3493759}" type="presParOf" srcId="{B280554C-1ADC-4B1E-8EF4-81DC9F4A70AE}" destId="{917A0AFA-0687-4CD7-A02C-2B5A2A29DC08}" srcOrd="2" destOrd="0" presId="urn:microsoft.com/office/officeart/2005/8/layout/orgChart1"/>
    <dgm:cxn modelId="{8375B849-32BD-4EA1-B113-971F76F3C96A}" type="presParOf" srcId="{B280554C-1ADC-4B1E-8EF4-81DC9F4A70AE}" destId="{E20BA6D2-893E-487D-8683-EFAF9C9804F2}" srcOrd="3" destOrd="0" presId="urn:microsoft.com/office/officeart/2005/8/layout/orgChart1"/>
    <dgm:cxn modelId="{B3196A87-9807-47DC-850B-94B0303E66A4}" type="presParOf" srcId="{E20BA6D2-893E-487D-8683-EFAF9C9804F2}" destId="{427688FD-121D-47B8-8931-D5204B8647E1}" srcOrd="0" destOrd="0" presId="urn:microsoft.com/office/officeart/2005/8/layout/orgChart1"/>
    <dgm:cxn modelId="{00F22CD5-3A1C-44CE-9E7A-8B6B603DFC37}" type="presParOf" srcId="{427688FD-121D-47B8-8931-D5204B8647E1}" destId="{80857E5D-5A40-47FA-A4DC-63DCAE736606}" srcOrd="0" destOrd="0" presId="urn:microsoft.com/office/officeart/2005/8/layout/orgChart1"/>
    <dgm:cxn modelId="{D244C9DF-8FE5-456C-88BC-73E90A8A480A}" type="presParOf" srcId="{427688FD-121D-47B8-8931-D5204B8647E1}" destId="{E84BCE6F-06E3-4BC8-871D-9A93C6044AE4}" srcOrd="1" destOrd="0" presId="urn:microsoft.com/office/officeart/2005/8/layout/orgChart1"/>
    <dgm:cxn modelId="{A87452AD-FFD6-49FC-8545-65F0229662AD}" type="presParOf" srcId="{E20BA6D2-893E-487D-8683-EFAF9C9804F2}" destId="{61E5CA6B-3955-4E6B-A536-8F209B0425DA}" srcOrd="1" destOrd="0" presId="urn:microsoft.com/office/officeart/2005/8/layout/orgChart1"/>
    <dgm:cxn modelId="{5493A4F0-8669-40A2-B721-0E83BC60C942}" type="presParOf" srcId="{E20BA6D2-893E-487D-8683-EFAF9C9804F2}" destId="{90C2E34E-D962-4C76-984B-1AA560324FC7}" srcOrd="2" destOrd="0" presId="urn:microsoft.com/office/officeart/2005/8/layout/orgChart1"/>
    <dgm:cxn modelId="{4D2D4616-7B36-45D3-9034-B8B951F06ACF}" type="presParOf" srcId="{AB3ECC90-3C57-44A5-937C-3ADE503D492D}" destId="{1420530A-1FB5-4E43-9A35-FF949B7D025C}" srcOrd="2" destOrd="0" presId="urn:microsoft.com/office/officeart/2005/8/layout/orgChart1"/>
    <dgm:cxn modelId="{EE0E5B71-CEAB-4BC4-BBD9-019C7309B7D9}" type="presParOf" srcId="{D39E0032-FE8A-41E3-BCA2-2DD8ED595AFD}" destId="{A6E2B9B1-B808-4C3E-9CA4-FDBFEB7C6E12}" srcOrd="2" destOrd="0" presId="urn:microsoft.com/office/officeart/2005/8/layout/orgChart1"/>
    <dgm:cxn modelId="{9DCECBA9-1178-40DC-864F-8B0856721C8D}" type="presParOf" srcId="{D39E0032-FE8A-41E3-BCA2-2DD8ED595AFD}" destId="{842694ED-63FE-41F5-8205-A2D2ED7AB622}" srcOrd="3" destOrd="0" presId="urn:microsoft.com/office/officeart/2005/8/layout/orgChart1"/>
    <dgm:cxn modelId="{CB58657B-2AB5-44BB-96AC-E5D30E4FB150}" type="presParOf" srcId="{842694ED-63FE-41F5-8205-A2D2ED7AB622}" destId="{156B7B81-9C4B-4435-88FA-61CD1E94F7AC}" srcOrd="0" destOrd="0" presId="urn:microsoft.com/office/officeart/2005/8/layout/orgChart1"/>
    <dgm:cxn modelId="{0A281CFD-E715-4266-BFC9-551095FC40CC}" type="presParOf" srcId="{156B7B81-9C4B-4435-88FA-61CD1E94F7AC}" destId="{E053A169-9C0A-4979-A9C3-739101C47B4F}" srcOrd="0" destOrd="0" presId="urn:microsoft.com/office/officeart/2005/8/layout/orgChart1"/>
    <dgm:cxn modelId="{D35111F7-3A07-4471-B63D-173B0865AF56}" type="presParOf" srcId="{156B7B81-9C4B-4435-88FA-61CD1E94F7AC}" destId="{38710617-AD94-492E-877A-67DEA8A29246}" srcOrd="1" destOrd="0" presId="urn:microsoft.com/office/officeart/2005/8/layout/orgChart1"/>
    <dgm:cxn modelId="{E75B2AEA-1A86-4CAD-AECA-C0DFA3293800}" type="presParOf" srcId="{842694ED-63FE-41F5-8205-A2D2ED7AB622}" destId="{EE25FEE9-C0A4-43A3-BC29-09C1DC02735B}" srcOrd="1" destOrd="0" presId="urn:microsoft.com/office/officeart/2005/8/layout/orgChart1"/>
    <dgm:cxn modelId="{B52DB3C8-1DF7-4DC3-933B-E0BCB6FC738A}" type="presParOf" srcId="{EE25FEE9-C0A4-43A3-BC29-09C1DC02735B}" destId="{C3BEE66D-DBFC-4B5B-824F-AE729B3E2A92}" srcOrd="0" destOrd="0" presId="urn:microsoft.com/office/officeart/2005/8/layout/orgChart1"/>
    <dgm:cxn modelId="{B354502B-F89C-4A67-8ED2-18191632E653}" type="presParOf" srcId="{EE25FEE9-C0A4-43A3-BC29-09C1DC02735B}" destId="{A9CFCED3-6ECE-4576-ABCC-0C5B70059EB9}" srcOrd="1" destOrd="0" presId="urn:microsoft.com/office/officeart/2005/8/layout/orgChart1"/>
    <dgm:cxn modelId="{20106521-4911-442D-8C61-B729A2398A43}" type="presParOf" srcId="{A9CFCED3-6ECE-4576-ABCC-0C5B70059EB9}" destId="{69DD92A3-402B-4486-B358-BBA3E344CCFB}" srcOrd="0" destOrd="0" presId="urn:microsoft.com/office/officeart/2005/8/layout/orgChart1"/>
    <dgm:cxn modelId="{7E342F05-0501-445A-ADC2-105F8EEF8FE4}" type="presParOf" srcId="{69DD92A3-402B-4486-B358-BBA3E344CCFB}" destId="{9602321A-0529-41BB-8BDE-C5896B1187CD}" srcOrd="0" destOrd="0" presId="urn:microsoft.com/office/officeart/2005/8/layout/orgChart1"/>
    <dgm:cxn modelId="{B0536AEF-9F22-4E7B-B885-DDA57F3E9F6F}" type="presParOf" srcId="{69DD92A3-402B-4486-B358-BBA3E344CCFB}" destId="{15AE8028-70C7-4D5B-B57D-0B4DC8D041C5}" srcOrd="1" destOrd="0" presId="urn:microsoft.com/office/officeart/2005/8/layout/orgChart1"/>
    <dgm:cxn modelId="{57EB99DC-587D-452E-B78F-EA4AA28826C3}" type="presParOf" srcId="{A9CFCED3-6ECE-4576-ABCC-0C5B70059EB9}" destId="{939275F3-B58F-45AC-8398-CC8AF1075322}" srcOrd="1" destOrd="0" presId="urn:microsoft.com/office/officeart/2005/8/layout/orgChart1"/>
    <dgm:cxn modelId="{D4AF0001-9F47-40BB-B32E-0465616A687F}" type="presParOf" srcId="{A9CFCED3-6ECE-4576-ABCC-0C5B70059EB9}" destId="{7670B313-9F55-4FF1-B65A-9F20334A188C}" srcOrd="2" destOrd="0" presId="urn:microsoft.com/office/officeart/2005/8/layout/orgChart1"/>
    <dgm:cxn modelId="{8DC99F8E-865B-485E-9B76-F05EB7FE7CA8}" type="presParOf" srcId="{EE25FEE9-C0A4-43A3-BC29-09C1DC02735B}" destId="{8AE61498-7424-433C-B920-4C4E22FE37C9}" srcOrd="2" destOrd="0" presId="urn:microsoft.com/office/officeart/2005/8/layout/orgChart1"/>
    <dgm:cxn modelId="{0E78F0C6-9D39-487D-985D-7F5B9B569B74}" type="presParOf" srcId="{EE25FEE9-C0A4-43A3-BC29-09C1DC02735B}" destId="{8CA74FDC-C221-4F1E-B367-D76A13DF6CEE}" srcOrd="3" destOrd="0" presId="urn:microsoft.com/office/officeart/2005/8/layout/orgChart1"/>
    <dgm:cxn modelId="{41224735-64BD-445E-A434-3B7E6BBF335B}" type="presParOf" srcId="{8CA74FDC-C221-4F1E-B367-D76A13DF6CEE}" destId="{7F16C559-3AAD-4FA9-9616-85DB22A494CA}" srcOrd="0" destOrd="0" presId="urn:microsoft.com/office/officeart/2005/8/layout/orgChart1"/>
    <dgm:cxn modelId="{3F9FC423-7C66-4424-984C-289C3F644FD3}" type="presParOf" srcId="{7F16C559-3AAD-4FA9-9616-85DB22A494CA}" destId="{F4DC1B83-6C23-49DE-87E8-6B79DB8CBA59}" srcOrd="0" destOrd="0" presId="urn:microsoft.com/office/officeart/2005/8/layout/orgChart1"/>
    <dgm:cxn modelId="{A1AC46C2-63A6-4BEA-95D5-B013AA046909}" type="presParOf" srcId="{7F16C559-3AAD-4FA9-9616-85DB22A494CA}" destId="{2E89282F-DCA8-4DC6-A0AC-B3C141F66B5F}" srcOrd="1" destOrd="0" presId="urn:microsoft.com/office/officeart/2005/8/layout/orgChart1"/>
    <dgm:cxn modelId="{AD5D09CD-4AC0-4893-8812-1B27800D417A}" type="presParOf" srcId="{8CA74FDC-C221-4F1E-B367-D76A13DF6CEE}" destId="{F6E2F938-DD76-41F8-BE30-138493256B47}" srcOrd="1" destOrd="0" presId="urn:microsoft.com/office/officeart/2005/8/layout/orgChart1"/>
    <dgm:cxn modelId="{4F8BF258-320A-4A5C-8F69-7C2DC98FB96D}" type="presParOf" srcId="{8CA74FDC-C221-4F1E-B367-D76A13DF6CEE}" destId="{51C1861F-64E4-4F9E-A995-A36D30121CD2}" srcOrd="2" destOrd="0" presId="urn:microsoft.com/office/officeart/2005/8/layout/orgChart1"/>
    <dgm:cxn modelId="{A8623CE1-CCEB-49C1-853B-24ECBA1FDC1A}" type="presParOf" srcId="{EE25FEE9-C0A4-43A3-BC29-09C1DC02735B}" destId="{819CF286-327E-4771-A756-F0B2B9DBDA4B}" srcOrd="4" destOrd="0" presId="urn:microsoft.com/office/officeart/2005/8/layout/orgChart1"/>
    <dgm:cxn modelId="{ADF8C2E9-6F9D-46AC-80E3-DE638BE7E059}" type="presParOf" srcId="{EE25FEE9-C0A4-43A3-BC29-09C1DC02735B}" destId="{28A75BEE-EECD-45B3-B7B1-0467EFCD328F}" srcOrd="5" destOrd="0" presId="urn:microsoft.com/office/officeart/2005/8/layout/orgChart1"/>
    <dgm:cxn modelId="{98C410D4-5A6E-4502-9896-208B989A140B}" type="presParOf" srcId="{28A75BEE-EECD-45B3-B7B1-0467EFCD328F}" destId="{9584EC4C-D6FC-4CDC-A75D-F1C3DAE1B3C2}" srcOrd="0" destOrd="0" presId="urn:microsoft.com/office/officeart/2005/8/layout/orgChart1"/>
    <dgm:cxn modelId="{B1DA8012-35F1-4305-A4D6-7A223966DAEC}" type="presParOf" srcId="{9584EC4C-D6FC-4CDC-A75D-F1C3DAE1B3C2}" destId="{81E07694-06DE-4DA4-BA15-F7FF4EF31C21}" srcOrd="0" destOrd="0" presId="urn:microsoft.com/office/officeart/2005/8/layout/orgChart1"/>
    <dgm:cxn modelId="{91F9565F-EEED-40A0-832A-290E730AC407}" type="presParOf" srcId="{9584EC4C-D6FC-4CDC-A75D-F1C3DAE1B3C2}" destId="{21450613-CA36-4454-85B4-AEB63CA49087}" srcOrd="1" destOrd="0" presId="urn:microsoft.com/office/officeart/2005/8/layout/orgChart1"/>
    <dgm:cxn modelId="{1678D846-9075-4768-9952-9E0DBB0D5976}" type="presParOf" srcId="{28A75BEE-EECD-45B3-B7B1-0467EFCD328F}" destId="{89A8106A-14BF-491C-AA4E-9634881D0523}" srcOrd="1" destOrd="0" presId="urn:microsoft.com/office/officeart/2005/8/layout/orgChart1"/>
    <dgm:cxn modelId="{8DCDD940-4FBC-4A0B-BA6D-F6C8C2B820E2}" type="presParOf" srcId="{28A75BEE-EECD-45B3-B7B1-0467EFCD328F}" destId="{C338D44E-E4B3-49D9-AFCA-3D563E2FF749}" srcOrd="2" destOrd="0" presId="urn:microsoft.com/office/officeart/2005/8/layout/orgChart1"/>
    <dgm:cxn modelId="{87B5798F-6C3E-4250-965A-EDFF381953F6}" type="presParOf" srcId="{EE25FEE9-C0A4-43A3-BC29-09C1DC02735B}" destId="{F505519F-6ECB-4AAF-B47A-F3D32DB6B10C}" srcOrd="6" destOrd="0" presId="urn:microsoft.com/office/officeart/2005/8/layout/orgChart1"/>
    <dgm:cxn modelId="{15CE2EF1-B4D8-4D1C-9233-45AC0CBAB9FF}" type="presParOf" srcId="{EE25FEE9-C0A4-43A3-BC29-09C1DC02735B}" destId="{7242C606-06B1-4653-8213-8258E7030E80}" srcOrd="7" destOrd="0" presId="urn:microsoft.com/office/officeart/2005/8/layout/orgChart1"/>
    <dgm:cxn modelId="{83A8E9F5-78D1-4C65-9379-186F669D566C}" type="presParOf" srcId="{7242C606-06B1-4653-8213-8258E7030E80}" destId="{AA152A31-D95D-4EA6-B90E-65E324E927B1}" srcOrd="0" destOrd="0" presId="urn:microsoft.com/office/officeart/2005/8/layout/orgChart1"/>
    <dgm:cxn modelId="{4CA68EF3-9985-4F73-9913-3B5C7125788B}" type="presParOf" srcId="{AA152A31-D95D-4EA6-B90E-65E324E927B1}" destId="{7B137947-D56C-407A-8B26-BA72901EA159}" srcOrd="0" destOrd="0" presId="urn:microsoft.com/office/officeart/2005/8/layout/orgChart1"/>
    <dgm:cxn modelId="{A11ACA4E-9AA4-40D6-8213-715D73BF1229}" type="presParOf" srcId="{AA152A31-D95D-4EA6-B90E-65E324E927B1}" destId="{865A16D1-A0D6-4099-A000-A45C27DFDD22}" srcOrd="1" destOrd="0" presId="urn:microsoft.com/office/officeart/2005/8/layout/orgChart1"/>
    <dgm:cxn modelId="{2605EF5F-3CDE-44F8-892E-C3DB59A83725}" type="presParOf" srcId="{7242C606-06B1-4653-8213-8258E7030E80}" destId="{25096A2D-D848-4C90-A131-69BB291F338D}" srcOrd="1" destOrd="0" presId="urn:microsoft.com/office/officeart/2005/8/layout/orgChart1"/>
    <dgm:cxn modelId="{E11640B2-8F15-433E-A249-D09EDD0AFBD2}" type="presParOf" srcId="{7242C606-06B1-4653-8213-8258E7030E80}" destId="{B91ED09A-7BB0-46DB-AC80-8FC3BD077EFA}" srcOrd="2" destOrd="0" presId="urn:microsoft.com/office/officeart/2005/8/layout/orgChart1"/>
    <dgm:cxn modelId="{DFE0EFE1-3F4F-4F57-A5F2-C17C2EDE4504}" type="presParOf" srcId="{842694ED-63FE-41F5-8205-A2D2ED7AB622}" destId="{7AE4D891-AFDF-47CA-AE12-C9E64E4BC610}" srcOrd="2" destOrd="0" presId="urn:microsoft.com/office/officeart/2005/8/layout/orgChart1"/>
    <dgm:cxn modelId="{A756D911-9EED-4911-8355-D1036A4AA5C2}" type="presParOf" srcId="{D39E0032-FE8A-41E3-BCA2-2DD8ED595AFD}" destId="{A282935C-36BA-42D1-9CF4-5DC857687C79}" srcOrd="4" destOrd="0" presId="urn:microsoft.com/office/officeart/2005/8/layout/orgChart1"/>
    <dgm:cxn modelId="{7BD27D47-1A8B-4D5A-9814-D81164089D22}" type="presParOf" srcId="{D39E0032-FE8A-41E3-BCA2-2DD8ED595AFD}" destId="{96DA1DE3-8B59-4C2F-B5E8-2AC45D55F0E4}" srcOrd="5" destOrd="0" presId="urn:microsoft.com/office/officeart/2005/8/layout/orgChart1"/>
    <dgm:cxn modelId="{9273D6E0-56FA-4FE5-A98F-F55B0B305501}" type="presParOf" srcId="{96DA1DE3-8B59-4C2F-B5E8-2AC45D55F0E4}" destId="{0B423B26-D597-4DBE-A6EA-088620DCC1DA}" srcOrd="0" destOrd="0" presId="urn:microsoft.com/office/officeart/2005/8/layout/orgChart1"/>
    <dgm:cxn modelId="{2E2D6AA7-56C7-4C33-8A08-216214434084}" type="presParOf" srcId="{0B423B26-D597-4DBE-A6EA-088620DCC1DA}" destId="{ED485508-0335-465D-B2BE-F208E31B5FAA}" srcOrd="0" destOrd="0" presId="urn:microsoft.com/office/officeart/2005/8/layout/orgChart1"/>
    <dgm:cxn modelId="{628A8504-E966-4555-9170-CAA4CD609217}" type="presParOf" srcId="{0B423B26-D597-4DBE-A6EA-088620DCC1DA}" destId="{400FAEDA-F0C0-4E06-AA06-ADBB2A0021C6}" srcOrd="1" destOrd="0" presId="urn:microsoft.com/office/officeart/2005/8/layout/orgChart1"/>
    <dgm:cxn modelId="{C64E7EE7-987A-41C7-ACB2-48FCBAF873CA}" type="presParOf" srcId="{96DA1DE3-8B59-4C2F-B5E8-2AC45D55F0E4}" destId="{4300A973-2B08-4EB1-B340-A9AA8E2DBE0C}" srcOrd="1" destOrd="0" presId="urn:microsoft.com/office/officeart/2005/8/layout/orgChart1"/>
    <dgm:cxn modelId="{8EF6C4BF-8E3B-421C-92C9-5B3B56D9DBBD}" type="presParOf" srcId="{4300A973-2B08-4EB1-B340-A9AA8E2DBE0C}" destId="{18F7C288-D6AB-4F4F-83B5-1D5B84952672}" srcOrd="0" destOrd="0" presId="urn:microsoft.com/office/officeart/2005/8/layout/orgChart1"/>
    <dgm:cxn modelId="{6C32E670-74AA-424D-AFD4-8A3A1ACE3599}" type="presParOf" srcId="{4300A973-2B08-4EB1-B340-A9AA8E2DBE0C}" destId="{3FEDDE94-F41F-4567-B18F-AE730BF824CF}" srcOrd="1" destOrd="0" presId="urn:microsoft.com/office/officeart/2005/8/layout/orgChart1"/>
    <dgm:cxn modelId="{40EBD548-7ABC-4782-874F-2B96040BEB2D}" type="presParOf" srcId="{3FEDDE94-F41F-4567-B18F-AE730BF824CF}" destId="{CFAB2265-B5C0-4397-9D73-B5BB3EB3BB91}" srcOrd="0" destOrd="0" presId="urn:microsoft.com/office/officeart/2005/8/layout/orgChart1"/>
    <dgm:cxn modelId="{9DFB5F0D-5144-4948-BD1E-47B7D0449E24}" type="presParOf" srcId="{CFAB2265-B5C0-4397-9D73-B5BB3EB3BB91}" destId="{FB93CA0E-E6CE-4F14-88AC-8614787B9A43}" srcOrd="0" destOrd="0" presId="urn:microsoft.com/office/officeart/2005/8/layout/orgChart1"/>
    <dgm:cxn modelId="{33DDB8CB-D115-46C4-A155-73CDAFC8EDF6}" type="presParOf" srcId="{CFAB2265-B5C0-4397-9D73-B5BB3EB3BB91}" destId="{1A2EC0AE-D90A-4773-915D-B6F0422675A8}" srcOrd="1" destOrd="0" presId="urn:microsoft.com/office/officeart/2005/8/layout/orgChart1"/>
    <dgm:cxn modelId="{39EE1C40-75CF-4148-BD9D-54EBF8F06DD0}" type="presParOf" srcId="{3FEDDE94-F41F-4567-B18F-AE730BF824CF}" destId="{D3CC560C-81EA-4707-8E6E-80F946490B31}" srcOrd="1" destOrd="0" presId="urn:microsoft.com/office/officeart/2005/8/layout/orgChart1"/>
    <dgm:cxn modelId="{9D2C243C-0B39-4F35-9EBC-0AD5F584FEBF}" type="presParOf" srcId="{3FEDDE94-F41F-4567-B18F-AE730BF824CF}" destId="{AA0426E7-12CE-405E-A6A6-A38BE7945BD9}" srcOrd="2" destOrd="0" presId="urn:microsoft.com/office/officeart/2005/8/layout/orgChart1"/>
    <dgm:cxn modelId="{584A8DDE-D5C6-457B-A404-80C280A9E829}" type="presParOf" srcId="{4300A973-2B08-4EB1-B340-A9AA8E2DBE0C}" destId="{12E2A867-31D4-403E-B790-54B802E39EC7}" srcOrd="2" destOrd="0" presId="urn:microsoft.com/office/officeart/2005/8/layout/orgChart1"/>
    <dgm:cxn modelId="{F5A5FD85-43C8-4771-9554-DD422CED0073}" type="presParOf" srcId="{4300A973-2B08-4EB1-B340-A9AA8E2DBE0C}" destId="{66430474-734D-4BF5-9C47-A369FABD2E16}" srcOrd="3" destOrd="0" presId="urn:microsoft.com/office/officeart/2005/8/layout/orgChart1"/>
    <dgm:cxn modelId="{C5E0B1EB-F059-429D-B8BF-11384464B165}" type="presParOf" srcId="{66430474-734D-4BF5-9C47-A369FABD2E16}" destId="{28647268-E473-43EA-AEDF-864097B45DF7}" srcOrd="0" destOrd="0" presId="urn:microsoft.com/office/officeart/2005/8/layout/orgChart1"/>
    <dgm:cxn modelId="{74891666-FA38-4C02-9FD2-5BD3843578E7}" type="presParOf" srcId="{28647268-E473-43EA-AEDF-864097B45DF7}" destId="{52B16FFE-364E-498E-A9B3-C43BC3B88381}" srcOrd="0" destOrd="0" presId="urn:microsoft.com/office/officeart/2005/8/layout/orgChart1"/>
    <dgm:cxn modelId="{AA076F29-E093-4AA0-920C-A4E408E9DA70}" type="presParOf" srcId="{28647268-E473-43EA-AEDF-864097B45DF7}" destId="{3D670B94-861A-4AB5-B9D1-C5CA0EF96F04}" srcOrd="1" destOrd="0" presId="urn:microsoft.com/office/officeart/2005/8/layout/orgChart1"/>
    <dgm:cxn modelId="{9E4AB8E5-1C78-4223-8D4C-9AE9538F6C70}" type="presParOf" srcId="{66430474-734D-4BF5-9C47-A369FABD2E16}" destId="{4B98BB0C-9B50-4156-86E7-767A7D39A13C}" srcOrd="1" destOrd="0" presId="urn:microsoft.com/office/officeart/2005/8/layout/orgChart1"/>
    <dgm:cxn modelId="{98BC05DF-BC2D-4219-ACC3-5C4EA58BDF90}" type="presParOf" srcId="{66430474-734D-4BF5-9C47-A369FABD2E16}" destId="{332AF2F6-DD32-4C41-97F6-6DEAB07F1EC1}" srcOrd="2" destOrd="0" presId="urn:microsoft.com/office/officeart/2005/8/layout/orgChart1"/>
    <dgm:cxn modelId="{9841E9ED-793C-455D-895C-BAFAF4A1E521}" type="presParOf" srcId="{96DA1DE3-8B59-4C2F-B5E8-2AC45D55F0E4}" destId="{1495BC48-44EF-4C9C-8AF3-32C6924E0572}" srcOrd="2" destOrd="0" presId="urn:microsoft.com/office/officeart/2005/8/layout/orgChart1"/>
    <dgm:cxn modelId="{3A729E6A-5D10-4CCB-AAA7-3F3D73ECA1C8}" type="presParOf" srcId="{D39E0032-FE8A-41E3-BCA2-2DD8ED595AFD}" destId="{CE3C7ECF-52B2-4972-B708-71595BC37092}" srcOrd="6" destOrd="0" presId="urn:microsoft.com/office/officeart/2005/8/layout/orgChart1"/>
    <dgm:cxn modelId="{05F40237-C208-4E7B-89C5-985DFAB8DE95}" type="presParOf" srcId="{D39E0032-FE8A-41E3-BCA2-2DD8ED595AFD}" destId="{CF32D662-8EF9-493E-BFE9-EE51A8FF9E8A}" srcOrd="7" destOrd="0" presId="urn:microsoft.com/office/officeart/2005/8/layout/orgChart1"/>
    <dgm:cxn modelId="{060AC420-8347-4AC6-B81F-608D14AB8836}" type="presParOf" srcId="{CF32D662-8EF9-493E-BFE9-EE51A8FF9E8A}" destId="{BA387F9F-679B-445A-907E-AABA58DAF83C}" srcOrd="0" destOrd="0" presId="urn:microsoft.com/office/officeart/2005/8/layout/orgChart1"/>
    <dgm:cxn modelId="{CFD5C791-8C99-410D-AA92-E60873A7DCE3}" type="presParOf" srcId="{BA387F9F-679B-445A-907E-AABA58DAF83C}" destId="{BC5145C2-F5F8-4F0A-98B6-E0C52595BF1E}" srcOrd="0" destOrd="0" presId="urn:microsoft.com/office/officeart/2005/8/layout/orgChart1"/>
    <dgm:cxn modelId="{526A71E7-8882-4811-A5B3-05B1B9935019}" type="presParOf" srcId="{BA387F9F-679B-445A-907E-AABA58DAF83C}" destId="{F87173C0-D18E-4424-B52E-3430A08B25BA}" srcOrd="1" destOrd="0" presId="urn:microsoft.com/office/officeart/2005/8/layout/orgChart1"/>
    <dgm:cxn modelId="{F37E9A59-1F98-4E41-ABF4-705146831C47}" type="presParOf" srcId="{CF32D662-8EF9-493E-BFE9-EE51A8FF9E8A}" destId="{58FFEC90-DCF9-453A-98C3-3D274BFB4E46}" srcOrd="1" destOrd="0" presId="urn:microsoft.com/office/officeart/2005/8/layout/orgChart1"/>
    <dgm:cxn modelId="{95A46DFB-58BA-4738-9B2F-498E907323AC}" type="presParOf" srcId="{58FFEC90-DCF9-453A-98C3-3D274BFB4E46}" destId="{7E8EA941-22A2-4756-B568-D27A6756260D}" srcOrd="0" destOrd="0" presId="urn:microsoft.com/office/officeart/2005/8/layout/orgChart1"/>
    <dgm:cxn modelId="{52810F78-0F40-4D60-A00B-69C69A8BEB5D}" type="presParOf" srcId="{58FFEC90-DCF9-453A-98C3-3D274BFB4E46}" destId="{799DB3D3-96AE-43F3-BCBD-E540ACD06C36}" srcOrd="1" destOrd="0" presId="urn:microsoft.com/office/officeart/2005/8/layout/orgChart1"/>
    <dgm:cxn modelId="{CC0DE1B8-6402-4A00-8875-419BF66FBB94}" type="presParOf" srcId="{799DB3D3-96AE-43F3-BCBD-E540ACD06C36}" destId="{5BFA1DF3-C46B-4562-8ED6-F040E7800CD4}" srcOrd="0" destOrd="0" presId="urn:microsoft.com/office/officeart/2005/8/layout/orgChart1"/>
    <dgm:cxn modelId="{6C5C6984-08F6-4870-AF6E-02C7B671B0E8}" type="presParOf" srcId="{5BFA1DF3-C46B-4562-8ED6-F040E7800CD4}" destId="{FDDCF144-34C8-47DC-8A61-AD413DD9A0C0}" srcOrd="0" destOrd="0" presId="urn:microsoft.com/office/officeart/2005/8/layout/orgChart1"/>
    <dgm:cxn modelId="{16230CD8-D3A5-4384-84BB-90E71F1FA57F}" type="presParOf" srcId="{5BFA1DF3-C46B-4562-8ED6-F040E7800CD4}" destId="{EFDAD356-93A5-4C29-8F27-2EE36397AAF6}" srcOrd="1" destOrd="0" presId="urn:microsoft.com/office/officeart/2005/8/layout/orgChart1"/>
    <dgm:cxn modelId="{96C8BF54-6D63-4134-83A7-7BBC25E833BE}" type="presParOf" srcId="{799DB3D3-96AE-43F3-BCBD-E540ACD06C36}" destId="{7D750AFA-9BC3-412D-A50C-0B633E0E5D7F}" srcOrd="1" destOrd="0" presId="urn:microsoft.com/office/officeart/2005/8/layout/orgChart1"/>
    <dgm:cxn modelId="{7FF97364-C9FB-4891-83F3-A6CD164C32EF}" type="presParOf" srcId="{799DB3D3-96AE-43F3-BCBD-E540ACD06C36}" destId="{C85D591D-0E1B-4BDF-9DA0-A2127C98C12A}" srcOrd="2" destOrd="0" presId="urn:microsoft.com/office/officeart/2005/8/layout/orgChart1"/>
    <dgm:cxn modelId="{9DFC5287-96FD-45E9-BA27-1A190BBB768A}" type="presParOf" srcId="{58FFEC90-DCF9-453A-98C3-3D274BFB4E46}" destId="{6BDBD7F3-6083-4497-968C-19145A3D4B38}" srcOrd="2" destOrd="0" presId="urn:microsoft.com/office/officeart/2005/8/layout/orgChart1"/>
    <dgm:cxn modelId="{524CD393-5E75-4C95-A369-C176216DDBE2}" type="presParOf" srcId="{58FFEC90-DCF9-453A-98C3-3D274BFB4E46}" destId="{64E86996-0DDE-491D-8CD9-15EB9435F40F}" srcOrd="3" destOrd="0" presId="urn:microsoft.com/office/officeart/2005/8/layout/orgChart1"/>
    <dgm:cxn modelId="{D924FF82-8AFB-4593-9731-979B0A367A55}" type="presParOf" srcId="{64E86996-0DDE-491D-8CD9-15EB9435F40F}" destId="{0B08CF44-242F-4DD2-AC0B-F870D7CE58BF}" srcOrd="0" destOrd="0" presId="urn:microsoft.com/office/officeart/2005/8/layout/orgChart1"/>
    <dgm:cxn modelId="{8B6C44BC-6932-4789-8F06-9E018218FEDE}" type="presParOf" srcId="{0B08CF44-242F-4DD2-AC0B-F870D7CE58BF}" destId="{ABFB3F97-6CE9-4E52-918E-35F874A43BCD}" srcOrd="0" destOrd="0" presId="urn:microsoft.com/office/officeart/2005/8/layout/orgChart1"/>
    <dgm:cxn modelId="{6CCC7E15-C88B-4B88-8BF7-345EF405E443}" type="presParOf" srcId="{0B08CF44-242F-4DD2-AC0B-F870D7CE58BF}" destId="{DC80A068-6CF2-4B33-9C4A-C4CABD6579BF}" srcOrd="1" destOrd="0" presId="urn:microsoft.com/office/officeart/2005/8/layout/orgChart1"/>
    <dgm:cxn modelId="{4956EB6E-01E4-4E18-BC34-9CD67338F53A}" type="presParOf" srcId="{64E86996-0DDE-491D-8CD9-15EB9435F40F}" destId="{2970F0F2-EB68-4836-BB96-D6620232B2C8}" srcOrd="1" destOrd="0" presId="urn:microsoft.com/office/officeart/2005/8/layout/orgChart1"/>
    <dgm:cxn modelId="{F5DDA5FF-F902-4DF0-BCCF-6128ADC8EB5F}" type="presParOf" srcId="{64E86996-0DDE-491D-8CD9-15EB9435F40F}" destId="{B97849BF-01C7-4CD5-842A-6B07A0138C0F}" srcOrd="2" destOrd="0" presId="urn:microsoft.com/office/officeart/2005/8/layout/orgChart1"/>
    <dgm:cxn modelId="{B43BD178-BD00-4932-8B82-3C1136267FC1}" type="presParOf" srcId="{CF32D662-8EF9-493E-BFE9-EE51A8FF9E8A}" destId="{9B1A0D9F-8972-4EA9-9E62-F3765FCC0B3B}" srcOrd="2" destOrd="0" presId="urn:microsoft.com/office/officeart/2005/8/layout/orgChart1"/>
    <dgm:cxn modelId="{05551B72-D1F0-4DA7-B143-9AB60148B94D}" type="presParOf" srcId="{F7B2959F-C810-441E-ABAC-C79DB10C6809}" destId="{3AD04F9E-2087-4B81-B04B-0A2617FA7735}" srcOrd="2" destOrd="0" presId="urn:microsoft.com/office/officeart/2005/8/layout/orgChart1"/>
    <dgm:cxn modelId="{6F20CB88-7DCF-4D63-9AC0-AEEAFBF73D05}" type="presParOf" srcId="{65D6C5B1-00A1-4204-9741-CA885FE72364}" destId="{B7681CE4-8CA0-49DE-A9F3-C600278D7504}" srcOrd="2" destOrd="0" presId="urn:microsoft.com/office/officeart/2005/8/layout/orgChart1"/>
    <dgm:cxn modelId="{9434A345-398D-4E93-B287-F8B727403CFC}" type="presParOf" srcId="{65D6C5B1-00A1-4204-9741-CA885FE72364}" destId="{91803398-F222-4F6F-9FB9-9EE8C12FBCC2}" srcOrd="3" destOrd="0" presId="urn:microsoft.com/office/officeart/2005/8/layout/orgChart1"/>
    <dgm:cxn modelId="{CB165C69-B245-4A4E-B70E-265F38B664D2}" type="presParOf" srcId="{91803398-F222-4F6F-9FB9-9EE8C12FBCC2}" destId="{E9676D5F-E84E-4A51-8820-D92F19CB1465}" srcOrd="0" destOrd="0" presId="urn:microsoft.com/office/officeart/2005/8/layout/orgChart1"/>
    <dgm:cxn modelId="{FF73D0E3-F109-4CAA-BF07-457CC579FC33}" type="presParOf" srcId="{E9676D5F-E84E-4A51-8820-D92F19CB1465}" destId="{99F6D3EC-9833-4C01-AE72-D18361D51C5B}" srcOrd="0" destOrd="0" presId="urn:microsoft.com/office/officeart/2005/8/layout/orgChart1"/>
    <dgm:cxn modelId="{C4954647-A170-4561-A298-B429CC7D0682}" type="presParOf" srcId="{E9676D5F-E84E-4A51-8820-D92F19CB1465}" destId="{2746CEE6-A010-451F-B510-4FCDC2081F65}" srcOrd="1" destOrd="0" presId="urn:microsoft.com/office/officeart/2005/8/layout/orgChart1"/>
    <dgm:cxn modelId="{503102B4-0F50-4F72-9A94-6B773673A5D1}" type="presParOf" srcId="{91803398-F222-4F6F-9FB9-9EE8C12FBCC2}" destId="{35408868-CFD5-48C4-A7F6-DCF16B910BAE}" srcOrd="1" destOrd="0" presId="urn:microsoft.com/office/officeart/2005/8/layout/orgChart1"/>
    <dgm:cxn modelId="{501FF227-6E57-47BF-B36C-527DFA2CC771}" type="presParOf" srcId="{35408868-CFD5-48C4-A7F6-DCF16B910BAE}" destId="{1884A9FB-42E4-4FD9-8810-1F98F3262087}" srcOrd="0" destOrd="0" presId="urn:microsoft.com/office/officeart/2005/8/layout/orgChart1"/>
    <dgm:cxn modelId="{70529068-1013-462D-911D-FA5A1BD8D2D3}" type="presParOf" srcId="{35408868-CFD5-48C4-A7F6-DCF16B910BAE}" destId="{35FA75DA-ADB8-4325-BAAC-83D6377699D2}" srcOrd="1" destOrd="0" presId="urn:microsoft.com/office/officeart/2005/8/layout/orgChart1"/>
    <dgm:cxn modelId="{CC19BA2B-2662-4AC0-9B24-6E164B270FA0}" type="presParOf" srcId="{35FA75DA-ADB8-4325-BAAC-83D6377699D2}" destId="{AEB4B1A3-FB6D-41E9-9B48-D4468C98925F}" srcOrd="0" destOrd="0" presId="urn:microsoft.com/office/officeart/2005/8/layout/orgChart1"/>
    <dgm:cxn modelId="{F3722A6A-E6D8-44DD-A14C-599D4405060B}" type="presParOf" srcId="{AEB4B1A3-FB6D-41E9-9B48-D4468C98925F}" destId="{CB02243B-C17F-4AA8-825F-D4F211D97915}" srcOrd="0" destOrd="0" presId="urn:microsoft.com/office/officeart/2005/8/layout/orgChart1"/>
    <dgm:cxn modelId="{339CF693-0B1C-4BE6-A2C6-BC93DCD38C72}" type="presParOf" srcId="{AEB4B1A3-FB6D-41E9-9B48-D4468C98925F}" destId="{91F9D075-7AAC-466E-8543-3BCFAC1AFA1F}" srcOrd="1" destOrd="0" presId="urn:microsoft.com/office/officeart/2005/8/layout/orgChart1"/>
    <dgm:cxn modelId="{2A38079D-E6CD-48FE-9762-6993F2C651E5}" type="presParOf" srcId="{35FA75DA-ADB8-4325-BAAC-83D6377699D2}" destId="{974E2D99-5862-4C7A-837C-FFEFCC8E79A7}" srcOrd="1" destOrd="0" presId="urn:microsoft.com/office/officeart/2005/8/layout/orgChart1"/>
    <dgm:cxn modelId="{CD37212B-3AD5-4C37-A9AC-21600B879617}" type="presParOf" srcId="{974E2D99-5862-4C7A-837C-FFEFCC8E79A7}" destId="{AB1F82AE-D204-494B-90C7-632A99586039}" srcOrd="0" destOrd="0" presId="urn:microsoft.com/office/officeart/2005/8/layout/orgChart1"/>
    <dgm:cxn modelId="{0ED471D2-A1BA-4514-81A2-E57ED522C078}" type="presParOf" srcId="{974E2D99-5862-4C7A-837C-FFEFCC8E79A7}" destId="{DC0B2FDF-D839-45FE-9E9A-D22897A1B887}" srcOrd="1" destOrd="0" presId="urn:microsoft.com/office/officeart/2005/8/layout/orgChart1"/>
    <dgm:cxn modelId="{F3755647-0988-4925-9403-738B1E87B816}" type="presParOf" srcId="{DC0B2FDF-D839-45FE-9E9A-D22897A1B887}" destId="{1B76E2B1-AF57-455C-83AC-6048046D1721}" srcOrd="0" destOrd="0" presId="urn:microsoft.com/office/officeart/2005/8/layout/orgChart1"/>
    <dgm:cxn modelId="{B3971B0D-3022-4878-8869-E71FD2295DCE}" type="presParOf" srcId="{1B76E2B1-AF57-455C-83AC-6048046D1721}" destId="{78F581A2-A236-4AAE-9594-81595AF744C3}" srcOrd="0" destOrd="0" presId="urn:microsoft.com/office/officeart/2005/8/layout/orgChart1"/>
    <dgm:cxn modelId="{4F405731-5089-4407-B756-C314529DB0B4}" type="presParOf" srcId="{1B76E2B1-AF57-455C-83AC-6048046D1721}" destId="{45497D4B-7384-4409-B2DD-8111D10AE21C}" srcOrd="1" destOrd="0" presId="urn:microsoft.com/office/officeart/2005/8/layout/orgChart1"/>
    <dgm:cxn modelId="{70B59429-5E09-41D6-BB19-554B60FFB37F}" type="presParOf" srcId="{DC0B2FDF-D839-45FE-9E9A-D22897A1B887}" destId="{7655522E-218E-4AD1-9853-C6F4EBC0DDEE}" srcOrd="1" destOrd="0" presId="urn:microsoft.com/office/officeart/2005/8/layout/orgChart1"/>
    <dgm:cxn modelId="{B7B30CA2-0334-4065-9EBB-98A3F60E391E}" type="presParOf" srcId="{DC0B2FDF-D839-45FE-9E9A-D22897A1B887}" destId="{67DAF67C-13D5-4345-A3A2-7B8725F07673}" srcOrd="2" destOrd="0" presId="urn:microsoft.com/office/officeart/2005/8/layout/orgChart1"/>
    <dgm:cxn modelId="{343A4862-1F8F-4EE4-A094-19534A247A15}" type="presParOf" srcId="{974E2D99-5862-4C7A-837C-FFEFCC8E79A7}" destId="{193E33AA-274E-4C00-AFCA-9DB6EDEE5D26}" srcOrd="2" destOrd="0" presId="urn:microsoft.com/office/officeart/2005/8/layout/orgChart1"/>
    <dgm:cxn modelId="{7B909438-967F-4B87-A423-970B0663DF87}" type="presParOf" srcId="{974E2D99-5862-4C7A-837C-FFEFCC8E79A7}" destId="{F3D5026B-8448-41B2-BBBF-05FDED585D48}" srcOrd="3" destOrd="0" presId="urn:microsoft.com/office/officeart/2005/8/layout/orgChart1"/>
    <dgm:cxn modelId="{6DEF22AE-5872-424B-93AB-4BC39AE2D5AF}" type="presParOf" srcId="{F3D5026B-8448-41B2-BBBF-05FDED585D48}" destId="{87ADBE72-D386-4625-9707-54E71DFACB84}" srcOrd="0" destOrd="0" presId="urn:microsoft.com/office/officeart/2005/8/layout/orgChart1"/>
    <dgm:cxn modelId="{EDD32A41-87AD-4254-B821-A00A387DF990}" type="presParOf" srcId="{87ADBE72-D386-4625-9707-54E71DFACB84}" destId="{5C7EA8F3-06B8-4CA9-AB03-BC7A37C3AC8C}" srcOrd="0" destOrd="0" presId="urn:microsoft.com/office/officeart/2005/8/layout/orgChart1"/>
    <dgm:cxn modelId="{5467B7FE-21DE-4788-87FB-94420E7DB089}" type="presParOf" srcId="{87ADBE72-D386-4625-9707-54E71DFACB84}" destId="{F93A4A6C-8460-470A-B4C3-3D0A4371DE8F}" srcOrd="1" destOrd="0" presId="urn:microsoft.com/office/officeart/2005/8/layout/orgChart1"/>
    <dgm:cxn modelId="{5C612BF6-8344-4EB8-997C-CB2D5413AF43}" type="presParOf" srcId="{F3D5026B-8448-41B2-BBBF-05FDED585D48}" destId="{4B2B2C4B-2E0C-4D0B-B555-454D57BBCF30}" srcOrd="1" destOrd="0" presId="urn:microsoft.com/office/officeart/2005/8/layout/orgChart1"/>
    <dgm:cxn modelId="{35E552A3-D534-4E69-B4F7-CF9C8245C6F4}" type="presParOf" srcId="{F3D5026B-8448-41B2-BBBF-05FDED585D48}" destId="{11704B69-8EE7-4217-A30C-45E5EE7DC268}" srcOrd="2" destOrd="0" presId="urn:microsoft.com/office/officeart/2005/8/layout/orgChart1"/>
    <dgm:cxn modelId="{B44E5EEB-F6D8-4E8F-AF28-5490A910F4BB}" type="presParOf" srcId="{35FA75DA-ADB8-4325-BAAC-83D6377699D2}" destId="{3517477E-EFCC-447B-B470-29BCB0F003B1}" srcOrd="2" destOrd="0" presId="urn:microsoft.com/office/officeart/2005/8/layout/orgChart1"/>
    <dgm:cxn modelId="{F8967E52-C275-45CB-8B57-43D4D888470B}" type="presParOf" srcId="{35408868-CFD5-48C4-A7F6-DCF16B910BAE}" destId="{8947F22D-5100-4BE4-9D48-37CDC0BB22B8}" srcOrd="2" destOrd="0" presId="urn:microsoft.com/office/officeart/2005/8/layout/orgChart1"/>
    <dgm:cxn modelId="{55FE9194-5986-4085-A032-5EFA8680F2A3}" type="presParOf" srcId="{35408868-CFD5-48C4-A7F6-DCF16B910BAE}" destId="{4BF36BE8-74FF-4FEF-9027-0AE56F70059D}" srcOrd="3" destOrd="0" presId="urn:microsoft.com/office/officeart/2005/8/layout/orgChart1"/>
    <dgm:cxn modelId="{0C9997F9-9E8B-4ECB-AB0F-BC7C696B0BE3}" type="presParOf" srcId="{4BF36BE8-74FF-4FEF-9027-0AE56F70059D}" destId="{A19779A8-16D1-4670-8A5A-24A060717BEB}" srcOrd="0" destOrd="0" presId="urn:microsoft.com/office/officeart/2005/8/layout/orgChart1"/>
    <dgm:cxn modelId="{CBA85554-6CAC-40AA-9070-F4DF978D60D9}" type="presParOf" srcId="{A19779A8-16D1-4670-8A5A-24A060717BEB}" destId="{6AC24378-0A44-4A7E-8BBF-103B1AD48708}" srcOrd="0" destOrd="0" presId="urn:microsoft.com/office/officeart/2005/8/layout/orgChart1"/>
    <dgm:cxn modelId="{7E327D5F-8531-495F-B7AE-08231D69B9E9}" type="presParOf" srcId="{A19779A8-16D1-4670-8A5A-24A060717BEB}" destId="{A6498950-CC80-4E3A-9EAB-0C3329627061}" srcOrd="1" destOrd="0" presId="urn:microsoft.com/office/officeart/2005/8/layout/orgChart1"/>
    <dgm:cxn modelId="{01754016-2663-4100-95AC-5F82BDFD7E25}" type="presParOf" srcId="{4BF36BE8-74FF-4FEF-9027-0AE56F70059D}" destId="{E4A538C1-7024-4DC7-90AB-EEFBCC858ED7}" srcOrd="1" destOrd="0" presId="urn:microsoft.com/office/officeart/2005/8/layout/orgChart1"/>
    <dgm:cxn modelId="{932F2A61-8750-484E-AAF2-87D480443764}" type="presParOf" srcId="{E4A538C1-7024-4DC7-90AB-EEFBCC858ED7}" destId="{833E2946-2059-42EA-A351-3111CB6D5C07}" srcOrd="0" destOrd="0" presId="urn:microsoft.com/office/officeart/2005/8/layout/orgChart1"/>
    <dgm:cxn modelId="{441BCDEF-EA94-43FD-8493-C790C899D90D}" type="presParOf" srcId="{E4A538C1-7024-4DC7-90AB-EEFBCC858ED7}" destId="{C94FB3A5-F376-4A44-83C2-A79911CA9F77}" srcOrd="1" destOrd="0" presId="urn:microsoft.com/office/officeart/2005/8/layout/orgChart1"/>
    <dgm:cxn modelId="{DA5958B3-3BFE-4BE3-BC65-6B407363F5A2}" type="presParOf" srcId="{C94FB3A5-F376-4A44-83C2-A79911CA9F77}" destId="{0BCDCD97-AB10-4AFD-B871-5EB9FB70FDB0}" srcOrd="0" destOrd="0" presId="urn:microsoft.com/office/officeart/2005/8/layout/orgChart1"/>
    <dgm:cxn modelId="{39DD7A0E-1BE3-4E37-8273-18026CE913A1}" type="presParOf" srcId="{0BCDCD97-AB10-4AFD-B871-5EB9FB70FDB0}" destId="{B5BB71F7-A0FC-4F6C-B14D-D1D62FA86602}" srcOrd="0" destOrd="0" presId="urn:microsoft.com/office/officeart/2005/8/layout/orgChart1"/>
    <dgm:cxn modelId="{62B87805-5E7F-4A7B-8327-F135C4B739D1}" type="presParOf" srcId="{0BCDCD97-AB10-4AFD-B871-5EB9FB70FDB0}" destId="{96139B19-CD25-4309-8522-B05222DA49AC}" srcOrd="1" destOrd="0" presId="urn:microsoft.com/office/officeart/2005/8/layout/orgChart1"/>
    <dgm:cxn modelId="{E9B35983-62CC-4826-8246-7DAE726CB87E}" type="presParOf" srcId="{C94FB3A5-F376-4A44-83C2-A79911CA9F77}" destId="{9FB8DBF5-7864-44F4-BC39-E698385795C0}" srcOrd="1" destOrd="0" presId="urn:microsoft.com/office/officeart/2005/8/layout/orgChart1"/>
    <dgm:cxn modelId="{53414E36-F19D-4C99-AF81-93565F1A83A1}" type="presParOf" srcId="{C94FB3A5-F376-4A44-83C2-A79911CA9F77}" destId="{B9A3F1E5-22AE-481A-B700-079CD100E0E4}" srcOrd="2" destOrd="0" presId="urn:microsoft.com/office/officeart/2005/8/layout/orgChart1"/>
    <dgm:cxn modelId="{2A86C64C-FD07-4B3D-AFAF-95F764141B42}" type="presParOf" srcId="{E4A538C1-7024-4DC7-90AB-EEFBCC858ED7}" destId="{84330A31-E4B1-4DBE-8295-7FF2B6F93947}" srcOrd="2" destOrd="0" presId="urn:microsoft.com/office/officeart/2005/8/layout/orgChart1"/>
    <dgm:cxn modelId="{FAEC43E2-C87D-41B5-ABC0-CC8A4B9604ED}" type="presParOf" srcId="{E4A538C1-7024-4DC7-90AB-EEFBCC858ED7}" destId="{B030A74C-EAC4-4E06-B773-B917FD88F6B0}" srcOrd="3" destOrd="0" presId="urn:microsoft.com/office/officeart/2005/8/layout/orgChart1"/>
    <dgm:cxn modelId="{F15E9B82-B770-44C9-B90E-E63052E5FD0B}" type="presParOf" srcId="{B030A74C-EAC4-4E06-B773-B917FD88F6B0}" destId="{94E64D73-3517-415F-9353-FA9DA513289B}" srcOrd="0" destOrd="0" presId="urn:microsoft.com/office/officeart/2005/8/layout/orgChart1"/>
    <dgm:cxn modelId="{8F26632B-82BF-476D-924E-11D94D124A93}" type="presParOf" srcId="{94E64D73-3517-415F-9353-FA9DA513289B}" destId="{821E3EC7-A6B7-46AC-8BCF-806121184152}" srcOrd="0" destOrd="0" presId="urn:microsoft.com/office/officeart/2005/8/layout/orgChart1"/>
    <dgm:cxn modelId="{AB9E7DF4-3C10-4295-8125-731D16A23571}" type="presParOf" srcId="{94E64D73-3517-415F-9353-FA9DA513289B}" destId="{485909FA-D8E2-48A7-A3D8-F9F0F5993200}" srcOrd="1" destOrd="0" presId="urn:microsoft.com/office/officeart/2005/8/layout/orgChart1"/>
    <dgm:cxn modelId="{DB04B784-F048-40E8-9EA8-430A7B98E188}" type="presParOf" srcId="{B030A74C-EAC4-4E06-B773-B917FD88F6B0}" destId="{EAD9D589-190E-4765-A5F1-3FC6DAC2DB10}" srcOrd="1" destOrd="0" presId="urn:microsoft.com/office/officeart/2005/8/layout/orgChart1"/>
    <dgm:cxn modelId="{CCAA01DA-421A-4DF7-A61C-3276E7274E6C}" type="presParOf" srcId="{B030A74C-EAC4-4E06-B773-B917FD88F6B0}" destId="{8F49FE73-9169-47B0-8E72-722235D51EA1}" srcOrd="2" destOrd="0" presId="urn:microsoft.com/office/officeart/2005/8/layout/orgChart1"/>
    <dgm:cxn modelId="{65A14171-6E7C-4320-8A87-1617C48E19DF}" type="presParOf" srcId="{4BF36BE8-74FF-4FEF-9027-0AE56F70059D}" destId="{51AB98C4-CCEE-41E2-93A7-974FD5D4B5A3}" srcOrd="2" destOrd="0" presId="urn:microsoft.com/office/officeart/2005/8/layout/orgChart1"/>
    <dgm:cxn modelId="{DC89C962-65A1-4DD0-BD0F-EFBEC03E7226}" type="presParOf" srcId="{91803398-F222-4F6F-9FB9-9EE8C12FBCC2}" destId="{A87F6928-E8F0-43AC-972A-1DA949F9B9CC}" srcOrd="2" destOrd="0" presId="urn:microsoft.com/office/officeart/2005/8/layout/orgChart1"/>
    <dgm:cxn modelId="{5814817A-88EF-415B-A6C9-D3570F6BD336}" type="presParOf" srcId="{65D6C5B1-00A1-4204-9741-CA885FE72364}" destId="{80193982-A47D-4ECB-B6F6-8F1D6A7062BB}" srcOrd="4" destOrd="0" presId="urn:microsoft.com/office/officeart/2005/8/layout/orgChart1"/>
    <dgm:cxn modelId="{EEBB2A0C-DD22-4194-838B-2C568655900E}" type="presParOf" srcId="{65D6C5B1-00A1-4204-9741-CA885FE72364}" destId="{47C7A62A-26D7-480A-862B-14A6FAE076B9}" srcOrd="5" destOrd="0" presId="urn:microsoft.com/office/officeart/2005/8/layout/orgChart1"/>
    <dgm:cxn modelId="{3FD03E47-F189-4D45-9BAD-8020F27BD577}" type="presParOf" srcId="{47C7A62A-26D7-480A-862B-14A6FAE076B9}" destId="{736E4FB8-ED38-4446-BF60-94A535EE24CA}" srcOrd="0" destOrd="0" presId="urn:microsoft.com/office/officeart/2005/8/layout/orgChart1"/>
    <dgm:cxn modelId="{BA082A5D-5AB2-43EB-A58E-1265EFD1C331}" type="presParOf" srcId="{736E4FB8-ED38-4446-BF60-94A535EE24CA}" destId="{2A36DFCF-50EA-4F73-AE79-4C68056A9760}" srcOrd="0" destOrd="0" presId="urn:microsoft.com/office/officeart/2005/8/layout/orgChart1"/>
    <dgm:cxn modelId="{7C59F2D5-BA46-4B1E-A076-B8ADD8ED8B49}" type="presParOf" srcId="{736E4FB8-ED38-4446-BF60-94A535EE24CA}" destId="{692C7E62-0620-45DB-A27F-358647ADDB69}" srcOrd="1" destOrd="0" presId="urn:microsoft.com/office/officeart/2005/8/layout/orgChart1"/>
    <dgm:cxn modelId="{85FB1917-46AC-4B38-A83B-983C87912B2A}" type="presParOf" srcId="{47C7A62A-26D7-480A-862B-14A6FAE076B9}" destId="{8917C416-59C1-4FCA-A445-2AF2CA10DE6D}" srcOrd="1" destOrd="0" presId="urn:microsoft.com/office/officeart/2005/8/layout/orgChart1"/>
    <dgm:cxn modelId="{A10CDD1F-4A90-4D3C-B927-3CA8E271FB3C}" type="presParOf" srcId="{8917C416-59C1-4FCA-A445-2AF2CA10DE6D}" destId="{6EF5DE40-A613-44B8-8873-5CB179E71291}" srcOrd="0" destOrd="0" presId="urn:microsoft.com/office/officeart/2005/8/layout/orgChart1"/>
    <dgm:cxn modelId="{E0C5ABB5-2BC5-464F-B71C-8B5C5D44204F}" type="presParOf" srcId="{8917C416-59C1-4FCA-A445-2AF2CA10DE6D}" destId="{995B743B-13E9-4FE6-AF33-CC6E0550A40F}" srcOrd="1" destOrd="0" presId="urn:microsoft.com/office/officeart/2005/8/layout/orgChart1"/>
    <dgm:cxn modelId="{16A603DF-48ED-48D0-8C73-24018E04709A}" type="presParOf" srcId="{995B743B-13E9-4FE6-AF33-CC6E0550A40F}" destId="{41598615-3668-4A43-AE8A-CD604955CD2A}" srcOrd="0" destOrd="0" presId="urn:microsoft.com/office/officeart/2005/8/layout/orgChart1"/>
    <dgm:cxn modelId="{A70DF45B-EA20-4207-9018-B8B06BF3DBDE}" type="presParOf" srcId="{41598615-3668-4A43-AE8A-CD604955CD2A}" destId="{9EA1F9B9-4D92-4870-BBD2-CB4F964CD17D}" srcOrd="0" destOrd="0" presId="urn:microsoft.com/office/officeart/2005/8/layout/orgChart1"/>
    <dgm:cxn modelId="{EC141293-CAEE-4CC9-98CA-D959F9E7B9F3}" type="presParOf" srcId="{41598615-3668-4A43-AE8A-CD604955CD2A}" destId="{F54654D8-6BF6-4CA2-A716-A88B477A9586}" srcOrd="1" destOrd="0" presId="urn:microsoft.com/office/officeart/2005/8/layout/orgChart1"/>
    <dgm:cxn modelId="{896F71BF-3393-46DE-805D-D725D185AB9D}" type="presParOf" srcId="{995B743B-13E9-4FE6-AF33-CC6E0550A40F}" destId="{F0C89A3F-BB50-41A8-B81D-7B7989B05824}" srcOrd="1" destOrd="0" presId="urn:microsoft.com/office/officeart/2005/8/layout/orgChart1"/>
    <dgm:cxn modelId="{E62A7FA3-757C-49CF-A5B0-1ECB55DFC36B}" type="presParOf" srcId="{F0C89A3F-BB50-41A8-B81D-7B7989B05824}" destId="{B104FA65-B4C0-4B7B-8F35-47D7504F3B76}" srcOrd="0" destOrd="0" presId="urn:microsoft.com/office/officeart/2005/8/layout/orgChart1"/>
    <dgm:cxn modelId="{884BAE89-C96A-4777-B89E-A3FC7A61EC27}" type="presParOf" srcId="{F0C89A3F-BB50-41A8-B81D-7B7989B05824}" destId="{5F7251BF-3067-4667-84F9-68638D50F081}" srcOrd="1" destOrd="0" presId="urn:microsoft.com/office/officeart/2005/8/layout/orgChart1"/>
    <dgm:cxn modelId="{5EAAB527-CB54-4040-B34C-5B68955DDA99}" type="presParOf" srcId="{5F7251BF-3067-4667-84F9-68638D50F081}" destId="{422B12DC-1F91-48C9-9290-016E18440677}" srcOrd="0" destOrd="0" presId="urn:microsoft.com/office/officeart/2005/8/layout/orgChart1"/>
    <dgm:cxn modelId="{5E92CA27-43C3-4400-82A5-4C476CC7DC8B}" type="presParOf" srcId="{422B12DC-1F91-48C9-9290-016E18440677}" destId="{550D8D09-93EA-4A4E-97F1-95DB55475A48}" srcOrd="0" destOrd="0" presId="urn:microsoft.com/office/officeart/2005/8/layout/orgChart1"/>
    <dgm:cxn modelId="{23407EF2-C89D-4CDB-8950-B4D2D25F78E3}" type="presParOf" srcId="{422B12DC-1F91-48C9-9290-016E18440677}" destId="{30979236-57DA-47DF-96D4-AB6AABBC538D}" srcOrd="1" destOrd="0" presId="urn:microsoft.com/office/officeart/2005/8/layout/orgChart1"/>
    <dgm:cxn modelId="{9A57477D-4F62-4B98-B994-626BA8479F1B}" type="presParOf" srcId="{5F7251BF-3067-4667-84F9-68638D50F081}" destId="{939B9510-C2F6-41B3-822A-A5BF47127E96}" srcOrd="1" destOrd="0" presId="urn:microsoft.com/office/officeart/2005/8/layout/orgChart1"/>
    <dgm:cxn modelId="{10292608-ED67-4BA0-9098-DB4E2FFD2278}" type="presParOf" srcId="{5F7251BF-3067-4667-84F9-68638D50F081}" destId="{692E8A60-CB90-424C-AFA8-2F1A403147AB}" srcOrd="2" destOrd="0" presId="urn:microsoft.com/office/officeart/2005/8/layout/orgChart1"/>
    <dgm:cxn modelId="{AB7BB502-AF38-4693-A8C4-A2B802DF912C}" type="presParOf" srcId="{F0C89A3F-BB50-41A8-B81D-7B7989B05824}" destId="{727B956F-D72C-4AE4-8D9E-D5EAAA044204}" srcOrd="2" destOrd="0" presId="urn:microsoft.com/office/officeart/2005/8/layout/orgChart1"/>
    <dgm:cxn modelId="{FAB60F79-A6A5-417F-BFFF-C71BADB777C2}" type="presParOf" srcId="{F0C89A3F-BB50-41A8-B81D-7B7989B05824}" destId="{3F0D928F-C5C6-4209-89C7-2DC22F440C9A}" srcOrd="3" destOrd="0" presId="urn:microsoft.com/office/officeart/2005/8/layout/orgChart1"/>
    <dgm:cxn modelId="{603C5A50-EB75-4105-83F4-78E49C13218F}" type="presParOf" srcId="{3F0D928F-C5C6-4209-89C7-2DC22F440C9A}" destId="{89A646BC-328E-41A9-8DF1-DCDA6CC3C425}" srcOrd="0" destOrd="0" presId="urn:microsoft.com/office/officeart/2005/8/layout/orgChart1"/>
    <dgm:cxn modelId="{23CE924A-3A61-4040-8A98-F36973373127}" type="presParOf" srcId="{89A646BC-328E-41A9-8DF1-DCDA6CC3C425}" destId="{016EC23A-2D0E-41F6-A49C-4A8A9AA629EE}" srcOrd="0" destOrd="0" presId="urn:microsoft.com/office/officeart/2005/8/layout/orgChart1"/>
    <dgm:cxn modelId="{D29298D9-350E-4803-9A83-195A8B414726}" type="presParOf" srcId="{89A646BC-328E-41A9-8DF1-DCDA6CC3C425}" destId="{CBB73073-E2BE-4561-B51B-94EBAD9E9723}" srcOrd="1" destOrd="0" presId="urn:microsoft.com/office/officeart/2005/8/layout/orgChart1"/>
    <dgm:cxn modelId="{12BC06E4-660F-4A4E-AB86-2FD91FFC7EA9}" type="presParOf" srcId="{3F0D928F-C5C6-4209-89C7-2DC22F440C9A}" destId="{A2D7CAED-0941-4B4F-8DD4-28606AD9D38D}" srcOrd="1" destOrd="0" presId="urn:microsoft.com/office/officeart/2005/8/layout/orgChart1"/>
    <dgm:cxn modelId="{D113507B-C49A-441B-BB96-16AF6F3FD753}" type="presParOf" srcId="{3F0D928F-C5C6-4209-89C7-2DC22F440C9A}" destId="{06DD9A92-3EBE-4509-A0B6-B94B2A043EB1}" srcOrd="2" destOrd="0" presId="urn:microsoft.com/office/officeart/2005/8/layout/orgChart1"/>
    <dgm:cxn modelId="{050B7A32-8A7F-4359-BCD2-9515F4DEAA8B}" type="presParOf" srcId="{995B743B-13E9-4FE6-AF33-CC6E0550A40F}" destId="{683892C0-C419-46BC-A3E0-860D73A40584}" srcOrd="2" destOrd="0" presId="urn:microsoft.com/office/officeart/2005/8/layout/orgChart1"/>
    <dgm:cxn modelId="{5DEE80A3-44B9-45F8-80AD-F1F2CEF36E6D}" type="presParOf" srcId="{8917C416-59C1-4FCA-A445-2AF2CA10DE6D}" destId="{F1396398-C9F6-48F4-AA4F-1E9F79E1591E}" srcOrd="2" destOrd="0" presId="urn:microsoft.com/office/officeart/2005/8/layout/orgChart1"/>
    <dgm:cxn modelId="{BEA524D9-012E-4436-A74E-903961468839}" type="presParOf" srcId="{8917C416-59C1-4FCA-A445-2AF2CA10DE6D}" destId="{E5126307-494E-4B84-9F19-09827FC9D874}" srcOrd="3" destOrd="0" presId="urn:microsoft.com/office/officeart/2005/8/layout/orgChart1"/>
    <dgm:cxn modelId="{1E07ADB0-092D-4172-AC54-634A8BB49A31}" type="presParOf" srcId="{E5126307-494E-4B84-9F19-09827FC9D874}" destId="{CDBA4625-BF3A-434F-ABBE-CC242A863C0C}" srcOrd="0" destOrd="0" presId="urn:microsoft.com/office/officeart/2005/8/layout/orgChart1"/>
    <dgm:cxn modelId="{CCDE3D60-7B0B-4EC2-A5F6-6ADC3EB15B71}" type="presParOf" srcId="{CDBA4625-BF3A-434F-ABBE-CC242A863C0C}" destId="{55D6CDA0-E2F8-4F44-91CF-D45B8B7CACAF}" srcOrd="0" destOrd="0" presId="urn:microsoft.com/office/officeart/2005/8/layout/orgChart1"/>
    <dgm:cxn modelId="{20264DA9-E32E-4720-BDCD-48537F286488}" type="presParOf" srcId="{CDBA4625-BF3A-434F-ABBE-CC242A863C0C}" destId="{DF812D3D-1348-45D9-861B-C0CE67CEE8DF}" srcOrd="1" destOrd="0" presId="urn:microsoft.com/office/officeart/2005/8/layout/orgChart1"/>
    <dgm:cxn modelId="{F8EF2477-A93A-48AD-BCE1-C88EFA7BE190}" type="presParOf" srcId="{E5126307-494E-4B84-9F19-09827FC9D874}" destId="{D2AC8B04-FBE8-4F82-8DC3-90F7410252E8}" srcOrd="1" destOrd="0" presId="urn:microsoft.com/office/officeart/2005/8/layout/orgChart1"/>
    <dgm:cxn modelId="{EE7E1E02-0E6C-4617-8598-BECB6655D5A9}" type="presParOf" srcId="{D2AC8B04-FBE8-4F82-8DC3-90F7410252E8}" destId="{2E6867E7-74AC-4BF1-A9FA-4AC7261C94EA}" srcOrd="0" destOrd="0" presId="urn:microsoft.com/office/officeart/2005/8/layout/orgChart1"/>
    <dgm:cxn modelId="{0E718E5F-719B-4603-A462-D164C9F6FB3B}" type="presParOf" srcId="{D2AC8B04-FBE8-4F82-8DC3-90F7410252E8}" destId="{F4FE13A6-9F02-4216-96F7-5149500E79F8}" srcOrd="1" destOrd="0" presId="urn:microsoft.com/office/officeart/2005/8/layout/orgChart1"/>
    <dgm:cxn modelId="{56FE5F19-2502-47EC-9621-AA522B1387DD}" type="presParOf" srcId="{F4FE13A6-9F02-4216-96F7-5149500E79F8}" destId="{B910A640-20F8-40CB-8C21-72D3292DAF7D}" srcOrd="0" destOrd="0" presId="urn:microsoft.com/office/officeart/2005/8/layout/orgChart1"/>
    <dgm:cxn modelId="{D9189A6E-01C1-4A8E-ABAA-E5471295AEC6}" type="presParOf" srcId="{B910A640-20F8-40CB-8C21-72D3292DAF7D}" destId="{3865DB16-34F6-41C8-ABAD-5A68CDC1E618}" srcOrd="0" destOrd="0" presId="urn:microsoft.com/office/officeart/2005/8/layout/orgChart1"/>
    <dgm:cxn modelId="{A2B028E6-8B70-4B47-8042-786F5C7D8A5E}" type="presParOf" srcId="{B910A640-20F8-40CB-8C21-72D3292DAF7D}" destId="{1002BD22-EA91-46EA-86D5-BC40AAB8FD27}" srcOrd="1" destOrd="0" presId="urn:microsoft.com/office/officeart/2005/8/layout/orgChart1"/>
    <dgm:cxn modelId="{C39C6E7D-A5FE-469B-8BB4-4CE7716C7FBC}" type="presParOf" srcId="{F4FE13A6-9F02-4216-96F7-5149500E79F8}" destId="{C18C182C-25D6-4782-AA35-57666DC65905}" srcOrd="1" destOrd="0" presId="urn:microsoft.com/office/officeart/2005/8/layout/orgChart1"/>
    <dgm:cxn modelId="{54523A00-0BBC-4000-A044-AF8CF0141BD2}" type="presParOf" srcId="{F4FE13A6-9F02-4216-96F7-5149500E79F8}" destId="{4BF485B8-AACE-48A9-A30C-D711169146EB}" srcOrd="2" destOrd="0" presId="urn:microsoft.com/office/officeart/2005/8/layout/orgChart1"/>
    <dgm:cxn modelId="{0AC7F3BC-EE3A-4C53-AB89-25FDFC6D1A4D}" type="presParOf" srcId="{D2AC8B04-FBE8-4F82-8DC3-90F7410252E8}" destId="{16D600AC-D904-45AA-A6C7-5EAC376DA718}" srcOrd="2" destOrd="0" presId="urn:microsoft.com/office/officeart/2005/8/layout/orgChart1"/>
    <dgm:cxn modelId="{79B3E833-E28E-4632-A658-DB2FC7C2676E}" type="presParOf" srcId="{D2AC8B04-FBE8-4F82-8DC3-90F7410252E8}" destId="{19997ABE-8B23-4115-8D41-E55CAF4E9A9E}" srcOrd="3" destOrd="0" presId="urn:microsoft.com/office/officeart/2005/8/layout/orgChart1"/>
    <dgm:cxn modelId="{12C9C80A-8E82-436B-8A1E-0423F8F88F81}" type="presParOf" srcId="{19997ABE-8B23-4115-8D41-E55CAF4E9A9E}" destId="{B30779DE-CD89-4193-B231-8CEF0AA2897B}" srcOrd="0" destOrd="0" presId="urn:microsoft.com/office/officeart/2005/8/layout/orgChart1"/>
    <dgm:cxn modelId="{87F55F9C-F71A-4E74-8720-6ED8E79C59E4}" type="presParOf" srcId="{B30779DE-CD89-4193-B231-8CEF0AA2897B}" destId="{0A5EED6C-F2BD-4DA1-9DA3-1CF629ED9ABF}" srcOrd="0" destOrd="0" presId="urn:microsoft.com/office/officeart/2005/8/layout/orgChart1"/>
    <dgm:cxn modelId="{F7156A8A-CC7A-479C-BD7F-07536B616DE3}" type="presParOf" srcId="{B30779DE-CD89-4193-B231-8CEF0AA2897B}" destId="{E016FB47-A545-488F-83C0-0164DBB3E565}" srcOrd="1" destOrd="0" presId="urn:microsoft.com/office/officeart/2005/8/layout/orgChart1"/>
    <dgm:cxn modelId="{5877F590-4708-4BD5-912C-F206B42BC8E9}" type="presParOf" srcId="{19997ABE-8B23-4115-8D41-E55CAF4E9A9E}" destId="{C5D3D9A3-9B9F-4B58-858C-0AE3A2824D6A}" srcOrd="1" destOrd="0" presId="urn:microsoft.com/office/officeart/2005/8/layout/orgChart1"/>
    <dgm:cxn modelId="{710E18D1-9209-4146-8C58-DC7562B0A20B}" type="presParOf" srcId="{19997ABE-8B23-4115-8D41-E55CAF4E9A9E}" destId="{DFB0B1A0-7FB2-4E96-A127-0730B3209EE1}" srcOrd="2" destOrd="0" presId="urn:microsoft.com/office/officeart/2005/8/layout/orgChart1"/>
    <dgm:cxn modelId="{B92BA03C-D8B8-4BCC-BB03-53969357039D}" type="presParOf" srcId="{E5126307-494E-4B84-9F19-09827FC9D874}" destId="{F7AAA351-ABAF-4340-BBFE-7A50D4EFAA74}" srcOrd="2" destOrd="0" presId="urn:microsoft.com/office/officeart/2005/8/layout/orgChart1"/>
    <dgm:cxn modelId="{2785873F-2E95-4455-9F76-7357E376755C}" type="presParOf" srcId="{47C7A62A-26D7-480A-862B-14A6FAE076B9}" destId="{A96D6414-3676-4A92-85D8-5DD124BA2942}" srcOrd="2" destOrd="0" presId="urn:microsoft.com/office/officeart/2005/8/layout/orgChart1"/>
    <dgm:cxn modelId="{455372F3-6D74-4C4A-8B2D-6361541F9949}" type="presParOf" srcId="{65D6C5B1-00A1-4204-9741-CA885FE72364}" destId="{B67FA171-3DC1-4B30-B97D-AAB0EE775448}" srcOrd="6" destOrd="0" presId="urn:microsoft.com/office/officeart/2005/8/layout/orgChart1"/>
    <dgm:cxn modelId="{07B3619B-C69D-4221-A8F1-E9FFE030924F}" type="presParOf" srcId="{65D6C5B1-00A1-4204-9741-CA885FE72364}" destId="{9050899D-C12D-433D-BA67-5366AE2099EB}" srcOrd="7" destOrd="0" presId="urn:microsoft.com/office/officeart/2005/8/layout/orgChart1"/>
    <dgm:cxn modelId="{2F39E5F7-3C85-467C-A825-AFA16037B3E6}" type="presParOf" srcId="{9050899D-C12D-433D-BA67-5366AE2099EB}" destId="{FA4CBB32-6DC4-463A-97E6-6F6C874672E4}" srcOrd="0" destOrd="0" presId="urn:microsoft.com/office/officeart/2005/8/layout/orgChart1"/>
    <dgm:cxn modelId="{EB6580E0-A10A-4C9D-835F-0666B4D89367}" type="presParOf" srcId="{FA4CBB32-6DC4-463A-97E6-6F6C874672E4}" destId="{858CCC95-E4CA-427E-8CC5-EA54BE327E50}" srcOrd="0" destOrd="0" presId="urn:microsoft.com/office/officeart/2005/8/layout/orgChart1"/>
    <dgm:cxn modelId="{EEEE9E0C-596A-4550-BCFF-E8CD9ECC482F}" type="presParOf" srcId="{FA4CBB32-6DC4-463A-97E6-6F6C874672E4}" destId="{6F0642B5-C6D2-460F-8B0D-117246BD79FD}" srcOrd="1" destOrd="0" presId="urn:microsoft.com/office/officeart/2005/8/layout/orgChart1"/>
    <dgm:cxn modelId="{A3ADAB9F-205A-416F-9D27-1332D8981E37}" type="presParOf" srcId="{9050899D-C12D-433D-BA67-5366AE2099EB}" destId="{212E254B-8521-46A2-8B27-60BF05F6C21C}" srcOrd="1" destOrd="0" presId="urn:microsoft.com/office/officeart/2005/8/layout/orgChart1"/>
    <dgm:cxn modelId="{FE2AD90D-4BE9-4810-8FBC-4DD7727330D8}" type="presParOf" srcId="{212E254B-8521-46A2-8B27-60BF05F6C21C}" destId="{362C6395-CDA7-4EB2-8956-CE67599F0711}" srcOrd="0" destOrd="0" presId="urn:microsoft.com/office/officeart/2005/8/layout/orgChart1"/>
    <dgm:cxn modelId="{DDB34BB9-FF1B-48E8-898E-27ECD392BA94}" type="presParOf" srcId="{212E254B-8521-46A2-8B27-60BF05F6C21C}" destId="{12FC3C31-BF70-463F-85E6-6C6DECA5ECB0}" srcOrd="1" destOrd="0" presId="urn:microsoft.com/office/officeart/2005/8/layout/orgChart1"/>
    <dgm:cxn modelId="{1509D724-C7FF-4D83-8158-3A1BF0EE4398}" type="presParOf" srcId="{12FC3C31-BF70-463F-85E6-6C6DECA5ECB0}" destId="{692356F9-16E3-4269-AC10-B48F562F6350}" srcOrd="0" destOrd="0" presId="urn:microsoft.com/office/officeart/2005/8/layout/orgChart1"/>
    <dgm:cxn modelId="{9388D1D3-A4D8-49E9-BFC1-2AA6DE7DB474}" type="presParOf" srcId="{692356F9-16E3-4269-AC10-B48F562F6350}" destId="{F5119AFF-7505-49C6-B8CC-5346C5423816}" srcOrd="0" destOrd="0" presId="urn:microsoft.com/office/officeart/2005/8/layout/orgChart1"/>
    <dgm:cxn modelId="{1728F539-EED7-4C6B-9BCE-1314BA4918CD}" type="presParOf" srcId="{692356F9-16E3-4269-AC10-B48F562F6350}" destId="{E4298F15-1B1C-4C7E-A9D9-C674AC3871A9}" srcOrd="1" destOrd="0" presId="urn:microsoft.com/office/officeart/2005/8/layout/orgChart1"/>
    <dgm:cxn modelId="{982451E0-3A25-4618-80B3-74D4E2ADB7CF}" type="presParOf" srcId="{12FC3C31-BF70-463F-85E6-6C6DECA5ECB0}" destId="{596DD6B5-721C-4365-8C70-A33DA29F2333}" srcOrd="1" destOrd="0" presId="urn:microsoft.com/office/officeart/2005/8/layout/orgChart1"/>
    <dgm:cxn modelId="{416E4280-A66E-40A7-A1F6-BF3159F6F143}" type="presParOf" srcId="{596DD6B5-721C-4365-8C70-A33DA29F2333}" destId="{109402AC-4CF6-4F22-8D6A-D3C1188B5393}" srcOrd="0" destOrd="0" presId="urn:microsoft.com/office/officeart/2005/8/layout/orgChart1"/>
    <dgm:cxn modelId="{1A23E240-B7F9-43BE-9078-3919A54A526A}" type="presParOf" srcId="{596DD6B5-721C-4365-8C70-A33DA29F2333}" destId="{FE28105F-AAFF-4966-AA84-32417214F510}" srcOrd="1" destOrd="0" presId="urn:microsoft.com/office/officeart/2005/8/layout/orgChart1"/>
    <dgm:cxn modelId="{75568D33-4CCE-4FF5-B8DC-EED10B7F3CE9}" type="presParOf" srcId="{FE28105F-AAFF-4966-AA84-32417214F510}" destId="{817482A5-22DC-49F3-9CA3-FD065E6B35CF}" srcOrd="0" destOrd="0" presId="urn:microsoft.com/office/officeart/2005/8/layout/orgChart1"/>
    <dgm:cxn modelId="{D7FA4C0E-A502-4BCF-BB25-C925AECF4CC5}" type="presParOf" srcId="{817482A5-22DC-49F3-9CA3-FD065E6B35CF}" destId="{7845EB6B-B9D0-4329-A00A-A032CFA8607F}" srcOrd="0" destOrd="0" presId="urn:microsoft.com/office/officeart/2005/8/layout/orgChart1"/>
    <dgm:cxn modelId="{5222F388-ACCA-4A43-B7F0-2D8FBD53FCF8}" type="presParOf" srcId="{817482A5-22DC-49F3-9CA3-FD065E6B35CF}" destId="{D028122C-9A8C-400D-91B3-5E431B062B11}" srcOrd="1" destOrd="0" presId="urn:microsoft.com/office/officeart/2005/8/layout/orgChart1"/>
    <dgm:cxn modelId="{A91A1825-ED5D-49AB-9765-3E8AC67287C2}" type="presParOf" srcId="{FE28105F-AAFF-4966-AA84-32417214F510}" destId="{D8068839-FC4C-47FD-9D5B-EA790A28BE59}" srcOrd="1" destOrd="0" presId="urn:microsoft.com/office/officeart/2005/8/layout/orgChart1"/>
    <dgm:cxn modelId="{48649330-2045-44C2-884A-B3F18093BB90}" type="presParOf" srcId="{FE28105F-AAFF-4966-AA84-32417214F510}" destId="{68BB8EBF-EF42-4AA7-A502-A2898DA40447}" srcOrd="2" destOrd="0" presId="urn:microsoft.com/office/officeart/2005/8/layout/orgChart1"/>
    <dgm:cxn modelId="{49ECC9A6-DB40-4B9E-BC9C-2C68FBCC5EE9}" type="presParOf" srcId="{12FC3C31-BF70-463F-85E6-6C6DECA5ECB0}" destId="{4ACA9E40-9061-4DB8-AF0E-E26B8E3C0D3A}" srcOrd="2" destOrd="0" presId="urn:microsoft.com/office/officeart/2005/8/layout/orgChart1"/>
    <dgm:cxn modelId="{10ADD8BC-1091-4989-8EED-F6F360CD25CC}" type="presParOf" srcId="{212E254B-8521-46A2-8B27-60BF05F6C21C}" destId="{BE316BAB-E484-4713-88F8-60BFB9ECB2F9}" srcOrd="2" destOrd="0" presId="urn:microsoft.com/office/officeart/2005/8/layout/orgChart1"/>
    <dgm:cxn modelId="{78B3E7A0-DF90-43F9-9EEF-42658CF0F538}" type="presParOf" srcId="{212E254B-8521-46A2-8B27-60BF05F6C21C}" destId="{235CF454-738B-405A-85CD-421FFD5C9EB4}" srcOrd="3" destOrd="0" presId="urn:microsoft.com/office/officeart/2005/8/layout/orgChart1"/>
    <dgm:cxn modelId="{71D7B336-3090-44D1-85BF-003A90AB53AB}" type="presParOf" srcId="{235CF454-738B-405A-85CD-421FFD5C9EB4}" destId="{6EA77787-3398-4DDC-B818-D55AA7CE88B1}" srcOrd="0" destOrd="0" presId="urn:microsoft.com/office/officeart/2005/8/layout/orgChart1"/>
    <dgm:cxn modelId="{2CF016D9-702C-455A-98FB-9DEC4C366BF1}" type="presParOf" srcId="{6EA77787-3398-4DDC-B818-D55AA7CE88B1}" destId="{8D4EDDFD-3F99-48DD-B17E-DED0EC8CDDD0}" srcOrd="0" destOrd="0" presId="urn:microsoft.com/office/officeart/2005/8/layout/orgChart1"/>
    <dgm:cxn modelId="{7BAD6253-59D2-440A-8CD5-D27F5CCB5961}" type="presParOf" srcId="{6EA77787-3398-4DDC-B818-D55AA7CE88B1}" destId="{71A8528D-5007-41C3-81C5-D5BBF6988692}" srcOrd="1" destOrd="0" presId="urn:microsoft.com/office/officeart/2005/8/layout/orgChart1"/>
    <dgm:cxn modelId="{A4EF4A13-4B6A-4A7D-BB72-BAC5ECF11CE5}" type="presParOf" srcId="{235CF454-738B-405A-85CD-421FFD5C9EB4}" destId="{41266EB5-6822-4380-8214-AF227CA6FBE2}" srcOrd="1" destOrd="0" presId="urn:microsoft.com/office/officeart/2005/8/layout/orgChart1"/>
    <dgm:cxn modelId="{1C911344-506F-4BC4-AD8F-862CEBFACDDB}" type="presParOf" srcId="{41266EB5-6822-4380-8214-AF227CA6FBE2}" destId="{A43EF91F-8DA5-43EF-8EB3-BB146F5BF4EF}" srcOrd="0" destOrd="0" presId="urn:microsoft.com/office/officeart/2005/8/layout/orgChart1"/>
    <dgm:cxn modelId="{99B1EA8E-7F2D-4AE1-AFEA-84A5DCCEF3D3}" type="presParOf" srcId="{41266EB5-6822-4380-8214-AF227CA6FBE2}" destId="{40E0D3DD-9B1A-422B-BD4A-8E6C3E301DC3}" srcOrd="1" destOrd="0" presId="urn:microsoft.com/office/officeart/2005/8/layout/orgChart1"/>
    <dgm:cxn modelId="{A25C5CC8-FABF-4499-A24B-3E50F178AD11}" type="presParOf" srcId="{40E0D3DD-9B1A-422B-BD4A-8E6C3E301DC3}" destId="{BA48E19B-0F9D-481F-AD1E-7CEDD78FF588}" srcOrd="0" destOrd="0" presId="urn:microsoft.com/office/officeart/2005/8/layout/orgChart1"/>
    <dgm:cxn modelId="{B54E3EAB-8A69-49F6-9653-D249370C3A53}" type="presParOf" srcId="{BA48E19B-0F9D-481F-AD1E-7CEDD78FF588}" destId="{6EE46714-DE7C-41DB-BFF7-B9C85E642D2D}" srcOrd="0" destOrd="0" presId="urn:microsoft.com/office/officeart/2005/8/layout/orgChart1"/>
    <dgm:cxn modelId="{5EFCF748-C1F0-4970-B36A-1FFD7AEFDE72}" type="presParOf" srcId="{BA48E19B-0F9D-481F-AD1E-7CEDD78FF588}" destId="{4A3DB128-2895-4B3C-A51E-CF03A0BEF216}" srcOrd="1" destOrd="0" presId="urn:microsoft.com/office/officeart/2005/8/layout/orgChart1"/>
    <dgm:cxn modelId="{03720C80-B35A-41D2-ABF9-8EA4102DC0C8}" type="presParOf" srcId="{40E0D3DD-9B1A-422B-BD4A-8E6C3E301DC3}" destId="{BD90B170-03AB-4761-B381-6689039A91D7}" srcOrd="1" destOrd="0" presId="urn:microsoft.com/office/officeart/2005/8/layout/orgChart1"/>
    <dgm:cxn modelId="{95A7401B-4CE3-423B-87CE-B677EA92CC12}" type="presParOf" srcId="{40E0D3DD-9B1A-422B-BD4A-8E6C3E301DC3}" destId="{4B14A816-4F72-4208-BF15-B15153F3E357}" srcOrd="2" destOrd="0" presId="urn:microsoft.com/office/officeart/2005/8/layout/orgChart1"/>
    <dgm:cxn modelId="{22C08DD1-059F-4FA2-A4D0-F08CE8D8778E}" type="presParOf" srcId="{41266EB5-6822-4380-8214-AF227CA6FBE2}" destId="{C213A015-EC16-4B9F-A988-FF8A7BBB88A6}" srcOrd="2" destOrd="0" presId="urn:microsoft.com/office/officeart/2005/8/layout/orgChart1"/>
    <dgm:cxn modelId="{B66CFF14-D856-4224-BB05-E05B63132ADF}" type="presParOf" srcId="{41266EB5-6822-4380-8214-AF227CA6FBE2}" destId="{C8E409F6-B69C-4B41-87EF-A9E9AF5BCB9B}" srcOrd="3" destOrd="0" presId="urn:microsoft.com/office/officeart/2005/8/layout/orgChart1"/>
    <dgm:cxn modelId="{704F185F-C80B-4EDE-AA1D-FD60B22A36F6}" type="presParOf" srcId="{C8E409F6-B69C-4B41-87EF-A9E9AF5BCB9B}" destId="{C5884F31-3884-49C7-AE8F-6D03B960CFBC}" srcOrd="0" destOrd="0" presId="urn:microsoft.com/office/officeart/2005/8/layout/orgChart1"/>
    <dgm:cxn modelId="{56C8584D-5009-4AD4-BA7C-60D5FE3EC8AB}" type="presParOf" srcId="{C5884F31-3884-49C7-AE8F-6D03B960CFBC}" destId="{23C620D9-0E46-4B77-A12F-3537A154FCBA}" srcOrd="0" destOrd="0" presId="urn:microsoft.com/office/officeart/2005/8/layout/orgChart1"/>
    <dgm:cxn modelId="{01CEE47C-FD31-49D2-AD5A-9771430D53EE}" type="presParOf" srcId="{C5884F31-3884-49C7-AE8F-6D03B960CFBC}" destId="{3347A672-0AAE-421D-9612-0367CFCB23F6}" srcOrd="1" destOrd="0" presId="urn:microsoft.com/office/officeart/2005/8/layout/orgChart1"/>
    <dgm:cxn modelId="{605137E9-A2B5-4304-880E-AB73F5FE9DAD}" type="presParOf" srcId="{C8E409F6-B69C-4B41-87EF-A9E9AF5BCB9B}" destId="{7E4EA97F-D44D-4A84-B8A6-BC873F0F6586}" srcOrd="1" destOrd="0" presId="urn:microsoft.com/office/officeart/2005/8/layout/orgChart1"/>
    <dgm:cxn modelId="{EB6596D8-6F0F-4A30-B4EC-C7E18DDB5A7B}" type="presParOf" srcId="{C8E409F6-B69C-4B41-87EF-A9E9AF5BCB9B}" destId="{82F18416-9B46-4985-91B7-8A7EE4F32A6D}" srcOrd="2" destOrd="0" presId="urn:microsoft.com/office/officeart/2005/8/layout/orgChart1"/>
    <dgm:cxn modelId="{39F03B94-D116-4BE2-AD26-4854D184344C}" type="presParOf" srcId="{235CF454-738B-405A-85CD-421FFD5C9EB4}" destId="{7737F3F5-144A-4757-A10B-63150BBE79A5}" srcOrd="2" destOrd="0" presId="urn:microsoft.com/office/officeart/2005/8/layout/orgChart1"/>
    <dgm:cxn modelId="{23B00034-5B15-4C87-85FE-E63F34C5B253}" type="presParOf" srcId="{9050899D-C12D-433D-BA67-5366AE2099EB}" destId="{EE5F734F-9F36-4C79-A3BC-220E7FAA674E}" srcOrd="2" destOrd="0" presId="urn:microsoft.com/office/officeart/2005/8/layout/orgChart1"/>
    <dgm:cxn modelId="{87AE151F-2C65-489B-B7FC-B1A5D849CAE2}" type="presParOf" srcId="{65D6C5B1-00A1-4204-9741-CA885FE72364}" destId="{BCDC2B85-A8D5-4593-867F-DC0483840EB2}" srcOrd="8" destOrd="0" presId="urn:microsoft.com/office/officeart/2005/8/layout/orgChart1"/>
    <dgm:cxn modelId="{B6E611AA-9083-42C1-9CF3-90AB66E529BF}" type="presParOf" srcId="{65D6C5B1-00A1-4204-9741-CA885FE72364}" destId="{5737F07D-3BAB-48F7-A08D-31C96ABB745A}" srcOrd="9" destOrd="0" presId="urn:microsoft.com/office/officeart/2005/8/layout/orgChart1"/>
    <dgm:cxn modelId="{1EBAEAD7-369A-4BC4-9321-3A4591F9C960}" type="presParOf" srcId="{5737F07D-3BAB-48F7-A08D-31C96ABB745A}" destId="{400E70F2-206E-4207-9BAE-AA4950AB067D}" srcOrd="0" destOrd="0" presId="urn:microsoft.com/office/officeart/2005/8/layout/orgChart1"/>
    <dgm:cxn modelId="{07420B14-CD34-49CE-B5DC-DB6806EA97EE}" type="presParOf" srcId="{400E70F2-206E-4207-9BAE-AA4950AB067D}" destId="{B6882BBA-C028-45B6-AA74-004B50941257}" srcOrd="0" destOrd="0" presId="urn:microsoft.com/office/officeart/2005/8/layout/orgChart1"/>
    <dgm:cxn modelId="{71DAC3C6-E73F-403F-AB61-6E489E0E2464}" type="presParOf" srcId="{400E70F2-206E-4207-9BAE-AA4950AB067D}" destId="{566DBE28-CF1C-4D21-A527-ACA2FA65BB5E}" srcOrd="1" destOrd="0" presId="urn:microsoft.com/office/officeart/2005/8/layout/orgChart1"/>
    <dgm:cxn modelId="{151A82ED-6609-4FE1-9882-C77BD6F0CB99}" type="presParOf" srcId="{5737F07D-3BAB-48F7-A08D-31C96ABB745A}" destId="{03CD7D9C-8C3B-4156-87BC-15BE577EF0F1}" srcOrd="1" destOrd="0" presId="urn:microsoft.com/office/officeart/2005/8/layout/orgChart1"/>
    <dgm:cxn modelId="{DCE48ACB-7456-49CA-940C-AC25457B2EC9}" type="presParOf" srcId="{03CD7D9C-8C3B-4156-87BC-15BE577EF0F1}" destId="{5489D5DD-FC37-42DE-962B-6993F423AF34}" srcOrd="0" destOrd="0" presId="urn:microsoft.com/office/officeart/2005/8/layout/orgChart1"/>
    <dgm:cxn modelId="{27B1BAB9-9A4E-43E1-9E3F-DEE1CF86E427}" type="presParOf" srcId="{03CD7D9C-8C3B-4156-87BC-15BE577EF0F1}" destId="{BA5F6171-F2F1-43FD-B8E5-B5CCA007C296}" srcOrd="1" destOrd="0" presId="urn:microsoft.com/office/officeart/2005/8/layout/orgChart1"/>
    <dgm:cxn modelId="{8F02F181-14F9-4A65-B3D1-6495660F3BBF}" type="presParOf" srcId="{BA5F6171-F2F1-43FD-B8E5-B5CCA007C296}" destId="{9310BCC2-D236-4405-9CC4-65E08969ADA7}" srcOrd="0" destOrd="0" presId="urn:microsoft.com/office/officeart/2005/8/layout/orgChart1"/>
    <dgm:cxn modelId="{80BC7AA6-9AF6-4A3F-8F3D-F51BF96B8EA1}" type="presParOf" srcId="{9310BCC2-D236-4405-9CC4-65E08969ADA7}" destId="{D27AD6E2-F859-4EE0-99E8-AC86C2B80631}" srcOrd="0" destOrd="0" presId="urn:microsoft.com/office/officeart/2005/8/layout/orgChart1"/>
    <dgm:cxn modelId="{E515AF10-4319-45AA-BCF6-090D99A8F18F}" type="presParOf" srcId="{9310BCC2-D236-4405-9CC4-65E08969ADA7}" destId="{B5B547D9-1EC6-4C68-97AC-E62BDA82905D}" srcOrd="1" destOrd="0" presId="urn:microsoft.com/office/officeart/2005/8/layout/orgChart1"/>
    <dgm:cxn modelId="{AE5A6FD0-6397-48B0-8124-B838356CE492}" type="presParOf" srcId="{BA5F6171-F2F1-43FD-B8E5-B5CCA007C296}" destId="{9BE8806E-47EF-4996-A6CC-711244C7C529}" srcOrd="1" destOrd="0" presId="urn:microsoft.com/office/officeart/2005/8/layout/orgChart1"/>
    <dgm:cxn modelId="{BBD35E9E-E3E3-481C-86C0-69E76B69751F}" type="presParOf" srcId="{9BE8806E-47EF-4996-A6CC-711244C7C529}" destId="{3F275E6C-EF52-44B6-A1FE-02C759FE80EB}" srcOrd="0" destOrd="0" presId="urn:microsoft.com/office/officeart/2005/8/layout/orgChart1"/>
    <dgm:cxn modelId="{50BFF17E-4DC8-4555-9098-B3A39345F1F1}" type="presParOf" srcId="{9BE8806E-47EF-4996-A6CC-711244C7C529}" destId="{38E28F90-9147-4454-ACA9-26C25A166647}" srcOrd="1" destOrd="0" presId="urn:microsoft.com/office/officeart/2005/8/layout/orgChart1"/>
    <dgm:cxn modelId="{0481FDB2-132B-421F-A36B-D6C5BF3E62B5}" type="presParOf" srcId="{38E28F90-9147-4454-ACA9-26C25A166647}" destId="{F2F68809-52F8-4638-9C48-524C58408B9D}" srcOrd="0" destOrd="0" presId="urn:microsoft.com/office/officeart/2005/8/layout/orgChart1"/>
    <dgm:cxn modelId="{8A9777EA-3E6C-4D76-A66B-6C8704F4724E}" type="presParOf" srcId="{F2F68809-52F8-4638-9C48-524C58408B9D}" destId="{ED8C2754-99A8-4ED1-BB55-3C2EFFCC0D21}" srcOrd="0" destOrd="0" presId="urn:microsoft.com/office/officeart/2005/8/layout/orgChart1"/>
    <dgm:cxn modelId="{5463C6EB-F646-4D96-84EC-CC37E4E3C1F1}" type="presParOf" srcId="{F2F68809-52F8-4638-9C48-524C58408B9D}" destId="{83DC080B-07F6-4C80-8867-801273870E8D}" srcOrd="1" destOrd="0" presId="urn:microsoft.com/office/officeart/2005/8/layout/orgChart1"/>
    <dgm:cxn modelId="{B315A6ED-9621-4786-8BCA-0CEAC0EA733B}" type="presParOf" srcId="{38E28F90-9147-4454-ACA9-26C25A166647}" destId="{A000072A-B8CD-46B7-A5B4-C1AF819C612E}" srcOrd="1" destOrd="0" presId="urn:microsoft.com/office/officeart/2005/8/layout/orgChart1"/>
    <dgm:cxn modelId="{9C2BCF4D-563F-42DC-95F3-843983A0AA6C}" type="presParOf" srcId="{38E28F90-9147-4454-ACA9-26C25A166647}" destId="{0C1A2FD9-ADE7-474A-9178-0403F08F3C3B}" srcOrd="2" destOrd="0" presId="urn:microsoft.com/office/officeart/2005/8/layout/orgChart1"/>
    <dgm:cxn modelId="{B7AACF5A-686B-48D7-8DDE-54D0033FABB4}" type="presParOf" srcId="{BA5F6171-F2F1-43FD-B8E5-B5CCA007C296}" destId="{79A93CA2-F414-43B6-B79D-28829BC2FEA2}" srcOrd="2" destOrd="0" presId="urn:microsoft.com/office/officeart/2005/8/layout/orgChart1"/>
    <dgm:cxn modelId="{4A10C75D-2279-4404-9088-B40846109823}" type="presParOf" srcId="{5737F07D-3BAB-48F7-A08D-31C96ABB745A}" destId="{FD21FF1C-F2CA-4171-8B6E-255BBCDFCAB3}" srcOrd="2" destOrd="0" presId="urn:microsoft.com/office/officeart/2005/8/layout/orgChart1"/>
    <dgm:cxn modelId="{0C948CDF-5A93-485A-B77B-A06F48FEA168}" type="presParOf" srcId="{90DD1432-594A-402F-BA90-BF3AD7D3805E}" destId="{A3AAC15C-000A-445D-B4DF-8F50490B99CA}" srcOrd="2" destOrd="0" presId="urn:microsoft.com/office/officeart/2005/8/layout/orgChart1"/>
    <dgm:cxn modelId="{2963AB4D-FB24-46FE-A7A7-32900343631F}" type="presParOf" srcId="{A3AAC15C-000A-445D-B4DF-8F50490B99CA}" destId="{01FCC5DE-953D-45EF-870D-C0058B9C2A2D}" srcOrd="0" destOrd="0" presId="urn:microsoft.com/office/officeart/2005/8/layout/orgChart1"/>
    <dgm:cxn modelId="{4A815EF0-C90C-4A81-A864-5F71F3CBE589}" type="presParOf" srcId="{A3AAC15C-000A-445D-B4DF-8F50490B99CA}" destId="{25A86FC3-E120-4524-8B6C-AE9B28B086C5}" srcOrd="1" destOrd="0" presId="urn:microsoft.com/office/officeart/2005/8/layout/orgChart1"/>
    <dgm:cxn modelId="{98DDD877-F1AD-4590-8DA7-127AEF4AA08D}" type="presParOf" srcId="{25A86FC3-E120-4524-8B6C-AE9B28B086C5}" destId="{92B8DD9A-017A-48D0-A17E-C1CBA09059DA}" srcOrd="0" destOrd="0" presId="urn:microsoft.com/office/officeart/2005/8/layout/orgChart1"/>
    <dgm:cxn modelId="{C4889758-7C72-49F2-A88A-D948E8533738}" type="presParOf" srcId="{92B8DD9A-017A-48D0-A17E-C1CBA09059DA}" destId="{F30659AE-7A69-44B1-83F3-927304C3259F}" srcOrd="0" destOrd="0" presId="urn:microsoft.com/office/officeart/2005/8/layout/orgChart1"/>
    <dgm:cxn modelId="{34C97666-45F5-4D30-AE37-39E7F9F99A6E}" type="presParOf" srcId="{92B8DD9A-017A-48D0-A17E-C1CBA09059DA}" destId="{C40034A6-CC62-4B0D-91D5-F5228C1904DD}" srcOrd="1" destOrd="0" presId="urn:microsoft.com/office/officeart/2005/8/layout/orgChart1"/>
    <dgm:cxn modelId="{84DB9A20-6E14-42B1-8BAE-1350119D1BE3}" type="presParOf" srcId="{25A86FC3-E120-4524-8B6C-AE9B28B086C5}" destId="{16051688-6FEA-4F77-98B9-1CB3707E07CE}" srcOrd="1" destOrd="0" presId="urn:microsoft.com/office/officeart/2005/8/layout/orgChart1"/>
    <dgm:cxn modelId="{867E1F77-6F28-4C5B-AAE1-317319EE7EE0}" type="presParOf" srcId="{25A86FC3-E120-4524-8B6C-AE9B28B086C5}" destId="{B92E9F73-3719-44FB-8FB2-4292484BC6DD}" srcOrd="2" destOrd="0" presId="urn:microsoft.com/office/officeart/2005/8/layout/orgChart1"/>
    <dgm:cxn modelId="{3D3ACF2E-2025-45E5-A9B4-4A1DCAD14ABC}" type="presParOf" srcId="{A3AAC15C-000A-445D-B4DF-8F50490B99CA}" destId="{1DCE9C18-8974-4B7C-A940-26941AA91D93}" srcOrd="2" destOrd="0" presId="urn:microsoft.com/office/officeart/2005/8/layout/orgChart1"/>
    <dgm:cxn modelId="{C2692A01-762A-40A2-93C7-62C1740427A6}" type="presParOf" srcId="{A3AAC15C-000A-445D-B4DF-8F50490B99CA}" destId="{8261E3F4-FE6A-4CB3-8E98-649D7B300B8D}" srcOrd="3" destOrd="0" presId="urn:microsoft.com/office/officeart/2005/8/layout/orgChart1"/>
    <dgm:cxn modelId="{12CBA8DA-7550-4812-A39F-94360394D2D7}" type="presParOf" srcId="{8261E3F4-FE6A-4CB3-8E98-649D7B300B8D}" destId="{F9B5CF14-57F9-45B0-AD16-06CC3A306A4F}" srcOrd="0" destOrd="0" presId="urn:microsoft.com/office/officeart/2005/8/layout/orgChart1"/>
    <dgm:cxn modelId="{346D75F0-1DD1-4E02-973D-D51549CFB5EE}" type="presParOf" srcId="{F9B5CF14-57F9-45B0-AD16-06CC3A306A4F}" destId="{FCE28ADB-3E74-406D-8169-E1CAC97312F9}" srcOrd="0" destOrd="0" presId="urn:microsoft.com/office/officeart/2005/8/layout/orgChart1"/>
    <dgm:cxn modelId="{D64CDC14-FD8C-4BDF-A706-CF591A6BD1E2}" type="presParOf" srcId="{F9B5CF14-57F9-45B0-AD16-06CC3A306A4F}" destId="{9ECD8AA4-8069-4AD4-9261-7FCA1534D98E}" srcOrd="1" destOrd="0" presId="urn:microsoft.com/office/officeart/2005/8/layout/orgChart1"/>
    <dgm:cxn modelId="{284BEB50-5E70-46A8-9352-F68423BEBD75}" type="presParOf" srcId="{8261E3F4-FE6A-4CB3-8E98-649D7B300B8D}" destId="{38151730-760F-40F5-940C-B3AA99247A44}" srcOrd="1" destOrd="0" presId="urn:microsoft.com/office/officeart/2005/8/layout/orgChart1"/>
    <dgm:cxn modelId="{AADDFF18-E4A4-4941-94D4-4AB6762884AD}" type="presParOf" srcId="{8261E3F4-FE6A-4CB3-8E98-649D7B300B8D}" destId="{FD79C667-0B12-432D-B9D1-A5986E2E8EA3}" srcOrd="2" destOrd="0" presId="urn:microsoft.com/office/officeart/2005/8/layout/orgChart1"/>
    <dgm:cxn modelId="{9BCAC65B-D6FA-4E97-AF78-1FD7ECAFE3BF}" type="presParOf" srcId="{A3AAC15C-000A-445D-B4DF-8F50490B99CA}" destId="{75BC911E-AAFB-4699-9CB1-11568064295C}" srcOrd="4" destOrd="0" presId="urn:microsoft.com/office/officeart/2005/8/layout/orgChart1"/>
    <dgm:cxn modelId="{E20E0964-A51B-4E31-B5E1-6606AA5B30D5}" type="presParOf" srcId="{A3AAC15C-000A-445D-B4DF-8F50490B99CA}" destId="{AC70EE8A-7AFE-4476-A596-680DF94CC1B8}" srcOrd="5" destOrd="0" presId="urn:microsoft.com/office/officeart/2005/8/layout/orgChart1"/>
    <dgm:cxn modelId="{DF366A96-D537-4022-953E-A1C9F6E3406E}" type="presParOf" srcId="{AC70EE8A-7AFE-4476-A596-680DF94CC1B8}" destId="{D5A8E334-46C2-4435-80F6-0473D69CCF9A}" srcOrd="0" destOrd="0" presId="urn:microsoft.com/office/officeart/2005/8/layout/orgChart1"/>
    <dgm:cxn modelId="{BA3FDA22-F707-4D63-B17B-810C45039E38}" type="presParOf" srcId="{D5A8E334-46C2-4435-80F6-0473D69CCF9A}" destId="{45B51ECD-8BA0-4E24-BCBD-CCC219EF15EA}" srcOrd="0" destOrd="0" presId="urn:microsoft.com/office/officeart/2005/8/layout/orgChart1"/>
    <dgm:cxn modelId="{3D976C78-42A1-4C66-B5D1-E9E759C0E621}" type="presParOf" srcId="{D5A8E334-46C2-4435-80F6-0473D69CCF9A}" destId="{D8C39E6E-1AD5-4512-B827-F8BE9D11B45A}" srcOrd="1" destOrd="0" presId="urn:microsoft.com/office/officeart/2005/8/layout/orgChart1"/>
    <dgm:cxn modelId="{28E4325C-3A95-48A0-89D4-8BC77FD65D4D}" type="presParOf" srcId="{AC70EE8A-7AFE-4476-A596-680DF94CC1B8}" destId="{944EBE24-A955-40E3-A582-E9EFAE80F143}" srcOrd="1" destOrd="0" presId="urn:microsoft.com/office/officeart/2005/8/layout/orgChart1"/>
    <dgm:cxn modelId="{D6000D3D-DBDB-473B-9090-2491FB7DD6C8}" type="presParOf" srcId="{AC70EE8A-7AFE-4476-A596-680DF94CC1B8}" destId="{B07094F5-EE99-4429-82E0-50FA34AE142B}"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BEA68D6-E158-4934-BAF2-CD3B153353BA}" type="doc">
      <dgm:prSet loTypeId="urn:microsoft.com/office/officeart/2005/8/layout/orgChart1" loCatId="hierarchy" qsTypeId="urn:microsoft.com/office/officeart/2005/8/quickstyle/simple2" qsCatId="simple" csTypeId="urn:microsoft.com/office/officeart/2005/8/colors/accent0_3" csCatId="mainScheme" phldr="1"/>
      <dgm:spPr/>
      <dgm:t>
        <a:bodyPr/>
        <a:lstStyle/>
        <a:p>
          <a:endParaRPr lang="en-AU"/>
        </a:p>
      </dgm:t>
    </dgm:pt>
    <dgm:pt modelId="{10A0EA3D-3AD4-4A16-AC66-3525B6400D15}">
      <dgm:prSet phldrT="[Text]" phldr="0" custT="1"/>
      <dgm:spPr>
        <a:solidFill>
          <a:srgbClr val="002060"/>
        </a:solidFill>
      </dgm:spPr>
      <dgm:t>
        <a:bodyPr/>
        <a:lstStyle/>
        <a:p>
          <a:r>
            <a:rPr lang="en-AU" sz="2400"/>
            <a:t>Registration and Vehicles</a:t>
          </a:r>
        </a:p>
      </dgm:t>
    </dgm:pt>
    <dgm:pt modelId="{C9D49A3E-3F67-4AE3-9FDA-6F9BB1AF9BD8}" type="parTrans" cxnId="{16F7F54E-B0C2-4129-B92D-8DE372385E3B}">
      <dgm:prSet/>
      <dgm:spPr/>
      <dgm:t>
        <a:bodyPr/>
        <a:lstStyle/>
        <a:p>
          <a:endParaRPr lang="en-AU"/>
        </a:p>
      </dgm:t>
    </dgm:pt>
    <dgm:pt modelId="{E0ACF1AB-2B68-4A49-8ADA-3E481ED4AF09}" type="sibTrans" cxnId="{16F7F54E-B0C2-4129-B92D-8DE372385E3B}">
      <dgm:prSet/>
      <dgm:spPr/>
      <dgm:t>
        <a:bodyPr/>
        <a:lstStyle/>
        <a:p>
          <a:endParaRPr lang="en-AU"/>
        </a:p>
      </dgm:t>
    </dgm:pt>
    <dgm:pt modelId="{92162928-B373-4802-B988-4C318FAE4B4C}">
      <dgm:prSet phldrT="[Text]" phldr="0"/>
      <dgm:spPr>
        <a:solidFill>
          <a:schemeClr val="accent5">
            <a:lumMod val="40000"/>
            <a:lumOff val="60000"/>
          </a:schemeClr>
        </a:solidFill>
      </dgm:spPr>
      <dgm:t>
        <a:bodyPr/>
        <a:lstStyle/>
        <a:p>
          <a:r>
            <a:rPr lang="en-AU"/>
            <a:t>R&amp;VM Data Governance, Model and Ownership</a:t>
          </a:r>
        </a:p>
      </dgm:t>
    </dgm:pt>
    <dgm:pt modelId="{691118F6-AAF5-40E0-AD6D-235FADC018C0}" type="parTrans" cxnId="{49A02DA8-92BB-429F-A755-417A2EC3E9B9}">
      <dgm:prSet/>
      <dgm:spPr/>
      <dgm:t>
        <a:bodyPr/>
        <a:lstStyle/>
        <a:p>
          <a:endParaRPr lang="en-AU"/>
        </a:p>
      </dgm:t>
    </dgm:pt>
    <dgm:pt modelId="{7F58E25C-EE12-4CC1-9C39-BC755918B106}" type="sibTrans" cxnId="{49A02DA8-92BB-429F-A755-417A2EC3E9B9}">
      <dgm:prSet/>
      <dgm:spPr/>
      <dgm:t>
        <a:bodyPr/>
        <a:lstStyle/>
        <a:p>
          <a:endParaRPr lang="en-AU"/>
        </a:p>
      </dgm:t>
    </dgm:pt>
    <dgm:pt modelId="{0F02B370-286F-4E1B-80A8-B2AD40265B7C}">
      <dgm:prSet/>
      <dgm:spPr>
        <a:solidFill>
          <a:schemeClr val="accent5">
            <a:lumMod val="40000"/>
            <a:lumOff val="60000"/>
          </a:schemeClr>
        </a:solidFill>
      </dgm:spPr>
      <dgm:t>
        <a:bodyPr/>
        <a:lstStyle/>
        <a:p>
          <a:r>
            <a:rPr lang="en-AU"/>
            <a:t>Registration Enquiry Service</a:t>
          </a:r>
        </a:p>
      </dgm:t>
    </dgm:pt>
    <dgm:pt modelId="{F967AC73-60EA-4945-AEC1-1AE5D8629C87}" type="parTrans" cxnId="{BDFC4F4B-7595-4E87-A369-BB1EF6A5A005}">
      <dgm:prSet/>
      <dgm:spPr/>
      <dgm:t>
        <a:bodyPr/>
        <a:lstStyle/>
        <a:p>
          <a:endParaRPr lang="en-AU"/>
        </a:p>
      </dgm:t>
    </dgm:pt>
    <dgm:pt modelId="{50FF85E0-74FC-459E-B8CB-53E1D88D20DF}" type="sibTrans" cxnId="{BDFC4F4B-7595-4E87-A369-BB1EF6A5A005}">
      <dgm:prSet/>
      <dgm:spPr/>
      <dgm:t>
        <a:bodyPr/>
        <a:lstStyle/>
        <a:p>
          <a:endParaRPr lang="en-AU"/>
        </a:p>
      </dgm:t>
    </dgm:pt>
    <dgm:pt modelId="{DF9E427A-F061-4D73-876E-50DFE6A2B7E5}">
      <dgm:prSet/>
      <dgm:spPr>
        <a:solidFill>
          <a:schemeClr val="accent5">
            <a:lumMod val="40000"/>
            <a:lumOff val="60000"/>
          </a:schemeClr>
        </a:solidFill>
      </dgm:spPr>
      <dgm:t>
        <a:bodyPr/>
        <a:lstStyle/>
        <a:p>
          <a:r>
            <a:rPr lang="en-AU"/>
            <a:t>Vehicle Register</a:t>
          </a:r>
        </a:p>
      </dgm:t>
    </dgm:pt>
    <dgm:pt modelId="{0A2748D7-A676-47D0-86C9-1C95FAEAC323}" type="parTrans" cxnId="{11EB690B-E4FE-4F67-AE1F-18BDE3A0C068}">
      <dgm:prSet/>
      <dgm:spPr/>
      <dgm:t>
        <a:bodyPr/>
        <a:lstStyle/>
        <a:p>
          <a:endParaRPr lang="en-AU"/>
        </a:p>
      </dgm:t>
    </dgm:pt>
    <dgm:pt modelId="{976951EB-5A6F-4FE6-946C-BA2364294F13}" type="sibTrans" cxnId="{11EB690B-E4FE-4F67-AE1F-18BDE3A0C068}">
      <dgm:prSet/>
      <dgm:spPr/>
      <dgm:t>
        <a:bodyPr/>
        <a:lstStyle/>
        <a:p>
          <a:endParaRPr lang="en-AU"/>
        </a:p>
      </dgm:t>
    </dgm:pt>
    <dgm:pt modelId="{8A1877A1-49A7-439E-89B0-3E940B08C001}">
      <dgm:prSet phldrT="[Text]" phldr="0"/>
      <dgm:spPr>
        <a:solidFill>
          <a:schemeClr val="tx2">
            <a:lumMod val="75000"/>
            <a:lumOff val="25000"/>
          </a:schemeClr>
        </a:solidFill>
      </dgm:spPr>
      <dgm:t>
        <a:bodyPr/>
        <a:lstStyle/>
        <a:p>
          <a:r>
            <a:rPr lang="en-AU"/>
            <a:t>Design</a:t>
          </a:r>
        </a:p>
      </dgm:t>
    </dgm:pt>
    <dgm:pt modelId="{29CF090A-B91B-4091-8F72-67506C11307A}" type="parTrans" cxnId="{C5CDBAE0-A381-41DA-BAAC-13769BAD8E54}">
      <dgm:prSet/>
      <dgm:spPr/>
      <dgm:t>
        <a:bodyPr/>
        <a:lstStyle/>
        <a:p>
          <a:endParaRPr lang="en-AU"/>
        </a:p>
      </dgm:t>
    </dgm:pt>
    <dgm:pt modelId="{EA090F57-EB51-48C4-8911-A91CE1A12049}" type="sibTrans" cxnId="{C5CDBAE0-A381-41DA-BAAC-13769BAD8E54}">
      <dgm:prSet/>
      <dgm:spPr/>
      <dgm:t>
        <a:bodyPr/>
        <a:lstStyle/>
        <a:p>
          <a:endParaRPr lang="en-AU"/>
        </a:p>
      </dgm:t>
    </dgm:pt>
    <dgm:pt modelId="{15D23B13-BF56-4F50-B307-A08EB36ACBF4}">
      <dgm:prSet phldrT="[Text]" phldr="0"/>
      <dgm:spPr>
        <a:solidFill>
          <a:schemeClr val="tx2">
            <a:lumMod val="75000"/>
            <a:lumOff val="25000"/>
          </a:schemeClr>
        </a:solidFill>
      </dgm:spPr>
      <dgm:t>
        <a:bodyPr/>
        <a:lstStyle/>
        <a:p>
          <a:r>
            <a:rPr lang="en-AU"/>
            <a:t>Delivery</a:t>
          </a:r>
        </a:p>
      </dgm:t>
    </dgm:pt>
    <dgm:pt modelId="{F543E64C-8AB9-41B0-B3C2-0E2ACEB9DA0F}" type="parTrans" cxnId="{798386AA-59B9-4723-A211-0B9814277C0C}">
      <dgm:prSet/>
      <dgm:spPr/>
      <dgm:t>
        <a:bodyPr/>
        <a:lstStyle/>
        <a:p>
          <a:endParaRPr lang="en-AU"/>
        </a:p>
      </dgm:t>
    </dgm:pt>
    <dgm:pt modelId="{360ADFA0-44AF-45B4-9B5F-5245B0D26D8F}" type="sibTrans" cxnId="{798386AA-59B9-4723-A211-0B9814277C0C}">
      <dgm:prSet/>
      <dgm:spPr/>
      <dgm:t>
        <a:bodyPr/>
        <a:lstStyle/>
        <a:p>
          <a:endParaRPr lang="en-AU"/>
        </a:p>
      </dgm:t>
    </dgm:pt>
    <dgm:pt modelId="{C4C27F72-3942-48C4-AB98-667F0ADE6E34}">
      <dgm:prSet phldrT="[Text]" phldr="0"/>
      <dgm:spPr>
        <a:solidFill>
          <a:schemeClr val="tx2">
            <a:lumMod val="75000"/>
            <a:lumOff val="25000"/>
          </a:schemeClr>
        </a:solidFill>
      </dgm:spPr>
      <dgm:t>
        <a:bodyPr/>
        <a:lstStyle/>
        <a:p>
          <a:r>
            <a:rPr lang="en-AU"/>
            <a:t>Discovery</a:t>
          </a:r>
        </a:p>
      </dgm:t>
    </dgm:pt>
    <dgm:pt modelId="{5FD1F8F5-D6D0-4F54-B5D5-E214AD21C9A6}" type="parTrans" cxnId="{64065324-408B-4CDE-9E37-A9A797A30426}">
      <dgm:prSet/>
      <dgm:spPr/>
      <dgm:t>
        <a:bodyPr/>
        <a:lstStyle/>
        <a:p>
          <a:endParaRPr lang="en-AU"/>
        </a:p>
      </dgm:t>
    </dgm:pt>
    <dgm:pt modelId="{B9FFDC6E-D7CC-446C-BC07-5F2BA29C5C33}" type="sibTrans" cxnId="{64065324-408B-4CDE-9E37-A9A797A30426}">
      <dgm:prSet/>
      <dgm:spPr/>
      <dgm:t>
        <a:bodyPr/>
        <a:lstStyle/>
        <a:p>
          <a:endParaRPr lang="en-AU"/>
        </a:p>
      </dgm:t>
    </dgm:pt>
    <dgm:pt modelId="{779E1891-55A0-45D2-8644-6C1641F61610}">
      <dgm:prSet phldrT="[Text]" phldr="0"/>
      <dgm:spPr>
        <a:solidFill>
          <a:schemeClr val="tx2">
            <a:lumMod val="75000"/>
            <a:lumOff val="25000"/>
          </a:schemeClr>
        </a:solidFill>
      </dgm:spPr>
      <dgm:t>
        <a:bodyPr/>
        <a:lstStyle/>
        <a:p>
          <a:r>
            <a:rPr lang="en-AU"/>
            <a:t>Discovery</a:t>
          </a:r>
        </a:p>
      </dgm:t>
    </dgm:pt>
    <dgm:pt modelId="{001927EB-556E-44F8-B096-074F8F11775E}" type="parTrans" cxnId="{1A327BDA-AFC5-4BB6-98FD-9B1BAEF98ED8}">
      <dgm:prSet/>
      <dgm:spPr/>
      <dgm:t>
        <a:bodyPr/>
        <a:lstStyle/>
        <a:p>
          <a:endParaRPr lang="en-AU"/>
        </a:p>
      </dgm:t>
    </dgm:pt>
    <dgm:pt modelId="{B5AA5C1C-9EF7-4DBF-8320-E5ED583A46F6}" type="sibTrans" cxnId="{1A327BDA-AFC5-4BB6-98FD-9B1BAEF98ED8}">
      <dgm:prSet/>
      <dgm:spPr/>
      <dgm:t>
        <a:bodyPr/>
        <a:lstStyle/>
        <a:p>
          <a:endParaRPr lang="en-AU"/>
        </a:p>
      </dgm:t>
    </dgm:pt>
    <dgm:pt modelId="{0A6D5C0B-A1BF-41BD-AA8D-43F936D399EA}">
      <dgm:prSet phldrT="[Text]" phldr="0"/>
      <dgm:spPr>
        <a:solidFill>
          <a:schemeClr val="tx2">
            <a:lumMod val="75000"/>
            <a:lumOff val="25000"/>
          </a:schemeClr>
        </a:solidFill>
      </dgm:spPr>
      <dgm:t>
        <a:bodyPr/>
        <a:lstStyle/>
        <a:p>
          <a:r>
            <a:rPr lang="en-AU"/>
            <a:t>Discovery</a:t>
          </a:r>
        </a:p>
      </dgm:t>
    </dgm:pt>
    <dgm:pt modelId="{B3C76091-5368-4912-B5FF-0AD3F30CA124}" type="parTrans" cxnId="{87395E1B-A496-443C-BC0C-25B2053B78ED}">
      <dgm:prSet/>
      <dgm:spPr/>
      <dgm:t>
        <a:bodyPr/>
        <a:lstStyle/>
        <a:p>
          <a:endParaRPr lang="en-AU"/>
        </a:p>
      </dgm:t>
    </dgm:pt>
    <dgm:pt modelId="{62F3A57E-2F5A-4157-BBE8-A7B952173FCC}" type="sibTrans" cxnId="{87395E1B-A496-443C-BC0C-25B2053B78ED}">
      <dgm:prSet/>
      <dgm:spPr/>
      <dgm:t>
        <a:bodyPr/>
        <a:lstStyle/>
        <a:p>
          <a:endParaRPr lang="en-AU"/>
        </a:p>
      </dgm:t>
    </dgm:pt>
    <dgm:pt modelId="{9DB61D50-F0AB-451D-BD44-A4B6966FFBEE}">
      <dgm:prSet phldrT="[Text]" phldr="0"/>
      <dgm:spPr>
        <a:solidFill>
          <a:schemeClr val="tx2">
            <a:lumMod val="75000"/>
            <a:lumOff val="25000"/>
          </a:schemeClr>
        </a:solidFill>
      </dgm:spPr>
      <dgm:t>
        <a:bodyPr/>
        <a:lstStyle/>
        <a:p>
          <a:r>
            <a:rPr lang="en-AU"/>
            <a:t>Design</a:t>
          </a:r>
        </a:p>
      </dgm:t>
    </dgm:pt>
    <dgm:pt modelId="{90EEE5FC-4D8C-4C57-962D-F0094DD26B86}" type="parTrans" cxnId="{7295DCC5-4768-476A-911B-BB48674CA49E}">
      <dgm:prSet/>
      <dgm:spPr/>
      <dgm:t>
        <a:bodyPr/>
        <a:lstStyle/>
        <a:p>
          <a:endParaRPr lang="en-AU"/>
        </a:p>
      </dgm:t>
    </dgm:pt>
    <dgm:pt modelId="{9C3DFA2C-DC22-44D0-97C1-EE2870DC75F0}" type="sibTrans" cxnId="{7295DCC5-4768-476A-911B-BB48674CA49E}">
      <dgm:prSet/>
      <dgm:spPr/>
      <dgm:t>
        <a:bodyPr/>
        <a:lstStyle/>
        <a:p>
          <a:endParaRPr lang="en-AU"/>
        </a:p>
      </dgm:t>
    </dgm:pt>
    <dgm:pt modelId="{619CD40E-E239-4DB9-A9C1-DB44653BF638}">
      <dgm:prSet phldrT="[Text]" phldr="0"/>
      <dgm:spPr>
        <a:solidFill>
          <a:schemeClr val="tx2">
            <a:lumMod val="75000"/>
            <a:lumOff val="25000"/>
          </a:schemeClr>
        </a:solidFill>
      </dgm:spPr>
      <dgm:t>
        <a:bodyPr/>
        <a:lstStyle/>
        <a:p>
          <a:r>
            <a:rPr lang="en-AU"/>
            <a:t>Delivery</a:t>
          </a:r>
        </a:p>
      </dgm:t>
    </dgm:pt>
    <dgm:pt modelId="{FE236F9A-75BA-482D-B3FC-91E9E4B12C5E}" type="parTrans" cxnId="{CD9E9FB3-6B6F-4DEE-AF01-6A34A62406A7}">
      <dgm:prSet/>
      <dgm:spPr/>
      <dgm:t>
        <a:bodyPr/>
        <a:lstStyle/>
        <a:p>
          <a:endParaRPr lang="en-AU"/>
        </a:p>
      </dgm:t>
    </dgm:pt>
    <dgm:pt modelId="{9F1CDB29-7FF5-43ED-801E-181521B0C4C9}" type="sibTrans" cxnId="{CD9E9FB3-6B6F-4DEE-AF01-6A34A62406A7}">
      <dgm:prSet/>
      <dgm:spPr/>
      <dgm:t>
        <a:bodyPr/>
        <a:lstStyle/>
        <a:p>
          <a:endParaRPr lang="en-AU"/>
        </a:p>
      </dgm:t>
    </dgm:pt>
    <dgm:pt modelId="{A0B5D4F5-1861-4EC2-8B39-FC646F6981B1}">
      <dgm:prSet phldrT="[Text]" phldr="0"/>
      <dgm:spPr>
        <a:solidFill>
          <a:schemeClr val="tx2">
            <a:lumMod val="75000"/>
            <a:lumOff val="25000"/>
          </a:schemeClr>
        </a:solidFill>
      </dgm:spPr>
      <dgm:t>
        <a:bodyPr/>
        <a:lstStyle/>
        <a:p>
          <a:r>
            <a:rPr lang="en-AU"/>
            <a:t>Design</a:t>
          </a:r>
        </a:p>
      </dgm:t>
    </dgm:pt>
    <dgm:pt modelId="{5FA1CA90-4F5B-4DC0-ADA1-F4088A80872D}" type="parTrans" cxnId="{A36DC201-5465-4803-BACC-0CD0000D1940}">
      <dgm:prSet/>
      <dgm:spPr/>
      <dgm:t>
        <a:bodyPr/>
        <a:lstStyle/>
        <a:p>
          <a:endParaRPr lang="en-AU"/>
        </a:p>
      </dgm:t>
    </dgm:pt>
    <dgm:pt modelId="{918A892D-DC2F-4BBA-BDEA-236244686D26}" type="sibTrans" cxnId="{A36DC201-5465-4803-BACC-0CD0000D1940}">
      <dgm:prSet/>
      <dgm:spPr/>
      <dgm:t>
        <a:bodyPr/>
        <a:lstStyle/>
        <a:p>
          <a:endParaRPr lang="en-AU"/>
        </a:p>
      </dgm:t>
    </dgm:pt>
    <dgm:pt modelId="{96AC50D7-F045-4592-8D2D-08ED33183561}">
      <dgm:prSet phldrT="[Text]" phldr="0"/>
      <dgm:spPr>
        <a:solidFill>
          <a:schemeClr val="tx2">
            <a:lumMod val="75000"/>
            <a:lumOff val="25000"/>
          </a:schemeClr>
        </a:solidFill>
      </dgm:spPr>
      <dgm:t>
        <a:bodyPr/>
        <a:lstStyle/>
        <a:p>
          <a:r>
            <a:rPr lang="en-AU" dirty="0"/>
            <a:t>Delivery</a:t>
          </a:r>
        </a:p>
      </dgm:t>
    </dgm:pt>
    <dgm:pt modelId="{DD34E21E-0CBE-4E75-A621-883BAFE7B8CC}" type="parTrans" cxnId="{7B0634DD-3697-46ED-B824-3BB8D2E072FD}">
      <dgm:prSet/>
      <dgm:spPr/>
      <dgm:t>
        <a:bodyPr/>
        <a:lstStyle/>
        <a:p>
          <a:endParaRPr lang="en-AU"/>
        </a:p>
      </dgm:t>
    </dgm:pt>
    <dgm:pt modelId="{8C9BFB24-2E51-49AF-879C-C308C42C2420}" type="sibTrans" cxnId="{7B0634DD-3697-46ED-B824-3BB8D2E072FD}">
      <dgm:prSet/>
      <dgm:spPr/>
      <dgm:t>
        <a:bodyPr/>
        <a:lstStyle/>
        <a:p>
          <a:endParaRPr lang="en-AU"/>
        </a:p>
      </dgm:t>
    </dgm:pt>
    <dgm:pt modelId="{A79F0652-0740-422F-9599-35EE437DA5A9}">
      <dgm:prSet phldrT="[Text]" phldr="0"/>
      <dgm:spPr>
        <a:solidFill>
          <a:schemeClr val="tx2">
            <a:lumMod val="75000"/>
            <a:lumOff val="25000"/>
          </a:schemeClr>
        </a:solidFill>
      </dgm:spPr>
      <dgm:t>
        <a:bodyPr/>
        <a:lstStyle/>
        <a:p>
          <a:r>
            <a:rPr lang="en-AU" dirty="0"/>
            <a:t>Transition</a:t>
          </a:r>
        </a:p>
      </dgm:t>
    </dgm:pt>
    <dgm:pt modelId="{F74A0F29-6270-4252-BE0E-04A396622564}" type="parTrans" cxnId="{67394A82-B32F-44BD-9F0D-7F881EC0D7ED}">
      <dgm:prSet/>
      <dgm:spPr/>
      <dgm:t>
        <a:bodyPr/>
        <a:lstStyle/>
        <a:p>
          <a:endParaRPr lang="en-AU"/>
        </a:p>
      </dgm:t>
    </dgm:pt>
    <dgm:pt modelId="{5332DE09-ADE0-4E7A-A4FF-6B7C5FE41DF2}" type="sibTrans" cxnId="{67394A82-B32F-44BD-9F0D-7F881EC0D7ED}">
      <dgm:prSet/>
      <dgm:spPr/>
      <dgm:t>
        <a:bodyPr/>
        <a:lstStyle/>
        <a:p>
          <a:endParaRPr lang="en-AU"/>
        </a:p>
      </dgm:t>
    </dgm:pt>
    <dgm:pt modelId="{B45360F0-8409-49F0-A775-9850B43E3CBF}">
      <dgm:prSet phldrT="[Text]" phldr="0"/>
      <dgm:spPr>
        <a:solidFill>
          <a:schemeClr val="bg2">
            <a:lumMod val="25000"/>
          </a:schemeClr>
        </a:solidFill>
      </dgm:spPr>
      <dgm:t>
        <a:bodyPr/>
        <a:lstStyle/>
        <a:p>
          <a:r>
            <a:rPr lang="en-AU"/>
            <a:t>Business Discovery</a:t>
          </a:r>
        </a:p>
      </dgm:t>
    </dgm:pt>
    <dgm:pt modelId="{8A0DB153-501E-43B3-9B1A-2EE0C7F6DDFF}" type="parTrans" cxnId="{8CA2EF86-9A16-4E45-A625-BBDEAE76D413}">
      <dgm:prSet/>
      <dgm:spPr/>
      <dgm:t>
        <a:bodyPr/>
        <a:lstStyle/>
        <a:p>
          <a:endParaRPr lang="en-AU"/>
        </a:p>
      </dgm:t>
    </dgm:pt>
    <dgm:pt modelId="{0D7252BB-1F20-41EE-80E1-C5CD8E080BBA}" type="sibTrans" cxnId="{8CA2EF86-9A16-4E45-A625-BBDEAE76D413}">
      <dgm:prSet/>
      <dgm:spPr/>
      <dgm:t>
        <a:bodyPr/>
        <a:lstStyle/>
        <a:p>
          <a:endParaRPr lang="en-AU"/>
        </a:p>
      </dgm:t>
    </dgm:pt>
    <dgm:pt modelId="{BDAB7DF1-3B65-4C10-AE3A-B4A55DA7BB40}">
      <dgm:prSet phldrT="[Text]" phldr="0"/>
      <dgm:spPr>
        <a:solidFill>
          <a:schemeClr val="bg2">
            <a:lumMod val="75000"/>
          </a:schemeClr>
        </a:solidFill>
      </dgm:spPr>
      <dgm:t>
        <a:bodyPr/>
        <a:lstStyle/>
        <a:p>
          <a:r>
            <a:rPr lang="en-AU" dirty="0"/>
            <a:t>Current Ownership Assessment</a:t>
          </a:r>
        </a:p>
      </dgm:t>
    </dgm:pt>
    <dgm:pt modelId="{F3C72E27-C5FD-45BF-A493-01E81AABFDD9}" type="parTrans" cxnId="{465DA88B-1955-4F07-B57C-0D6180E644EC}">
      <dgm:prSet/>
      <dgm:spPr/>
      <dgm:t>
        <a:bodyPr/>
        <a:lstStyle/>
        <a:p>
          <a:endParaRPr lang="en-AU"/>
        </a:p>
      </dgm:t>
    </dgm:pt>
    <dgm:pt modelId="{01FF5131-0BBB-4FB4-BFAD-B45FA50E0D5B}" type="sibTrans" cxnId="{465DA88B-1955-4F07-B57C-0D6180E644EC}">
      <dgm:prSet/>
      <dgm:spPr/>
      <dgm:t>
        <a:bodyPr/>
        <a:lstStyle/>
        <a:p>
          <a:endParaRPr lang="en-AU"/>
        </a:p>
      </dgm:t>
    </dgm:pt>
    <dgm:pt modelId="{4EBE84E8-F6AE-4EC7-A934-C3D2C0024F12}">
      <dgm:prSet phldrT="[Text]" phldr="0"/>
      <dgm:spPr>
        <a:solidFill>
          <a:schemeClr val="bg2">
            <a:lumMod val="75000"/>
          </a:schemeClr>
        </a:solidFill>
      </dgm:spPr>
      <dgm:t>
        <a:bodyPr/>
        <a:lstStyle/>
        <a:p>
          <a:r>
            <a:rPr lang="en-AU"/>
            <a:t>Stakeholder Assessment</a:t>
          </a:r>
        </a:p>
      </dgm:t>
    </dgm:pt>
    <dgm:pt modelId="{BAE5E0BD-BD02-43A7-BC92-2497FC602173}" type="parTrans" cxnId="{C20AE88F-42E8-48BA-9B3B-B2D20A5ED3F3}">
      <dgm:prSet/>
      <dgm:spPr/>
      <dgm:t>
        <a:bodyPr/>
        <a:lstStyle/>
        <a:p>
          <a:endParaRPr lang="en-AU"/>
        </a:p>
      </dgm:t>
    </dgm:pt>
    <dgm:pt modelId="{C2AD6B5E-EBE3-476B-89BE-983E3DDE9F8C}" type="sibTrans" cxnId="{C20AE88F-42E8-48BA-9B3B-B2D20A5ED3F3}">
      <dgm:prSet/>
      <dgm:spPr/>
      <dgm:t>
        <a:bodyPr/>
        <a:lstStyle/>
        <a:p>
          <a:endParaRPr lang="en-AU"/>
        </a:p>
      </dgm:t>
    </dgm:pt>
    <dgm:pt modelId="{28E29980-B26C-44EA-8A98-42DC223F8020}">
      <dgm:prSet phldrT="[Text]" phldr="0"/>
      <dgm:spPr>
        <a:solidFill>
          <a:schemeClr val="bg2">
            <a:lumMod val="25000"/>
          </a:schemeClr>
        </a:solidFill>
      </dgm:spPr>
      <dgm:t>
        <a:bodyPr/>
        <a:lstStyle/>
        <a:p>
          <a:r>
            <a:rPr lang="en-AU"/>
            <a:t>Governance Discovery</a:t>
          </a:r>
        </a:p>
      </dgm:t>
    </dgm:pt>
    <dgm:pt modelId="{6776E12F-6372-4249-A3F8-3BEF637D9A5E}" type="parTrans" cxnId="{D7291714-9016-4361-82AB-BEF249C2D89E}">
      <dgm:prSet/>
      <dgm:spPr/>
      <dgm:t>
        <a:bodyPr/>
        <a:lstStyle/>
        <a:p>
          <a:endParaRPr lang="en-AU"/>
        </a:p>
      </dgm:t>
    </dgm:pt>
    <dgm:pt modelId="{3B43F5BF-89BD-4CD8-B29E-E9E2AB92CE8B}" type="sibTrans" cxnId="{D7291714-9016-4361-82AB-BEF249C2D89E}">
      <dgm:prSet/>
      <dgm:spPr/>
      <dgm:t>
        <a:bodyPr/>
        <a:lstStyle/>
        <a:p>
          <a:endParaRPr lang="en-AU"/>
        </a:p>
      </dgm:t>
    </dgm:pt>
    <dgm:pt modelId="{8C6998EE-0FC5-4CED-9014-B0F8EB2DB704}">
      <dgm:prSet phldrT="[Text]" phldr="0"/>
      <dgm:spPr>
        <a:solidFill>
          <a:schemeClr val="bg2">
            <a:lumMod val="75000"/>
          </a:schemeClr>
        </a:solidFill>
      </dgm:spPr>
      <dgm:t>
        <a:bodyPr/>
        <a:lstStyle/>
        <a:p>
          <a:r>
            <a:rPr lang="en-AU"/>
            <a:t>Governance Framework Assessment</a:t>
          </a:r>
        </a:p>
      </dgm:t>
    </dgm:pt>
    <dgm:pt modelId="{996756A1-147E-4E20-8B4D-C7D99D1BE296}" type="parTrans" cxnId="{B2499550-5941-41AC-8F1A-A633BA73061E}">
      <dgm:prSet/>
      <dgm:spPr/>
      <dgm:t>
        <a:bodyPr/>
        <a:lstStyle/>
        <a:p>
          <a:endParaRPr lang="en-AU"/>
        </a:p>
      </dgm:t>
    </dgm:pt>
    <dgm:pt modelId="{372696E0-8166-47D4-966C-524702AD7578}" type="sibTrans" cxnId="{B2499550-5941-41AC-8F1A-A633BA73061E}">
      <dgm:prSet/>
      <dgm:spPr/>
      <dgm:t>
        <a:bodyPr/>
        <a:lstStyle/>
        <a:p>
          <a:endParaRPr lang="en-AU"/>
        </a:p>
      </dgm:t>
    </dgm:pt>
    <dgm:pt modelId="{9B8D1FC5-25C1-414F-965A-C56C593BE5F1}">
      <dgm:prSet phldrT="[Text]" phldr="0"/>
      <dgm:spPr>
        <a:solidFill>
          <a:schemeClr val="bg2">
            <a:lumMod val="75000"/>
          </a:schemeClr>
        </a:solidFill>
      </dgm:spPr>
      <dgm:t>
        <a:bodyPr/>
        <a:lstStyle/>
        <a:p>
          <a:r>
            <a:rPr lang="en-AU"/>
            <a:t>Ownership Assessment</a:t>
          </a:r>
        </a:p>
      </dgm:t>
    </dgm:pt>
    <dgm:pt modelId="{77365515-5BCD-47DD-AD1D-03A0F8EB9797}" type="parTrans" cxnId="{3F7F2B3A-2DDE-41E0-A0BE-1B933C315929}">
      <dgm:prSet/>
      <dgm:spPr/>
      <dgm:t>
        <a:bodyPr/>
        <a:lstStyle/>
        <a:p>
          <a:endParaRPr lang="en-AU"/>
        </a:p>
      </dgm:t>
    </dgm:pt>
    <dgm:pt modelId="{CFAA0043-783D-4D31-8048-55D6EF91EFBB}" type="sibTrans" cxnId="{3F7F2B3A-2DDE-41E0-A0BE-1B933C315929}">
      <dgm:prSet/>
      <dgm:spPr/>
      <dgm:t>
        <a:bodyPr/>
        <a:lstStyle/>
        <a:p>
          <a:endParaRPr lang="en-AU"/>
        </a:p>
      </dgm:t>
    </dgm:pt>
    <dgm:pt modelId="{63328FC9-6DC4-496B-8C22-496728989863}">
      <dgm:prSet phldrT="[Text]" phldr="0"/>
      <dgm:spPr>
        <a:solidFill>
          <a:schemeClr val="bg2">
            <a:lumMod val="25000"/>
          </a:schemeClr>
        </a:solidFill>
      </dgm:spPr>
      <dgm:t>
        <a:bodyPr/>
        <a:lstStyle/>
        <a:p>
          <a:r>
            <a:rPr lang="en-AU"/>
            <a:t>Data Discovery</a:t>
          </a:r>
        </a:p>
      </dgm:t>
    </dgm:pt>
    <dgm:pt modelId="{7BC09FA8-4725-4DE3-9AB7-725863703EDC}" type="parTrans" cxnId="{235DA692-1AA6-4BCA-A77F-32B93AC89DFB}">
      <dgm:prSet/>
      <dgm:spPr/>
      <dgm:t>
        <a:bodyPr/>
        <a:lstStyle/>
        <a:p>
          <a:endParaRPr lang="en-AU"/>
        </a:p>
      </dgm:t>
    </dgm:pt>
    <dgm:pt modelId="{C828F7CF-B7C4-4EA8-B3F0-6E9C70756DAC}" type="sibTrans" cxnId="{235DA692-1AA6-4BCA-A77F-32B93AC89DFB}">
      <dgm:prSet/>
      <dgm:spPr/>
      <dgm:t>
        <a:bodyPr/>
        <a:lstStyle/>
        <a:p>
          <a:endParaRPr lang="en-AU"/>
        </a:p>
      </dgm:t>
    </dgm:pt>
    <dgm:pt modelId="{B39B1209-0F09-42AD-A8BC-145CD0185577}">
      <dgm:prSet phldrT="[Text]" phldr="0"/>
      <dgm:spPr>
        <a:solidFill>
          <a:schemeClr val="bg2">
            <a:lumMod val="75000"/>
          </a:schemeClr>
        </a:solidFill>
      </dgm:spPr>
      <dgm:t>
        <a:bodyPr/>
        <a:lstStyle/>
        <a:p>
          <a:r>
            <a:rPr lang="en-AU"/>
            <a:t>Data Asset Assessment</a:t>
          </a:r>
        </a:p>
      </dgm:t>
    </dgm:pt>
    <dgm:pt modelId="{D27C69B5-CDA8-47D8-9B9F-279259A7946A}" type="parTrans" cxnId="{BDB22B91-772B-4829-AFE5-EECB848279EF}">
      <dgm:prSet/>
      <dgm:spPr/>
      <dgm:t>
        <a:bodyPr/>
        <a:lstStyle/>
        <a:p>
          <a:endParaRPr lang="en-AU"/>
        </a:p>
      </dgm:t>
    </dgm:pt>
    <dgm:pt modelId="{943E19CD-8126-4765-BE7A-06CB6F27C11C}" type="sibTrans" cxnId="{BDB22B91-772B-4829-AFE5-EECB848279EF}">
      <dgm:prSet/>
      <dgm:spPr/>
      <dgm:t>
        <a:bodyPr/>
        <a:lstStyle/>
        <a:p>
          <a:endParaRPr lang="en-AU"/>
        </a:p>
      </dgm:t>
    </dgm:pt>
    <dgm:pt modelId="{5B7D29DF-EED0-40D2-9BD7-696C47C0FAFA}">
      <dgm:prSet phldrT="[Text]" phldr="0"/>
      <dgm:spPr>
        <a:solidFill>
          <a:schemeClr val="bg2">
            <a:lumMod val="75000"/>
          </a:schemeClr>
        </a:solidFill>
      </dgm:spPr>
      <dgm:t>
        <a:bodyPr/>
        <a:lstStyle/>
        <a:p>
          <a:r>
            <a:rPr lang="en-AU"/>
            <a:t>Data Quality Assessment</a:t>
          </a:r>
        </a:p>
      </dgm:t>
    </dgm:pt>
    <dgm:pt modelId="{F0BFF848-48CA-49AE-BCB0-1C74508D97F1}" type="parTrans" cxnId="{DDF9C77E-F3C1-4971-97B8-1173365DE826}">
      <dgm:prSet/>
      <dgm:spPr/>
      <dgm:t>
        <a:bodyPr/>
        <a:lstStyle/>
        <a:p>
          <a:endParaRPr lang="en-AU"/>
        </a:p>
      </dgm:t>
    </dgm:pt>
    <dgm:pt modelId="{7747FE61-88EF-459D-B59C-5344410778EC}" type="sibTrans" cxnId="{DDF9C77E-F3C1-4971-97B8-1173365DE826}">
      <dgm:prSet/>
      <dgm:spPr/>
      <dgm:t>
        <a:bodyPr/>
        <a:lstStyle/>
        <a:p>
          <a:endParaRPr lang="en-AU"/>
        </a:p>
      </dgm:t>
    </dgm:pt>
    <dgm:pt modelId="{A3C7098C-8E85-47CF-A3B1-B9AA2E237335}">
      <dgm:prSet phldrT="[Text]" phldr="0"/>
      <dgm:spPr>
        <a:solidFill>
          <a:schemeClr val="bg2">
            <a:lumMod val="25000"/>
          </a:schemeClr>
        </a:solidFill>
      </dgm:spPr>
      <dgm:t>
        <a:bodyPr/>
        <a:lstStyle/>
        <a:p>
          <a:r>
            <a:rPr lang="en-AU"/>
            <a:t>Governance Design</a:t>
          </a:r>
        </a:p>
      </dgm:t>
    </dgm:pt>
    <dgm:pt modelId="{DE9F45FA-7128-4095-B5FC-A043F4C6144F}" type="parTrans" cxnId="{C4F522AD-AD86-494F-ABC7-18E46EDFB5F3}">
      <dgm:prSet/>
      <dgm:spPr/>
      <dgm:t>
        <a:bodyPr/>
        <a:lstStyle/>
        <a:p>
          <a:endParaRPr lang="en-AU"/>
        </a:p>
      </dgm:t>
    </dgm:pt>
    <dgm:pt modelId="{0189BF5C-63AD-4EF7-A921-A1ADDAD5F411}" type="sibTrans" cxnId="{C4F522AD-AD86-494F-ABC7-18E46EDFB5F3}">
      <dgm:prSet/>
      <dgm:spPr/>
      <dgm:t>
        <a:bodyPr/>
        <a:lstStyle/>
        <a:p>
          <a:endParaRPr lang="en-AU"/>
        </a:p>
      </dgm:t>
    </dgm:pt>
    <dgm:pt modelId="{CA17B688-CC8F-4E83-9D5E-3C10E5770606}">
      <dgm:prSet phldrT="[Text]" phldr="0"/>
      <dgm:spPr>
        <a:solidFill>
          <a:schemeClr val="bg2">
            <a:lumMod val="75000"/>
          </a:schemeClr>
        </a:solidFill>
      </dgm:spPr>
      <dgm:t>
        <a:bodyPr/>
        <a:lstStyle/>
        <a:p>
          <a:r>
            <a:rPr lang="en-AU"/>
            <a:t>Target Governance Model</a:t>
          </a:r>
        </a:p>
      </dgm:t>
    </dgm:pt>
    <dgm:pt modelId="{5BD34017-D48F-4195-ACEA-4393C42DE30A}" type="parTrans" cxnId="{7ACBBB16-BFD4-4D64-AA82-04D2689E3C36}">
      <dgm:prSet/>
      <dgm:spPr/>
      <dgm:t>
        <a:bodyPr/>
        <a:lstStyle/>
        <a:p>
          <a:endParaRPr lang="en-AU"/>
        </a:p>
      </dgm:t>
    </dgm:pt>
    <dgm:pt modelId="{454167AA-B46C-448C-9300-1B7A312BDFB2}" type="sibTrans" cxnId="{7ACBBB16-BFD4-4D64-AA82-04D2689E3C36}">
      <dgm:prSet/>
      <dgm:spPr/>
      <dgm:t>
        <a:bodyPr/>
        <a:lstStyle/>
        <a:p>
          <a:endParaRPr lang="en-AU"/>
        </a:p>
      </dgm:t>
    </dgm:pt>
    <dgm:pt modelId="{50431D36-9E09-40F6-B7FB-E2366E215EA3}">
      <dgm:prSet phldrT="[Text]" phldr="0"/>
      <dgm:spPr>
        <a:solidFill>
          <a:schemeClr val="bg2">
            <a:lumMod val="75000"/>
          </a:schemeClr>
        </a:solidFill>
      </dgm:spPr>
      <dgm:t>
        <a:bodyPr/>
        <a:lstStyle/>
        <a:p>
          <a:r>
            <a:rPr lang="en-AU"/>
            <a:t>Ownership Framework</a:t>
          </a:r>
        </a:p>
      </dgm:t>
    </dgm:pt>
    <dgm:pt modelId="{AF9D39F5-6D42-4214-9D02-64AB1EEC506C}" type="parTrans" cxnId="{2198427C-78C6-45A1-99FA-B412F735F8E0}">
      <dgm:prSet/>
      <dgm:spPr/>
      <dgm:t>
        <a:bodyPr/>
        <a:lstStyle/>
        <a:p>
          <a:endParaRPr lang="en-AU"/>
        </a:p>
      </dgm:t>
    </dgm:pt>
    <dgm:pt modelId="{00F6657D-BA2F-4CF0-827F-F30B3B5EA435}" type="sibTrans" cxnId="{2198427C-78C6-45A1-99FA-B412F735F8E0}">
      <dgm:prSet/>
      <dgm:spPr/>
      <dgm:t>
        <a:bodyPr/>
        <a:lstStyle/>
        <a:p>
          <a:endParaRPr lang="en-AU"/>
        </a:p>
      </dgm:t>
    </dgm:pt>
    <dgm:pt modelId="{31517C3B-BFA9-4BE0-90F0-35E42EB3D1AB}">
      <dgm:prSet phldrT="[Text]" phldr="0"/>
      <dgm:spPr>
        <a:solidFill>
          <a:schemeClr val="bg2">
            <a:lumMod val="25000"/>
          </a:schemeClr>
        </a:solidFill>
      </dgm:spPr>
      <dgm:t>
        <a:bodyPr/>
        <a:lstStyle/>
        <a:p>
          <a:r>
            <a:rPr lang="en-AU"/>
            <a:t>Data Design</a:t>
          </a:r>
        </a:p>
      </dgm:t>
    </dgm:pt>
    <dgm:pt modelId="{3AB5F7B2-B3EE-4C37-A0D1-91F108E8B7AA}" type="parTrans" cxnId="{FC5596DD-18B4-4ABA-ADCB-324E2AC3727B}">
      <dgm:prSet/>
      <dgm:spPr/>
      <dgm:t>
        <a:bodyPr/>
        <a:lstStyle/>
        <a:p>
          <a:endParaRPr lang="en-AU"/>
        </a:p>
      </dgm:t>
    </dgm:pt>
    <dgm:pt modelId="{B6139D49-FA16-4FA5-B3F2-FD6597756776}" type="sibTrans" cxnId="{FC5596DD-18B4-4ABA-ADCB-324E2AC3727B}">
      <dgm:prSet/>
      <dgm:spPr/>
      <dgm:t>
        <a:bodyPr/>
        <a:lstStyle/>
        <a:p>
          <a:endParaRPr lang="en-AU"/>
        </a:p>
      </dgm:t>
    </dgm:pt>
    <dgm:pt modelId="{8988A0EE-687F-4490-AF94-C22DABDA741C}">
      <dgm:prSet phldrT="[Text]" phldr="0"/>
      <dgm:spPr>
        <a:solidFill>
          <a:schemeClr val="bg2">
            <a:lumMod val="75000"/>
          </a:schemeClr>
        </a:solidFill>
      </dgm:spPr>
      <dgm:t>
        <a:bodyPr/>
        <a:lstStyle/>
        <a:p>
          <a:r>
            <a:rPr lang="en-AU"/>
            <a:t>Data Domain Model</a:t>
          </a:r>
        </a:p>
      </dgm:t>
    </dgm:pt>
    <dgm:pt modelId="{522D1AF1-92EC-4C24-A562-78D7F7A71C05}" type="parTrans" cxnId="{73D2E9ED-9869-46BC-AFE0-97D328DD94FA}">
      <dgm:prSet/>
      <dgm:spPr/>
      <dgm:t>
        <a:bodyPr/>
        <a:lstStyle/>
        <a:p>
          <a:endParaRPr lang="en-AU"/>
        </a:p>
      </dgm:t>
    </dgm:pt>
    <dgm:pt modelId="{280F9D7E-C85A-4C1E-98D6-559D42E6991D}" type="sibTrans" cxnId="{73D2E9ED-9869-46BC-AFE0-97D328DD94FA}">
      <dgm:prSet/>
      <dgm:spPr/>
      <dgm:t>
        <a:bodyPr/>
        <a:lstStyle/>
        <a:p>
          <a:endParaRPr lang="en-AU"/>
        </a:p>
      </dgm:t>
    </dgm:pt>
    <dgm:pt modelId="{2D6FC7F7-2FBD-45F3-B17D-E90432C3DB42}">
      <dgm:prSet phldrT="[Text]" phldr="0"/>
      <dgm:spPr>
        <a:solidFill>
          <a:schemeClr val="bg2">
            <a:lumMod val="75000"/>
          </a:schemeClr>
        </a:solidFill>
      </dgm:spPr>
      <dgm:t>
        <a:bodyPr/>
        <a:lstStyle/>
        <a:p>
          <a:r>
            <a:rPr lang="en-AU"/>
            <a:t>Data Ownership Model</a:t>
          </a:r>
        </a:p>
      </dgm:t>
    </dgm:pt>
    <dgm:pt modelId="{AB8468CC-CBE4-4314-8A87-1C7E31D8812A}" type="parTrans" cxnId="{EF8B57C0-1CEE-4155-9945-D8FCA487F38E}">
      <dgm:prSet/>
      <dgm:spPr/>
      <dgm:t>
        <a:bodyPr/>
        <a:lstStyle/>
        <a:p>
          <a:endParaRPr lang="en-AU"/>
        </a:p>
      </dgm:t>
    </dgm:pt>
    <dgm:pt modelId="{BA4F3045-7CA6-429D-8FCB-9FD00106A2D9}" type="sibTrans" cxnId="{EF8B57C0-1CEE-4155-9945-D8FCA487F38E}">
      <dgm:prSet/>
      <dgm:spPr/>
      <dgm:t>
        <a:bodyPr/>
        <a:lstStyle/>
        <a:p>
          <a:endParaRPr lang="en-AU"/>
        </a:p>
      </dgm:t>
    </dgm:pt>
    <dgm:pt modelId="{772DCB4F-7240-4408-BE47-F985A6D7EABB}">
      <dgm:prSet phldrT="[Text]" phldr="0"/>
      <dgm:spPr>
        <a:solidFill>
          <a:schemeClr val="bg2">
            <a:lumMod val="75000"/>
          </a:schemeClr>
        </a:solidFill>
      </dgm:spPr>
      <dgm:t>
        <a:bodyPr/>
        <a:lstStyle/>
        <a:p>
          <a:r>
            <a:rPr lang="en-AU"/>
            <a:t>Governance Artefacts</a:t>
          </a:r>
        </a:p>
      </dgm:t>
    </dgm:pt>
    <dgm:pt modelId="{417EAA07-CB5E-4A2C-B6F5-AE91533C047A}" type="parTrans" cxnId="{CA9DF428-13E5-4FD7-9926-F8271CC85A7B}">
      <dgm:prSet/>
      <dgm:spPr/>
      <dgm:t>
        <a:bodyPr/>
        <a:lstStyle/>
        <a:p>
          <a:endParaRPr lang="en-AU"/>
        </a:p>
      </dgm:t>
    </dgm:pt>
    <dgm:pt modelId="{2D5F2100-EA53-4400-94F6-B609674E7E6C}" type="sibTrans" cxnId="{CA9DF428-13E5-4FD7-9926-F8271CC85A7B}">
      <dgm:prSet/>
      <dgm:spPr/>
      <dgm:t>
        <a:bodyPr/>
        <a:lstStyle/>
        <a:p>
          <a:endParaRPr lang="en-AU"/>
        </a:p>
      </dgm:t>
    </dgm:pt>
    <dgm:pt modelId="{5A145AFA-2DF0-49E3-97EB-17C4949C5BD0}">
      <dgm:prSet phldrT="[Text]" phldr="0"/>
      <dgm:spPr>
        <a:solidFill>
          <a:schemeClr val="bg2">
            <a:lumMod val="75000"/>
          </a:schemeClr>
        </a:solidFill>
      </dgm:spPr>
      <dgm:t>
        <a:bodyPr/>
        <a:lstStyle/>
        <a:p>
          <a:r>
            <a:rPr lang="en-AU"/>
            <a:t>Data Quality Controls</a:t>
          </a:r>
        </a:p>
      </dgm:t>
    </dgm:pt>
    <dgm:pt modelId="{9C03894E-E2CE-4728-9B7F-9AE5983C7A0B}" type="parTrans" cxnId="{4D2E145D-E699-40EB-861F-B680210E1604}">
      <dgm:prSet/>
      <dgm:spPr/>
      <dgm:t>
        <a:bodyPr/>
        <a:lstStyle/>
        <a:p>
          <a:endParaRPr lang="en-AU"/>
        </a:p>
      </dgm:t>
    </dgm:pt>
    <dgm:pt modelId="{C01F37E4-41BB-4D37-817F-D3E00272D21E}" type="sibTrans" cxnId="{4D2E145D-E699-40EB-861F-B680210E1604}">
      <dgm:prSet/>
      <dgm:spPr/>
      <dgm:t>
        <a:bodyPr/>
        <a:lstStyle/>
        <a:p>
          <a:endParaRPr lang="en-AU"/>
        </a:p>
      </dgm:t>
    </dgm:pt>
    <dgm:pt modelId="{3D2A99D5-4813-4D08-812E-AC65ADB99A8B}">
      <dgm:prSet phldrT="[Text]" phldr="0"/>
      <dgm:spPr>
        <a:solidFill>
          <a:schemeClr val="bg2">
            <a:lumMod val="75000"/>
          </a:schemeClr>
        </a:solidFill>
      </dgm:spPr>
      <dgm:t>
        <a:bodyPr/>
        <a:lstStyle/>
        <a:p>
          <a:r>
            <a:rPr lang="en-AU"/>
            <a:t>Ownership Processes</a:t>
          </a:r>
        </a:p>
      </dgm:t>
    </dgm:pt>
    <dgm:pt modelId="{EF60F891-DB0C-415D-8F73-88BB037C3F46}" type="parTrans" cxnId="{B23EB168-213B-4A61-930A-12AD93ED0DCE}">
      <dgm:prSet/>
      <dgm:spPr/>
      <dgm:t>
        <a:bodyPr/>
        <a:lstStyle/>
        <a:p>
          <a:endParaRPr lang="en-AU"/>
        </a:p>
      </dgm:t>
    </dgm:pt>
    <dgm:pt modelId="{C32671F3-BF69-4FDE-9006-50D492E11FCD}" type="sibTrans" cxnId="{B23EB168-213B-4A61-930A-12AD93ED0DCE}">
      <dgm:prSet/>
      <dgm:spPr/>
      <dgm:t>
        <a:bodyPr/>
        <a:lstStyle/>
        <a:p>
          <a:endParaRPr lang="en-AU"/>
        </a:p>
      </dgm:t>
    </dgm:pt>
    <dgm:pt modelId="{9B89DFCD-CA63-4A3B-8210-E508DD723664}">
      <dgm:prSet phldrT="[Text]" phldr="0"/>
      <dgm:spPr>
        <a:solidFill>
          <a:schemeClr val="bg2">
            <a:lumMod val="75000"/>
          </a:schemeClr>
        </a:solidFill>
      </dgm:spPr>
      <dgm:t>
        <a:bodyPr/>
        <a:lstStyle/>
        <a:p>
          <a:r>
            <a:rPr lang="en-AU" dirty="0"/>
            <a:t>Governance Adoption</a:t>
          </a:r>
        </a:p>
      </dgm:t>
    </dgm:pt>
    <dgm:pt modelId="{B8B86D17-AB19-4EAE-B55F-6D9C24152D72}" type="parTrans" cxnId="{9326648F-1F44-4228-A198-3978589E9743}">
      <dgm:prSet/>
      <dgm:spPr/>
      <dgm:t>
        <a:bodyPr/>
        <a:lstStyle/>
        <a:p>
          <a:endParaRPr lang="en-AU"/>
        </a:p>
      </dgm:t>
    </dgm:pt>
    <dgm:pt modelId="{66ECF039-5B29-4315-A299-A3619016CCE1}" type="sibTrans" cxnId="{9326648F-1F44-4228-A198-3978589E9743}">
      <dgm:prSet/>
      <dgm:spPr/>
      <dgm:t>
        <a:bodyPr/>
        <a:lstStyle/>
        <a:p>
          <a:endParaRPr lang="en-AU"/>
        </a:p>
      </dgm:t>
    </dgm:pt>
    <dgm:pt modelId="{21A71948-46B5-4860-B3BA-05D458E7ADBD}">
      <dgm:prSet phldrT="[Text]" phldr="0"/>
      <dgm:spPr>
        <a:solidFill>
          <a:schemeClr val="bg2">
            <a:lumMod val="75000"/>
          </a:schemeClr>
        </a:solidFill>
      </dgm:spPr>
      <dgm:t>
        <a:bodyPr/>
        <a:lstStyle/>
        <a:p>
          <a:r>
            <a:rPr lang="en-AU"/>
            <a:t>Monitoring Framework</a:t>
          </a:r>
        </a:p>
      </dgm:t>
    </dgm:pt>
    <dgm:pt modelId="{C86F3B37-CEEA-4DEF-A2C4-DFE8F87E9C00}" type="parTrans" cxnId="{AC70E051-F19C-4DE9-A06D-CFF0B8AB537C}">
      <dgm:prSet/>
      <dgm:spPr/>
      <dgm:t>
        <a:bodyPr/>
        <a:lstStyle/>
        <a:p>
          <a:endParaRPr lang="en-AU"/>
        </a:p>
      </dgm:t>
    </dgm:pt>
    <dgm:pt modelId="{43780AAC-5354-4567-AE2E-C7502A980B50}" type="sibTrans" cxnId="{AC70E051-F19C-4DE9-A06D-CFF0B8AB537C}">
      <dgm:prSet/>
      <dgm:spPr/>
      <dgm:t>
        <a:bodyPr/>
        <a:lstStyle/>
        <a:p>
          <a:endParaRPr lang="en-AU"/>
        </a:p>
      </dgm:t>
    </dgm:pt>
    <dgm:pt modelId="{9462EF09-FCA7-4D38-82A7-45B63AB2201A}">
      <dgm:prSet phldrT="[Text]" phldr="0"/>
      <dgm:spPr>
        <a:solidFill>
          <a:schemeClr val="tx2">
            <a:lumMod val="75000"/>
            <a:lumOff val="25000"/>
          </a:schemeClr>
        </a:solidFill>
      </dgm:spPr>
      <dgm:t>
        <a:bodyPr/>
        <a:lstStyle/>
        <a:p>
          <a:r>
            <a:rPr lang="en-AU"/>
            <a:t>Transition</a:t>
          </a:r>
        </a:p>
      </dgm:t>
    </dgm:pt>
    <dgm:pt modelId="{BFE54FAA-4976-4017-8832-D409A0505F9E}" type="parTrans" cxnId="{C45AE978-B026-4149-8A84-9301FC67A945}">
      <dgm:prSet/>
      <dgm:spPr/>
      <dgm:t>
        <a:bodyPr/>
        <a:lstStyle/>
        <a:p>
          <a:endParaRPr lang="en-AU"/>
        </a:p>
      </dgm:t>
    </dgm:pt>
    <dgm:pt modelId="{D5D7AB0C-075E-44DF-AA0C-FCC04A4240A7}" type="sibTrans" cxnId="{C45AE978-B026-4149-8A84-9301FC67A945}">
      <dgm:prSet/>
      <dgm:spPr/>
      <dgm:t>
        <a:bodyPr/>
        <a:lstStyle/>
        <a:p>
          <a:endParaRPr lang="en-AU"/>
        </a:p>
      </dgm:t>
    </dgm:pt>
    <dgm:pt modelId="{25B1D920-794E-4275-9324-14A2329F9C16}">
      <dgm:prSet phldrT="[Text]" phldr="0"/>
      <dgm:spPr>
        <a:solidFill>
          <a:schemeClr val="bg2">
            <a:lumMod val="25000"/>
          </a:schemeClr>
        </a:solidFill>
      </dgm:spPr>
      <dgm:t>
        <a:bodyPr/>
        <a:lstStyle/>
        <a:p>
          <a:r>
            <a:rPr lang="en-AU"/>
            <a:t>Customer Discovery</a:t>
          </a:r>
        </a:p>
      </dgm:t>
    </dgm:pt>
    <dgm:pt modelId="{95AE082C-DEE0-4CF8-BE25-413061F31A91}" type="parTrans" cxnId="{59A03C4A-0FC7-485B-B858-B4458665D573}">
      <dgm:prSet/>
      <dgm:spPr/>
      <dgm:t>
        <a:bodyPr/>
        <a:lstStyle/>
        <a:p>
          <a:endParaRPr lang="en-AU"/>
        </a:p>
      </dgm:t>
    </dgm:pt>
    <dgm:pt modelId="{7A683E0B-474D-44E2-9820-920D95EE36C8}" type="sibTrans" cxnId="{59A03C4A-0FC7-485B-B858-B4458665D573}">
      <dgm:prSet/>
      <dgm:spPr/>
      <dgm:t>
        <a:bodyPr/>
        <a:lstStyle/>
        <a:p>
          <a:endParaRPr lang="en-AU"/>
        </a:p>
      </dgm:t>
    </dgm:pt>
    <dgm:pt modelId="{1EC0767A-4974-42AA-9ECE-7FD4C0D422E5}">
      <dgm:prSet phldrT="[Text]" phldr="0"/>
      <dgm:spPr>
        <a:solidFill>
          <a:schemeClr val="bg2">
            <a:lumMod val="25000"/>
          </a:schemeClr>
        </a:solidFill>
      </dgm:spPr>
      <dgm:t>
        <a:bodyPr/>
        <a:lstStyle/>
        <a:p>
          <a:r>
            <a:rPr lang="en-AU"/>
            <a:t>Service Discovery</a:t>
          </a:r>
        </a:p>
      </dgm:t>
    </dgm:pt>
    <dgm:pt modelId="{39DF5860-58D1-44E3-8BF1-6964BAB8C748}" type="parTrans" cxnId="{4FDB697A-334F-459D-8C8F-97971604A292}">
      <dgm:prSet/>
      <dgm:spPr/>
      <dgm:t>
        <a:bodyPr/>
        <a:lstStyle/>
        <a:p>
          <a:endParaRPr lang="en-AU"/>
        </a:p>
      </dgm:t>
    </dgm:pt>
    <dgm:pt modelId="{66D65E03-08CA-4506-B6DB-DB585D5E62E7}" type="sibTrans" cxnId="{4FDB697A-334F-459D-8C8F-97971604A292}">
      <dgm:prSet/>
      <dgm:spPr/>
      <dgm:t>
        <a:bodyPr/>
        <a:lstStyle/>
        <a:p>
          <a:endParaRPr lang="en-AU"/>
        </a:p>
      </dgm:t>
    </dgm:pt>
    <dgm:pt modelId="{A0255BA4-9CE4-457C-8A5F-8805D1ED8E9A}">
      <dgm:prSet phldrT="[Text]" phldr="0"/>
      <dgm:spPr>
        <a:solidFill>
          <a:schemeClr val="bg2">
            <a:lumMod val="25000"/>
          </a:schemeClr>
        </a:solidFill>
      </dgm:spPr>
      <dgm:t>
        <a:bodyPr/>
        <a:lstStyle/>
        <a:p>
          <a:r>
            <a:rPr lang="en-AU"/>
            <a:t>Technical Discovery</a:t>
          </a:r>
        </a:p>
      </dgm:t>
    </dgm:pt>
    <dgm:pt modelId="{696FD61F-34BA-4035-B19F-55B965E96E64}" type="parTrans" cxnId="{6FA7651A-655F-4FE7-A688-6697D712DC76}">
      <dgm:prSet/>
      <dgm:spPr/>
      <dgm:t>
        <a:bodyPr/>
        <a:lstStyle/>
        <a:p>
          <a:endParaRPr lang="en-AU"/>
        </a:p>
      </dgm:t>
    </dgm:pt>
    <dgm:pt modelId="{9A43B786-F3DB-483C-8C20-F4D0B49B95F1}" type="sibTrans" cxnId="{6FA7651A-655F-4FE7-A688-6697D712DC76}">
      <dgm:prSet/>
      <dgm:spPr/>
      <dgm:t>
        <a:bodyPr/>
        <a:lstStyle/>
        <a:p>
          <a:endParaRPr lang="en-AU"/>
        </a:p>
      </dgm:t>
    </dgm:pt>
    <dgm:pt modelId="{EF5BC433-D542-4CE2-AB85-443F7282ACA5}">
      <dgm:prSet phldrT="[Text]" phldr="0"/>
      <dgm:spPr>
        <a:solidFill>
          <a:schemeClr val="bg2">
            <a:lumMod val="75000"/>
          </a:schemeClr>
        </a:solidFill>
      </dgm:spPr>
      <dgm:t>
        <a:bodyPr/>
        <a:lstStyle/>
        <a:p>
          <a:r>
            <a:rPr lang="en-AU"/>
            <a:t>User Needs Assessment</a:t>
          </a:r>
        </a:p>
      </dgm:t>
    </dgm:pt>
    <dgm:pt modelId="{7DE943AE-74D8-4B16-A472-69D8931F7E02}" type="parTrans" cxnId="{84F4C044-C9AA-43CD-9A75-2A46BF6B6A0C}">
      <dgm:prSet/>
      <dgm:spPr/>
      <dgm:t>
        <a:bodyPr/>
        <a:lstStyle/>
        <a:p>
          <a:endParaRPr lang="en-AU"/>
        </a:p>
      </dgm:t>
    </dgm:pt>
    <dgm:pt modelId="{417A2B5C-B878-441D-8D05-3F3B067FF231}" type="sibTrans" cxnId="{84F4C044-C9AA-43CD-9A75-2A46BF6B6A0C}">
      <dgm:prSet/>
      <dgm:spPr/>
      <dgm:t>
        <a:bodyPr/>
        <a:lstStyle/>
        <a:p>
          <a:endParaRPr lang="en-AU"/>
        </a:p>
      </dgm:t>
    </dgm:pt>
    <dgm:pt modelId="{60DDE840-A563-4F31-B4B2-9E7426A4998C}">
      <dgm:prSet phldrT="[Text]" phldr="0"/>
      <dgm:spPr>
        <a:solidFill>
          <a:schemeClr val="bg2">
            <a:lumMod val="75000"/>
          </a:schemeClr>
        </a:solidFill>
      </dgm:spPr>
      <dgm:t>
        <a:bodyPr/>
        <a:lstStyle/>
        <a:p>
          <a:r>
            <a:rPr lang="en-AU"/>
            <a:t>Journey Assessment</a:t>
          </a:r>
        </a:p>
      </dgm:t>
    </dgm:pt>
    <dgm:pt modelId="{8744CA6F-6D4F-48F9-9061-27F12E039E95}" type="parTrans" cxnId="{6612F958-38E6-4122-99DE-4221848685C5}">
      <dgm:prSet/>
      <dgm:spPr/>
      <dgm:t>
        <a:bodyPr/>
        <a:lstStyle/>
        <a:p>
          <a:endParaRPr lang="en-AU"/>
        </a:p>
      </dgm:t>
    </dgm:pt>
    <dgm:pt modelId="{BDADDD25-6144-4741-9BAB-1EDCDCF2768A}" type="sibTrans" cxnId="{6612F958-38E6-4122-99DE-4221848685C5}">
      <dgm:prSet/>
      <dgm:spPr/>
      <dgm:t>
        <a:bodyPr/>
        <a:lstStyle/>
        <a:p>
          <a:endParaRPr lang="en-AU"/>
        </a:p>
      </dgm:t>
    </dgm:pt>
    <dgm:pt modelId="{7D3D9B9F-844F-4D4B-AC1B-10B7D02B8E1B}">
      <dgm:prSet phldrT="[Text]" phldr="0"/>
      <dgm:spPr>
        <a:solidFill>
          <a:schemeClr val="bg2">
            <a:lumMod val="75000"/>
          </a:schemeClr>
        </a:solidFill>
      </dgm:spPr>
      <dgm:t>
        <a:bodyPr/>
        <a:lstStyle/>
        <a:p>
          <a:r>
            <a:rPr lang="en-AU"/>
            <a:t>Current Service Assessment</a:t>
          </a:r>
        </a:p>
      </dgm:t>
    </dgm:pt>
    <dgm:pt modelId="{51513AA7-432D-4295-B338-1D4C550AA91C}" type="parTrans" cxnId="{1316F220-D535-4AE6-8B8E-D2706F348315}">
      <dgm:prSet/>
      <dgm:spPr/>
      <dgm:t>
        <a:bodyPr/>
        <a:lstStyle/>
        <a:p>
          <a:endParaRPr lang="en-AU"/>
        </a:p>
      </dgm:t>
    </dgm:pt>
    <dgm:pt modelId="{AD74E938-DEF4-408E-8F31-6596AF7DCE86}" type="sibTrans" cxnId="{1316F220-D535-4AE6-8B8E-D2706F348315}">
      <dgm:prSet/>
      <dgm:spPr/>
      <dgm:t>
        <a:bodyPr/>
        <a:lstStyle/>
        <a:p>
          <a:endParaRPr lang="en-AU"/>
        </a:p>
      </dgm:t>
    </dgm:pt>
    <dgm:pt modelId="{C621D5C4-4FD4-4B98-B959-CB3565D0179D}">
      <dgm:prSet phldrT="[Text]" phldr="0"/>
      <dgm:spPr>
        <a:solidFill>
          <a:schemeClr val="bg2">
            <a:lumMod val="75000"/>
          </a:schemeClr>
        </a:solidFill>
      </dgm:spPr>
      <dgm:t>
        <a:bodyPr/>
        <a:lstStyle/>
        <a:p>
          <a:r>
            <a:rPr lang="en-AU"/>
            <a:t>Channel Assessment</a:t>
          </a:r>
        </a:p>
      </dgm:t>
    </dgm:pt>
    <dgm:pt modelId="{8676C44A-3430-4B8D-9BDE-5993A7D55451}" type="parTrans" cxnId="{4A4C9E44-AD62-489E-B124-6DEB7574A8EB}">
      <dgm:prSet/>
      <dgm:spPr/>
      <dgm:t>
        <a:bodyPr/>
        <a:lstStyle/>
        <a:p>
          <a:endParaRPr lang="en-AU"/>
        </a:p>
      </dgm:t>
    </dgm:pt>
    <dgm:pt modelId="{2379F731-5A49-448A-9C41-DE774D9B028D}" type="sibTrans" cxnId="{4A4C9E44-AD62-489E-B124-6DEB7574A8EB}">
      <dgm:prSet/>
      <dgm:spPr/>
      <dgm:t>
        <a:bodyPr/>
        <a:lstStyle/>
        <a:p>
          <a:endParaRPr lang="en-AU"/>
        </a:p>
      </dgm:t>
    </dgm:pt>
    <dgm:pt modelId="{A215AEE2-A58C-4A4F-B02E-9EC5ADB9F77C}">
      <dgm:prSet phldrT="[Text]" phldr="0"/>
      <dgm:spPr>
        <a:solidFill>
          <a:schemeClr val="bg2">
            <a:lumMod val="75000"/>
          </a:schemeClr>
        </a:solidFill>
      </dgm:spPr>
      <dgm:t>
        <a:bodyPr/>
        <a:lstStyle/>
        <a:p>
          <a:r>
            <a:rPr lang="en-AU"/>
            <a:t>Integration Assessment</a:t>
          </a:r>
        </a:p>
      </dgm:t>
    </dgm:pt>
    <dgm:pt modelId="{DE89BDF2-0F83-43CC-BB43-F6903CE65EFE}" type="parTrans" cxnId="{6F1672C6-02AE-43C7-B028-7E6682824D18}">
      <dgm:prSet/>
      <dgm:spPr/>
      <dgm:t>
        <a:bodyPr/>
        <a:lstStyle/>
        <a:p>
          <a:endParaRPr lang="en-AU"/>
        </a:p>
      </dgm:t>
    </dgm:pt>
    <dgm:pt modelId="{9DF14254-A61E-45D6-B0B0-32BA5CF8D7E5}" type="sibTrans" cxnId="{6F1672C6-02AE-43C7-B028-7E6682824D18}">
      <dgm:prSet/>
      <dgm:spPr/>
      <dgm:t>
        <a:bodyPr/>
        <a:lstStyle/>
        <a:p>
          <a:endParaRPr lang="en-AU"/>
        </a:p>
      </dgm:t>
    </dgm:pt>
    <dgm:pt modelId="{FB35DE3D-B9A7-4DB9-9FB9-72A1A8F9738D}">
      <dgm:prSet phldrT="[Text]" phldr="0"/>
      <dgm:spPr>
        <a:solidFill>
          <a:schemeClr val="bg2">
            <a:lumMod val="75000"/>
          </a:schemeClr>
        </a:solidFill>
      </dgm:spPr>
      <dgm:t>
        <a:bodyPr/>
        <a:lstStyle/>
        <a:p>
          <a:r>
            <a:rPr lang="en-AU"/>
            <a:t>Architecture Assessment</a:t>
          </a:r>
        </a:p>
      </dgm:t>
    </dgm:pt>
    <dgm:pt modelId="{EC30BB29-C55B-46FF-91B6-37B74BE1D5E6}" type="parTrans" cxnId="{D76F7D08-34BC-4015-9CD8-8AB28492196F}">
      <dgm:prSet/>
      <dgm:spPr/>
      <dgm:t>
        <a:bodyPr/>
        <a:lstStyle/>
        <a:p>
          <a:endParaRPr lang="en-AU"/>
        </a:p>
      </dgm:t>
    </dgm:pt>
    <dgm:pt modelId="{80E4C2B1-AEBF-4BF9-8DB2-50B392ECBF07}" type="sibTrans" cxnId="{D76F7D08-34BC-4015-9CD8-8AB28492196F}">
      <dgm:prSet/>
      <dgm:spPr/>
      <dgm:t>
        <a:bodyPr/>
        <a:lstStyle/>
        <a:p>
          <a:endParaRPr lang="en-AU"/>
        </a:p>
      </dgm:t>
    </dgm:pt>
    <dgm:pt modelId="{576DDACE-AE0C-404F-9A3F-E659CFA29FBA}">
      <dgm:prSet phldrT="[Text]" phldr="0"/>
      <dgm:spPr>
        <a:solidFill>
          <a:schemeClr val="bg2">
            <a:lumMod val="25000"/>
          </a:schemeClr>
        </a:solidFill>
      </dgm:spPr>
      <dgm:t>
        <a:bodyPr/>
        <a:lstStyle/>
        <a:p>
          <a:r>
            <a:rPr lang="en-AU"/>
            <a:t>Service Design</a:t>
          </a:r>
        </a:p>
      </dgm:t>
    </dgm:pt>
    <dgm:pt modelId="{0C8F048A-D0A5-4F17-9E04-EF3B89A1D0EF}" type="parTrans" cxnId="{B95AC030-36F6-43A7-89F5-8F830583EEB0}">
      <dgm:prSet/>
      <dgm:spPr/>
      <dgm:t>
        <a:bodyPr/>
        <a:lstStyle/>
        <a:p>
          <a:endParaRPr lang="en-AU"/>
        </a:p>
      </dgm:t>
    </dgm:pt>
    <dgm:pt modelId="{B858A5FD-5C50-4B97-A3A5-C8D0EEB66AF6}" type="sibTrans" cxnId="{B95AC030-36F6-43A7-89F5-8F830583EEB0}">
      <dgm:prSet/>
      <dgm:spPr/>
      <dgm:t>
        <a:bodyPr/>
        <a:lstStyle/>
        <a:p>
          <a:endParaRPr lang="en-AU"/>
        </a:p>
      </dgm:t>
    </dgm:pt>
    <dgm:pt modelId="{F2F4BB86-6DCA-4590-94A5-49F6354037E2}">
      <dgm:prSet phldrT="[Text]" phldr="0"/>
      <dgm:spPr>
        <a:solidFill>
          <a:schemeClr val="bg2">
            <a:lumMod val="75000"/>
          </a:schemeClr>
        </a:solidFill>
      </dgm:spPr>
      <dgm:t>
        <a:bodyPr/>
        <a:lstStyle/>
        <a:p>
          <a:r>
            <a:rPr lang="en-AU"/>
            <a:t>Future Service Model</a:t>
          </a:r>
        </a:p>
      </dgm:t>
    </dgm:pt>
    <dgm:pt modelId="{5351F97A-E67B-4B35-8C2B-EDF3C34258B3}" type="parTrans" cxnId="{3BB1C0A6-3C92-46F5-9C2E-13B6B04B0D62}">
      <dgm:prSet/>
      <dgm:spPr/>
      <dgm:t>
        <a:bodyPr/>
        <a:lstStyle/>
        <a:p>
          <a:endParaRPr lang="en-AU"/>
        </a:p>
      </dgm:t>
    </dgm:pt>
    <dgm:pt modelId="{F190C409-549B-4252-AAC2-82DF92BF3C0A}" type="sibTrans" cxnId="{3BB1C0A6-3C92-46F5-9C2E-13B6B04B0D62}">
      <dgm:prSet/>
      <dgm:spPr/>
      <dgm:t>
        <a:bodyPr/>
        <a:lstStyle/>
        <a:p>
          <a:endParaRPr lang="en-AU"/>
        </a:p>
      </dgm:t>
    </dgm:pt>
    <dgm:pt modelId="{64308AE8-DDD7-45CE-9A61-65AEF02ED528}">
      <dgm:prSet phldrT="[Text]" phldr="0"/>
      <dgm:spPr>
        <a:solidFill>
          <a:schemeClr val="bg2">
            <a:lumMod val="75000"/>
          </a:schemeClr>
        </a:solidFill>
      </dgm:spPr>
      <dgm:t>
        <a:bodyPr/>
        <a:lstStyle/>
        <a:p>
          <a:r>
            <a:rPr lang="en-AU"/>
            <a:t>Functional Requirements</a:t>
          </a:r>
        </a:p>
      </dgm:t>
    </dgm:pt>
    <dgm:pt modelId="{20252FCB-5CE8-4BB2-832F-A2B8F8F08B6D}" type="parTrans" cxnId="{60A9F5A3-2C8B-42A8-9676-F9A9F1D02B31}">
      <dgm:prSet/>
      <dgm:spPr/>
      <dgm:t>
        <a:bodyPr/>
        <a:lstStyle/>
        <a:p>
          <a:endParaRPr lang="en-AU"/>
        </a:p>
      </dgm:t>
    </dgm:pt>
    <dgm:pt modelId="{FFE73DDD-8C9D-4527-81AE-0287488C90EF}" type="sibTrans" cxnId="{60A9F5A3-2C8B-42A8-9676-F9A9F1D02B31}">
      <dgm:prSet/>
      <dgm:spPr/>
      <dgm:t>
        <a:bodyPr/>
        <a:lstStyle/>
        <a:p>
          <a:endParaRPr lang="en-AU"/>
        </a:p>
      </dgm:t>
    </dgm:pt>
    <dgm:pt modelId="{BE06CC70-9FF3-4C64-9F47-5E7D3C2460A6}">
      <dgm:prSet phldrT="[Text]" phldr="0"/>
      <dgm:spPr>
        <a:solidFill>
          <a:schemeClr val="bg2">
            <a:lumMod val="25000"/>
          </a:schemeClr>
        </a:solidFill>
      </dgm:spPr>
      <dgm:t>
        <a:bodyPr/>
        <a:lstStyle/>
        <a:p>
          <a:r>
            <a:rPr lang="en-AU"/>
            <a:t>Solution Design</a:t>
          </a:r>
        </a:p>
      </dgm:t>
    </dgm:pt>
    <dgm:pt modelId="{CA7CD5DD-7010-4AE0-B74C-B8E217BA6F22}" type="parTrans" cxnId="{10317765-AD4C-4D09-90A0-30732E1E68D7}">
      <dgm:prSet/>
      <dgm:spPr/>
      <dgm:t>
        <a:bodyPr/>
        <a:lstStyle/>
        <a:p>
          <a:endParaRPr lang="en-AU"/>
        </a:p>
      </dgm:t>
    </dgm:pt>
    <dgm:pt modelId="{9FC37349-C413-43CC-801E-B72D6DF90CEA}" type="sibTrans" cxnId="{10317765-AD4C-4D09-90A0-30732E1E68D7}">
      <dgm:prSet/>
      <dgm:spPr/>
      <dgm:t>
        <a:bodyPr/>
        <a:lstStyle/>
        <a:p>
          <a:endParaRPr lang="en-AU"/>
        </a:p>
      </dgm:t>
    </dgm:pt>
    <dgm:pt modelId="{F921E9CF-0C87-4313-9C45-34E4A05FB746}">
      <dgm:prSet phldrT="[Text]" phldr="0"/>
      <dgm:spPr>
        <a:solidFill>
          <a:schemeClr val="bg2">
            <a:lumMod val="75000"/>
          </a:schemeClr>
        </a:solidFill>
      </dgm:spPr>
      <dgm:t>
        <a:bodyPr/>
        <a:lstStyle/>
        <a:p>
          <a:r>
            <a:rPr lang="en-AU"/>
            <a:t>Technical Design</a:t>
          </a:r>
        </a:p>
      </dgm:t>
    </dgm:pt>
    <dgm:pt modelId="{17880536-2CD3-43EB-BC41-2EA38222C294}" type="parTrans" cxnId="{915DB747-6CE8-4709-A58E-55A562D17E05}">
      <dgm:prSet/>
      <dgm:spPr/>
      <dgm:t>
        <a:bodyPr/>
        <a:lstStyle/>
        <a:p>
          <a:endParaRPr lang="en-AU"/>
        </a:p>
      </dgm:t>
    </dgm:pt>
    <dgm:pt modelId="{5A2DA86E-A845-49CA-99D8-A850F5CF1EDF}" type="sibTrans" cxnId="{915DB747-6CE8-4709-A58E-55A562D17E05}">
      <dgm:prSet/>
      <dgm:spPr/>
      <dgm:t>
        <a:bodyPr/>
        <a:lstStyle/>
        <a:p>
          <a:endParaRPr lang="en-AU"/>
        </a:p>
      </dgm:t>
    </dgm:pt>
    <dgm:pt modelId="{711A0B4A-CE9D-48D1-959F-3C5F3FF547CE}">
      <dgm:prSet phldrT="[Text]" phldr="0"/>
      <dgm:spPr>
        <a:solidFill>
          <a:schemeClr val="bg2">
            <a:lumMod val="75000"/>
          </a:schemeClr>
        </a:solidFill>
      </dgm:spPr>
      <dgm:t>
        <a:bodyPr/>
        <a:lstStyle/>
        <a:p>
          <a:r>
            <a:rPr lang="en-AU"/>
            <a:t>Integration Design</a:t>
          </a:r>
        </a:p>
      </dgm:t>
    </dgm:pt>
    <dgm:pt modelId="{1A7976B9-69D6-41B9-9802-A5529997680A}" type="parTrans" cxnId="{69AF50C4-8289-4103-BCB3-BA6FD4978153}">
      <dgm:prSet/>
      <dgm:spPr/>
      <dgm:t>
        <a:bodyPr/>
        <a:lstStyle/>
        <a:p>
          <a:endParaRPr lang="en-AU"/>
        </a:p>
      </dgm:t>
    </dgm:pt>
    <dgm:pt modelId="{B0FFB116-81D2-4B0D-93EB-B8C04E458F5C}" type="sibTrans" cxnId="{69AF50C4-8289-4103-BCB3-BA6FD4978153}">
      <dgm:prSet/>
      <dgm:spPr/>
      <dgm:t>
        <a:bodyPr/>
        <a:lstStyle/>
        <a:p>
          <a:endParaRPr lang="en-AU"/>
        </a:p>
      </dgm:t>
    </dgm:pt>
    <dgm:pt modelId="{54428206-F0C8-464A-A2E1-9EC2AE565C01}">
      <dgm:prSet phldrT="[Text]" phldr="0"/>
      <dgm:spPr>
        <a:solidFill>
          <a:schemeClr val="bg2">
            <a:lumMod val="75000"/>
          </a:schemeClr>
        </a:solidFill>
      </dgm:spPr>
      <dgm:t>
        <a:bodyPr/>
        <a:lstStyle/>
        <a:p>
          <a:r>
            <a:rPr lang="en-AU"/>
            <a:t>Enquiry Services</a:t>
          </a:r>
        </a:p>
      </dgm:t>
    </dgm:pt>
    <dgm:pt modelId="{A5A2A755-541A-46B4-B421-93C5513E1C6D}" type="parTrans" cxnId="{7328BC46-339A-4481-B458-C91D94342B10}">
      <dgm:prSet/>
      <dgm:spPr/>
      <dgm:t>
        <a:bodyPr/>
        <a:lstStyle/>
        <a:p>
          <a:endParaRPr lang="en-AU"/>
        </a:p>
      </dgm:t>
    </dgm:pt>
    <dgm:pt modelId="{144799FD-DA2D-4CC4-9BDE-3D5CDCBD6CD6}" type="sibTrans" cxnId="{7328BC46-339A-4481-B458-C91D94342B10}">
      <dgm:prSet/>
      <dgm:spPr/>
      <dgm:t>
        <a:bodyPr/>
        <a:lstStyle/>
        <a:p>
          <a:endParaRPr lang="en-AU"/>
        </a:p>
      </dgm:t>
    </dgm:pt>
    <dgm:pt modelId="{BBC1F33D-DF01-462A-94F3-91C005BE77F4}">
      <dgm:prSet phldrT="[Text]" phldr="0"/>
      <dgm:spPr>
        <a:solidFill>
          <a:schemeClr val="bg2">
            <a:lumMod val="75000"/>
          </a:schemeClr>
        </a:solidFill>
      </dgm:spPr>
      <dgm:t>
        <a:bodyPr/>
        <a:lstStyle/>
        <a:p>
          <a:r>
            <a:rPr lang="en-AU"/>
            <a:t>Integration Services</a:t>
          </a:r>
        </a:p>
      </dgm:t>
    </dgm:pt>
    <dgm:pt modelId="{2BE0C1A1-9202-43D7-8591-5578C5C41B77}" type="parTrans" cxnId="{D8817B8D-4522-49B3-AF07-5326CF0646F5}">
      <dgm:prSet/>
      <dgm:spPr/>
      <dgm:t>
        <a:bodyPr/>
        <a:lstStyle/>
        <a:p>
          <a:endParaRPr lang="en-AU"/>
        </a:p>
      </dgm:t>
    </dgm:pt>
    <dgm:pt modelId="{1C47EF3D-8025-4C35-AF7E-7058D7E65F3B}" type="sibTrans" cxnId="{D8817B8D-4522-49B3-AF07-5326CF0646F5}">
      <dgm:prSet/>
      <dgm:spPr/>
      <dgm:t>
        <a:bodyPr/>
        <a:lstStyle/>
        <a:p>
          <a:endParaRPr lang="en-AU"/>
        </a:p>
      </dgm:t>
    </dgm:pt>
    <dgm:pt modelId="{6917F6A0-F8CE-4B38-9371-07C5454B1822}">
      <dgm:prSet phldrT="[Text]" phldr="0"/>
      <dgm:spPr>
        <a:solidFill>
          <a:schemeClr val="bg2">
            <a:lumMod val="75000"/>
          </a:schemeClr>
        </a:solidFill>
      </dgm:spPr>
      <dgm:t>
        <a:bodyPr/>
        <a:lstStyle/>
        <a:p>
          <a:r>
            <a:rPr lang="en-AU"/>
            <a:t>Portal Services</a:t>
          </a:r>
        </a:p>
      </dgm:t>
    </dgm:pt>
    <dgm:pt modelId="{C8A111F3-2AA3-4B47-A5C9-D95B1FD47506}" type="parTrans" cxnId="{7F59691A-71F1-44C8-B6E9-7FD042923FF7}">
      <dgm:prSet/>
      <dgm:spPr/>
      <dgm:t>
        <a:bodyPr/>
        <a:lstStyle/>
        <a:p>
          <a:endParaRPr lang="en-AU"/>
        </a:p>
      </dgm:t>
    </dgm:pt>
    <dgm:pt modelId="{17940478-2915-49E1-AC44-21DF3060281E}" type="sibTrans" cxnId="{7F59691A-71F1-44C8-B6E9-7FD042923FF7}">
      <dgm:prSet/>
      <dgm:spPr/>
      <dgm:t>
        <a:bodyPr/>
        <a:lstStyle/>
        <a:p>
          <a:endParaRPr lang="en-AU"/>
        </a:p>
      </dgm:t>
    </dgm:pt>
    <dgm:pt modelId="{4509F17B-3F42-440D-AB6B-CA314DB4CDFE}">
      <dgm:prSet phldrT="[Text]" phldr="0"/>
      <dgm:spPr>
        <a:solidFill>
          <a:schemeClr val="bg2">
            <a:lumMod val="75000"/>
          </a:schemeClr>
        </a:solidFill>
      </dgm:spPr>
      <dgm:t>
        <a:bodyPr/>
        <a:lstStyle/>
        <a:p>
          <a:r>
            <a:rPr lang="en-AU"/>
            <a:t>Training Materials</a:t>
          </a:r>
        </a:p>
      </dgm:t>
    </dgm:pt>
    <dgm:pt modelId="{EDDD15C9-C3F7-49B5-9483-1A2CA91FED60}" type="parTrans" cxnId="{7FD3C5AD-87BB-4CA9-8A5B-8F9FE6069884}">
      <dgm:prSet/>
      <dgm:spPr/>
      <dgm:t>
        <a:bodyPr/>
        <a:lstStyle/>
        <a:p>
          <a:endParaRPr lang="en-AU"/>
        </a:p>
      </dgm:t>
    </dgm:pt>
    <dgm:pt modelId="{E4B02317-E228-4AAD-83AC-53F248709659}" type="sibTrans" cxnId="{7FD3C5AD-87BB-4CA9-8A5B-8F9FE6069884}">
      <dgm:prSet/>
      <dgm:spPr/>
      <dgm:t>
        <a:bodyPr/>
        <a:lstStyle/>
        <a:p>
          <a:endParaRPr lang="en-AU"/>
        </a:p>
      </dgm:t>
    </dgm:pt>
    <dgm:pt modelId="{C662A1BC-B101-40FD-AD3D-27E9A53BC473}">
      <dgm:prSet phldrT="[Text]" phldr="0"/>
      <dgm:spPr>
        <a:solidFill>
          <a:schemeClr val="bg2">
            <a:lumMod val="75000"/>
          </a:schemeClr>
        </a:solidFill>
      </dgm:spPr>
      <dgm:t>
        <a:bodyPr/>
        <a:lstStyle/>
        <a:p>
          <a:r>
            <a:rPr lang="en-AU"/>
            <a:t>Operational Support Model</a:t>
          </a:r>
        </a:p>
      </dgm:t>
    </dgm:pt>
    <dgm:pt modelId="{5667FB33-6C78-4223-8D1C-F3376FD8E028}" type="parTrans" cxnId="{6AABE60E-0459-4D30-BFC3-4E456A1BA3C6}">
      <dgm:prSet/>
      <dgm:spPr/>
      <dgm:t>
        <a:bodyPr/>
        <a:lstStyle/>
        <a:p>
          <a:endParaRPr lang="en-AU"/>
        </a:p>
      </dgm:t>
    </dgm:pt>
    <dgm:pt modelId="{32853636-D66D-43C2-BFBF-6E95EEC719DF}" type="sibTrans" cxnId="{6AABE60E-0459-4D30-BFC3-4E456A1BA3C6}">
      <dgm:prSet/>
      <dgm:spPr/>
      <dgm:t>
        <a:bodyPr/>
        <a:lstStyle/>
        <a:p>
          <a:endParaRPr lang="en-AU"/>
        </a:p>
      </dgm:t>
    </dgm:pt>
    <dgm:pt modelId="{CFAD5C42-24AA-42C4-AA42-C6895493CB20}">
      <dgm:prSet phldrT="[Text]" phldr="0"/>
      <dgm:spPr>
        <a:solidFill>
          <a:schemeClr val="tx2">
            <a:lumMod val="75000"/>
            <a:lumOff val="25000"/>
          </a:schemeClr>
        </a:solidFill>
      </dgm:spPr>
      <dgm:t>
        <a:bodyPr/>
        <a:lstStyle/>
        <a:p>
          <a:r>
            <a:rPr lang="en-AU"/>
            <a:t>Transition</a:t>
          </a:r>
        </a:p>
      </dgm:t>
    </dgm:pt>
    <dgm:pt modelId="{EA9B1950-9983-4740-BD37-1C59DB717265}" type="parTrans" cxnId="{DBCE66C9-44D2-441D-9E16-06005585AC50}">
      <dgm:prSet/>
      <dgm:spPr/>
      <dgm:t>
        <a:bodyPr/>
        <a:lstStyle/>
        <a:p>
          <a:endParaRPr lang="en-AU"/>
        </a:p>
      </dgm:t>
    </dgm:pt>
    <dgm:pt modelId="{5A7F1848-6642-493F-B90F-B30FE8CA7734}" type="sibTrans" cxnId="{DBCE66C9-44D2-441D-9E16-06005585AC50}">
      <dgm:prSet/>
      <dgm:spPr/>
      <dgm:t>
        <a:bodyPr/>
        <a:lstStyle/>
        <a:p>
          <a:endParaRPr lang="en-AU"/>
        </a:p>
      </dgm:t>
    </dgm:pt>
    <dgm:pt modelId="{00504B93-A4D3-443E-89A4-E09AB7942E4C}">
      <dgm:prSet phldrT="[Text]" phldr="0"/>
      <dgm:spPr>
        <a:solidFill>
          <a:schemeClr val="bg2">
            <a:lumMod val="25000"/>
          </a:schemeClr>
        </a:solidFill>
      </dgm:spPr>
      <dgm:t>
        <a:bodyPr/>
        <a:lstStyle/>
        <a:p>
          <a:r>
            <a:rPr lang="en-AU"/>
            <a:t>Business Discovery</a:t>
          </a:r>
        </a:p>
      </dgm:t>
    </dgm:pt>
    <dgm:pt modelId="{9215C50A-1216-420F-B167-B5783186BD9C}" type="parTrans" cxnId="{B1A4F36B-6DCB-4F2C-9260-BF8E7991978C}">
      <dgm:prSet/>
      <dgm:spPr/>
      <dgm:t>
        <a:bodyPr/>
        <a:lstStyle/>
        <a:p>
          <a:endParaRPr lang="en-AU"/>
        </a:p>
      </dgm:t>
    </dgm:pt>
    <dgm:pt modelId="{FAB03089-FFF0-4097-89CC-1DFA3482FE1C}" type="sibTrans" cxnId="{B1A4F36B-6DCB-4F2C-9260-BF8E7991978C}">
      <dgm:prSet/>
      <dgm:spPr/>
      <dgm:t>
        <a:bodyPr/>
        <a:lstStyle/>
        <a:p>
          <a:endParaRPr lang="en-AU"/>
        </a:p>
      </dgm:t>
    </dgm:pt>
    <dgm:pt modelId="{20F42A87-FF58-476D-B387-E8F5376C2F11}">
      <dgm:prSet phldrT="[Text]" phldr="0"/>
      <dgm:spPr>
        <a:solidFill>
          <a:schemeClr val="bg2">
            <a:lumMod val="75000"/>
          </a:schemeClr>
        </a:solidFill>
      </dgm:spPr>
      <dgm:t>
        <a:bodyPr/>
        <a:lstStyle/>
        <a:p>
          <a:r>
            <a:rPr lang="en-AU"/>
            <a:t>Register Capability Assessment</a:t>
          </a:r>
        </a:p>
      </dgm:t>
    </dgm:pt>
    <dgm:pt modelId="{39E257DF-A0A2-448B-8CB4-4993FE3B9F0B}" type="parTrans" cxnId="{6111AF7F-F2EE-4025-BAA0-71F42D6DDC30}">
      <dgm:prSet/>
      <dgm:spPr/>
      <dgm:t>
        <a:bodyPr/>
        <a:lstStyle/>
        <a:p>
          <a:endParaRPr lang="en-AU"/>
        </a:p>
      </dgm:t>
    </dgm:pt>
    <dgm:pt modelId="{BE7772C7-B2BD-4671-8F92-A65C57D62011}" type="sibTrans" cxnId="{6111AF7F-F2EE-4025-BAA0-71F42D6DDC30}">
      <dgm:prSet/>
      <dgm:spPr/>
      <dgm:t>
        <a:bodyPr/>
        <a:lstStyle/>
        <a:p>
          <a:endParaRPr lang="en-AU"/>
        </a:p>
      </dgm:t>
    </dgm:pt>
    <dgm:pt modelId="{22BEA019-5575-4276-9804-6ECA3E6A0986}">
      <dgm:prSet phldrT="[Text]" phldr="0"/>
      <dgm:spPr>
        <a:solidFill>
          <a:schemeClr val="bg2">
            <a:lumMod val="25000"/>
          </a:schemeClr>
        </a:solidFill>
      </dgm:spPr>
      <dgm:t>
        <a:bodyPr/>
        <a:lstStyle/>
        <a:p>
          <a:r>
            <a:rPr lang="en-AU"/>
            <a:t>Data Discovery</a:t>
          </a:r>
        </a:p>
      </dgm:t>
    </dgm:pt>
    <dgm:pt modelId="{4C22D390-A8BA-4E89-BFA7-0D05C3102874}" type="parTrans" cxnId="{BAAAA2F6-AD6C-44D1-9258-61B4363424D1}">
      <dgm:prSet/>
      <dgm:spPr/>
      <dgm:t>
        <a:bodyPr/>
        <a:lstStyle/>
        <a:p>
          <a:endParaRPr lang="en-AU"/>
        </a:p>
      </dgm:t>
    </dgm:pt>
    <dgm:pt modelId="{EC5A3424-E7FF-4CFC-A408-43B0EECAEA51}" type="sibTrans" cxnId="{BAAAA2F6-AD6C-44D1-9258-61B4363424D1}">
      <dgm:prSet/>
      <dgm:spPr/>
      <dgm:t>
        <a:bodyPr/>
        <a:lstStyle/>
        <a:p>
          <a:endParaRPr lang="en-AU"/>
        </a:p>
      </dgm:t>
    </dgm:pt>
    <dgm:pt modelId="{9C8D3118-4BB2-4EE5-A3C7-F05D2D7C4FFC}">
      <dgm:prSet phldrT="[Text]" phldr="0"/>
      <dgm:spPr>
        <a:solidFill>
          <a:schemeClr val="bg2">
            <a:lumMod val="25000"/>
          </a:schemeClr>
        </a:solidFill>
      </dgm:spPr>
      <dgm:t>
        <a:bodyPr/>
        <a:lstStyle/>
        <a:p>
          <a:r>
            <a:rPr lang="en-AU"/>
            <a:t>Technical Discovery</a:t>
          </a:r>
        </a:p>
      </dgm:t>
    </dgm:pt>
    <dgm:pt modelId="{1C7EDB3F-F6BC-4313-B8F9-2A5B8FD7036A}" type="parTrans" cxnId="{3EC7EAC7-8ED4-4B4C-B9A0-5BD82B6B5DEF}">
      <dgm:prSet/>
      <dgm:spPr/>
      <dgm:t>
        <a:bodyPr/>
        <a:lstStyle/>
        <a:p>
          <a:endParaRPr lang="en-AU"/>
        </a:p>
      </dgm:t>
    </dgm:pt>
    <dgm:pt modelId="{B7B6D3D6-B4C4-4423-9D2E-2250D4D930FD}" type="sibTrans" cxnId="{3EC7EAC7-8ED4-4B4C-B9A0-5BD82B6B5DEF}">
      <dgm:prSet/>
      <dgm:spPr/>
      <dgm:t>
        <a:bodyPr/>
        <a:lstStyle/>
        <a:p>
          <a:endParaRPr lang="en-AU"/>
        </a:p>
      </dgm:t>
    </dgm:pt>
    <dgm:pt modelId="{E69C785C-50DD-449B-80F1-CE1474B1AE2B}">
      <dgm:prSet phldrT="[Text]" phldr="0"/>
      <dgm:spPr>
        <a:solidFill>
          <a:schemeClr val="bg2">
            <a:lumMod val="75000"/>
          </a:schemeClr>
        </a:solidFill>
      </dgm:spPr>
      <dgm:t>
        <a:bodyPr/>
        <a:lstStyle/>
        <a:p>
          <a:r>
            <a:rPr lang="en-AU"/>
            <a:t>User Assessment</a:t>
          </a:r>
        </a:p>
      </dgm:t>
    </dgm:pt>
    <dgm:pt modelId="{C2E15039-7FD9-46F2-9320-D8505E3521B3}" type="parTrans" cxnId="{D63DFCCE-37A3-41F2-BA74-CEFEDCB80D0D}">
      <dgm:prSet/>
      <dgm:spPr/>
      <dgm:t>
        <a:bodyPr/>
        <a:lstStyle/>
        <a:p>
          <a:endParaRPr lang="en-AU"/>
        </a:p>
      </dgm:t>
    </dgm:pt>
    <dgm:pt modelId="{5CB6E18F-4FD0-4B72-8862-6E30BA94CE1C}" type="sibTrans" cxnId="{D63DFCCE-37A3-41F2-BA74-CEFEDCB80D0D}">
      <dgm:prSet/>
      <dgm:spPr/>
      <dgm:t>
        <a:bodyPr/>
        <a:lstStyle/>
        <a:p>
          <a:endParaRPr lang="en-AU"/>
        </a:p>
      </dgm:t>
    </dgm:pt>
    <dgm:pt modelId="{02FB71F6-E9CE-4DBC-A899-5892A43B50F6}">
      <dgm:prSet phldrT="[Text]" phldr="0"/>
      <dgm:spPr>
        <a:solidFill>
          <a:schemeClr val="bg2">
            <a:lumMod val="75000"/>
          </a:schemeClr>
        </a:solidFill>
      </dgm:spPr>
      <dgm:t>
        <a:bodyPr/>
        <a:lstStyle/>
        <a:p>
          <a:r>
            <a:rPr lang="en-AU"/>
            <a:t>Data Model Assessment</a:t>
          </a:r>
        </a:p>
      </dgm:t>
    </dgm:pt>
    <dgm:pt modelId="{0C92B7A8-1721-47FC-8EF3-0211FFEEEB01}" type="parTrans" cxnId="{BB3DDF0F-2EA7-4A12-BB45-6752BF312A82}">
      <dgm:prSet/>
      <dgm:spPr/>
      <dgm:t>
        <a:bodyPr/>
        <a:lstStyle/>
        <a:p>
          <a:endParaRPr lang="en-AU"/>
        </a:p>
      </dgm:t>
    </dgm:pt>
    <dgm:pt modelId="{97AC71BC-DA8F-492F-AD0B-1AA3240846F9}" type="sibTrans" cxnId="{BB3DDF0F-2EA7-4A12-BB45-6752BF312A82}">
      <dgm:prSet/>
      <dgm:spPr/>
      <dgm:t>
        <a:bodyPr/>
        <a:lstStyle/>
        <a:p>
          <a:endParaRPr lang="en-AU"/>
        </a:p>
      </dgm:t>
    </dgm:pt>
    <dgm:pt modelId="{053B35A8-23A9-41A0-B559-D82ABCDC0B60}">
      <dgm:prSet phldrT="[Text]" phldr="0"/>
      <dgm:spPr>
        <a:solidFill>
          <a:schemeClr val="bg2">
            <a:lumMod val="75000"/>
          </a:schemeClr>
        </a:solidFill>
      </dgm:spPr>
      <dgm:t>
        <a:bodyPr/>
        <a:lstStyle/>
        <a:p>
          <a:r>
            <a:rPr lang="en-AU"/>
            <a:t>Data Quality Assessment</a:t>
          </a:r>
        </a:p>
      </dgm:t>
    </dgm:pt>
    <dgm:pt modelId="{D8E3B593-1AE5-471E-AC07-021FBE4B474B}" type="parTrans" cxnId="{56F6F9A9-C612-41A0-8350-29D627412431}">
      <dgm:prSet/>
      <dgm:spPr/>
      <dgm:t>
        <a:bodyPr/>
        <a:lstStyle/>
        <a:p>
          <a:endParaRPr lang="en-AU"/>
        </a:p>
      </dgm:t>
    </dgm:pt>
    <dgm:pt modelId="{685761E2-31DF-425A-B6D9-93741CCCE8DC}" type="sibTrans" cxnId="{56F6F9A9-C612-41A0-8350-29D627412431}">
      <dgm:prSet/>
      <dgm:spPr/>
      <dgm:t>
        <a:bodyPr/>
        <a:lstStyle/>
        <a:p>
          <a:endParaRPr lang="en-AU"/>
        </a:p>
      </dgm:t>
    </dgm:pt>
    <dgm:pt modelId="{3E68C135-8D90-4BD7-ADBA-6205BF427734}">
      <dgm:prSet phldrT="[Text]" phldr="0"/>
      <dgm:spPr>
        <a:solidFill>
          <a:schemeClr val="bg2">
            <a:lumMod val="75000"/>
          </a:schemeClr>
        </a:solidFill>
      </dgm:spPr>
      <dgm:t>
        <a:bodyPr/>
        <a:lstStyle/>
        <a:p>
          <a:r>
            <a:rPr lang="en-AU"/>
            <a:t>Platform Assessment</a:t>
          </a:r>
        </a:p>
      </dgm:t>
    </dgm:pt>
    <dgm:pt modelId="{23E2CFFA-6654-4FF2-BE19-14831F12CC82}" type="parTrans" cxnId="{178E0637-EDDF-4EDE-832D-D5A71B2FEB4B}">
      <dgm:prSet/>
      <dgm:spPr/>
      <dgm:t>
        <a:bodyPr/>
        <a:lstStyle/>
        <a:p>
          <a:endParaRPr lang="en-AU"/>
        </a:p>
      </dgm:t>
    </dgm:pt>
    <dgm:pt modelId="{FC880A02-C6BB-4ACC-BBCB-471AC77616DF}" type="sibTrans" cxnId="{178E0637-EDDF-4EDE-832D-D5A71B2FEB4B}">
      <dgm:prSet/>
      <dgm:spPr/>
      <dgm:t>
        <a:bodyPr/>
        <a:lstStyle/>
        <a:p>
          <a:endParaRPr lang="en-AU"/>
        </a:p>
      </dgm:t>
    </dgm:pt>
    <dgm:pt modelId="{07F2F497-0988-418D-84A8-5790BB8E179A}">
      <dgm:prSet phldrT="[Text]" phldr="0"/>
      <dgm:spPr>
        <a:solidFill>
          <a:schemeClr val="bg2">
            <a:lumMod val="75000"/>
          </a:schemeClr>
        </a:solidFill>
      </dgm:spPr>
      <dgm:t>
        <a:bodyPr/>
        <a:lstStyle/>
        <a:p>
          <a:r>
            <a:rPr lang="en-AU"/>
            <a:t>Integration Assessment</a:t>
          </a:r>
        </a:p>
      </dgm:t>
    </dgm:pt>
    <dgm:pt modelId="{483A3847-9CF4-4B3B-BDCB-89C0EF15B085}" type="parTrans" cxnId="{E54A435C-3122-4124-B21E-04DAB67DFB8C}">
      <dgm:prSet/>
      <dgm:spPr/>
      <dgm:t>
        <a:bodyPr/>
        <a:lstStyle/>
        <a:p>
          <a:endParaRPr lang="en-AU"/>
        </a:p>
      </dgm:t>
    </dgm:pt>
    <dgm:pt modelId="{B54F5244-291F-4B1F-AEC9-C53403D0CE9D}" type="sibTrans" cxnId="{E54A435C-3122-4124-B21E-04DAB67DFB8C}">
      <dgm:prSet/>
      <dgm:spPr/>
      <dgm:t>
        <a:bodyPr/>
        <a:lstStyle/>
        <a:p>
          <a:endParaRPr lang="en-AU"/>
        </a:p>
      </dgm:t>
    </dgm:pt>
    <dgm:pt modelId="{D3225708-611F-45B5-AA32-7A00AE30989A}">
      <dgm:prSet phldrT="[Text]" phldr="0"/>
      <dgm:spPr>
        <a:solidFill>
          <a:schemeClr val="bg2">
            <a:lumMod val="75000"/>
          </a:schemeClr>
        </a:solidFill>
      </dgm:spPr>
      <dgm:t>
        <a:bodyPr/>
        <a:lstStyle/>
        <a:p>
          <a:r>
            <a:rPr lang="en-AU"/>
            <a:t>Future Register Design</a:t>
          </a:r>
        </a:p>
      </dgm:t>
    </dgm:pt>
    <dgm:pt modelId="{22F9414D-A4A6-42B3-B27E-B95C86E1F82F}" type="parTrans" cxnId="{C18FED82-3CB3-4560-828B-1352FDE9597F}">
      <dgm:prSet/>
      <dgm:spPr/>
      <dgm:t>
        <a:bodyPr/>
        <a:lstStyle/>
        <a:p>
          <a:endParaRPr lang="en-AU"/>
        </a:p>
      </dgm:t>
    </dgm:pt>
    <dgm:pt modelId="{BEC71714-984C-4A29-B825-AF9185705509}" type="sibTrans" cxnId="{C18FED82-3CB3-4560-828B-1352FDE9597F}">
      <dgm:prSet/>
      <dgm:spPr/>
      <dgm:t>
        <a:bodyPr/>
        <a:lstStyle/>
        <a:p>
          <a:endParaRPr lang="en-AU"/>
        </a:p>
      </dgm:t>
    </dgm:pt>
    <dgm:pt modelId="{D6A2AC0D-8565-435B-81BA-E0C28F7685B4}">
      <dgm:prSet phldrT="[Text]" phldr="0"/>
      <dgm:spPr>
        <a:solidFill>
          <a:schemeClr val="bg2">
            <a:lumMod val="75000"/>
          </a:schemeClr>
        </a:solidFill>
      </dgm:spPr>
      <dgm:t>
        <a:bodyPr/>
        <a:lstStyle/>
        <a:p>
          <a:r>
            <a:rPr lang="en-AU"/>
            <a:t>Information Architecture</a:t>
          </a:r>
        </a:p>
      </dgm:t>
    </dgm:pt>
    <dgm:pt modelId="{E3C76934-3656-4CBE-91E1-B9F29D6B3D6B}" type="parTrans" cxnId="{AA754BB0-2F1A-4D89-A2DA-222F4A7EAC3D}">
      <dgm:prSet/>
      <dgm:spPr/>
      <dgm:t>
        <a:bodyPr/>
        <a:lstStyle/>
        <a:p>
          <a:endParaRPr lang="en-AU"/>
        </a:p>
      </dgm:t>
    </dgm:pt>
    <dgm:pt modelId="{5B45C31E-D98C-4A87-B0AE-59CAF021EA47}" type="sibTrans" cxnId="{AA754BB0-2F1A-4D89-A2DA-222F4A7EAC3D}">
      <dgm:prSet/>
      <dgm:spPr/>
      <dgm:t>
        <a:bodyPr/>
        <a:lstStyle/>
        <a:p>
          <a:endParaRPr lang="en-AU"/>
        </a:p>
      </dgm:t>
    </dgm:pt>
    <dgm:pt modelId="{C2C9DA3E-32C0-4379-B7B0-39B809494A6D}">
      <dgm:prSet phldrT="[Text]" phldr="0"/>
      <dgm:spPr>
        <a:solidFill>
          <a:schemeClr val="bg2">
            <a:lumMod val="75000"/>
          </a:schemeClr>
        </a:solidFill>
      </dgm:spPr>
      <dgm:t>
        <a:bodyPr/>
        <a:lstStyle/>
        <a:p>
          <a:r>
            <a:rPr lang="en-AU"/>
            <a:t>Register Components</a:t>
          </a:r>
        </a:p>
      </dgm:t>
    </dgm:pt>
    <dgm:pt modelId="{A1C0E218-9B78-4360-8011-BE94A5745EEF}" type="parTrans" cxnId="{073B97E8-D384-495A-AB61-990C3E94C270}">
      <dgm:prSet/>
      <dgm:spPr/>
      <dgm:t>
        <a:bodyPr/>
        <a:lstStyle/>
        <a:p>
          <a:endParaRPr lang="en-AU"/>
        </a:p>
      </dgm:t>
    </dgm:pt>
    <dgm:pt modelId="{F7717C9D-729B-4E89-B996-721ACDEBC737}" type="sibTrans" cxnId="{073B97E8-D384-495A-AB61-990C3E94C270}">
      <dgm:prSet/>
      <dgm:spPr/>
      <dgm:t>
        <a:bodyPr/>
        <a:lstStyle/>
        <a:p>
          <a:endParaRPr lang="en-AU"/>
        </a:p>
      </dgm:t>
    </dgm:pt>
    <dgm:pt modelId="{277E9EE0-4F94-4F93-A76B-3949C5D65C8A}">
      <dgm:prSet phldrT="[Text]" phldr="0"/>
      <dgm:spPr>
        <a:solidFill>
          <a:schemeClr val="bg2">
            <a:lumMod val="75000"/>
          </a:schemeClr>
        </a:solidFill>
      </dgm:spPr>
      <dgm:t>
        <a:bodyPr/>
        <a:lstStyle/>
        <a:p>
          <a:r>
            <a:rPr lang="en-AU"/>
            <a:t>Data Migration Products</a:t>
          </a:r>
        </a:p>
      </dgm:t>
    </dgm:pt>
    <dgm:pt modelId="{334666C3-4950-4E43-8771-388D5C11491F}" type="parTrans" cxnId="{A66B66BB-570E-46F0-B274-EC1A4EECC3A6}">
      <dgm:prSet/>
      <dgm:spPr/>
      <dgm:t>
        <a:bodyPr/>
        <a:lstStyle/>
        <a:p>
          <a:endParaRPr lang="en-AU"/>
        </a:p>
      </dgm:t>
    </dgm:pt>
    <dgm:pt modelId="{E5ACAC76-EEA2-46B7-955E-E0A4C7C48A24}" type="sibTrans" cxnId="{A66B66BB-570E-46F0-B274-EC1A4EECC3A6}">
      <dgm:prSet/>
      <dgm:spPr/>
      <dgm:t>
        <a:bodyPr/>
        <a:lstStyle/>
        <a:p>
          <a:endParaRPr lang="en-AU"/>
        </a:p>
      </dgm:t>
    </dgm:pt>
    <dgm:pt modelId="{80899B1B-F5F5-45A7-B705-29B9BCA96388}">
      <dgm:prSet phldrT="[Text]" phldr="0"/>
      <dgm:spPr>
        <a:solidFill>
          <a:schemeClr val="bg2">
            <a:lumMod val="75000"/>
          </a:schemeClr>
        </a:solidFill>
      </dgm:spPr>
      <dgm:t>
        <a:bodyPr/>
        <a:lstStyle/>
        <a:p>
          <a:r>
            <a:rPr lang="en-AU"/>
            <a:t>Reporting Components</a:t>
          </a:r>
        </a:p>
      </dgm:t>
    </dgm:pt>
    <dgm:pt modelId="{31559F42-C8C7-4C0C-A792-51095EE11B1A}" type="parTrans" cxnId="{91D2E424-8609-40C1-AF2B-B3FC53AAB39A}">
      <dgm:prSet/>
      <dgm:spPr/>
      <dgm:t>
        <a:bodyPr/>
        <a:lstStyle/>
        <a:p>
          <a:endParaRPr lang="en-AU"/>
        </a:p>
      </dgm:t>
    </dgm:pt>
    <dgm:pt modelId="{757D4BCA-1D3B-4733-A3A4-CB416CECE7DA}" type="sibTrans" cxnId="{91D2E424-8609-40C1-AF2B-B3FC53AAB39A}">
      <dgm:prSet/>
      <dgm:spPr/>
      <dgm:t>
        <a:bodyPr/>
        <a:lstStyle/>
        <a:p>
          <a:endParaRPr lang="en-AU"/>
        </a:p>
      </dgm:t>
    </dgm:pt>
    <dgm:pt modelId="{9FE34777-682B-4FA8-8789-6C134EC2FE75}">
      <dgm:prSet phldrT="[Text]" phldr="0"/>
      <dgm:spPr>
        <a:solidFill>
          <a:schemeClr val="bg2">
            <a:lumMod val="75000"/>
          </a:schemeClr>
        </a:solidFill>
      </dgm:spPr>
      <dgm:t>
        <a:bodyPr/>
        <a:lstStyle/>
        <a:p>
          <a:r>
            <a:rPr lang="en-AU"/>
            <a:t>Register Operational Model</a:t>
          </a:r>
        </a:p>
      </dgm:t>
    </dgm:pt>
    <dgm:pt modelId="{9F49E723-E2C5-4440-9507-43A657479D28}" type="parTrans" cxnId="{5110A892-60F2-4962-B701-7D569F993455}">
      <dgm:prSet/>
      <dgm:spPr/>
      <dgm:t>
        <a:bodyPr/>
        <a:lstStyle/>
        <a:p>
          <a:endParaRPr lang="en-AU"/>
        </a:p>
      </dgm:t>
    </dgm:pt>
    <dgm:pt modelId="{3A5FFFBE-DAD7-47FC-8FB6-84D3696B9C22}" type="sibTrans" cxnId="{5110A892-60F2-4962-B701-7D569F993455}">
      <dgm:prSet/>
      <dgm:spPr/>
      <dgm:t>
        <a:bodyPr/>
        <a:lstStyle/>
        <a:p>
          <a:endParaRPr lang="en-AU"/>
        </a:p>
      </dgm:t>
    </dgm:pt>
    <dgm:pt modelId="{48E1F971-E433-45E5-8F31-CD32EB98449B}">
      <dgm:prSet phldrT="[Text]" phldr="0"/>
      <dgm:spPr>
        <a:solidFill>
          <a:schemeClr val="bg2">
            <a:lumMod val="75000"/>
          </a:schemeClr>
        </a:solidFill>
      </dgm:spPr>
      <dgm:t>
        <a:bodyPr/>
        <a:lstStyle/>
        <a:p>
          <a:r>
            <a:rPr lang="en-AU"/>
            <a:t>Support Model</a:t>
          </a:r>
        </a:p>
      </dgm:t>
    </dgm:pt>
    <dgm:pt modelId="{FAA7C112-B063-43A4-9747-BDD8EB58A516}" type="parTrans" cxnId="{C03AEA27-31C4-4A46-B8A5-AA27E7D265AC}">
      <dgm:prSet/>
      <dgm:spPr/>
      <dgm:t>
        <a:bodyPr/>
        <a:lstStyle/>
        <a:p>
          <a:endParaRPr lang="en-AU"/>
        </a:p>
      </dgm:t>
    </dgm:pt>
    <dgm:pt modelId="{4275748E-B189-4E8A-8F4A-BF231BBFAE00}" type="sibTrans" cxnId="{C03AEA27-31C4-4A46-B8A5-AA27E7D265AC}">
      <dgm:prSet/>
      <dgm:spPr/>
      <dgm:t>
        <a:bodyPr/>
        <a:lstStyle/>
        <a:p>
          <a:endParaRPr lang="en-AU"/>
        </a:p>
      </dgm:t>
    </dgm:pt>
    <dgm:pt modelId="{CE01B670-1EEA-4848-90D3-DFD1C7C7F55F}" type="pres">
      <dgm:prSet presAssocID="{DBEA68D6-E158-4934-BAF2-CD3B153353BA}" presName="hierChild1" presStyleCnt="0">
        <dgm:presLayoutVars>
          <dgm:orgChart val="1"/>
          <dgm:chPref val="1"/>
          <dgm:dir/>
          <dgm:animOne val="branch"/>
          <dgm:animLvl val="lvl"/>
          <dgm:resizeHandles/>
        </dgm:presLayoutVars>
      </dgm:prSet>
      <dgm:spPr/>
    </dgm:pt>
    <dgm:pt modelId="{3AF247A6-5907-446E-AA6F-4BAC28FD9F2C}" type="pres">
      <dgm:prSet presAssocID="{10A0EA3D-3AD4-4A16-AC66-3525B6400D15}" presName="hierRoot1" presStyleCnt="0">
        <dgm:presLayoutVars>
          <dgm:hierBranch val="init"/>
        </dgm:presLayoutVars>
      </dgm:prSet>
      <dgm:spPr/>
    </dgm:pt>
    <dgm:pt modelId="{FB8CCF8C-63A8-4B00-B8C6-A24AC6552628}" type="pres">
      <dgm:prSet presAssocID="{10A0EA3D-3AD4-4A16-AC66-3525B6400D15}" presName="rootComposite1" presStyleCnt="0"/>
      <dgm:spPr/>
    </dgm:pt>
    <dgm:pt modelId="{248530AC-F178-403E-A897-42E299E5ED21}" type="pres">
      <dgm:prSet presAssocID="{10A0EA3D-3AD4-4A16-AC66-3525B6400D15}" presName="rootText1" presStyleLbl="node0" presStyleIdx="0" presStyleCnt="1" custScaleX="2000000" custScaleY="240361">
        <dgm:presLayoutVars>
          <dgm:chPref val="3"/>
        </dgm:presLayoutVars>
      </dgm:prSet>
      <dgm:spPr/>
    </dgm:pt>
    <dgm:pt modelId="{BD047E60-9F9C-4B43-B9EF-1A7F5A8327BA}" type="pres">
      <dgm:prSet presAssocID="{10A0EA3D-3AD4-4A16-AC66-3525B6400D15}" presName="rootConnector1" presStyleLbl="node1" presStyleIdx="0" presStyleCnt="0"/>
      <dgm:spPr/>
    </dgm:pt>
    <dgm:pt modelId="{9098D234-D388-4106-B539-B7C38DD6D81C}" type="pres">
      <dgm:prSet presAssocID="{10A0EA3D-3AD4-4A16-AC66-3525B6400D15}" presName="hierChild2" presStyleCnt="0"/>
      <dgm:spPr/>
    </dgm:pt>
    <dgm:pt modelId="{A6E2B9B1-B808-4C3E-9CA4-FDBFEB7C6E12}" type="pres">
      <dgm:prSet presAssocID="{691118F6-AAF5-40E0-AD6D-235FADC018C0}" presName="Name37" presStyleLbl="parChTrans1D2" presStyleIdx="0" presStyleCnt="3"/>
      <dgm:spPr/>
    </dgm:pt>
    <dgm:pt modelId="{842694ED-63FE-41F5-8205-A2D2ED7AB622}" type="pres">
      <dgm:prSet presAssocID="{92162928-B373-4802-B988-4C318FAE4B4C}" presName="hierRoot2" presStyleCnt="0">
        <dgm:presLayoutVars>
          <dgm:hierBranch val="init"/>
        </dgm:presLayoutVars>
      </dgm:prSet>
      <dgm:spPr/>
    </dgm:pt>
    <dgm:pt modelId="{156B7B81-9C4B-4435-88FA-61CD1E94F7AC}" type="pres">
      <dgm:prSet presAssocID="{92162928-B373-4802-B988-4C318FAE4B4C}" presName="rootComposite" presStyleCnt="0"/>
      <dgm:spPr/>
    </dgm:pt>
    <dgm:pt modelId="{E053A169-9C0A-4979-A9C3-739101C47B4F}" type="pres">
      <dgm:prSet presAssocID="{92162928-B373-4802-B988-4C318FAE4B4C}" presName="rootText" presStyleLbl="node2" presStyleIdx="0" presStyleCnt="3" custScaleX="822243" custLinFactNeighborX="-51448">
        <dgm:presLayoutVars>
          <dgm:chPref val="3"/>
        </dgm:presLayoutVars>
      </dgm:prSet>
      <dgm:spPr/>
    </dgm:pt>
    <dgm:pt modelId="{38710617-AD94-492E-877A-67DEA8A29246}" type="pres">
      <dgm:prSet presAssocID="{92162928-B373-4802-B988-4C318FAE4B4C}" presName="rootConnector" presStyleLbl="node2" presStyleIdx="0" presStyleCnt="3"/>
      <dgm:spPr/>
    </dgm:pt>
    <dgm:pt modelId="{EE25FEE9-C0A4-43A3-BC29-09C1DC02735B}" type="pres">
      <dgm:prSet presAssocID="{92162928-B373-4802-B988-4C318FAE4B4C}" presName="hierChild4" presStyleCnt="0"/>
      <dgm:spPr/>
    </dgm:pt>
    <dgm:pt modelId="{EDFF0DCF-8733-4B5E-925F-FB7A26254795}" type="pres">
      <dgm:prSet presAssocID="{B3C76091-5368-4912-B5FF-0AD3F30CA124}" presName="Name37" presStyleLbl="parChTrans1D3" presStyleIdx="0" presStyleCnt="12"/>
      <dgm:spPr/>
    </dgm:pt>
    <dgm:pt modelId="{4E75635F-BF0A-40EC-B20D-25ADDAA1BDB8}" type="pres">
      <dgm:prSet presAssocID="{0A6D5C0B-A1BF-41BD-AA8D-43F936D399EA}" presName="hierRoot2" presStyleCnt="0">
        <dgm:presLayoutVars>
          <dgm:hierBranch val="init"/>
        </dgm:presLayoutVars>
      </dgm:prSet>
      <dgm:spPr/>
    </dgm:pt>
    <dgm:pt modelId="{B9E03E8B-7B90-4AD1-B84D-7E27F2A1AA3A}" type="pres">
      <dgm:prSet presAssocID="{0A6D5C0B-A1BF-41BD-AA8D-43F936D399EA}" presName="rootComposite" presStyleCnt="0"/>
      <dgm:spPr/>
    </dgm:pt>
    <dgm:pt modelId="{A16E3FA9-1B5B-46B1-AE9C-23AA6716D2DC}" type="pres">
      <dgm:prSet presAssocID="{0A6D5C0B-A1BF-41BD-AA8D-43F936D399EA}" presName="rootText" presStyleLbl="node3" presStyleIdx="0" presStyleCnt="12">
        <dgm:presLayoutVars>
          <dgm:chPref val="3"/>
        </dgm:presLayoutVars>
      </dgm:prSet>
      <dgm:spPr/>
    </dgm:pt>
    <dgm:pt modelId="{A0AC0E93-74DD-412D-8618-C5AD8E644AE4}" type="pres">
      <dgm:prSet presAssocID="{0A6D5C0B-A1BF-41BD-AA8D-43F936D399EA}" presName="rootConnector" presStyleLbl="node3" presStyleIdx="0" presStyleCnt="12"/>
      <dgm:spPr/>
    </dgm:pt>
    <dgm:pt modelId="{090B3B2D-5D85-4F10-AE97-111017870F80}" type="pres">
      <dgm:prSet presAssocID="{0A6D5C0B-A1BF-41BD-AA8D-43F936D399EA}" presName="hierChild4" presStyleCnt="0"/>
      <dgm:spPr/>
    </dgm:pt>
    <dgm:pt modelId="{BBB20C72-B519-4911-8E3E-3CF0B00ED522}" type="pres">
      <dgm:prSet presAssocID="{8A0DB153-501E-43B3-9B1A-2EE0C7F6DDFF}" presName="Name37" presStyleLbl="parChTrans1D4" presStyleIdx="0" presStyleCnt="56"/>
      <dgm:spPr/>
    </dgm:pt>
    <dgm:pt modelId="{5FC2A6AA-E580-4978-995B-D5A7B9E15E4E}" type="pres">
      <dgm:prSet presAssocID="{B45360F0-8409-49F0-A775-9850B43E3CBF}" presName="hierRoot2" presStyleCnt="0">
        <dgm:presLayoutVars>
          <dgm:hierBranch val="init"/>
        </dgm:presLayoutVars>
      </dgm:prSet>
      <dgm:spPr/>
    </dgm:pt>
    <dgm:pt modelId="{CB932291-13AB-443E-92D9-63D972BACEE5}" type="pres">
      <dgm:prSet presAssocID="{B45360F0-8409-49F0-A775-9850B43E3CBF}" presName="rootComposite" presStyleCnt="0"/>
      <dgm:spPr/>
    </dgm:pt>
    <dgm:pt modelId="{FD7A565D-CEA6-437C-8B2C-7814F9D0AF63}" type="pres">
      <dgm:prSet presAssocID="{B45360F0-8409-49F0-A775-9850B43E3CBF}" presName="rootText" presStyleLbl="node4" presStyleIdx="0" presStyleCnt="56">
        <dgm:presLayoutVars>
          <dgm:chPref val="3"/>
        </dgm:presLayoutVars>
      </dgm:prSet>
      <dgm:spPr/>
    </dgm:pt>
    <dgm:pt modelId="{DE948530-7840-4166-9751-8F263F61089D}" type="pres">
      <dgm:prSet presAssocID="{B45360F0-8409-49F0-A775-9850B43E3CBF}" presName="rootConnector" presStyleLbl="node4" presStyleIdx="0" presStyleCnt="56"/>
      <dgm:spPr/>
    </dgm:pt>
    <dgm:pt modelId="{E8D59820-AD9C-437E-A7EE-2C9D7ED43B34}" type="pres">
      <dgm:prSet presAssocID="{B45360F0-8409-49F0-A775-9850B43E3CBF}" presName="hierChild4" presStyleCnt="0"/>
      <dgm:spPr/>
    </dgm:pt>
    <dgm:pt modelId="{5A027988-1D70-43E4-8AB5-2BDF0D22656D}" type="pres">
      <dgm:prSet presAssocID="{F3C72E27-C5FD-45BF-A493-01E81AABFDD9}" presName="Name37" presStyleLbl="parChTrans1D4" presStyleIdx="1" presStyleCnt="56"/>
      <dgm:spPr/>
    </dgm:pt>
    <dgm:pt modelId="{82B90A59-38E0-4417-9076-A72990EBD092}" type="pres">
      <dgm:prSet presAssocID="{BDAB7DF1-3B65-4C10-AE3A-B4A55DA7BB40}" presName="hierRoot2" presStyleCnt="0">
        <dgm:presLayoutVars>
          <dgm:hierBranch val="init"/>
        </dgm:presLayoutVars>
      </dgm:prSet>
      <dgm:spPr/>
    </dgm:pt>
    <dgm:pt modelId="{37FBDF90-B193-4DEC-A236-DC730663EA67}" type="pres">
      <dgm:prSet presAssocID="{BDAB7DF1-3B65-4C10-AE3A-B4A55DA7BB40}" presName="rootComposite" presStyleCnt="0"/>
      <dgm:spPr/>
    </dgm:pt>
    <dgm:pt modelId="{0136B7F2-325C-4EE5-8E38-FA9B7C4A59BA}" type="pres">
      <dgm:prSet presAssocID="{BDAB7DF1-3B65-4C10-AE3A-B4A55DA7BB40}" presName="rootText" presStyleLbl="node4" presStyleIdx="1" presStyleCnt="56">
        <dgm:presLayoutVars>
          <dgm:chPref val="3"/>
        </dgm:presLayoutVars>
      </dgm:prSet>
      <dgm:spPr/>
    </dgm:pt>
    <dgm:pt modelId="{48D72702-403F-447F-88C7-0A1AAE23114E}" type="pres">
      <dgm:prSet presAssocID="{BDAB7DF1-3B65-4C10-AE3A-B4A55DA7BB40}" presName="rootConnector" presStyleLbl="node4" presStyleIdx="1" presStyleCnt="56"/>
      <dgm:spPr/>
    </dgm:pt>
    <dgm:pt modelId="{D9FAC2F6-6106-4DC6-BC6D-F0B49A2C6B64}" type="pres">
      <dgm:prSet presAssocID="{BDAB7DF1-3B65-4C10-AE3A-B4A55DA7BB40}" presName="hierChild4" presStyleCnt="0"/>
      <dgm:spPr/>
    </dgm:pt>
    <dgm:pt modelId="{52A41C9E-42C0-4865-B098-685175A24CF0}" type="pres">
      <dgm:prSet presAssocID="{BDAB7DF1-3B65-4C10-AE3A-B4A55DA7BB40}" presName="hierChild5" presStyleCnt="0"/>
      <dgm:spPr/>
    </dgm:pt>
    <dgm:pt modelId="{376415C8-02AD-4886-812B-D609CA875C07}" type="pres">
      <dgm:prSet presAssocID="{BAE5E0BD-BD02-43A7-BC92-2497FC602173}" presName="Name37" presStyleLbl="parChTrans1D4" presStyleIdx="2" presStyleCnt="56"/>
      <dgm:spPr/>
    </dgm:pt>
    <dgm:pt modelId="{90D0BB5E-6480-4EB6-A67F-6D7B37B23BFE}" type="pres">
      <dgm:prSet presAssocID="{4EBE84E8-F6AE-4EC7-A934-C3D2C0024F12}" presName="hierRoot2" presStyleCnt="0">
        <dgm:presLayoutVars>
          <dgm:hierBranch val="init"/>
        </dgm:presLayoutVars>
      </dgm:prSet>
      <dgm:spPr/>
    </dgm:pt>
    <dgm:pt modelId="{8F9D5089-63F7-43CE-B4F2-884FB50C782B}" type="pres">
      <dgm:prSet presAssocID="{4EBE84E8-F6AE-4EC7-A934-C3D2C0024F12}" presName="rootComposite" presStyleCnt="0"/>
      <dgm:spPr/>
    </dgm:pt>
    <dgm:pt modelId="{09B74BDD-370E-43ED-A1F7-2620C75BDA9C}" type="pres">
      <dgm:prSet presAssocID="{4EBE84E8-F6AE-4EC7-A934-C3D2C0024F12}" presName="rootText" presStyleLbl="node4" presStyleIdx="2" presStyleCnt="56">
        <dgm:presLayoutVars>
          <dgm:chPref val="3"/>
        </dgm:presLayoutVars>
      </dgm:prSet>
      <dgm:spPr/>
    </dgm:pt>
    <dgm:pt modelId="{ADA0C9EA-2209-41DD-9A4D-7E177229D763}" type="pres">
      <dgm:prSet presAssocID="{4EBE84E8-F6AE-4EC7-A934-C3D2C0024F12}" presName="rootConnector" presStyleLbl="node4" presStyleIdx="2" presStyleCnt="56"/>
      <dgm:spPr/>
    </dgm:pt>
    <dgm:pt modelId="{FDB1A3BE-676B-4454-9689-12A58F4A2C86}" type="pres">
      <dgm:prSet presAssocID="{4EBE84E8-F6AE-4EC7-A934-C3D2C0024F12}" presName="hierChild4" presStyleCnt="0"/>
      <dgm:spPr/>
    </dgm:pt>
    <dgm:pt modelId="{40A29442-81B5-4646-B3A4-8ACCAB0913AD}" type="pres">
      <dgm:prSet presAssocID="{4EBE84E8-F6AE-4EC7-A934-C3D2C0024F12}" presName="hierChild5" presStyleCnt="0"/>
      <dgm:spPr/>
    </dgm:pt>
    <dgm:pt modelId="{BCCF193E-CA20-48EC-BD7A-68C4DE55879A}" type="pres">
      <dgm:prSet presAssocID="{B45360F0-8409-49F0-A775-9850B43E3CBF}" presName="hierChild5" presStyleCnt="0"/>
      <dgm:spPr/>
    </dgm:pt>
    <dgm:pt modelId="{130B4C6C-7229-4FC2-BEE5-0C34BE4B1392}" type="pres">
      <dgm:prSet presAssocID="{6776E12F-6372-4249-A3F8-3BEF637D9A5E}" presName="Name37" presStyleLbl="parChTrans1D4" presStyleIdx="3" presStyleCnt="56"/>
      <dgm:spPr/>
    </dgm:pt>
    <dgm:pt modelId="{D4510892-003E-48DB-87CA-82D5B6A03133}" type="pres">
      <dgm:prSet presAssocID="{28E29980-B26C-44EA-8A98-42DC223F8020}" presName="hierRoot2" presStyleCnt="0">
        <dgm:presLayoutVars>
          <dgm:hierBranch val="init"/>
        </dgm:presLayoutVars>
      </dgm:prSet>
      <dgm:spPr/>
    </dgm:pt>
    <dgm:pt modelId="{750BD6B5-4C0E-4923-9110-BC82C51CA068}" type="pres">
      <dgm:prSet presAssocID="{28E29980-B26C-44EA-8A98-42DC223F8020}" presName="rootComposite" presStyleCnt="0"/>
      <dgm:spPr/>
    </dgm:pt>
    <dgm:pt modelId="{1A83A792-16BF-40FF-ACC3-B021DAACB85F}" type="pres">
      <dgm:prSet presAssocID="{28E29980-B26C-44EA-8A98-42DC223F8020}" presName="rootText" presStyleLbl="node4" presStyleIdx="3" presStyleCnt="56">
        <dgm:presLayoutVars>
          <dgm:chPref val="3"/>
        </dgm:presLayoutVars>
      </dgm:prSet>
      <dgm:spPr/>
    </dgm:pt>
    <dgm:pt modelId="{5F5A24D3-587C-4BE1-9935-89137EB259B5}" type="pres">
      <dgm:prSet presAssocID="{28E29980-B26C-44EA-8A98-42DC223F8020}" presName="rootConnector" presStyleLbl="node4" presStyleIdx="3" presStyleCnt="56"/>
      <dgm:spPr/>
    </dgm:pt>
    <dgm:pt modelId="{3BCEBFB7-2298-4A80-BCCF-036A3A8DD607}" type="pres">
      <dgm:prSet presAssocID="{28E29980-B26C-44EA-8A98-42DC223F8020}" presName="hierChild4" presStyleCnt="0"/>
      <dgm:spPr/>
    </dgm:pt>
    <dgm:pt modelId="{7BD1D3B6-28C4-4238-82D7-93A0B35F795F}" type="pres">
      <dgm:prSet presAssocID="{996756A1-147E-4E20-8B4D-C7D99D1BE296}" presName="Name37" presStyleLbl="parChTrans1D4" presStyleIdx="4" presStyleCnt="56"/>
      <dgm:spPr/>
    </dgm:pt>
    <dgm:pt modelId="{E21F405F-7530-4436-BBCA-42F9424F454F}" type="pres">
      <dgm:prSet presAssocID="{8C6998EE-0FC5-4CED-9014-B0F8EB2DB704}" presName="hierRoot2" presStyleCnt="0">
        <dgm:presLayoutVars>
          <dgm:hierBranch val="init"/>
        </dgm:presLayoutVars>
      </dgm:prSet>
      <dgm:spPr/>
    </dgm:pt>
    <dgm:pt modelId="{4A8F1749-029C-43B0-BCAF-D8E6C46DCA22}" type="pres">
      <dgm:prSet presAssocID="{8C6998EE-0FC5-4CED-9014-B0F8EB2DB704}" presName="rootComposite" presStyleCnt="0"/>
      <dgm:spPr/>
    </dgm:pt>
    <dgm:pt modelId="{7068693F-A1B2-449B-B37E-BAA64A85F28D}" type="pres">
      <dgm:prSet presAssocID="{8C6998EE-0FC5-4CED-9014-B0F8EB2DB704}" presName="rootText" presStyleLbl="node4" presStyleIdx="4" presStyleCnt="56">
        <dgm:presLayoutVars>
          <dgm:chPref val="3"/>
        </dgm:presLayoutVars>
      </dgm:prSet>
      <dgm:spPr/>
    </dgm:pt>
    <dgm:pt modelId="{BAB1E652-84A8-4C5D-B267-47B3BEE033D2}" type="pres">
      <dgm:prSet presAssocID="{8C6998EE-0FC5-4CED-9014-B0F8EB2DB704}" presName="rootConnector" presStyleLbl="node4" presStyleIdx="4" presStyleCnt="56"/>
      <dgm:spPr/>
    </dgm:pt>
    <dgm:pt modelId="{F587ABDF-6419-4325-AF29-9B3AF3E0C9F2}" type="pres">
      <dgm:prSet presAssocID="{8C6998EE-0FC5-4CED-9014-B0F8EB2DB704}" presName="hierChild4" presStyleCnt="0"/>
      <dgm:spPr/>
    </dgm:pt>
    <dgm:pt modelId="{454A5DE2-81F0-45F8-AB3E-68C5D275698F}" type="pres">
      <dgm:prSet presAssocID="{8C6998EE-0FC5-4CED-9014-B0F8EB2DB704}" presName="hierChild5" presStyleCnt="0"/>
      <dgm:spPr/>
    </dgm:pt>
    <dgm:pt modelId="{010770AD-E444-4AD3-81BF-F65F0BF4D620}" type="pres">
      <dgm:prSet presAssocID="{77365515-5BCD-47DD-AD1D-03A0F8EB9797}" presName="Name37" presStyleLbl="parChTrans1D4" presStyleIdx="5" presStyleCnt="56"/>
      <dgm:spPr/>
    </dgm:pt>
    <dgm:pt modelId="{356A43FC-88E9-4652-8024-B68F6C1EDB55}" type="pres">
      <dgm:prSet presAssocID="{9B8D1FC5-25C1-414F-965A-C56C593BE5F1}" presName="hierRoot2" presStyleCnt="0">
        <dgm:presLayoutVars>
          <dgm:hierBranch val="init"/>
        </dgm:presLayoutVars>
      </dgm:prSet>
      <dgm:spPr/>
    </dgm:pt>
    <dgm:pt modelId="{5DB3EED0-6426-4A84-810F-FB1369F43F7C}" type="pres">
      <dgm:prSet presAssocID="{9B8D1FC5-25C1-414F-965A-C56C593BE5F1}" presName="rootComposite" presStyleCnt="0"/>
      <dgm:spPr/>
    </dgm:pt>
    <dgm:pt modelId="{CDBA089D-D4BE-4265-A3FF-83788E0A109D}" type="pres">
      <dgm:prSet presAssocID="{9B8D1FC5-25C1-414F-965A-C56C593BE5F1}" presName="rootText" presStyleLbl="node4" presStyleIdx="5" presStyleCnt="56">
        <dgm:presLayoutVars>
          <dgm:chPref val="3"/>
        </dgm:presLayoutVars>
      </dgm:prSet>
      <dgm:spPr/>
    </dgm:pt>
    <dgm:pt modelId="{61163651-3006-480B-8010-89FF630F787F}" type="pres">
      <dgm:prSet presAssocID="{9B8D1FC5-25C1-414F-965A-C56C593BE5F1}" presName="rootConnector" presStyleLbl="node4" presStyleIdx="5" presStyleCnt="56"/>
      <dgm:spPr/>
    </dgm:pt>
    <dgm:pt modelId="{D7B1F26A-70F3-4689-811A-858148B3F68E}" type="pres">
      <dgm:prSet presAssocID="{9B8D1FC5-25C1-414F-965A-C56C593BE5F1}" presName="hierChild4" presStyleCnt="0"/>
      <dgm:spPr/>
    </dgm:pt>
    <dgm:pt modelId="{3006DD7D-4765-49E7-BAC4-F5FA7F74BA7D}" type="pres">
      <dgm:prSet presAssocID="{9B8D1FC5-25C1-414F-965A-C56C593BE5F1}" presName="hierChild5" presStyleCnt="0"/>
      <dgm:spPr/>
    </dgm:pt>
    <dgm:pt modelId="{FED4648E-6971-479A-8B18-D186451D0618}" type="pres">
      <dgm:prSet presAssocID="{28E29980-B26C-44EA-8A98-42DC223F8020}" presName="hierChild5" presStyleCnt="0"/>
      <dgm:spPr/>
    </dgm:pt>
    <dgm:pt modelId="{79816015-FD24-4C5D-BD68-7D68C7C931D6}" type="pres">
      <dgm:prSet presAssocID="{7BC09FA8-4725-4DE3-9AB7-725863703EDC}" presName="Name37" presStyleLbl="parChTrans1D4" presStyleIdx="6" presStyleCnt="56"/>
      <dgm:spPr/>
    </dgm:pt>
    <dgm:pt modelId="{D7E90AA9-E85E-453C-B0BB-FF1DC7668442}" type="pres">
      <dgm:prSet presAssocID="{63328FC9-6DC4-496B-8C22-496728989863}" presName="hierRoot2" presStyleCnt="0">
        <dgm:presLayoutVars>
          <dgm:hierBranch val="init"/>
        </dgm:presLayoutVars>
      </dgm:prSet>
      <dgm:spPr/>
    </dgm:pt>
    <dgm:pt modelId="{089EE9E6-0E39-4717-B4CA-06FD9BCCE095}" type="pres">
      <dgm:prSet presAssocID="{63328FC9-6DC4-496B-8C22-496728989863}" presName="rootComposite" presStyleCnt="0"/>
      <dgm:spPr/>
    </dgm:pt>
    <dgm:pt modelId="{9B2B8ADB-13AD-4F53-BCAC-8D2F89B13B58}" type="pres">
      <dgm:prSet presAssocID="{63328FC9-6DC4-496B-8C22-496728989863}" presName="rootText" presStyleLbl="node4" presStyleIdx="6" presStyleCnt="56">
        <dgm:presLayoutVars>
          <dgm:chPref val="3"/>
        </dgm:presLayoutVars>
      </dgm:prSet>
      <dgm:spPr/>
    </dgm:pt>
    <dgm:pt modelId="{932CC661-B1EF-4876-83C6-AEDA0C553D5B}" type="pres">
      <dgm:prSet presAssocID="{63328FC9-6DC4-496B-8C22-496728989863}" presName="rootConnector" presStyleLbl="node4" presStyleIdx="6" presStyleCnt="56"/>
      <dgm:spPr/>
    </dgm:pt>
    <dgm:pt modelId="{D1339946-532E-4827-8487-4A7A50A4A54A}" type="pres">
      <dgm:prSet presAssocID="{63328FC9-6DC4-496B-8C22-496728989863}" presName="hierChild4" presStyleCnt="0"/>
      <dgm:spPr/>
    </dgm:pt>
    <dgm:pt modelId="{E5774365-5A5E-4AE0-AD7F-8F14BFD1A3E8}" type="pres">
      <dgm:prSet presAssocID="{D27C69B5-CDA8-47D8-9B9F-279259A7946A}" presName="Name37" presStyleLbl="parChTrans1D4" presStyleIdx="7" presStyleCnt="56"/>
      <dgm:spPr/>
    </dgm:pt>
    <dgm:pt modelId="{20114318-A210-470F-A648-E82A14DE8D59}" type="pres">
      <dgm:prSet presAssocID="{B39B1209-0F09-42AD-A8BC-145CD0185577}" presName="hierRoot2" presStyleCnt="0">
        <dgm:presLayoutVars>
          <dgm:hierBranch val="init"/>
        </dgm:presLayoutVars>
      </dgm:prSet>
      <dgm:spPr/>
    </dgm:pt>
    <dgm:pt modelId="{C27669B7-F1CB-4C48-8D13-9857E4F681D4}" type="pres">
      <dgm:prSet presAssocID="{B39B1209-0F09-42AD-A8BC-145CD0185577}" presName="rootComposite" presStyleCnt="0"/>
      <dgm:spPr/>
    </dgm:pt>
    <dgm:pt modelId="{12905FB3-EA29-4377-9575-47A56F4A603B}" type="pres">
      <dgm:prSet presAssocID="{B39B1209-0F09-42AD-A8BC-145CD0185577}" presName="rootText" presStyleLbl="node4" presStyleIdx="7" presStyleCnt="56">
        <dgm:presLayoutVars>
          <dgm:chPref val="3"/>
        </dgm:presLayoutVars>
      </dgm:prSet>
      <dgm:spPr/>
    </dgm:pt>
    <dgm:pt modelId="{CB2A14B5-32FA-4262-850E-D232946799EE}" type="pres">
      <dgm:prSet presAssocID="{B39B1209-0F09-42AD-A8BC-145CD0185577}" presName="rootConnector" presStyleLbl="node4" presStyleIdx="7" presStyleCnt="56"/>
      <dgm:spPr/>
    </dgm:pt>
    <dgm:pt modelId="{C95D6236-73DB-4E37-BB54-517B586434B1}" type="pres">
      <dgm:prSet presAssocID="{B39B1209-0F09-42AD-A8BC-145CD0185577}" presName="hierChild4" presStyleCnt="0"/>
      <dgm:spPr/>
    </dgm:pt>
    <dgm:pt modelId="{8D5EA57A-996F-4D25-BED8-BA20D63BFC60}" type="pres">
      <dgm:prSet presAssocID="{B39B1209-0F09-42AD-A8BC-145CD0185577}" presName="hierChild5" presStyleCnt="0"/>
      <dgm:spPr/>
    </dgm:pt>
    <dgm:pt modelId="{F5974F7E-BE27-4A76-982D-DF164425496D}" type="pres">
      <dgm:prSet presAssocID="{F0BFF848-48CA-49AE-BCB0-1C74508D97F1}" presName="Name37" presStyleLbl="parChTrans1D4" presStyleIdx="8" presStyleCnt="56"/>
      <dgm:spPr/>
    </dgm:pt>
    <dgm:pt modelId="{77FC9156-F70C-4B7B-80FB-5347DD46BDE9}" type="pres">
      <dgm:prSet presAssocID="{5B7D29DF-EED0-40D2-9BD7-696C47C0FAFA}" presName="hierRoot2" presStyleCnt="0">
        <dgm:presLayoutVars>
          <dgm:hierBranch val="init"/>
        </dgm:presLayoutVars>
      </dgm:prSet>
      <dgm:spPr/>
    </dgm:pt>
    <dgm:pt modelId="{5F1975F8-B82C-4E60-A617-ABA22F98770D}" type="pres">
      <dgm:prSet presAssocID="{5B7D29DF-EED0-40D2-9BD7-696C47C0FAFA}" presName="rootComposite" presStyleCnt="0"/>
      <dgm:spPr/>
    </dgm:pt>
    <dgm:pt modelId="{0BC3BDA3-A9E6-42C1-8818-BEBF43ED3FDA}" type="pres">
      <dgm:prSet presAssocID="{5B7D29DF-EED0-40D2-9BD7-696C47C0FAFA}" presName="rootText" presStyleLbl="node4" presStyleIdx="8" presStyleCnt="56">
        <dgm:presLayoutVars>
          <dgm:chPref val="3"/>
        </dgm:presLayoutVars>
      </dgm:prSet>
      <dgm:spPr/>
    </dgm:pt>
    <dgm:pt modelId="{DF24F38E-1F33-49D3-B7F7-011C2149D356}" type="pres">
      <dgm:prSet presAssocID="{5B7D29DF-EED0-40D2-9BD7-696C47C0FAFA}" presName="rootConnector" presStyleLbl="node4" presStyleIdx="8" presStyleCnt="56"/>
      <dgm:spPr/>
    </dgm:pt>
    <dgm:pt modelId="{88EBEE30-5633-4EEF-BDC6-785C54A732F9}" type="pres">
      <dgm:prSet presAssocID="{5B7D29DF-EED0-40D2-9BD7-696C47C0FAFA}" presName="hierChild4" presStyleCnt="0"/>
      <dgm:spPr/>
    </dgm:pt>
    <dgm:pt modelId="{08546695-82C6-4E9C-B7D9-26D3A659A5D0}" type="pres">
      <dgm:prSet presAssocID="{5B7D29DF-EED0-40D2-9BD7-696C47C0FAFA}" presName="hierChild5" presStyleCnt="0"/>
      <dgm:spPr/>
    </dgm:pt>
    <dgm:pt modelId="{46F3C7F0-C477-480D-8BD2-36F624053C1B}" type="pres">
      <dgm:prSet presAssocID="{63328FC9-6DC4-496B-8C22-496728989863}" presName="hierChild5" presStyleCnt="0"/>
      <dgm:spPr/>
    </dgm:pt>
    <dgm:pt modelId="{F845BA34-B5C8-4DB1-BA47-945D4ACC6234}" type="pres">
      <dgm:prSet presAssocID="{0A6D5C0B-A1BF-41BD-AA8D-43F936D399EA}" presName="hierChild5" presStyleCnt="0"/>
      <dgm:spPr/>
    </dgm:pt>
    <dgm:pt modelId="{0C643637-EDFE-49BD-B5A8-AE88869C5D90}" type="pres">
      <dgm:prSet presAssocID="{90EEE5FC-4D8C-4C57-962D-F0094DD26B86}" presName="Name37" presStyleLbl="parChTrans1D3" presStyleIdx="1" presStyleCnt="12"/>
      <dgm:spPr/>
    </dgm:pt>
    <dgm:pt modelId="{9518D3BC-6D28-4F5A-88EE-CF48F3ECA29A}" type="pres">
      <dgm:prSet presAssocID="{9DB61D50-F0AB-451D-BD44-A4B6966FFBEE}" presName="hierRoot2" presStyleCnt="0">
        <dgm:presLayoutVars>
          <dgm:hierBranch val="init"/>
        </dgm:presLayoutVars>
      </dgm:prSet>
      <dgm:spPr/>
    </dgm:pt>
    <dgm:pt modelId="{331E143E-FFAD-43DE-BD5B-57B51E4F360C}" type="pres">
      <dgm:prSet presAssocID="{9DB61D50-F0AB-451D-BD44-A4B6966FFBEE}" presName="rootComposite" presStyleCnt="0"/>
      <dgm:spPr/>
    </dgm:pt>
    <dgm:pt modelId="{310DBADD-A0A4-4250-B721-E330E444A769}" type="pres">
      <dgm:prSet presAssocID="{9DB61D50-F0AB-451D-BD44-A4B6966FFBEE}" presName="rootText" presStyleLbl="node3" presStyleIdx="1" presStyleCnt="12">
        <dgm:presLayoutVars>
          <dgm:chPref val="3"/>
        </dgm:presLayoutVars>
      </dgm:prSet>
      <dgm:spPr/>
    </dgm:pt>
    <dgm:pt modelId="{801901D6-0708-415A-923A-4E14C6479418}" type="pres">
      <dgm:prSet presAssocID="{9DB61D50-F0AB-451D-BD44-A4B6966FFBEE}" presName="rootConnector" presStyleLbl="node3" presStyleIdx="1" presStyleCnt="12"/>
      <dgm:spPr/>
    </dgm:pt>
    <dgm:pt modelId="{F050A5BB-6117-4AF1-957C-B67BF195469C}" type="pres">
      <dgm:prSet presAssocID="{9DB61D50-F0AB-451D-BD44-A4B6966FFBEE}" presName="hierChild4" presStyleCnt="0"/>
      <dgm:spPr/>
    </dgm:pt>
    <dgm:pt modelId="{6F94548E-5FCD-4B0C-B1D0-130E8915929E}" type="pres">
      <dgm:prSet presAssocID="{DE9F45FA-7128-4095-B5FC-A043F4C6144F}" presName="Name37" presStyleLbl="parChTrans1D4" presStyleIdx="9" presStyleCnt="56"/>
      <dgm:spPr/>
    </dgm:pt>
    <dgm:pt modelId="{3A6F08FA-7D66-4CDC-A7C8-94EDD3BD0074}" type="pres">
      <dgm:prSet presAssocID="{A3C7098C-8E85-47CF-A3B1-B9AA2E237335}" presName="hierRoot2" presStyleCnt="0">
        <dgm:presLayoutVars>
          <dgm:hierBranch val="init"/>
        </dgm:presLayoutVars>
      </dgm:prSet>
      <dgm:spPr/>
    </dgm:pt>
    <dgm:pt modelId="{751214B0-7055-48A3-A19D-BF42CFB88608}" type="pres">
      <dgm:prSet presAssocID="{A3C7098C-8E85-47CF-A3B1-B9AA2E237335}" presName="rootComposite" presStyleCnt="0"/>
      <dgm:spPr/>
    </dgm:pt>
    <dgm:pt modelId="{7459DEB2-DA7B-4CEF-8416-95A24F2E4528}" type="pres">
      <dgm:prSet presAssocID="{A3C7098C-8E85-47CF-A3B1-B9AA2E237335}" presName="rootText" presStyleLbl="node4" presStyleIdx="9" presStyleCnt="56">
        <dgm:presLayoutVars>
          <dgm:chPref val="3"/>
        </dgm:presLayoutVars>
      </dgm:prSet>
      <dgm:spPr/>
    </dgm:pt>
    <dgm:pt modelId="{5D3965CF-6386-48BB-9A97-99F66BF38442}" type="pres">
      <dgm:prSet presAssocID="{A3C7098C-8E85-47CF-A3B1-B9AA2E237335}" presName="rootConnector" presStyleLbl="node4" presStyleIdx="9" presStyleCnt="56"/>
      <dgm:spPr/>
    </dgm:pt>
    <dgm:pt modelId="{C9E9056F-A944-42CF-B18D-21C78EF215AA}" type="pres">
      <dgm:prSet presAssocID="{A3C7098C-8E85-47CF-A3B1-B9AA2E237335}" presName="hierChild4" presStyleCnt="0"/>
      <dgm:spPr/>
    </dgm:pt>
    <dgm:pt modelId="{CCE3C63C-8018-4305-B34D-90B0CF544C44}" type="pres">
      <dgm:prSet presAssocID="{5BD34017-D48F-4195-ACEA-4393C42DE30A}" presName="Name37" presStyleLbl="parChTrans1D4" presStyleIdx="10" presStyleCnt="56"/>
      <dgm:spPr/>
    </dgm:pt>
    <dgm:pt modelId="{325F9D0A-96C4-4901-B137-DFFB7F341E72}" type="pres">
      <dgm:prSet presAssocID="{CA17B688-CC8F-4E83-9D5E-3C10E5770606}" presName="hierRoot2" presStyleCnt="0">
        <dgm:presLayoutVars>
          <dgm:hierBranch val="init"/>
        </dgm:presLayoutVars>
      </dgm:prSet>
      <dgm:spPr/>
    </dgm:pt>
    <dgm:pt modelId="{DD0DCCB0-7695-436E-A54C-E26839FF50A3}" type="pres">
      <dgm:prSet presAssocID="{CA17B688-CC8F-4E83-9D5E-3C10E5770606}" presName="rootComposite" presStyleCnt="0"/>
      <dgm:spPr/>
    </dgm:pt>
    <dgm:pt modelId="{BC3B6495-8AB1-4D9B-8FBA-DF6B32D359F6}" type="pres">
      <dgm:prSet presAssocID="{CA17B688-CC8F-4E83-9D5E-3C10E5770606}" presName="rootText" presStyleLbl="node4" presStyleIdx="10" presStyleCnt="56">
        <dgm:presLayoutVars>
          <dgm:chPref val="3"/>
        </dgm:presLayoutVars>
      </dgm:prSet>
      <dgm:spPr/>
    </dgm:pt>
    <dgm:pt modelId="{F3E914F9-1E90-49D9-B545-0DD5E2D55213}" type="pres">
      <dgm:prSet presAssocID="{CA17B688-CC8F-4E83-9D5E-3C10E5770606}" presName="rootConnector" presStyleLbl="node4" presStyleIdx="10" presStyleCnt="56"/>
      <dgm:spPr/>
    </dgm:pt>
    <dgm:pt modelId="{15094B01-999A-4A6C-A127-0AFE6F355D5A}" type="pres">
      <dgm:prSet presAssocID="{CA17B688-CC8F-4E83-9D5E-3C10E5770606}" presName="hierChild4" presStyleCnt="0"/>
      <dgm:spPr/>
    </dgm:pt>
    <dgm:pt modelId="{4EB18902-4089-4337-A0A5-C707EC373734}" type="pres">
      <dgm:prSet presAssocID="{CA17B688-CC8F-4E83-9D5E-3C10E5770606}" presName="hierChild5" presStyleCnt="0"/>
      <dgm:spPr/>
    </dgm:pt>
    <dgm:pt modelId="{9005A51E-FE52-4140-A735-6D8F830EF571}" type="pres">
      <dgm:prSet presAssocID="{AF9D39F5-6D42-4214-9D02-64AB1EEC506C}" presName="Name37" presStyleLbl="parChTrans1D4" presStyleIdx="11" presStyleCnt="56"/>
      <dgm:spPr/>
    </dgm:pt>
    <dgm:pt modelId="{C576F27C-F34F-4AAE-A73C-668B3B9BA513}" type="pres">
      <dgm:prSet presAssocID="{50431D36-9E09-40F6-B7FB-E2366E215EA3}" presName="hierRoot2" presStyleCnt="0">
        <dgm:presLayoutVars>
          <dgm:hierBranch val="init"/>
        </dgm:presLayoutVars>
      </dgm:prSet>
      <dgm:spPr/>
    </dgm:pt>
    <dgm:pt modelId="{D29A95EE-F6B9-4193-98DF-8B0D414C6619}" type="pres">
      <dgm:prSet presAssocID="{50431D36-9E09-40F6-B7FB-E2366E215EA3}" presName="rootComposite" presStyleCnt="0"/>
      <dgm:spPr/>
    </dgm:pt>
    <dgm:pt modelId="{857A6A5A-E57C-4827-9ADF-FDA767B3AFD4}" type="pres">
      <dgm:prSet presAssocID="{50431D36-9E09-40F6-B7FB-E2366E215EA3}" presName="rootText" presStyleLbl="node4" presStyleIdx="11" presStyleCnt="56">
        <dgm:presLayoutVars>
          <dgm:chPref val="3"/>
        </dgm:presLayoutVars>
      </dgm:prSet>
      <dgm:spPr/>
    </dgm:pt>
    <dgm:pt modelId="{D4816EE6-D470-42C7-AE8D-24C4F91BAF1C}" type="pres">
      <dgm:prSet presAssocID="{50431D36-9E09-40F6-B7FB-E2366E215EA3}" presName="rootConnector" presStyleLbl="node4" presStyleIdx="11" presStyleCnt="56"/>
      <dgm:spPr/>
    </dgm:pt>
    <dgm:pt modelId="{9F1EE7AF-41C1-4141-B438-DB4007159944}" type="pres">
      <dgm:prSet presAssocID="{50431D36-9E09-40F6-B7FB-E2366E215EA3}" presName="hierChild4" presStyleCnt="0"/>
      <dgm:spPr/>
    </dgm:pt>
    <dgm:pt modelId="{96D83E07-FEA3-404F-A800-EDCC1101E5FF}" type="pres">
      <dgm:prSet presAssocID="{50431D36-9E09-40F6-B7FB-E2366E215EA3}" presName="hierChild5" presStyleCnt="0"/>
      <dgm:spPr/>
    </dgm:pt>
    <dgm:pt modelId="{46EF9080-B039-4175-BBA7-0D255E6F9E89}" type="pres">
      <dgm:prSet presAssocID="{A3C7098C-8E85-47CF-A3B1-B9AA2E237335}" presName="hierChild5" presStyleCnt="0"/>
      <dgm:spPr/>
    </dgm:pt>
    <dgm:pt modelId="{C0463D50-DACE-45D8-BF03-B5BA485400CB}" type="pres">
      <dgm:prSet presAssocID="{3AB5F7B2-B3EE-4C37-A0D1-91F108E8B7AA}" presName="Name37" presStyleLbl="parChTrans1D4" presStyleIdx="12" presStyleCnt="56"/>
      <dgm:spPr/>
    </dgm:pt>
    <dgm:pt modelId="{C24C9E32-033D-4470-8B57-69A13EB4C5A6}" type="pres">
      <dgm:prSet presAssocID="{31517C3B-BFA9-4BE0-90F0-35E42EB3D1AB}" presName="hierRoot2" presStyleCnt="0">
        <dgm:presLayoutVars>
          <dgm:hierBranch val="init"/>
        </dgm:presLayoutVars>
      </dgm:prSet>
      <dgm:spPr/>
    </dgm:pt>
    <dgm:pt modelId="{6F83C3A1-4DC2-4E61-BCC9-ECC21C8D9CDE}" type="pres">
      <dgm:prSet presAssocID="{31517C3B-BFA9-4BE0-90F0-35E42EB3D1AB}" presName="rootComposite" presStyleCnt="0"/>
      <dgm:spPr/>
    </dgm:pt>
    <dgm:pt modelId="{7F44A836-136D-4483-9A7C-3473ACBA4ED0}" type="pres">
      <dgm:prSet presAssocID="{31517C3B-BFA9-4BE0-90F0-35E42EB3D1AB}" presName="rootText" presStyleLbl="node4" presStyleIdx="12" presStyleCnt="56">
        <dgm:presLayoutVars>
          <dgm:chPref val="3"/>
        </dgm:presLayoutVars>
      </dgm:prSet>
      <dgm:spPr/>
    </dgm:pt>
    <dgm:pt modelId="{CCEDB5B5-4A8F-4A9F-9D29-7FA5DD8AC83E}" type="pres">
      <dgm:prSet presAssocID="{31517C3B-BFA9-4BE0-90F0-35E42EB3D1AB}" presName="rootConnector" presStyleLbl="node4" presStyleIdx="12" presStyleCnt="56"/>
      <dgm:spPr/>
    </dgm:pt>
    <dgm:pt modelId="{D5EAF509-48A4-469B-B1D1-32AED1C0E8A9}" type="pres">
      <dgm:prSet presAssocID="{31517C3B-BFA9-4BE0-90F0-35E42EB3D1AB}" presName="hierChild4" presStyleCnt="0"/>
      <dgm:spPr/>
    </dgm:pt>
    <dgm:pt modelId="{9AFED01F-EA29-452F-8437-E1FC8203CBB7}" type="pres">
      <dgm:prSet presAssocID="{522D1AF1-92EC-4C24-A562-78D7F7A71C05}" presName="Name37" presStyleLbl="parChTrans1D4" presStyleIdx="13" presStyleCnt="56"/>
      <dgm:spPr/>
    </dgm:pt>
    <dgm:pt modelId="{647EC203-F258-4A17-8E48-D9238FFA96B2}" type="pres">
      <dgm:prSet presAssocID="{8988A0EE-687F-4490-AF94-C22DABDA741C}" presName="hierRoot2" presStyleCnt="0">
        <dgm:presLayoutVars>
          <dgm:hierBranch val="init"/>
        </dgm:presLayoutVars>
      </dgm:prSet>
      <dgm:spPr/>
    </dgm:pt>
    <dgm:pt modelId="{0C49C0A3-5156-4E55-87F7-321FF8C17327}" type="pres">
      <dgm:prSet presAssocID="{8988A0EE-687F-4490-AF94-C22DABDA741C}" presName="rootComposite" presStyleCnt="0"/>
      <dgm:spPr/>
    </dgm:pt>
    <dgm:pt modelId="{8007B376-B41A-4C8B-9A19-92E369E8912F}" type="pres">
      <dgm:prSet presAssocID="{8988A0EE-687F-4490-AF94-C22DABDA741C}" presName="rootText" presStyleLbl="node4" presStyleIdx="13" presStyleCnt="56">
        <dgm:presLayoutVars>
          <dgm:chPref val="3"/>
        </dgm:presLayoutVars>
      </dgm:prSet>
      <dgm:spPr/>
    </dgm:pt>
    <dgm:pt modelId="{999DFD41-4694-4C17-8D49-082978525384}" type="pres">
      <dgm:prSet presAssocID="{8988A0EE-687F-4490-AF94-C22DABDA741C}" presName="rootConnector" presStyleLbl="node4" presStyleIdx="13" presStyleCnt="56"/>
      <dgm:spPr/>
    </dgm:pt>
    <dgm:pt modelId="{73A5C3C4-00E6-4D3B-9067-4AB1B126F734}" type="pres">
      <dgm:prSet presAssocID="{8988A0EE-687F-4490-AF94-C22DABDA741C}" presName="hierChild4" presStyleCnt="0"/>
      <dgm:spPr/>
    </dgm:pt>
    <dgm:pt modelId="{4FEE14FA-FE95-42F4-9D0D-30DA2FC431AC}" type="pres">
      <dgm:prSet presAssocID="{8988A0EE-687F-4490-AF94-C22DABDA741C}" presName="hierChild5" presStyleCnt="0"/>
      <dgm:spPr/>
    </dgm:pt>
    <dgm:pt modelId="{AC79BB96-64EB-428C-B658-EC13440F85C6}" type="pres">
      <dgm:prSet presAssocID="{AB8468CC-CBE4-4314-8A87-1C7E31D8812A}" presName="Name37" presStyleLbl="parChTrans1D4" presStyleIdx="14" presStyleCnt="56"/>
      <dgm:spPr/>
    </dgm:pt>
    <dgm:pt modelId="{22FE8C08-05F3-4737-947E-EBA1D92CE9C4}" type="pres">
      <dgm:prSet presAssocID="{2D6FC7F7-2FBD-45F3-B17D-E90432C3DB42}" presName="hierRoot2" presStyleCnt="0">
        <dgm:presLayoutVars>
          <dgm:hierBranch val="init"/>
        </dgm:presLayoutVars>
      </dgm:prSet>
      <dgm:spPr/>
    </dgm:pt>
    <dgm:pt modelId="{4E38EB26-0195-49B4-96CC-BCE64B26FCB6}" type="pres">
      <dgm:prSet presAssocID="{2D6FC7F7-2FBD-45F3-B17D-E90432C3DB42}" presName="rootComposite" presStyleCnt="0"/>
      <dgm:spPr/>
    </dgm:pt>
    <dgm:pt modelId="{A5572EA4-74AD-418E-A047-4B6313BD6A2C}" type="pres">
      <dgm:prSet presAssocID="{2D6FC7F7-2FBD-45F3-B17D-E90432C3DB42}" presName="rootText" presStyleLbl="node4" presStyleIdx="14" presStyleCnt="56">
        <dgm:presLayoutVars>
          <dgm:chPref val="3"/>
        </dgm:presLayoutVars>
      </dgm:prSet>
      <dgm:spPr/>
    </dgm:pt>
    <dgm:pt modelId="{649156EA-EEB3-4B00-A932-3652679C9B90}" type="pres">
      <dgm:prSet presAssocID="{2D6FC7F7-2FBD-45F3-B17D-E90432C3DB42}" presName="rootConnector" presStyleLbl="node4" presStyleIdx="14" presStyleCnt="56"/>
      <dgm:spPr/>
    </dgm:pt>
    <dgm:pt modelId="{3E6B8B5D-354D-4681-B6D4-B1F985E8B431}" type="pres">
      <dgm:prSet presAssocID="{2D6FC7F7-2FBD-45F3-B17D-E90432C3DB42}" presName="hierChild4" presStyleCnt="0"/>
      <dgm:spPr/>
    </dgm:pt>
    <dgm:pt modelId="{CB08EBDA-8DFD-4714-A813-590EDA2A472A}" type="pres">
      <dgm:prSet presAssocID="{2D6FC7F7-2FBD-45F3-B17D-E90432C3DB42}" presName="hierChild5" presStyleCnt="0"/>
      <dgm:spPr/>
    </dgm:pt>
    <dgm:pt modelId="{76D8B635-0EA2-46ED-A8D9-3E63980AE168}" type="pres">
      <dgm:prSet presAssocID="{31517C3B-BFA9-4BE0-90F0-35E42EB3D1AB}" presName="hierChild5" presStyleCnt="0"/>
      <dgm:spPr/>
    </dgm:pt>
    <dgm:pt modelId="{25A2110C-388E-42D4-AEC7-35766F5E6108}" type="pres">
      <dgm:prSet presAssocID="{9DB61D50-F0AB-451D-BD44-A4B6966FFBEE}" presName="hierChild5" presStyleCnt="0"/>
      <dgm:spPr/>
    </dgm:pt>
    <dgm:pt modelId="{64B5CD95-4D6E-4D1A-99C4-82DDC700ABE8}" type="pres">
      <dgm:prSet presAssocID="{FE236F9A-75BA-482D-B3FC-91E9E4B12C5E}" presName="Name37" presStyleLbl="parChTrans1D3" presStyleIdx="2" presStyleCnt="12"/>
      <dgm:spPr/>
    </dgm:pt>
    <dgm:pt modelId="{299334A7-86DF-4659-A34A-6F3567013082}" type="pres">
      <dgm:prSet presAssocID="{619CD40E-E239-4DB9-A9C1-DB44653BF638}" presName="hierRoot2" presStyleCnt="0">
        <dgm:presLayoutVars>
          <dgm:hierBranch val="init"/>
        </dgm:presLayoutVars>
      </dgm:prSet>
      <dgm:spPr/>
    </dgm:pt>
    <dgm:pt modelId="{D3A82B38-058B-429F-BDB9-D618331BC706}" type="pres">
      <dgm:prSet presAssocID="{619CD40E-E239-4DB9-A9C1-DB44653BF638}" presName="rootComposite" presStyleCnt="0"/>
      <dgm:spPr/>
    </dgm:pt>
    <dgm:pt modelId="{D4C84C0C-C6B2-4200-A4EF-526CAF1F096E}" type="pres">
      <dgm:prSet presAssocID="{619CD40E-E239-4DB9-A9C1-DB44653BF638}" presName="rootText" presStyleLbl="node3" presStyleIdx="2" presStyleCnt="12">
        <dgm:presLayoutVars>
          <dgm:chPref val="3"/>
        </dgm:presLayoutVars>
      </dgm:prSet>
      <dgm:spPr/>
    </dgm:pt>
    <dgm:pt modelId="{9DDD9186-3EF3-435A-AAE3-B00C0E9C8742}" type="pres">
      <dgm:prSet presAssocID="{619CD40E-E239-4DB9-A9C1-DB44653BF638}" presName="rootConnector" presStyleLbl="node3" presStyleIdx="2" presStyleCnt="12"/>
      <dgm:spPr/>
    </dgm:pt>
    <dgm:pt modelId="{0E70E0DA-1A43-46D9-920A-A72BBB4B4F6A}" type="pres">
      <dgm:prSet presAssocID="{619CD40E-E239-4DB9-A9C1-DB44653BF638}" presName="hierChild4" presStyleCnt="0"/>
      <dgm:spPr/>
    </dgm:pt>
    <dgm:pt modelId="{A6A57727-9E01-447B-AC2A-5AA972EF5C77}" type="pres">
      <dgm:prSet presAssocID="{417EAA07-CB5E-4A2C-B6F5-AE91533C047A}" presName="Name37" presStyleLbl="parChTrans1D4" presStyleIdx="15" presStyleCnt="56"/>
      <dgm:spPr/>
    </dgm:pt>
    <dgm:pt modelId="{52CDD022-E568-4E80-A5B7-38BFC7389DBB}" type="pres">
      <dgm:prSet presAssocID="{772DCB4F-7240-4408-BE47-F985A6D7EABB}" presName="hierRoot2" presStyleCnt="0">
        <dgm:presLayoutVars>
          <dgm:hierBranch val="init"/>
        </dgm:presLayoutVars>
      </dgm:prSet>
      <dgm:spPr/>
    </dgm:pt>
    <dgm:pt modelId="{6E09398D-981F-4E3F-B873-ACBE2B0F014E}" type="pres">
      <dgm:prSet presAssocID="{772DCB4F-7240-4408-BE47-F985A6D7EABB}" presName="rootComposite" presStyleCnt="0"/>
      <dgm:spPr/>
    </dgm:pt>
    <dgm:pt modelId="{2D491734-8E93-4140-9859-7F87DE62A2A5}" type="pres">
      <dgm:prSet presAssocID="{772DCB4F-7240-4408-BE47-F985A6D7EABB}" presName="rootText" presStyleLbl="node4" presStyleIdx="15" presStyleCnt="56">
        <dgm:presLayoutVars>
          <dgm:chPref val="3"/>
        </dgm:presLayoutVars>
      </dgm:prSet>
      <dgm:spPr/>
    </dgm:pt>
    <dgm:pt modelId="{88BB02CA-A67E-42AA-9668-1C015027B685}" type="pres">
      <dgm:prSet presAssocID="{772DCB4F-7240-4408-BE47-F985A6D7EABB}" presName="rootConnector" presStyleLbl="node4" presStyleIdx="15" presStyleCnt="56"/>
      <dgm:spPr/>
    </dgm:pt>
    <dgm:pt modelId="{09F1EEB5-609B-49D1-A35E-5DA8EF41297E}" type="pres">
      <dgm:prSet presAssocID="{772DCB4F-7240-4408-BE47-F985A6D7EABB}" presName="hierChild4" presStyleCnt="0"/>
      <dgm:spPr/>
    </dgm:pt>
    <dgm:pt modelId="{1BCDD145-A1CB-41BB-B1EA-9059DA269682}" type="pres">
      <dgm:prSet presAssocID="{772DCB4F-7240-4408-BE47-F985A6D7EABB}" presName="hierChild5" presStyleCnt="0"/>
      <dgm:spPr/>
    </dgm:pt>
    <dgm:pt modelId="{7C29E6C0-0C27-4D63-A964-8C69AC6FF785}" type="pres">
      <dgm:prSet presAssocID="{9C03894E-E2CE-4728-9B7F-9AE5983C7A0B}" presName="Name37" presStyleLbl="parChTrans1D4" presStyleIdx="16" presStyleCnt="56"/>
      <dgm:spPr/>
    </dgm:pt>
    <dgm:pt modelId="{F1C5101E-DBE9-4321-82A3-42B6EC7496B9}" type="pres">
      <dgm:prSet presAssocID="{5A145AFA-2DF0-49E3-97EB-17C4949C5BD0}" presName="hierRoot2" presStyleCnt="0">
        <dgm:presLayoutVars>
          <dgm:hierBranch val="init"/>
        </dgm:presLayoutVars>
      </dgm:prSet>
      <dgm:spPr/>
    </dgm:pt>
    <dgm:pt modelId="{E85F01DB-4365-4A7A-A7E7-573D07AFF450}" type="pres">
      <dgm:prSet presAssocID="{5A145AFA-2DF0-49E3-97EB-17C4949C5BD0}" presName="rootComposite" presStyleCnt="0"/>
      <dgm:spPr/>
    </dgm:pt>
    <dgm:pt modelId="{9756A470-4026-4084-A57B-8BE2A872325F}" type="pres">
      <dgm:prSet presAssocID="{5A145AFA-2DF0-49E3-97EB-17C4949C5BD0}" presName="rootText" presStyleLbl="node4" presStyleIdx="16" presStyleCnt="56">
        <dgm:presLayoutVars>
          <dgm:chPref val="3"/>
        </dgm:presLayoutVars>
      </dgm:prSet>
      <dgm:spPr/>
    </dgm:pt>
    <dgm:pt modelId="{F8AB5F61-5C19-4FCF-B257-7F4138739F5C}" type="pres">
      <dgm:prSet presAssocID="{5A145AFA-2DF0-49E3-97EB-17C4949C5BD0}" presName="rootConnector" presStyleLbl="node4" presStyleIdx="16" presStyleCnt="56"/>
      <dgm:spPr/>
    </dgm:pt>
    <dgm:pt modelId="{0AAB4233-3166-4778-AA29-E5FDB1F2F7A2}" type="pres">
      <dgm:prSet presAssocID="{5A145AFA-2DF0-49E3-97EB-17C4949C5BD0}" presName="hierChild4" presStyleCnt="0"/>
      <dgm:spPr/>
    </dgm:pt>
    <dgm:pt modelId="{D132EC3E-56F1-41A4-A4C1-93FB9B615F8E}" type="pres">
      <dgm:prSet presAssocID="{5A145AFA-2DF0-49E3-97EB-17C4949C5BD0}" presName="hierChild5" presStyleCnt="0"/>
      <dgm:spPr/>
    </dgm:pt>
    <dgm:pt modelId="{FC53F0DE-F931-4976-B4F5-D21B343FF8EC}" type="pres">
      <dgm:prSet presAssocID="{EF60F891-DB0C-415D-8F73-88BB037C3F46}" presName="Name37" presStyleLbl="parChTrans1D4" presStyleIdx="17" presStyleCnt="56"/>
      <dgm:spPr/>
    </dgm:pt>
    <dgm:pt modelId="{0F7DE159-3E02-429B-89D2-AF6F3FEA8B23}" type="pres">
      <dgm:prSet presAssocID="{3D2A99D5-4813-4D08-812E-AC65ADB99A8B}" presName="hierRoot2" presStyleCnt="0">
        <dgm:presLayoutVars>
          <dgm:hierBranch val="init"/>
        </dgm:presLayoutVars>
      </dgm:prSet>
      <dgm:spPr/>
    </dgm:pt>
    <dgm:pt modelId="{22185098-6F7B-45D3-85B7-4F581101005E}" type="pres">
      <dgm:prSet presAssocID="{3D2A99D5-4813-4D08-812E-AC65ADB99A8B}" presName="rootComposite" presStyleCnt="0"/>
      <dgm:spPr/>
    </dgm:pt>
    <dgm:pt modelId="{FF940ED3-C006-4C00-A53C-2C6700A84B0F}" type="pres">
      <dgm:prSet presAssocID="{3D2A99D5-4813-4D08-812E-AC65ADB99A8B}" presName="rootText" presStyleLbl="node4" presStyleIdx="17" presStyleCnt="56">
        <dgm:presLayoutVars>
          <dgm:chPref val="3"/>
        </dgm:presLayoutVars>
      </dgm:prSet>
      <dgm:spPr/>
    </dgm:pt>
    <dgm:pt modelId="{95CD4D19-E76E-438F-ABBF-320161A6AF48}" type="pres">
      <dgm:prSet presAssocID="{3D2A99D5-4813-4D08-812E-AC65ADB99A8B}" presName="rootConnector" presStyleLbl="node4" presStyleIdx="17" presStyleCnt="56"/>
      <dgm:spPr/>
    </dgm:pt>
    <dgm:pt modelId="{7C1364AD-2C1F-4F9A-8AB5-009AF7870DF5}" type="pres">
      <dgm:prSet presAssocID="{3D2A99D5-4813-4D08-812E-AC65ADB99A8B}" presName="hierChild4" presStyleCnt="0"/>
      <dgm:spPr/>
    </dgm:pt>
    <dgm:pt modelId="{42517C77-8CD1-4097-BB8A-4D8079440037}" type="pres">
      <dgm:prSet presAssocID="{3D2A99D5-4813-4D08-812E-AC65ADB99A8B}" presName="hierChild5" presStyleCnt="0"/>
      <dgm:spPr/>
    </dgm:pt>
    <dgm:pt modelId="{DCDF8A00-353E-41AA-B83A-19A71B33810D}" type="pres">
      <dgm:prSet presAssocID="{619CD40E-E239-4DB9-A9C1-DB44653BF638}" presName="hierChild5" presStyleCnt="0"/>
      <dgm:spPr/>
    </dgm:pt>
    <dgm:pt modelId="{A6F68A2C-904F-4FDE-91AB-56CDE6D695CE}" type="pres">
      <dgm:prSet presAssocID="{F74A0F29-6270-4252-BE0E-04A396622564}" presName="Name37" presStyleLbl="parChTrans1D3" presStyleIdx="3" presStyleCnt="12"/>
      <dgm:spPr/>
    </dgm:pt>
    <dgm:pt modelId="{A9AD4B12-ADA4-4413-A0D3-3FF7FA66021B}" type="pres">
      <dgm:prSet presAssocID="{A79F0652-0740-422F-9599-35EE437DA5A9}" presName="hierRoot2" presStyleCnt="0">
        <dgm:presLayoutVars>
          <dgm:hierBranch val="init"/>
        </dgm:presLayoutVars>
      </dgm:prSet>
      <dgm:spPr/>
    </dgm:pt>
    <dgm:pt modelId="{012B8CD9-0B6A-470F-AB48-F0D31D8DF1C3}" type="pres">
      <dgm:prSet presAssocID="{A79F0652-0740-422F-9599-35EE437DA5A9}" presName="rootComposite" presStyleCnt="0"/>
      <dgm:spPr/>
    </dgm:pt>
    <dgm:pt modelId="{18D074B0-89F5-47F2-8E28-D120D82ADD35}" type="pres">
      <dgm:prSet presAssocID="{A79F0652-0740-422F-9599-35EE437DA5A9}" presName="rootText" presStyleLbl="node3" presStyleIdx="3" presStyleCnt="12">
        <dgm:presLayoutVars>
          <dgm:chPref val="3"/>
        </dgm:presLayoutVars>
      </dgm:prSet>
      <dgm:spPr/>
    </dgm:pt>
    <dgm:pt modelId="{4BA7EB38-89A8-471F-9193-B3AE37EA6594}" type="pres">
      <dgm:prSet presAssocID="{A79F0652-0740-422F-9599-35EE437DA5A9}" presName="rootConnector" presStyleLbl="node3" presStyleIdx="3" presStyleCnt="12"/>
      <dgm:spPr/>
    </dgm:pt>
    <dgm:pt modelId="{CBB47CF1-D5EB-43C3-9EC0-2928E5CD9E42}" type="pres">
      <dgm:prSet presAssocID="{A79F0652-0740-422F-9599-35EE437DA5A9}" presName="hierChild4" presStyleCnt="0"/>
      <dgm:spPr/>
    </dgm:pt>
    <dgm:pt modelId="{29ED2A1B-7A30-4B58-A99C-D7975DA20049}" type="pres">
      <dgm:prSet presAssocID="{B8B86D17-AB19-4EAE-B55F-6D9C24152D72}" presName="Name37" presStyleLbl="parChTrans1D4" presStyleIdx="18" presStyleCnt="56"/>
      <dgm:spPr/>
    </dgm:pt>
    <dgm:pt modelId="{A7058C2A-33F0-4A23-B778-0CF076FDDCBF}" type="pres">
      <dgm:prSet presAssocID="{9B89DFCD-CA63-4A3B-8210-E508DD723664}" presName="hierRoot2" presStyleCnt="0">
        <dgm:presLayoutVars>
          <dgm:hierBranch val="init"/>
        </dgm:presLayoutVars>
      </dgm:prSet>
      <dgm:spPr/>
    </dgm:pt>
    <dgm:pt modelId="{5BE430E3-D6DC-422D-BE82-F7E1E7108D5F}" type="pres">
      <dgm:prSet presAssocID="{9B89DFCD-CA63-4A3B-8210-E508DD723664}" presName="rootComposite" presStyleCnt="0"/>
      <dgm:spPr/>
    </dgm:pt>
    <dgm:pt modelId="{4D300235-A58A-4AC0-8E60-0882EEE6206B}" type="pres">
      <dgm:prSet presAssocID="{9B89DFCD-CA63-4A3B-8210-E508DD723664}" presName="rootText" presStyleLbl="node4" presStyleIdx="18" presStyleCnt="56">
        <dgm:presLayoutVars>
          <dgm:chPref val="3"/>
        </dgm:presLayoutVars>
      </dgm:prSet>
      <dgm:spPr/>
    </dgm:pt>
    <dgm:pt modelId="{D17D5096-07C2-4D49-BEB3-28447C6A8578}" type="pres">
      <dgm:prSet presAssocID="{9B89DFCD-CA63-4A3B-8210-E508DD723664}" presName="rootConnector" presStyleLbl="node4" presStyleIdx="18" presStyleCnt="56"/>
      <dgm:spPr/>
    </dgm:pt>
    <dgm:pt modelId="{E3A542D1-17C0-452C-8A54-D6C2CD48F41D}" type="pres">
      <dgm:prSet presAssocID="{9B89DFCD-CA63-4A3B-8210-E508DD723664}" presName="hierChild4" presStyleCnt="0"/>
      <dgm:spPr/>
    </dgm:pt>
    <dgm:pt modelId="{0506455F-431B-4DF1-AA01-B3C859FE98DC}" type="pres">
      <dgm:prSet presAssocID="{9B89DFCD-CA63-4A3B-8210-E508DD723664}" presName="hierChild5" presStyleCnt="0"/>
      <dgm:spPr/>
    </dgm:pt>
    <dgm:pt modelId="{4FDC7B7E-DBC9-47AF-A420-5658808367D2}" type="pres">
      <dgm:prSet presAssocID="{C86F3B37-CEEA-4DEF-A2C4-DFE8F87E9C00}" presName="Name37" presStyleLbl="parChTrans1D4" presStyleIdx="19" presStyleCnt="56"/>
      <dgm:spPr/>
    </dgm:pt>
    <dgm:pt modelId="{E8AC09AA-1EB3-4166-BF3B-93058B8B2F18}" type="pres">
      <dgm:prSet presAssocID="{21A71948-46B5-4860-B3BA-05D458E7ADBD}" presName="hierRoot2" presStyleCnt="0">
        <dgm:presLayoutVars>
          <dgm:hierBranch val="init"/>
        </dgm:presLayoutVars>
      </dgm:prSet>
      <dgm:spPr/>
    </dgm:pt>
    <dgm:pt modelId="{98330DA6-EBE3-4EB9-8318-D0BA9572AA14}" type="pres">
      <dgm:prSet presAssocID="{21A71948-46B5-4860-B3BA-05D458E7ADBD}" presName="rootComposite" presStyleCnt="0"/>
      <dgm:spPr/>
    </dgm:pt>
    <dgm:pt modelId="{EE01DC19-3031-4391-96B5-49C72668CAFF}" type="pres">
      <dgm:prSet presAssocID="{21A71948-46B5-4860-B3BA-05D458E7ADBD}" presName="rootText" presStyleLbl="node4" presStyleIdx="19" presStyleCnt="56">
        <dgm:presLayoutVars>
          <dgm:chPref val="3"/>
        </dgm:presLayoutVars>
      </dgm:prSet>
      <dgm:spPr/>
    </dgm:pt>
    <dgm:pt modelId="{B95C2FF8-C8FB-4B06-88B6-C1F8BD7C6A0F}" type="pres">
      <dgm:prSet presAssocID="{21A71948-46B5-4860-B3BA-05D458E7ADBD}" presName="rootConnector" presStyleLbl="node4" presStyleIdx="19" presStyleCnt="56"/>
      <dgm:spPr/>
    </dgm:pt>
    <dgm:pt modelId="{BCD027C3-01AA-4937-8F34-BBD2C8C1F808}" type="pres">
      <dgm:prSet presAssocID="{21A71948-46B5-4860-B3BA-05D458E7ADBD}" presName="hierChild4" presStyleCnt="0"/>
      <dgm:spPr/>
    </dgm:pt>
    <dgm:pt modelId="{4CB33C5E-1423-4C31-B405-6D48428C1ACF}" type="pres">
      <dgm:prSet presAssocID="{21A71948-46B5-4860-B3BA-05D458E7ADBD}" presName="hierChild5" presStyleCnt="0"/>
      <dgm:spPr/>
    </dgm:pt>
    <dgm:pt modelId="{17899E30-4F5A-48A6-A5C7-F7D71AE00772}" type="pres">
      <dgm:prSet presAssocID="{A79F0652-0740-422F-9599-35EE437DA5A9}" presName="hierChild5" presStyleCnt="0"/>
      <dgm:spPr/>
    </dgm:pt>
    <dgm:pt modelId="{7AE4D891-AFDF-47CA-AE12-C9E64E4BC610}" type="pres">
      <dgm:prSet presAssocID="{92162928-B373-4802-B988-4C318FAE4B4C}" presName="hierChild5" presStyleCnt="0"/>
      <dgm:spPr/>
    </dgm:pt>
    <dgm:pt modelId="{AB1F82AE-D204-494B-90C7-632A99586039}" type="pres">
      <dgm:prSet presAssocID="{F967AC73-60EA-4945-AEC1-1AE5D8629C87}" presName="Name37" presStyleLbl="parChTrans1D2" presStyleIdx="1" presStyleCnt="3"/>
      <dgm:spPr/>
    </dgm:pt>
    <dgm:pt modelId="{DC0B2FDF-D839-45FE-9E9A-D22897A1B887}" type="pres">
      <dgm:prSet presAssocID="{0F02B370-286F-4E1B-80A8-B2AD40265B7C}" presName="hierRoot2" presStyleCnt="0">
        <dgm:presLayoutVars>
          <dgm:hierBranch val="init"/>
        </dgm:presLayoutVars>
      </dgm:prSet>
      <dgm:spPr/>
    </dgm:pt>
    <dgm:pt modelId="{1B76E2B1-AF57-455C-83AC-6048046D1721}" type="pres">
      <dgm:prSet presAssocID="{0F02B370-286F-4E1B-80A8-B2AD40265B7C}" presName="rootComposite" presStyleCnt="0"/>
      <dgm:spPr/>
    </dgm:pt>
    <dgm:pt modelId="{78F581A2-A236-4AAE-9594-81595AF744C3}" type="pres">
      <dgm:prSet presAssocID="{0F02B370-286F-4E1B-80A8-B2AD40265B7C}" presName="rootText" presStyleLbl="node2" presStyleIdx="1" presStyleCnt="3" custScaleX="838026" custLinFactNeighborX="-48810" custLinFactNeighborY="2638">
        <dgm:presLayoutVars>
          <dgm:chPref val="3"/>
        </dgm:presLayoutVars>
      </dgm:prSet>
      <dgm:spPr/>
    </dgm:pt>
    <dgm:pt modelId="{45497D4B-7384-4409-B2DD-8111D10AE21C}" type="pres">
      <dgm:prSet presAssocID="{0F02B370-286F-4E1B-80A8-B2AD40265B7C}" presName="rootConnector" presStyleLbl="node2" presStyleIdx="1" presStyleCnt="3"/>
      <dgm:spPr/>
    </dgm:pt>
    <dgm:pt modelId="{7655522E-218E-4AD1-9853-C6F4EBC0DDEE}" type="pres">
      <dgm:prSet presAssocID="{0F02B370-286F-4E1B-80A8-B2AD40265B7C}" presName="hierChild4" presStyleCnt="0"/>
      <dgm:spPr/>
    </dgm:pt>
    <dgm:pt modelId="{472DCCE2-1FA7-4DAD-AE54-F64867885634}" type="pres">
      <dgm:prSet presAssocID="{001927EB-556E-44F8-B096-074F8F11775E}" presName="Name37" presStyleLbl="parChTrans1D3" presStyleIdx="4" presStyleCnt="12"/>
      <dgm:spPr/>
    </dgm:pt>
    <dgm:pt modelId="{7025413C-2C43-4CE4-9C2E-F6EA0BD0A17F}" type="pres">
      <dgm:prSet presAssocID="{779E1891-55A0-45D2-8644-6C1641F61610}" presName="hierRoot2" presStyleCnt="0">
        <dgm:presLayoutVars>
          <dgm:hierBranch val="init"/>
        </dgm:presLayoutVars>
      </dgm:prSet>
      <dgm:spPr/>
    </dgm:pt>
    <dgm:pt modelId="{C9ACD074-3A67-43C9-965A-C37C8BCE3A94}" type="pres">
      <dgm:prSet presAssocID="{779E1891-55A0-45D2-8644-6C1641F61610}" presName="rootComposite" presStyleCnt="0"/>
      <dgm:spPr/>
    </dgm:pt>
    <dgm:pt modelId="{EA73D173-5327-450E-80C0-0AAE149E5961}" type="pres">
      <dgm:prSet presAssocID="{779E1891-55A0-45D2-8644-6C1641F61610}" presName="rootText" presStyleLbl="node3" presStyleIdx="4" presStyleCnt="12">
        <dgm:presLayoutVars>
          <dgm:chPref val="3"/>
        </dgm:presLayoutVars>
      </dgm:prSet>
      <dgm:spPr/>
    </dgm:pt>
    <dgm:pt modelId="{549E4907-F5A7-41FF-B42C-24F0D5AD7368}" type="pres">
      <dgm:prSet presAssocID="{779E1891-55A0-45D2-8644-6C1641F61610}" presName="rootConnector" presStyleLbl="node3" presStyleIdx="4" presStyleCnt="12"/>
      <dgm:spPr/>
    </dgm:pt>
    <dgm:pt modelId="{846ACA55-6AF3-4A8B-8F6B-8F553734B02B}" type="pres">
      <dgm:prSet presAssocID="{779E1891-55A0-45D2-8644-6C1641F61610}" presName="hierChild4" presStyleCnt="0"/>
      <dgm:spPr/>
    </dgm:pt>
    <dgm:pt modelId="{ED231CAD-C4E3-4D61-9F39-83EECF06243C}" type="pres">
      <dgm:prSet presAssocID="{95AE082C-DEE0-4CF8-BE25-413061F31A91}" presName="Name37" presStyleLbl="parChTrans1D4" presStyleIdx="20" presStyleCnt="56"/>
      <dgm:spPr/>
    </dgm:pt>
    <dgm:pt modelId="{952E6029-057F-480C-9EFD-416AFD169499}" type="pres">
      <dgm:prSet presAssocID="{25B1D920-794E-4275-9324-14A2329F9C16}" presName="hierRoot2" presStyleCnt="0">
        <dgm:presLayoutVars>
          <dgm:hierBranch val="init"/>
        </dgm:presLayoutVars>
      </dgm:prSet>
      <dgm:spPr/>
    </dgm:pt>
    <dgm:pt modelId="{0C244098-EF78-4505-8BCC-AF89C9CA788F}" type="pres">
      <dgm:prSet presAssocID="{25B1D920-794E-4275-9324-14A2329F9C16}" presName="rootComposite" presStyleCnt="0"/>
      <dgm:spPr/>
    </dgm:pt>
    <dgm:pt modelId="{6E82626E-D7B9-4C9F-811B-66F36DA67603}" type="pres">
      <dgm:prSet presAssocID="{25B1D920-794E-4275-9324-14A2329F9C16}" presName="rootText" presStyleLbl="node4" presStyleIdx="20" presStyleCnt="56">
        <dgm:presLayoutVars>
          <dgm:chPref val="3"/>
        </dgm:presLayoutVars>
      </dgm:prSet>
      <dgm:spPr/>
    </dgm:pt>
    <dgm:pt modelId="{5EE74AFA-8005-4635-B6BE-7E98EB5FC319}" type="pres">
      <dgm:prSet presAssocID="{25B1D920-794E-4275-9324-14A2329F9C16}" presName="rootConnector" presStyleLbl="node4" presStyleIdx="20" presStyleCnt="56"/>
      <dgm:spPr/>
    </dgm:pt>
    <dgm:pt modelId="{F2EE6978-7D94-46FE-8CEB-C317D81ADB8F}" type="pres">
      <dgm:prSet presAssocID="{25B1D920-794E-4275-9324-14A2329F9C16}" presName="hierChild4" presStyleCnt="0"/>
      <dgm:spPr/>
    </dgm:pt>
    <dgm:pt modelId="{55A498E9-04D5-4AA4-934F-779273A2E49B}" type="pres">
      <dgm:prSet presAssocID="{7DE943AE-74D8-4B16-A472-69D8931F7E02}" presName="Name37" presStyleLbl="parChTrans1D4" presStyleIdx="21" presStyleCnt="56"/>
      <dgm:spPr/>
    </dgm:pt>
    <dgm:pt modelId="{8095354F-FB4F-4472-B9DF-AE3563C027DD}" type="pres">
      <dgm:prSet presAssocID="{EF5BC433-D542-4CE2-AB85-443F7282ACA5}" presName="hierRoot2" presStyleCnt="0">
        <dgm:presLayoutVars>
          <dgm:hierBranch val="init"/>
        </dgm:presLayoutVars>
      </dgm:prSet>
      <dgm:spPr/>
    </dgm:pt>
    <dgm:pt modelId="{700C290A-37D0-406D-8EE1-35337F757BEF}" type="pres">
      <dgm:prSet presAssocID="{EF5BC433-D542-4CE2-AB85-443F7282ACA5}" presName="rootComposite" presStyleCnt="0"/>
      <dgm:spPr/>
    </dgm:pt>
    <dgm:pt modelId="{B4EC5C35-C04B-4C32-9B84-7143D9F123FE}" type="pres">
      <dgm:prSet presAssocID="{EF5BC433-D542-4CE2-AB85-443F7282ACA5}" presName="rootText" presStyleLbl="node4" presStyleIdx="21" presStyleCnt="56">
        <dgm:presLayoutVars>
          <dgm:chPref val="3"/>
        </dgm:presLayoutVars>
      </dgm:prSet>
      <dgm:spPr/>
    </dgm:pt>
    <dgm:pt modelId="{32F21810-35D4-4F3D-A537-5E19D1463F52}" type="pres">
      <dgm:prSet presAssocID="{EF5BC433-D542-4CE2-AB85-443F7282ACA5}" presName="rootConnector" presStyleLbl="node4" presStyleIdx="21" presStyleCnt="56"/>
      <dgm:spPr/>
    </dgm:pt>
    <dgm:pt modelId="{01657F22-DFF3-413F-9045-94FD821ABFDA}" type="pres">
      <dgm:prSet presAssocID="{EF5BC433-D542-4CE2-AB85-443F7282ACA5}" presName="hierChild4" presStyleCnt="0"/>
      <dgm:spPr/>
    </dgm:pt>
    <dgm:pt modelId="{B0272CE2-26B6-4A83-87DF-DDE1DFA495C3}" type="pres">
      <dgm:prSet presAssocID="{EF5BC433-D542-4CE2-AB85-443F7282ACA5}" presName="hierChild5" presStyleCnt="0"/>
      <dgm:spPr/>
    </dgm:pt>
    <dgm:pt modelId="{17B63C2B-3F00-4FBA-9C71-E786EEDF669B}" type="pres">
      <dgm:prSet presAssocID="{8744CA6F-6D4F-48F9-9061-27F12E039E95}" presName="Name37" presStyleLbl="parChTrans1D4" presStyleIdx="22" presStyleCnt="56"/>
      <dgm:spPr/>
    </dgm:pt>
    <dgm:pt modelId="{E9576F51-2F8F-4090-A202-B51F5F067784}" type="pres">
      <dgm:prSet presAssocID="{60DDE840-A563-4F31-B4B2-9E7426A4998C}" presName="hierRoot2" presStyleCnt="0">
        <dgm:presLayoutVars>
          <dgm:hierBranch val="init"/>
        </dgm:presLayoutVars>
      </dgm:prSet>
      <dgm:spPr/>
    </dgm:pt>
    <dgm:pt modelId="{6125E279-BC50-4176-A525-8FAFC7D1A626}" type="pres">
      <dgm:prSet presAssocID="{60DDE840-A563-4F31-B4B2-9E7426A4998C}" presName="rootComposite" presStyleCnt="0"/>
      <dgm:spPr/>
    </dgm:pt>
    <dgm:pt modelId="{0B11E1DF-476E-4A48-9271-DE56F96232B3}" type="pres">
      <dgm:prSet presAssocID="{60DDE840-A563-4F31-B4B2-9E7426A4998C}" presName="rootText" presStyleLbl="node4" presStyleIdx="22" presStyleCnt="56">
        <dgm:presLayoutVars>
          <dgm:chPref val="3"/>
        </dgm:presLayoutVars>
      </dgm:prSet>
      <dgm:spPr/>
    </dgm:pt>
    <dgm:pt modelId="{BAF7CB4B-A08B-4710-813B-4DEDC5BCEDA4}" type="pres">
      <dgm:prSet presAssocID="{60DDE840-A563-4F31-B4B2-9E7426A4998C}" presName="rootConnector" presStyleLbl="node4" presStyleIdx="22" presStyleCnt="56"/>
      <dgm:spPr/>
    </dgm:pt>
    <dgm:pt modelId="{A87711EF-86E8-4972-BF2F-BF64E97E6978}" type="pres">
      <dgm:prSet presAssocID="{60DDE840-A563-4F31-B4B2-9E7426A4998C}" presName="hierChild4" presStyleCnt="0"/>
      <dgm:spPr/>
    </dgm:pt>
    <dgm:pt modelId="{CF6156A2-833F-45F0-82E5-55365E2F066C}" type="pres">
      <dgm:prSet presAssocID="{60DDE840-A563-4F31-B4B2-9E7426A4998C}" presName="hierChild5" presStyleCnt="0"/>
      <dgm:spPr/>
    </dgm:pt>
    <dgm:pt modelId="{F08609FF-F4E8-49CC-B601-21940B808A56}" type="pres">
      <dgm:prSet presAssocID="{25B1D920-794E-4275-9324-14A2329F9C16}" presName="hierChild5" presStyleCnt="0"/>
      <dgm:spPr/>
    </dgm:pt>
    <dgm:pt modelId="{56C046D2-40E6-4E37-98DD-F6BA8C4BA03C}" type="pres">
      <dgm:prSet presAssocID="{39DF5860-58D1-44E3-8BF1-6964BAB8C748}" presName="Name37" presStyleLbl="parChTrans1D4" presStyleIdx="23" presStyleCnt="56"/>
      <dgm:spPr/>
    </dgm:pt>
    <dgm:pt modelId="{16EE0CF6-5484-48E5-A4AF-C473D8B464D2}" type="pres">
      <dgm:prSet presAssocID="{1EC0767A-4974-42AA-9ECE-7FD4C0D422E5}" presName="hierRoot2" presStyleCnt="0">
        <dgm:presLayoutVars>
          <dgm:hierBranch val="init"/>
        </dgm:presLayoutVars>
      </dgm:prSet>
      <dgm:spPr/>
    </dgm:pt>
    <dgm:pt modelId="{D8686753-2B38-4E18-8CEF-9945789AAAFC}" type="pres">
      <dgm:prSet presAssocID="{1EC0767A-4974-42AA-9ECE-7FD4C0D422E5}" presName="rootComposite" presStyleCnt="0"/>
      <dgm:spPr/>
    </dgm:pt>
    <dgm:pt modelId="{6E551E02-1EBF-4338-8829-1997C113F956}" type="pres">
      <dgm:prSet presAssocID="{1EC0767A-4974-42AA-9ECE-7FD4C0D422E5}" presName="rootText" presStyleLbl="node4" presStyleIdx="23" presStyleCnt="56">
        <dgm:presLayoutVars>
          <dgm:chPref val="3"/>
        </dgm:presLayoutVars>
      </dgm:prSet>
      <dgm:spPr/>
    </dgm:pt>
    <dgm:pt modelId="{B6B86849-9975-42AF-9217-653B4D362799}" type="pres">
      <dgm:prSet presAssocID="{1EC0767A-4974-42AA-9ECE-7FD4C0D422E5}" presName="rootConnector" presStyleLbl="node4" presStyleIdx="23" presStyleCnt="56"/>
      <dgm:spPr/>
    </dgm:pt>
    <dgm:pt modelId="{AC2AFBB8-9403-43BD-BEF3-F3F5095F7042}" type="pres">
      <dgm:prSet presAssocID="{1EC0767A-4974-42AA-9ECE-7FD4C0D422E5}" presName="hierChild4" presStyleCnt="0"/>
      <dgm:spPr/>
    </dgm:pt>
    <dgm:pt modelId="{C7B18AE8-80A8-4EEF-9628-EE61A236BD60}" type="pres">
      <dgm:prSet presAssocID="{51513AA7-432D-4295-B338-1D4C550AA91C}" presName="Name37" presStyleLbl="parChTrans1D4" presStyleIdx="24" presStyleCnt="56"/>
      <dgm:spPr/>
    </dgm:pt>
    <dgm:pt modelId="{AA441C50-C942-462A-AA89-D21C1C21C30A}" type="pres">
      <dgm:prSet presAssocID="{7D3D9B9F-844F-4D4B-AC1B-10B7D02B8E1B}" presName="hierRoot2" presStyleCnt="0">
        <dgm:presLayoutVars>
          <dgm:hierBranch val="init"/>
        </dgm:presLayoutVars>
      </dgm:prSet>
      <dgm:spPr/>
    </dgm:pt>
    <dgm:pt modelId="{E311B36F-284B-492C-A9DF-828F8A100994}" type="pres">
      <dgm:prSet presAssocID="{7D3D9B9F-844F-4D4B-AC1B-10B7D02B8E1B}" presName="rootComposite" presStyleCnt="0"/>
      <dgm:spPr/>
    </dgm:pt>
    <dgm:pt modelId="{FC2706C3-7D9A-44BE-BEDF-0EEBFF40B43D}" type="pres">
      <dgm:prSet presAssocID="{7D3D9B9F-844F-4D4B-AC1B-10B7D02B8E1B}" presName="rootText" presStyleLbl="node4" presStyleIdx="24" presStyleCnt="56">
        <dgm:presLayoutVars>
          <dgm:chPref val="3"/>
        </dgm:presLayoutVars>
      </dgm:prSet>
      <dgm:spPr/>
    </dgm:pt>
    <dgm:pt modelId="{D6573184-4ED6-454D-B711-647BCE460DA0}" type="pres">
      <dgm:prSet presAssocID="{7D3D9B9F-844F-4D4B-AC1B-10B7D02B8E1B}" presName="rootConnector" presStyleLbl="node4" presStyleIdx="24" presStyleCnt="56"/>
      <dgm:spPr/>
    </dgm:pt>
    <dgm:pt modelId="{BE755D51-1A11-43BD-A91E-96327F818827}" type="pres">
      <dgm:prSet presAssocID="{7D3D9B9F-844F-4D4B-AC1B-10B7D02B8E1B}" presName="hierChild4" presStyleCnt="0"/>
      <dgm:spPr/>
    </dgm:pt>
    <dgm:pt modelId="{8730B7DC-8AAB-46AC-B337-456A108C6311}" type="pres">
      <dgm:prSet presAssocID="{7D3D9B9F-844F-4D4B-AC1B-10B7D02B8E1B}" presName="hierChild5" presStyleCnt="0"/>
      <dgm:spPr/>
    </dgm:pt>
    <dgm:pt modelId="{24B06CB1-C1D2-4CA2-8B84-4A9EF540EB01}" type="pres">
      <dgm:prSet presAssocID="{8676C44A-3430-4B8D-9BDE-5993A7D55451}" presName="Name37" presStyleLbl="parChTrans1D4" presStyleIdx="25" presStyleCnt="56"/>
      <dgm:spPr/>
    </dgm:pt>
    <dgm:pt modelId="{4D6D1966-FD93-426A-A92D-B353CA5A4B26}" type="pres">
      <dgm:prSet presAssocID="{C621D5C4-4FD4-4B98-B959-CB3565D0179D}" presName="hierRoot2" presStyleCnt="0">
        <dgm:presLayoutVars>
          <dgm:hierBranch val="init"/>
        </dgm:presLayoutVars>
      </dgm:prSet>
      <dgm:spPr/>
    </dgm:pt>
    <dgm:pt modelId="{9B06B1DC-B4BE-4EA0-8ABB-508C7A9E1D5E}" type="pres">
      <dgm:prSet presAssocID="{C621D5C4-4FD4-4B98-B959-CB3565D0179D}" presName="rootComposite" presStyleCnt="0"/>
      <dgm:spPr/>
    </dgm:pt>
    <dgm:pt modelId="{863CA67A-DE38-489A-9A96-C467EB60B249}" type="pres">
      <dgm:prSet presAssocID="{C621D5C4-4FD4-4B98-B959-CB3565D0179D}" presName="rootText" presStyleLbl="node4" presStyleIdx="25" presStyleCnt="56">
        <dgm:presLayoutVars>
          <dgm:chPref val="3"/>
        </dgm:presLayoutVars>
      </dgm:prSet>
      <dgm:spPr/>
    </dgm:pt>
    <dgm:pt modelId="{74ABD9AC-55C6-4E74-9E8D-3C7324D61568}" type="pres">
      <dgm:prSet presAssocID="{C621D5C4-4FD4-4B98-B959-CB3565D0179D}" presName="rootConnector" presStyleLbl="node4" presStyleIdx="25" presStyleCnt="56"/>
      <dgm:spPr/>
    </dgm:pt>
    <dgm:pt modelId="{CD7544DB-D938-450F-800C-29EC82DD86DB}" type="pres">
      <dgm:prSet presAssocID="{C621D5C4-4FD4-4B98-B959-CB3565D0179D}" presName="hierChild4" presStyleCnt="0"/>
      <dgm:spPr/>
    </dgm:pt>
    <dgm:pt modelId="{513D52B1-4697-4F40-86ED-7A09682B88B6}" type="pres">
      <dgm:prSet presAssocID="{C621D5C4-4FD4-4B98-B959-CB3565D0179D}" presName="hierChild5" presStyleCnt="0"/>
      <dgm:spPr/>
    </dgm:pt>
    <dgm:pt modelId="{96CF3EA3-E64E-48C6-ACEE-71CCF94BCD8C}" type="pres">
      <dgm:prSet presAssocID="{1EC0767A-4974-42AA-9ECE-7FD4C0D422E5}" presName="hierChild5" presStyleCnt="0"/>
      <dgm:spPr/>
    </dgm:pt>
    <dgm:pt modelId="{41FAA7FA-66D3-4603-B8C0-E7EFF2968B8B}" type="pres">
      <dgm:prSet presAssocID="{696FD61F-34BA-4035-B19F-55B965E96E64}" presName="Name37" presStyleLbl="parChTrans1D4" presStyleIdx="26" presStyleCnt="56"/>
      <dgm:spPr/>
    </dgm:pt>
    <dgm:pt modelId="{2468E165-14B7-43EB-87DF-83114B57E89C}" type="pres">
      <dgm:prSet presAssocID="{A0255BA4-9CE4-457C-8A5F-8805D1ED8E9A}" presName="hierRoot2" presStyleCnt="0">
        <dgm:presLayoutVars>
          <dgm:hierBranch val="init"/>
        </dgm:presLayoutVars>
      </dgm:prSet>
      <dgm:spPr/>
    </dgm:pt>
    <dgm:pt modelId="{68B54E69-64EB-4B54-9F9D-2890E4B92D63}" type="pres">
      <dgm:prSet presAssocID="{A0255BA4-9CE4-457C-8A5F-8805D1ED8E9A}" presName="rootComposite" presStyleCnt="0"/>
      <dgm:spPr/>
    </dgm:pt>
    <dgm:pt modelId="{B446F392-DEA7-4941-9C8F-E027CF6C69AF}" type="pres">
      <dgm:prSet presAssocID="{A0255BA4-9CE4-457C-8A5F-8805D1ED8E9A}" presName="rootText" presStyleLbl="node4" presStyleIdx="26" presStyleCnt="56">
        <dgm:presLayoutVars>
          <dgm:chPref val="3"/>
        </dgm:presLayoutVars>
      </dgm:prSet>
      <dgm:spPr/>
    </dgm:pt>
    <dgm:pt modelId="{7282431C-7255-46CB-93A3-CD97C14BB7BF}" type="pres">
      <dgm:prSet presAssocID="{A0255BA4-9CE4-457C-8A5F-8805D1ED8E9A}" presName="rootConnector" presStyleLbl="node4" presStyleIdx="26" presStyleCnt="56"/>
      <dgm:spPr/>
    </dgm:pt>
    <dgm:pt modelId="{7A895811-5C3F-47B6-AC68-BA72315C3E27}" type="pres">
      <dgm:prSet presAssocID="{A0255BA4-9CE4-457C-8A5F-8805D1ED8E9A}" presName="hierChild4" presStyleCnt="0"/>
      <dgm:spPr/>
    </dgm:pt>
    <dgm:pt modelId="{233CD284-D8D7-4D41-ACF2-6D32801CD6D8}" type="pres">
      <dgm:prSet presAssocID="{DE89BDF2-0F83-43CC-BB43-F6903CE65EFE}" presName="Name37" presStyleLbl="parChTrans1D4" presStyleIdx="27" presStyleCnt="56"/>
      <dgm:spPr/>
    </dgm:pt>
    <dgm:pt modelId="{0F886003-E3D9-4374-9835-5198670F801B}" type="pres">
      <dgm:prSet presAssocID="{A215AEE2-A58C-4A4F-B02E-9EC5ADB9F77C}" presName="hierRoot2" presStyleCnt="0">
        <dgm:presLayoutVars>
          <dgm:hierBranch val="init"/>
        </dgm:presLayoutVars>
      </dgm:prSet>
      <dgm:spPr/>
    </dgm:pt>
    <dgm:pt modelId="{FEE75C6A-665F-40C2-BA0F-3985BD9BA555}" type="pres">
      <dgm:prSet presAssocID="{A215AEE2-A58C-4A4F-B02E-9EC5ADB9F77C}" presName="rootComposite" presStyleCnt="0"/>
      <dgm:spPr/>
    </dgm:pt>
    <dgm:pt modelId="{7EEEC67D-84EF-421B-8E3C-34BEA5AC09D3}" type="pres">
      <dgm:prSet presAssocID="{A215AEE2-A58C-4A4F-B02E-9EC5ADB9F77C}" presName="rootText" presStyleLbl="node4" presStyleIdx="27" presStyleCnt="56">
        <dgm:presLayoutVars>
          <dgm:chPref val="3"/>
        </dgm:presLayoutVars>
      </dgm:prSet>
      <dgm:spPr/>
    </dgm:pt>
    <dgm:pt modelId="{86337DF5-4C54-47B4-86C3-2535E4234E64}" type="pres">
      <dgm:prSet presAssocID="{A215AEE2-A58C-4A4F-B02E-9EC5ADB9F77C}" presName="rootConnector" presStyleLbl="node4" presStyleIdx="27" presStyleCnt="56"/>
      <dgm:spPr/>
    </dgm:pt>
    <dgm:pt modelId="{9028C4ED-6E29-4E56-98C4-46654BE70D80}" type="pres">
      <dgm:prSet presAssocID="{A215AEE2-A58C-4A4F-B02E-9EC5ADB9F77C}" presName="hierChild4" presStyleCnt="0"/>
      <dgm:spPr/>
    </dgm:pt>
    <dgm:pt modelId="{AB6E4A94-CF6E-4543-9AA7-6E2BF998BF67}" type="pres">
      <dgm:prSet presAssocID="{A215AEE2-A58C-4A4F-B02E-9EC5ADB9F77C}" presName="hierChild5" presStyleCnt="0"/>
      <dgm:spPr/>
    </dgm:pt>
    <dgm:pt modelId="{144683CD-74B8-4C98-95A4-786FB99E1A5B}" type="pres">
      <dgm:prSet presAssocID="{EC30BB29-C55B-46FF-91B6-37B74BE1D5E6}" presName="Name37" presStyleLbl="parChTrans1D4" presStyleIdx="28" presStyleCnt="56"/>
      <dgm:spPr/>
    </dgm:pt>
    <dgm:pt modelId="{72E9BC31-D778-44BC-9167-596334B2A838}" type="pres">
      <dgm:prSet presAssocID="{FB35DE3D-B9A7-4DB9-9FB9-72A1A8F9738D}" presName="hierRoot2" presStyleCnt="0">
        <dgm:presLayoutVars>
          <dgm:hierBranch val="init"/>
        </dgm:presLayoutVars>
      </dgm:prSet>
      <dgm:spPr/>
    </dgm:pt>
    <dgm:pt modelId="{161DAFD9-8570-4F92-909E-A7944F678E73}" type="pres">
      <dgm:prSet presAssocID="{FB35DE3D-B9A7-4DB9-9FB9-72A1A8F9738D}" presName="rootComposite" presStyleCnt="0"/>
      <dgm:spPr/>
    </dgm:pt>
    <dgm:pt modelId="{4E31A61C-EEB1-450F-B390-E3B31BB478AC}" type="pres">
      <dgm:prSet presAssocID="{FB35DE3D-B9A7-4DB9-9FB9-72A1A8F9738D}" presName="rootText" presStyleLbl="node4" presStyleIdx="28" presStyleCnt="56">
        <dgm:presLayoutVars>
          <dgm:chPref val="3"/>
        </dgm:presLayoutVars>
      </dgm:prSet>
      <dgm:spPr/>
    </dgm:pt>
    <dgm:pt modelId="{AAC1196B-A45E-4621-96CE-7B6E7899EA71}" type="pres">
      <dgm:prSet presAssocID="{FB35DE3D-B9A7-4DB9-9FB9-72A1A8F9738D}" presName="rootConnector" presStyleLbl="node4" presStyleIdx="28" presStyleCnt="56"/>
      <dgm:spPr/>
    </dgm:pt>
    <dgm:pt modelId="{4CE1E8D4-705E-4875-8D25-036BD56700B0}" type="pres">
      <dgm:prSet presAssocID="{FB35DE3D-B9A7-4DB9-9FB9-72A1A8F9738D}" presName="hierChild4" presStyleCnt="0"/>
      <dgm:spPr/>
    </dgm:pt>
    <dgm:pt modelId="{81C97617-75E0-4572-9C00-160BFA4ED381}" type="pres">
      <dgm:prSet presAssocID="{FB35DE3D-B9A7-4DB9-9FB9-72A1A8F9738D}" presName="hierChild5" presStyleCnt="0"/>
      <dgm:spPr/>
    </dgm:pt>
    <dgm:pt modelId="{709E3AAE-F1A9-4787-B88B-5E41FA54B744}" type="pres">
      <dgm:prSet presAssocID="{A0255BA4-9CE4-457C-8A5F-8805D1ED8E9A}" presName="hierChild5" presStyleCnt="0"/>
      <dgm:spPr/>
    </dgm:pt>
    <dgm:pt modelId="{9E2B4F79-002C-417E-B3FA-D322DEA5256C}" type="pres">
      <dgm:prSet presAssocID="{779E1891-55A0-45D2-8644-6C1641F61610}" presName="hierChild5" presStyleCnt="0"/>
      <dgm:spPr/>
    </dgm:pt>
    <dgm:pt modelId="{284A5039-464F-4657-8485-6EA8B0CC8231}" type="pres">
      <dgm:prSet presAssocID="{5FA1CA90-4F5B-4DC0-ADA1-F4088A80872D}" presName="Name37" presStyleLbl="parChTrans1D3" presStyleIdx="5" presStyleCnt="12"/>
      <dgm:spPr/>
    </dgm:pt>
    <dgm:pt modelId="{7131B87A-2279-4992-80B2-F12CD40CE22A}" type="pres">
      <dgm:prSet presAssocID="{A0B5D4F5-1861-4EC2-8B39-FC646F6981B1}" presName="hierRoot2" presStyleCnt="0">
        <dgm:presLayoutVars>
          <dgm:hierBranch val="init"/>
        </dgm:presLayoutVars>
      </dgm:prSet>
      <dgm:spPr/>
    </dgm:pt>
    <dgm:pt modelId="{666C5FBE-62F7-4AD3-AC08-BAFDE1BA7E05}" type="pres">
      <dgm:prSet presAssocID="{A0B5D4F5-1861-4EC2-8B39-FC646F6981B1}" presName="rootComposite" presStyleCnt="0"/>
      <dgm:spPr/>
    </dgm:pt>
    <dgm:pt modelId="{E326FF25-A38D-4218-A312-C4205A6EEB11}" type="pres">
      <dgm:prSet presAssocID="{A0B5D4F5-1861-4EC2-8B39-FC646F6981B1}" presName="rootText" presStyleLbl="node3" presStyleIdx="5" presStyleCnt="12">
        <dgm:presLayoutVars>
          <dgm:chPref val="3"/>
        </dgm:presLayoutVars>
      </dgm:prSet>
      <dgm:spPr/>
    </dgm:pt>
    <dgm:pt modelId="{2D867E0A-16A0-4AD5-818C-B7DFA76EFDD8}" type="pres">
      <dgm:prSet presAssocID="{A0B5D4F5-1861-4EC2-8B39-FC646F6981B1}" presName="rootConnector" presStyleLbl="node3" presStyleIdx="5" presStyleCnt="12"/>
      <dgm:spPr/>
    </dgm:pt>
    <dgm:pt modelId="{F627C16D-BB91-4381-B329-5F4EA09D5461}" type="pres">
      <dgm:prSet presAssocID="{A0B5D4F5-1861-4EC2-8B39-FC646F6981B1}" presName="hierChild4" presStyleCnt="0"/>
      <dgm:spPr/>
    </dgm:pt>
    <dgm:pt modelId="{D4614F11-18DF-47C0-88DB-C6A3D97DA678}" type="pres">
      <dgm:prSet presAssocID="{0C8F048A-D0A5-4F17-9E04-EF3B89A1D0EF}" presName="Name37" presStyleLbl="parChTrans1D4" presStyleIdx="29" presStyleCnt="56"/>
      <dgm:spPr/>
    </dgm:pt>
    <dgm:pt modelId="{E9AFAF6E-85DA-4956-8B91-AE3D2196E1C4}" type="pres">
      <dgm:prSet presAssocID="{576DDACE-AE0C-404F-9A3F-E659CFA29FBA}" presName="hierRoot2" presStyleCnt="0">
        <dgm:presLayoutVars>
          <dgm:hierBranch val="init"/>
        </dgm:presLayoutVars>
      </dgm:prSet>
      <dgm:spPr/>
    </dgm:pt>
    <dgm:pt modelId="{228DE3B1-B08A-4D75-9973-729145B57535}" type="pres">
      <dgm:prSet presAssocID="{576DDACE-AE0C-404F-9A3F-E659CFA29FBA}" presName="rootComposite" presStyleCnt="0"/>
      <dgm:spPr/>
    </dgm:pt>
    <dgm:pt modelId="{A482EDF3-27F3-42D1-A826-52CE6A18F1F9}" type="pres">
      <dgm:prSet presAssocID="{576DDACE-AE0C-404F-9A3F-E659CFA29FBA}" presName="rootText" presStyleLbl="node4" presStyleIdx="29" presStyleCnt="56">
        <dgm:presLayoutVars>
          <dgm:chPref val="3"/>
        </dgm:presLayoutVars>
      </dgm:prSet>
      <dgm:spPr/>
    </dgm:pt>
    <dgm:pt modelId="{67B63D57-9BA7-4C70-808B-AE89E90CBD01}" type="pres">
      <dgm:prSet presAssocID="{576DDACE-AE0C-404F-9A3F-E659CFA29FBA}" presName="rootConnector" presStyleLbl="node4" presStyleIdx="29" presStyleCnt="56"/>
      <dgm:spPr/>
    </dgm:pt>
    <dgm:pt modelId="{C9DB366D-CE18-4AAD-A983-5C5881CFAB50}" type="pres">
      <dgm:prSet presAssocID="{576DDACE-AE0C-404F-9A3F-E659CFA29FBA}" presName="hierChild4" presStyleCnt="0"/>
      <dgm:spPr/>
    </dgm:pt>
    <dgm:pt modelId="{A06F480D-4EEC-4374-AAB6-190598DA4A60}" type="pres">
      <dgm:prSet presAssocID="{5351F97A-E67B-4B35-8C2B-EDF3C34258B3}" presName="Name37" presStyleLbl="parChTrans1D4" presStyleIdx="30" presStyleCnt="56"/>
      <dgm:spPr/>
    </dgm:pt>
    <dgm:pt modelId="{A4163527-5D4F-43A0-AA69-53D324A76F42}" type="pres">
      <dgm:prSet presAssocID="{F2F4BB86-6DCA-4590-94A5-49F6354037E2}" presName="hierRoot2" presStyleCnt="0">
        <dgm:presLayoutVars>
          <dgm:hierBranch val="init"/>
        </dgm:presLayoutVars>
      </dgm:prSet>
      <dgm:spPr/>
    </dgm:pt>
    <dgm:pt modelId="{4E825C18-1827-42BA-A337-87709BB701B6}" type="pres">
      <dgm:prSet presAssocID="{F2F4BB86-6DCA-4590-94A5-49F6354037E2}" presName="rootComposite" presStyleCnt="0"/>
      <dgm:spPr/>
    </dgm:pt>
    <dgm:pt modelId="{2270B67A-888E-40A4-8940-F784DF43E240}" type="pres">
      <dgm:prSet presAssocID="{F2F4BB86-6DCA-4590-94A5-49F6354037E2}" presName="rootText" presStyleLbl="node4" presStyleIdx="30" presStyleCnt="56">
        <dgm:presLayoutVars>
          <dgm:chPref val="3"/>
        </dgm:presLayoutVars>
      </dgm:prSet>
      <dgm:spPr/>
    </dgm:pt>
    <dgm:pt modelId="{0200DF04-88B6-4336-9BE3-760F7E96BBDF}" type="pres">
      <dgm:prSet presAssocID="{F2F4BB86-6DCA-4590-94A5-49F6354037E2}" presName="rootConnector" presStyleLbl="node4" presStyleIdx="30" presStyleCnt="56"/>
      <dgm:spPr/>
    </dgm:pt>
    <dgm:pt modelId="{D44BFCDE-8332-4225-93FE-7CBECDA5EE64}" type="pres">
      <dgm:prSet presAssocID="{F2F4BB86-6DCA-4590-94A5-49F6354037E2}" presName="hierChild4" presStyleCnt="0"/>
      <dgm:spPr/>
    </dgm:pt>
    <dgm:pt modelId="{70F9EA08-CC74-477C-89CB-3210F64B3123}" type="pres">
      <dgm:prSet presAssocID="{F2F4BB86-6DCA-4590-94A5-49F6354037E2}" presName="hierChild5" presStyleCnt="0"/>
      <dgm:spPr/>
    </dgm:pt>
    <dgm:pt modelId="{CD66487D-4A35-45BA-998F-9C8FF0589185}" type="pres">
      <dgm:prSet presAssocID="{20252FCB-5CE8-4BB2-832F-A2B8F8F08B6D}" presName="Name37" presStyleLbl="parChTrans1D4" presStyleIdx="31" presStyleCnt="56"/>
      <dgm:spPr/>
    </dgm:pt>
    <dgm:pt modelId="{26B78E7E-330D-4F1D-950A-01D7A0E5CA5B}" type="pres">
      <dgm:prSet presAssocID="{64308AE8-DDD7-45CE-9A61-65AEF02ED528}" presName="hierRoot2" presStyleCnt="0">
        <dgm:presLayoutVars>
          <dgm:hierBranch val="init"/>
        </dgm:presLayoutVars>
      </dgm:prSet>
      <dgm:spPr/>
    </dgm:pt>
    <dgm:pt modelId="{2FC722F2-3486-4EFA-8F0D-F845D446AC63}" type="pres">
      <dgm:prSet presAssocID="{64308AE8-DDD7-45CE-9A61-65AEF02ED528}" presName="rootComposite" presStyleCnt="0"/>
      <dgm:spPr/>
    </dgm:pt>
    <dgm:pt modelId="{081E9186-2D17-44CA-A4ED-7288E3430A72}" type="pres">
      <dgm:prSet presAssocID="{64308AE8-DDD7-45CE-9A61-65AEF02ED528}" presName="rootText" presStyleLbl="node4" presStyleIdx="31" presStyleCnt="56">
        <dgm:presLayoutVars>
          <dgm:chPref val="3"/>
        </dgm:presLayoutVars>
      </dgm:prSet>
      <dgm:spPr/>
    </dgm:pt>
    <dgm:pt modelId="{A2F50C83-E6A8-4043-8054-07A931EC519F}" type="pres">
      <dgm:prSet presAssocID="{64308AE8-DDD7-45CE-9A61-65AEF02ED528}" presName="rootConnector" presStyleLbl="node4" presStyleIdx="31" presStyleCnt="56"/>
      <dgm:spPr/>
    </dgm:pt>
    <dgm:pt modelId="{C0241D28-E253-4B8C-B159-8D0F7A0E0A81}" type="pres">
      <dgm:prSet presAssocID="{64308AE8-DDD7-45CE-9A61-65AEF02ED528}" presName="hierChild4" presStyleCnt="0"/>
      <dgm:spPr/>
    </dgm:pt>
    <dgm:pt modelId="{EC904E4E-2E02-4CBA-9941-9CC3F06223D1}" type="pres">
      <dgm:prSet presAssocID="{64308AE8-DDD7-45CE-9A61-65AEF02ED528}" presName="hierChild5" presStyleCnt="0"/>
      <dgm:spPr/>
    </dgm:pt>
    <dgm:pt modelId="{AC42E470-B9BB-4CCE-ACA0-E5353C0BA7A9}" type="pres">
      <dgm:prSet presAssocID="{576DDACE-AE0C-404F-9A3F-E659CFA29FBA}" presName="hierChild5" presStyleCnt="0"/>
      <dgm:spPr/>
    </dgm:pt>
    <dgm:pt modelId="{8BBCD64A-20F1-4E9F-9E30-47CAC9A6867E}" type="pres">
      <dgm:prSet presAssocID="{CA7CD5DD-7010-4AE0-B74C-B8E217BA6F22}" presName="Name37" presStyleLbl="parChTrans1D4" presStyleIdx="32" presStyleCnt="56"/>
      <dgm:spPr/>
    </dgm:pt>
    <dgm:pt modelId="{6EA434FA-8889-4EF5-A902-9158E13DC63D}" type="pres">
      <dgm:prSet presAssocID="{BE06CC70-9FF3-4C64-9F47-5E7D3C2460A6}" presName="hierRoot2" presStyleCnt="0">
        <dgm:presLayoutVars>
          <dgm:hierBranch val="init"/>
        </dgm:presLayoutVars>
      </dgm:prSet>
      <dgm:spPr/>
    </dgm:pt>
    <dgm:pt modelId="{1E6694C9-EA91-4A37-8A1B-A1CBD0FF43D8}" type="pres">
      <dgm:prSet presAssocID="{BE06CC70-9FF3-4C64-9F47-5E7D3C2460A6}" presName="rootComposite" presStyleCnt="0"/>
      <dgm:spPr/>
    </dgm:pt>
    <dgm:pt modelId="{C6C0B190-92A2-419B-959C-2FAEC3498A2E}" type="pres">
      <dgm:prSet presAssocID="{BE06CC70-9FF3-4C64-9F47-5E7D3C2460A6}" presName="rootText" presStyleLbl="node4" presStyleIdx="32" presStyleCnt="56">
        <dgm:presLayoutVars>
          <dgm:chPref val="3"/>
        </dgm:presLayoutVars>
      </dgm:prSet>
      <dgm:spPr/>
    </dgm:pt>
    <dgm:pt modelId="{C71F277F-80AC-41E0-B54E-E07BC829F600}" type="pres">
      <dgm:prSet presAssocID="{BE06CC70-9FF3-4C64-9F47-5E7D3C2460A6}" presName="rootConnector" presStyleLbl="node4" presStyleIdx="32" presStyleCnt="56"/>
      <dgm:spPr/>
    </dgm:pt>
    <dgm:pt modelId="{E1B34CF0-A976-436D-8745-4691F939DB83}" type="pres">
      <dgm:prSet presAssocID="{BE06CC70-9FF3-4C64-9F47-5E7D3C2460A6}" presName="hierChild4" presStyleCnt="0"/>
      <dgm:spPr/>
    </dgm:pt>
    <dgm:pt modelId="{FC90D4E1-0572-49A7-9BED-B05A4E779A5F}" type="pres">
      <dgm:prSet presAssocID="{17880536-2CD3-43EB-BC41-2EA38222C294}" presName="Name37" presStyleLbl="parChTrans1D4" presStyleIdx="33" presStyleCnt="56"/>
      <dgm:spPr/>
    </dgm:pt>
    <dgm:pt modelId="{3E55BC63-F8B5-4DB0-B762-7A1AD27DACD4}" type="pres">
      <dgm:prSet presAssocID="{F921E9CF-0C87-4313-9C45-34E4A05FB746}" presName="hierRoot2" presStyleCnt="0">
        <dgm:presLayoutVars>
          <dgm:hierBranch val="init"/>
        </dgm:presLayoutVars>
      </dgm:prSet>
      <dgm:spPr/>
    </dgm:pt>
    <dgm:pt modelId="{7DE53645-D409-4865-80BF-5F5EE246E307}" type="pres">
      <dgm:prSet presAssocID="{F921E9CF-0C87-4313-9C45-34E4A05FB746}" presName="rootComposite" presStyleCnt="0"/>
      <dgm:spPr/>
    </dgm:pt>
    <dgm:pt modelId="{9E53C8AB-2DB1-470A-B2BB-B696584AFB17}" type="pres">
      <dgm:prSet presAssocID="{F921E9CF-0C87-4313-9C45-34E4A05FB746}" presName="rootText" presStyleLbl="node4" presStyleIdx="33" presStyleCnt="56">
        <dgm:presLayoutVars>
          <dgm:chPref val="3"/>
        </dgm:presLayoutVars>
      </dgm:prSet>
      <dgm:spPr/>
    </dgm:pt>
    <dgm:pt modelId="{26AAE61D-9B34-409F-B3CF-F4DD02DFEFFE}" type="pres">
      <dgm:prSet presAssocID="{F921E9CF-0C87-4313-9C45-34E4A05FB746}" presName="rootConnector" presStyleLbl="node4" presStyleIdx="33" presStyleCnt="56"/>
      <dgm:spPr/>
    </dgm:pt>
    <dgm:pt modelId="{D61D7768-993B-4CB9-98E3-A375A46FD880}" type="pres">
      <dgm:prSet presAssocID="{F921E9CF-0C87-4313-9C45-34E4A05FB746}" presName="hierChild4" presStyleCnt="0"/>
      <dgm:spPr/>
    </dgm:pt>
    <dgm:pt modelId="{FC7E6783-0633-47D0-9F2E-D158C39713BC}" type="pres">
      <dgm:prSet presAssocID="{F921E9CF-0C87-4313-9C45-34E4A05FB746}" presName="hierChild5" presStyleCnt="0"/>
      <dgm:spPr/>
    </dgm:pt>
    <dgm:pt modelId="{19F2F55F-75FC-40CD-BBA6-E1A083F00941}" type="pres">
      <dgm:prSet presAssocID="{1A7976B9-69D6-41B9-9802-A5529997680A}" presName="Name37" presStyleLbl="parChTrans1D4" presStyleIdx="34" presStyleCnt="56"/>
      <dgm:spPr/>
    </dgm:pt>
    <dgm:pt modelId="{B6B118A6-ED21-414C-9AAD-093996746587}" type="pres">
      <dgm:prSet presAssocID="{711A0B4A-CE9D-48D1-959F-3C5F3FF547CE}" presName="hierRoot2" presStyleCnt="0">
        <dgm:presLayoutVars>
          <dgm:hierBranch val="init"/>
        </dgm:presLayoutVars>
      </dgm:prSet>
      <dgm:spPr/>
    </dgm:pt>
    <dgm:pt modelId="{D9E48C74-1469-4DAE-9B99-EED7DBE50482}" type="pres">
      <dgm:prSet presAssocID="{711A0B4A-CE9D-48D1-959F-3C5F3FF547CE}" presName="rootComposite" presStyleCnt="0"/>
      <dgm:spPr/>
    </dgm:pt>
    <dgm:pt modelId="{8CB14094-D15E-4153-ABFD-DE4215152B14}" type="pres">
      <dgm:prSet presAssocID="{711A0B4A-CE9D-48D1-959F-3C5F3FF547CE}" presName="rootText" presStyleLbl="node4" presStyleIdx="34" presStyleCnt="56">
        <dgm:presLayoutVars>
          <dgm:chPref val="3"/>
        </dgm:presLayoutVars>
      </dgm:prSet>
      <dgm:spPr/>
    </dgm:pt>
    <dgm:pt modelId="{54594AA2-04E6-49E9-830D-8D978DF3401E}" type="pres">
      <dgm:prSet presAssocID="{711A0B4A-CE9D-48D1-959F-3C5F3FF547CE}" presName="rootConnector" presStyleLbl="node4" presStyleIdx="34" presStyleCnt="56"/>
      <dgm:spPr/>
    </dgm:pt>
    <dgm:pt modelId="{97C2CF93-6A78-43BA-B77E-E4E82714F255}" type="pres">
      <dgm:prSet presAssocID="{711A0B4A-CE9D-48D1-959F-3C5F3FF547CE}" presName="hierChild4" presStyleCnt="0"/>
      <dgm:spPr/>
    </dgm:pt>
    <dgm:pt modelId="{EDC6F554-8084-4D75-B9C8-C3B8D5DF3F9D}" type="pres">
      <dgm:prSet presAssocID="{711A0B4A-CE9D-48D1-959F-3C5F3FF547CE}" presName="hierChild5" presStyleCnt="0"/>
      <dgm:spPr/>
    </dgm:pt>
    <dgm:pt modelId="{7E66C3A3-58B4-42AC-876B-89A4589EEFCF}" type="pres">
      <dgm:prSet presAssocID="{BE06CC70-9FF3-4C64-9F47-5E7D3C2460A6}" presName="hierChild5" presStyleCnt="0"/>
      <dgm:spPr/>
    </dgm:pt>
    <dgm:pt modelId="{28150106-57EB-4F7B-B316-5DFBBA0E5198}" type="pres">
      <dgm:prSet presAssocID="{A0B5D4F5-1861-4EC2-8B39-FC646F6981B1}" presName="hierChild5" presStyleCnt="0"/>
      <dgm:spPr/>
    </dgm:pt>
    <dgm:pt modelId="{BED912F9-BA09-4FCA-B0AF-B0FC55FB52FF}" type="pres">
      <dgm:prSet presAssocID="{DD34E21E-0CBE-4E75-A621-883BAFE7B8CC}" presName="Name37" presStyleLbl="parChTrans1D3" presStyleIdx="6" presStyleCnt="12"/>
      <dgm:spPr/>
    </dgm:pt>
    <dgm:pt modelId="{EF62A2EB-3155-4809-89BE-72A5E1085AD4}" type="pres">
      <dgm:prSet presAssocID="{96AC50D7-F045-4592-8D2D-08ED33183561}" presName="hierRoot2" presStyleCnt="0">
        <dgm:presLayoutVars>
          <dgm:hierBranch val="init"/>
        </dgm:presLayoutVars>
      </dgm:prSet>
      <dgm:spPr/>
    </dgm:pt>
    <dgm:pt modelId="{1EEA4C19-3680-432C-99FC-C02FC1BF7CC6}" type="pres">
      <dgm:prSet presAssocID="{96AC50D7-F045-4592-8D2D-08ED33183561}" presName="rootComposite" presStyleCnt="0"/>
      <dgm:spPr/>
    </dgm:pt>
    <dgm:pt modelId="{8A5ED476-6D9C-4101-B732-F41CDF31423B}" type="pres">
      <dgm:prSet presAssocID="{96AC50D7-F045-4592-8D2D-08ED33183561}" presName="rootText" presStyleLbl="node3" presStyleIdx="6" presStyleCnt="12">
        <dgm:presLayoutVars>
          <dgm:chPref val="3"/>
        </dgm:presLayoutVars>
      </dgm:prSet>
      <dgm:spPr/>
    </dgm:pt>
    <dgm:pt modelId="{E6BA3967-0658-4351-B10C-2B8D0176B321}" type="pres">
      <dgm:prSet presAssocID="{96AC50D7-F045-4592-8D2D-08ED33183561}" presName="rootConnector" presStyleLbl="node3" presStyleIdx="6" presStyleCnt="12"/>
      <dgm:spPr/>
    </dgm:pt>
    <dgm:pt modelId="{FC2D0DF9-3729-44B2-94DD-6CD5123B3D51}" type="pres">
      <dgm:prSet presAssocID="{96AC50D7-F045-4592-8D2D-08ED33183561}" presName="hierChild4" presStyleCnt="0"/>
      <dgm:spPr/>
    </dgm:pt>
    <dgm:pt modelId="{AE9EEF3A-F067-44D8-BCF6-9527F3FC9E8D}" type="pres">
      <dgm:prSet presAssocID="{A5A2A755-541A-46B4-B421-93C5513E1C6D}" presName="Name37" presStyleLbl="parChTrans1D4" presStyleIdx="35" presStyleCnt="56"/>
      <dgm:spPr/>
    </dgm:pt>
    <dgm:pt modelId="{CD1D00D2-8DA7-4A7E-99BC-5EA86CA7DEDC}" type="pres">
      <dgm:prSet presAssocID="{54428206-F0C8-464A-A2E1-9EC2AE565C01}" presName="hierRoot2" presStyleCnt="0">
        <dgm:presLayoutVars>
          <dgm:hierBranch val="init"/>
        </dgm:presLayoutVars>
      </dgm:prSet>
      <dgm:spPr/>
    </dgm:pt>
    <dgm:pt modelId="{A5CC0BD7-84C2-4EDD-885B-1B6FD5F76F38}" type="pres">
      <dgm:prSet presAssocID="{54428206-F0C8-464A-A2E1-9EC2AE565C01}" presName="rootComposite" presStyleCnt="0"/>
      <dgm:spPr/>
    </dgm:pt>
    <dgm:pt modelId="{FB8BB41C-5CA8-4E3B-AA03-E6BFC2DF4962}" type="pres">
      <dgm:prSet presAssocID="{54428206-F0C8-464A-A2E1-9EC2AE565C01}" presName="rootText" presStyleLbl="node4" presStyleIdx="35" presStyleCnt="56">
        <dgm:presLayoutVars>
          <dgm:chPref val="3"/>
        </dgm:presLayoutVars>
      </dgm:prSet>
      <dgm:spPr/>
    </dgm:pt>
    <dgm:pt modelId="{54DE62E7-9C40-4B87-B497-FF3F7BB3C07B}" type="pres">
      <dgm:prSet presAssocID="{54428206-F0C8-464A-A2E1-9EC2AE565C01}" presName="rootConnector" presStyleLbl="node4" presStyleIdx="35" presStyleCnt="56"/>
      <dgm:spPr/>
    </dgm:pt>
    <dgm:pt modelId="{0200570B-23BB-475A-BDF7-9AF28E24175D}" type="pres">
      <dgm:prSet presAssocID="{54428206-F0C8-464A-A2E1-9EC2AE565C01}" presName="hierChild4" presStyleCnt="0"/>
      <dgm:spPr/>
    </dgm:pt>
    <dgm:pt modelId="{EC016EDD-9024-4138-93FA-7C7AC854569C}" type="pres">
      <dgm:prSet presAssocID="{54428206-F0C8-464A-A2E1-9EC2AE565C01}" presName="hierChild5" presStyleCnt="0"/>
      <dgm:spPr/>
    </dgm:pt>
    <dgm:pt modelId="{7F63B448-F501-4223-9D94-FEF73C736570}" type="pres">
      <dgm:prSet presAssocID="{2BE0C1A1-9202-43D7-8591-5578C5C41B77}" presName="Name37" presStyleLbl="parChTrans1D4" presStyleIdx="36" presStyleCnt="56"/>
      <dgm:spPr/>
    </dgm:pt>
    <dgm:pt modelId="{DE1E5C5A-C5AA-44E5-BFF8-913E4149A8A6}" type="pres">
      <dgm:prSet presAssocID="{BBC1F33D-DF01-462A-94F3-91C005BE77F4}" presName="hierRoot2" presStyleCnt="0">
        <dgm:presLayoutVars>
          <dgm:hierBranch val="init"/>
        </dgm:presLayoutVars>
      </dgm:prSet>
      <dgm:spPr/>
    </dgm:pt>
    <dgm:pt modelId="{43161816-98BC-495B-A0CF-7AF512C88502}" type="pres">
      <dgm:prSet presAssocID="{BBC1F33D-DF01-462A-94F3-91C005BE77F4}" presName="rootComposite" presStyleCnt="0"/>
      <dgm:spPr/>
    </dgm:pt>
    <dgm:pt modelId="{7EDB92E3-E733-40A6-8B49-214C24A01A6E}" type="pres">
      <dgm:prSet presAssocID="{BBC1F33D-DF01-462A-94F3-91C005BE77F4}" presName="rootText" presStyleLbl="node4" presStyleIdx="36" presStyleCnt="56">
        <dgm:presLayoutVars>
          <dgm:chPref val="3"/>
        </dgm:presLayoutVars>
      </dgm:prSet>
      <dgm:spPr/>
    </dgm:pt>
    <dgm:pt modelId="{3DA08CF3-CA88-42E4-A9D5-B1484A599F52}" type="pres">
      <dgm:prSet presAssocID="{BBC1F33D-DF01-462A-94F3-91C005BE77F4}" presName="rootConnector" presStyleLbl="node4" presStyleIdx="36" presStyleCnt="56"/>
      <dgm:spPr/>
    </dgm:pt>
    <dgm:pt modelId="{8405E3AF-99BE-429E-824C-820F25ACE105}" type="pres">
      <dgm:prSet presAssocID="{BBC1F33D-DF01-462A-94F3-91C005BE77F4}" presName="hierChild4" presStyleCnt="0"/>
      <dgm:spPr/>
    </dgm:pt>
    <dgm:pt modelId="{17892A4C-1999-4E58-ACC0-12C6784EBF9E}" type="pres">
      <dgm:prSet presAssocID="{BBC1F33D-DF01-462A-94F3-91C005BE77F4}" presName="hierChild5" presStyleCnt="0"/>
      <dgm:spPr/>
    </dgm:pt>
    <dgm:pt modelId="{5B434D8D-1DD1-47A2-A4E0-11FB170D52FA}" type="pres">
      <dgm:prSet presAssocID="{C8A111F3-2AA3-4B47-A5C9-D95B1FD47506}" presName="Name37" presStyleLbl="parChTrans1D4" presStyleIdx="37" presStyleCnt="56"/>
      <dgm:spPr/>
    </dgm:pt>
    <dgm:pt modelId="{DFD74403-7ED7-4358-AA51-FCEFDE81850C}" type="pres">
      <dgm:prSet presAssocID="{6917F6A0-F8CE-4B38-9371-07C5454B1822}" presName="hierRoot2" presStyleCnt="0">
        <dgm:presLayoutVars>
          <dgm:hierBranch val="init"/>
        </dgm:presLayoutVars>
      </dgm:prSet>
      <dgm:spPr/>
    </dgm:pt>
    <dgm:pt modelId="{A0C2E627-2793-458C-B51E-3E00516E84DE}" type="pres">
      <dgm:prSet presAssocID="{6917F6A0-F8CE-4B38-9371-07C5454B1822}" presName="rootComposite" presStyleCnt="0"/>
      <dgm:spPr/>
    </dgm:pt>
    <dgm:pt modelId="{E9977C7C-A3EC-4A7A-81D5-1EF5938D5C61}" type="pres">
      <dgm:prSet presAssocID="{6917F6A0-F8CE-4B38-9371-07C5454B1822}" presName="rootText" presStyleLbl="node4" presStyleIdx="37" presStyleCnt="56">
        <dgm:presLayoutVars>
          <dgm:chPref val="3"/>
        </dgm:presLayoutVars>
      </dgm:prSet>
      <dgm:spPr/>
    </dgm:pt>
    <dgm:pt modelId="{48BED553-45C2-4B26-9A96-6D342B157CBE}" type="pres">
      <dgm:prSet presAssocID="{6917F6A0-F8CE-4B38-9371-07C5454B1822}" presName="rootConnector" presStyleLbl="node4" presStyleIdx="37" presStyleCnt="56"/>
      <dgm:spPr/>
    </dgm:pt>
    <dgm:pt modelId="{93D267E3-251F-4400-AFFD-ABA096132888}" type="pres">
      <dgm:prSet presAssocID="{6917F6A0-F8CE-4B38-9371-07C5454B1822}" presName="hierChild4" presStyleCnt="0"/>
      <dgm:spPr/>
    </dgm:pt>
    <dgm:pt modelId="{17E027C1-8DC8-4BC1-AD67-D8F7C25C1B77}" type="pres">
      <dgm:prSet presAssocID="{6917F6A0-F8CE-4B38-9371-07C5454B1822}" presName="hierChild5" presStyleCnt="0"/>
      <dgm:spPr/>
    </dgm:pt>
    <dgm:pt modelId="{B3B32C8B-CD35-46A5-BFC8-E0225B32D816}" type="pres">
      <dgm:prSet presAssocID="{96AC50D7-F045-4592-8D2D-08ED33183561}" presName="hierChild5" presStyleCnt="0"/>
      <dgm:spPr/>
    </dgm:pt>
    <dgm:pt modelId="{DB994A2E-9AEC-433B-8194-4854CA24A636}" type="pres">
      <dgm:prSet presAssocID="{BFE54FAA-4976-4017-8832-D409A0505F9E}" presName="Name37" presStyleLbl="parChTrans1D3" presStyleIdx="7" presStyleCnt="12"/>
      <dgm:spPr/>
    </dgm:pt>
    <dgm:pt modelId="{EE5FC516-791C-49E5-974E-F033BF6F6243}" type="pres">
      <dgm:prSet presAssocID="{9462EF09-FCA7-4D38-82A7-45B63AB2201A}" presName="hierRoot2" presStyleCnt="0">
        <dgm:presLayoutVars>
          <dgm:hierBranch val="init"/>
        </dgm:presLayoutVars>
      </dgm:prSet>
      <dgm:spPr/>
    </dgm:pt>
    <dgm:pt modelId="{051DE9BD-A391-43FE-967E-7E5279A1A3A3}" type="pres">
      <dgm:prSet presAssocID="{9462EF09-FCA7-4D38-82A7-45B63AB2201A}" presName="rootComposite" presStyleCnt="0"/>
      <dgm:spPr/>
    </dgm:pt>
    <dgm:pt modelId="{3102F3EF-D621-4B9C-9B06-BD9820AC5304}" type="pres">
      <dgm:prSet presAssocID="{9462EF09-FCA7-4D38-82A7-45B63AB2201A}" presName="rootText" presStyleLbl="node3" presStyleIdx="7" presStyleCnt="12">
        <dgm:presLayoutVars>
          <dgm:chPref val="3"/>
        </dgm:presLayoutVars>
      </dgm:prSet>
      <dgm:spPr/>
    </dgm:pt>
    <dgm:pt modelId="{61FC8C3A-4A6C-463D-9D4B-0353F72EF96B}" type="pres">
      <dgm:prSet presAssocID="{9462EF09-FCA7-4D38-82A7-45B63AB2201A}" presName="rootConnector" presStyleLbl="node3" presStyleIdx="7" presStyleCnt="12"/>
      <dgm:spPr/>
    </dgm:pt>
    <dgm:pt modelId="{DA7537EB-CCE6-47C4-BF7C-4E5175020673}" type="pres">
      <dgm:prSet presAssocID="{9462EF09-FCA7-4D38-82A7-45B63AB2201A}" presName="hierChild4" presStyleCnt="0"/>
      <dgm:spPr/>
    </dgm:pt>
    <dgm:pt modelId="{79961C4E-6FE5-4E44-8DDC-E8B6B9582D4E}" type="pres">
      <dgm:prSet presAssocID="{EDDD15C9-C3F7-49B5-9483-1A2CA91FED60}" presName="Name37" presStyleLbl="parChTrans1D4" presStyleIdx="38" presStyleCnt="56"/>
      <dgm:spPr/>
    </dgm:pt>
    <dgm:pt modelId="{6C5D2726-BCD8-4943-8DA8-396101261B54}" type="pres">
      <dgm:prSet presAssocID="{4509F17B-3F42-440D-AB6B-CA314DB4CDFE}" presName="hierRoot2" presStyleCnt="0">
        <dgm:presLayoutVars>
          <dgm:hierBranch val="init"/>
        </dgm:presLayoutVars>
      </dgm:prSet>
      <dgm:spPr/>
    </dgm:pt>
    <dgm:pt modelId="{B8389C6E-564D-4DCF-97D3-5D00C97687CD}" type="pres">
      <dgm:prSet presAssocID="{4509F17B-3F42-440D-AB6B-CA314DB4CDFE}" presName="rootComposite" presStyleCnt="0"/>
      <dgm:spPr/>
    </dgm:pt>
    <dgm:pt modelId="{544B1DEB-5B8D-4CB3-B7E7-949EABE6314A}" type="pres">
      <dgm:prSet presAssocID="{4509F17B-3F42-440D-AB6B-CA314DB4CDFE}" presName="rootText" presStyleLbl="node4" presStyleIdx="38" presStyleCnt="56">
        <dgm:presLayoutVars>
          <dgm:chPref val="3"/>
        </dgm:presLayoutVars>
      </dgm:prSet>
      <dgm:spPr/>
    </dgm:pt>
    <dgm:pt modelId="{44389838-9258-4881-A8CE-641801B53C33}" type="pres">
      <dgm:prSet presAssocID="{4509F17B-3F42-440D-AB6B-CA314DB4CDFE}" presName="rootConnector" presStyleLbl="node4" presStyleIdx="38" presStyleCnt="56"/>
      <dgm:spPr/>
    </dgm:pt>
    <dgm:pt modelId="{650C10ED-7DBE-486B-9A0D-5F8EE9DBAF0D}" type="pres">
      <dgm:prSet presAssocID="{4509F17B-3F42-440D-AB6B-CA314DB4CDFE}" presName="hierChild4" presStyleCnt="0"/>
      <dgm:spPr/>
    </dgm:pt>
    <dgm:pt modelId="{FC9D2613-E961-440F-84EC-98E52DF1B3E6}" type="pres">
      <dgm:prSet presAssocID="{4509F17B-3F42-440D-AB6B-CA314DB4CDFE}" presName="hierChild5" presStyleCnt="0"/>
      <dgm:spPr/>
    </dgm:pt>
    <dgm:pt modelId="{D0F3064A-28A3-49FD-B7E2-A8F8FBA328A9}" type="pres">
      <dgm:prSet presAssocID="{5667FB33-6C78-4223-8D1C-F3376FD8E028}" presName="Name37" presStyleLbl="parChTrans1D4" presStyleIdx="39" presStyleCnt="56"/>
      <dgm:spPr/>
    </dgm:pt>
    <dgm:pt modelId="{EC128F6E-D7B2-4DD2-8151-EC3D2612D28E}" type="pres">
      <dgm:prSet presAssocID="{C662A1BC-B101-40FD-AD3D-27E9A53BC473}" presName="hierRoot2" presStyleCnt="0">
        <dgm:presLayoutVars>
          <dgm:hierBranch val="init"/>
        </dgm:presLayoutVars>
      </dgm:prSet>
      <dgm:spPr/>
    </dgm:pt>
    <dgm:pt modelId="{9D75C4DF-511C-48DA-A606-666D8BF1ACDC}" type="pres">
      <dgm:prSet presAssocID="{C662A1BC-B101-40FD-AD3D-27E9A53BC473}" presName="rootComposite" presStyleCnt="0"/>
      <dgm:spPr/>
    </dgm:pt>
    <dgm:pt modelId="{1CB3FE64-7484-4946-BE94-C90948D2D195}" type="pres">
      <dgm:prSet presAssocID="{C662A1BC-B101-40FD-AD3D-27E9A53BC473}" presName="rootText" presStyleLbl="node4" presStyleIdx="39" presStyleCnt="56">
        <dgm:presLayoutVars>
          <dgm:chPref val="3"/>
        </dgm:presLayoutVars>
      </dgm:prSet>
      <dgm:spPr/>
    </dgm:pt>
    <dgm:pt modelId="{A2FAABC7-6C4D-44F5-9041-38329A4C9530}" type="pres">
      <dgm:prSet presAssocID="{C662A1BC-B101-40FD-AD3D-27E9A53BC473}" presName="rootConnector" presStyleLbl="node4" presStyleIdx="39" presStyleCnt="56"/>
      <dgm:spPr/>
    </dgm:pt>
    <dgm:pt modelId="{FC9805D9-C6C9-4289-B840-591AA7914E14}" type="pres">
      <dgm:prSet presAssocID="{C662A1BC-B101-40FD-AD3D-27E9A53BC473}" presName="hierChild4" presStyleCnt="0"/>
      <dgm:spPr/>
    </dgm:pt>
    <dgm:pt modelId="{EFD6B13B-46E0-4D80-A21D-20AEDDD4EB34}" type="pres">
      <dgm:prSet presAssocID="{C662A1BC-B101-40FD-AD3D-27E9A53BC473}" presName="hierChild5" presStyleCnt="0"/>
      <dgm:spPr/>
    </dgm:pt>
    <dgm:pt modelId="{7819A426-E238-4C5A-819F-854F158A96C0}" type="pres">
      <dgm:prSet presAssocID="{9462EF09-FCA7-4D38-82A7-45B63AB2201A}" presName="hierChild5" presStyleCnt="0"/>
      <dgm:spPr/>
    </dgm:pt>
    <dgm:pt modelId="{67DAF67C-13D5-4345-A3A2-7B8725F07673}" type="pres">
      <dgm:prSet presAssocID="{0F02B370-286F-4E1B-80A8-B2AD40265B7C}" presName="hierChild5" presStyleCnt="0"/>
      <dgm:spPr/>
    </dgm:pt>
    <dgm:pt modelId="{727B956F-D72C-4AE4-8D9E-D5EAAA044204}" type="pres">
      <dgm:prSet presAssocID="{0A2748D7-A676-47D0-86C9-1C95FAEAC323}" presName="Name37" presStyleLbl="parChTrans1D2" presStyleIdx="2" presStyleCnt="3"/>
      <dgm:spPr/>
    </dgm:pt>
    <dgm:pt modelId="{3F0D928F-C5C6-4209-89C7-2DC22F440C9A}" type="pres">
      <dgm:prSet presAssocID="{DF9E427A-F061-4D73-876E-50DFE6A2B7E5}" presName="hierRoot2" presStyleCnt="0">
        <dgm:presLayoutVars>
          <dgm:hierBranch val="init"/>
        </dgm:presLayoutVars>
      </dgm:prSet>
      <dgm:spPr/>
    </dgm:pt>
    <dgm:pt modelId="{89A646BC-328E-41A9-8DF1-DCDA6CC3C425}" type="pres">
      <dgm:prSet presAssocID="{DF9E427A-F061-4D73-876E-50DFE6A2B7E5}" presName="rootComposite" presStyleCnt="0"/>
      <dgm:spPr/>
    </dgm:pt>
    <dgm:pt modelId="{016EC23A-2D0E-41F6-A49C-4A8A9AA629EE}" type="pres">
      <dgm:prSet presAssocID="{DF9E427A-F061-4D73-876E-50DFE6A2B7E5}" presName="rootText" presStyleLbl="node2" presStyleIdx="2" presStyleCnt="3" custScaleX="739106" custLinFactNeighborX="-58195" custLinFactNeighborY="-2638">
        <dgm:presLayoutVars>
          <dgm:chPref val="3"/>
        </dgm:presLayoutVars>
      </dgm:prSet>
      <dgm:spPr/>
    </dgm:pt>
    <dgm:pt modelId="{CBB73073-E2BE-4561-B51B-94EBAD9E9723}" type="pres">
      <dgm:prSet presAssocID="{DF9E427A-F061-4D73-876E-50DFE6A2B7E5}" presName="rootConnector" presStyleLbl="node2" presStyleIdx="2" presStyleCnt="3"/>
      <dgm:spPr/>
    </dgm:pt>
    <dgm:pt modelId="{A2D7CAED-0941-4B4F-8DD4-28606AD9D38D}" type="pres">
      <dgm:prSet presAssocID="{DF9E427A-F061-4D73-876E-50DFE6A2B7E5}" presName="hierChild4" presStyleCnt="0"/>
      <dgm:spPr/>
    </dgm:pt>
    <dgm:pt modelId="{8FD8986A-89D1-4AB0-90F1-C4A1CBCF7A0C}" type="pres">
      <dgm:prSet presAssocID="{5FD1F8F5-D6D0-4F54-B5D5-E214AD21C9A6}" presName="Name37" presStyleLbl="parChTrans1D3" presStyleIdx="8" presStyleCnt="12"/>
      <dgm:spPr/>
    </dgm:pt>
    <dgm:pt modelId="{B016A183-38BE-435F-AB11-DB6DC0C1B20B}" type="pres">
      <dgm:prSet presAssocID="{C4C27F72-3942-48C4-AB98-667F0ADE6E34}" presName="hierRoot2" presStyleCnt="0">
        <dgm:presLayoutVars>
          <dgm:hierBranch val="init"/>
        </dgm:presLayoutVars>
      </dgm:prSet>
      <dgm:spPr/>
    </dgm:pt>
    <dgm:pt modelId="{C767590C-646A-4C4E-B55C-157C9C030643}" type="pres">
      <dgm:prSet presAssocID="{C4C27F72-3942-48C4-AB98-667F0ADE6E34}" presName="rootComposite" presStyleCnt="0"/>
      <dgm:spPr/>
    </dgm:pt>
    <dgm:pt modelId="{D593024A-E896-4B3C-805A-883F983D38BF}" type="pres">
      <dgm:prSet presAssocID="{C4C27F72-3942-48C4-AB98-667F0ADE6E34}" presName="rootText" presStyleLbl="node3" presStyleIdx="8" presStyleCnt="12">
        <dgm:presLayoutVars>
          <dgm:chPref val="3"/>
        </dgm:presLayoutVars>
      </dgm:prSet>
      <dgm:spPr/>
    </dgm:pt>
    <dgm:pt modelId="{44AF99D7-4E20-4B49-AAF2-41B8EB3C2D38}" type="pres">
      <dgm:prSet presAssocID="{C4C27F72-3942-48C4-AB98-667F0ADE6E34}" presName="rootConnector" presStyleLbl="node3" presStyleIdx="8" presStyleCnt="12"/>
      <dgm:spPr/>
    </dgm:pt>
    <dgm:pt modelId="{A36C534F-651E-483C-947E-B9B28DD9C077}" type="pres">
      <dgm:prSet presAssocID="{C4C27F72-3942-48C4-AB98-667F0ADE6E34}" presName="hierChild4" presStyleCnt="0"/>
      <dgm:spPr/>
    </dgm:pt>
    <dgm:pt modelId="{8480AC68-1B3B-4D87-A244-7F15C95F8820}" type="pres">
      <dgm:prSet presAssocID="{9215C50A-1216-420F-B167-B5783186BD9C}" presName="Name37" presStyleLbl="parChTrans1D4" presStyleIdx="40" presStyleCnt="56"/>
      <dgm:spPr/>
    </dgm:pt>
    <dgm:pt modelId="{D4312ECA-FF51-4CC5-8B02-F5EBF3952FD3}" type="pres">
      <dgm:prSet presAssocID="{00504B93-A4D3-443E-89A4-E09AB7942E4C}" presName="hierRoot2" presStyleCnt="0">
        <dgm:presLayoutVars>
          <dgm:hierBranch val="init"/>
        </dgm:presLayoutVars>
      </dgm:prSet>
      <dgm:spPr/>
    </dgm:pt>
    <dgm:pt modelId="{0A4C21FE-B785-4F4A-85CA-0A3789BE065C}" type="pres">
      <dgm:prSet presAssocID="{00504B93-A4D3-443E-89A4-E09AB7942E4C}" presName="rootComposite" presStyleCnt="0"/>
      <dgm:spPr/>
    </dgm:pt>
    <dgm:pt modelId="{B456295B-DE77-4169-99D6-8D0A1087EFB1}" type="pres">
      <dgm:prSet presAssocID="{00504B93-A4D3-443E-89A4-E09AB7942E4C}" presName="rootText" presStyleLbl="node4" presStyleIdx="40" presStyleCnt="56">
        <dgm:presLayoutVars>
          <dgm:chPref val="3"/>
        </dgm:presLayoutVars>
      </dgm:prSet>
      <dgm:spPr/>
    </dgm:pt>
    <dgm:pt modelId="{C6405E61-DBC9-4EA0-A901-8F10772BA32F}" type="pres">
      <dgm:prSet presAssocID="{00504B93-A4D3-443E-89A4-E09AB7942E4C}" presName="rootConnector" presStyleLbl="node4" presStyleIdx="40" presStyleCnt="56"/>
      <dgm:spPr/>
    </dgm:pt>
    <dgm:pt modelId="{9E9071E5-C29D-4AFA-B999-603C6C5FBA59}" type="pres">
      <dgm:prSet presAssocID="{00504B93-A4D3-443E-89A4-E09AB7942E4C}" presName="hierChild4" presStyleCnt="0"/>
      <dgm:spPr/>
    </dgm:pt>
    <dgm:pt modelId="{5663B93B-AAF8-4E7D-80CE-E72B21288EDC}" type="pres">
      <dgm:prSet presAssocID="{39E257DF-A0A2-448B-8CB4-4993FE3B9F0B}" presName="Name37" presStyleLbl="parChTrans1D4" presStyleIdx="41" presStyleCnt="56"/>
      <dgm:spPr/>
    </dgm:pt>
    <dgm:pt modelId="{3BE665F2-D00D-42F8-85ED-7F21536F2444}" type="pres">
      <dgm:prSet presAssocID="{20F42A87-FF58-476D-B387-E8F5376C2F11}" presName="hierRoot2" presStyleCnt="0">
        <dgm:presLayoutVars>
          <dgm:hierBranch val="init"/>
        </dgm:presLayoutVars>
      </dgm:prSet>
      <dgm:spPr/>
    </dgm:pt>
    <dgm:pt modelId="{3C5D7023-391D-4847-8FCD-A18634AA8DE0}" type="pres">
      <dgm:prSet presAssocID="{20F42A87-FF58-476D-B387-E8F5376C2F11}" presName="rootComposite" presStyleCnt="0"/>
      <dgm:spPr/>
    </dgm:pt>
    <dgm:pt modelId="{4B26F407-6FD9-40D5-ABC0-6F9E3C04743A}" type="pres">
      <dgm:prSet presAssocID="{20F42A87-FF58-476D-B387-E8F5376C2F11}" presName="rootText" presStyleLbl="node4" presStyleIdx="41" presStyleCnt="56">
        <dgm:presLayoutVars>
          <dgm:chPref val="3"/>
        </dgm:presLayoutVars>
      </dgm:prSet>
      <dgm:spPr/>
    </dgm:pt>
    <dgm:pt modelId="{DFBF4D0E-A123-4BAB-92EF-ED5B38265F6D}" type="pres">
      <dgm:prSet presAssocID="{20F42A87-FF58-476D-B387-E8F5376C2F11}" presName="rootConnector" presStyleLbl="node4" presStyleIdx="41" presStyleCnt="56"/>
      <dgm:spPr/>
    </dgm:pt>
    <dgm:pt modelId="{1E919803-5648-4870-9CBA-6A11A88A6C5D}" type="pres">
      <dgm:prSet presAssocID="{20F42A87-FF58-476D-B387-E8F5376C2F11}" presName="hierChild4" presStyleCnt="0"/>
      <dgm:spPr/>
    </dgm:pt>
    <dgm:pt modelId="{533CC884-FDAB-412E-A271-7D7C0A6D906F}" type="pres">
      <dgm:prSet presAssocID="{20F42A87-FF58-476D-B387-E8F5376C2F11}" presName="hierChild5" presStyleCnt="0"/>
      <dgm:spPr/>
    </dgm:pt>
    <dgm:pt modelId="{97ACD485-F996-48DE-8627-F5FA58E31110}" type="pres">
      <dgm:prSet presAssocID="{C2E15039-7FD9-46F2-9320-D8505E3521B3}" presName="Name37" presStyleLbl="parChTrans1D4" presStyleIdx="42" presStyleCnt="56"/>
      <dgm:spPr/>
    </dgm:pt>
    <dgm:pt modelId="{95967748-F5A5-4F96-AC4E-17C6A1DEFB67}" type="pres">
      <dgm:prSet presAssocID="{E69C785C-50DD-449B-80F1-CE1474B1AE2B}" presName="hierRoot2" presStyleCnt="0">
        <dgm:presLayoutVars>
          <dgm:hierBranch val="init"/>
        </dgm:presLayoutVars>
      </dgm:prSet>
      <dgm:spPr/>
    </dgm:pt>
    <dgm:pt modelId="{E6163109-0796-4CC7-A11C-4075850C0984}" type="pres">
      <dgm:prSet presAssocID="{E69C785C-50DD-449B-80F1-CE1474B1AE2B}" presName="rootComposite" presStyleCnt="0"/>
      <dgm:spPr/>
    </dgm:pt>
    <dgm:pt modelId="{5A7DD9E6-F588-4DA5-8A33-F2E88366BD5E}" type="pres">
      <dgm:prSet presAssocID="{E69C785C-50DD-449B-80F1-CE1474B1AE2B}" presName="rootText" presStyleLbl="node4" presStyleIdx="42" presStyleCnt="56">
        <dgm:presLayoutVars>
          <dgm:chPref val="3"/>
        </dgm:presLayoutVars>
      </dgm:prSet>
      <dgm:spPr/>
    </dgm:pt>
    <dgm:pt modelId="{1B99A211-AF66-432A-AE32-114F4CE321E4}" type="pres">
      <dgm:prSet presAssocID="{E69C785C-50DD-449B-80F1-CE1474B1AE2B}" presName="rootConnector" presStyleLbl="node4" presStyleIdx="42" presStyleCnt="56"/>
      <dgm:spPr/>
    </dgm:pt>
    <dgm:pt modelId="{C6EFB822-17C1-462D-9C21-08D78A2F9821}" type="pres">
      <dgm:prSet presAssocID="{E69C785C-50DD-449B-80F1-CE1474B1AE2B}" presName="hierChild4" presStyleCnt="0"/>
      <dgm:spPr/>
    </dgm:pt>
    <dgm:pt modelId="{8C516FC8-D671-47D9-963C-5E4732020570}" type="pres">
      <dgm:prSet presAssocID="{E69C785C-50DD-449B-80F1-CE1474B1AE2B}" presName="hierChild5" presStyleCnt="0"/>
      <dgm:spPr/>
    </dgm:pt>
    <dgm:pt modelId="{C18EEBCE-87B0-485F-9C38-0D75FD2D813E}" type="pres">
      <dgm:prSet presAssocID="{00504B93-A4D3-443E-89A4-E09AB7942E4C}" presName="hierChild5" presStyleCnt="0"/>
      <dgm:spPr/>
    </dgm:pt>
    <dgm:pt modelId="{700F9588-463C-4FC9-96C4-4213A9B5F5A9}" type="pres">
      <dgm:prSet presAssocID="{4C22D390-A8BA-4E89-BFA7-0D05C3102874}" presName="Name37" presStyleLbl="parChTrans1D4" presStyleIdx="43" presStyleCnt="56"/>
      <dgm:spPr/>
    </dgm:pt>
    <dgm:pt modelId="{112B0151-02A9-47FC-B366-513FD6503F75}" type="pres">
      <dgm:prSet presAssocID="{22BEA019-5575-4276-9804-6ECA3E6A0986}" presName="hierRoot2" presStyleCnt="0">
        <dgm:presLayoutVars>
          <dgm:hierBranch val="init"/>
        </dgm:presLayoutVars>
      </dgm:prSet>
      <dgm:spPr/>
    </dgm:pt>
    <dgm:pt modelId="{B685788F-56A0-40A8-AB35-82D00D361B51}" type="pres">
      <dgm:prSet presAssocID="{22BEA019-5575-4276-9804-6ECA3E6A0986}" presName="rootComposite" presStyleCnt="0"/>
      <dgm:spPr/>
    </dgm:pt>
    <dgm:pt modelId="{43CF62D4-8625-43DB-89BC-C2C3E4C1F7C5}" type="pres">
      <dgm:prSet presAssocID="{22BEA019-5575-4276-9804-6ECA3E6A0986}" presName="rootText" presStyleLbl="node4" presStyleIdx="43" presStyleCnt="56">
        <dgm:presLayoutVars>
          <dgm:chPref val="3"/>
        </dgm:presLayoutVars>
      </dgm:prSet>
      <dgm:spPr/>
    </dgm:pt>
    <dgm:pt modelId="{CE04E893-A023-4B3A-9575-39A55FF556F9}" type="pres">
      <dgm:prSet presAssocID="{22BEA019-5575-4276-9804-6ECA3E6A0986}" presName="rootConnector" presStyleLbl="node4" presStyleIdx="43" presStyleCnt="56"/>
      <dgm:spPr/>
    </dgm:pt>
    <dgm:pt modelId="{6AF18E0D-78BC-42E9-AEF9-0E18A2DD0C10}" type="pres">
      <dgm:prSet presAssocID="{22BEA019-5575-4276-9804-6ECA3E6A0986}" presName="hierChild4" presStyleCnt="0"/>
      <dgm:spPr/>
    </dgm:pt>
    <dgm:pt modelId="{55DEC4A9-FB22-4882-AFA8-B8AFDD50E56C}" type="pres">
      <dgm:prSet presAssocID="{0C92B7A8-1721-47FC-8EF3-0211FFEEEB01}" presName="Name37" presStyleLbl="parChTrans1D4" presStyleIdx="44" presStyleCnt="56"/>
      <dgm:spPr/>
    </dgm:pt>
    <dgm:pt modelId="{FADB56C1-F4E3-469E-8009-C51874A9C225}" type="pres">
      <dgm:prSet presAssocID="{02FB71F6-E9CE-4DBC-A899-5892A43B50F6}" presName="hierRoot2" presStyleCnt="0">
        <dgm:presLayoutVars>
          <dgm:hierBranch val="init"/>
        </dgm:presLayoutVars>
      </dgm:prSet>
      <dgm:spPr/>
    </dgm:pt>
    <dgm:pt modelId="{3F179E71-0281-4864-B118-49AEDD5D231D}" type="pres">
      <dgm:prSet presAssocID="{02FB71F6-E9CE-4DBC-A899-5892A43B50F6}" presName="rootComposite" presStyleCnt="0"/>
      <dgm:spPr/>
    </dgm:pt>
    <dgm:pt modelId="{0696304B-96BF-499C-9B59-7FA01EEF3FA5}" type="pres">
      <dgm:prSet presAssocID="{02FB71F6-E9CE-4DBC-A899-5892A43B50F6}" presName="rootText" presStyleLbl="node4" presStyleIdx="44" presStyleCnt="56">
        <dgm:presLayoutVars>
          <dgm:chPref val="3"/>
        </dgm:presLayoutVars>
      </dgm:prSet>
      <dgm:spPr/>
    </dgm:pt>
    <dgm:pt modelId="{22454ECD-409D-40E5-AE0F-D03E5586F554}" type="pres">
      <dgm:prSet presAssocID="{02FB71F6-E9CE-4DBC-A899-5892A43B50F6}" presName="rootConnector" presStyleLbl="node4" presStyleIdx="44" presStyleCnt="56"/>
      <dgm:spPr/>
    </dgm:pt>
    <dgm:pt modelId="{606797E6-C8B2-438E-A6E3-C8210A2CE848}" type="pres">
      <dgm:prSet presAssocID="{02FB71F6-E9CE-4DBC-A899-5892A43B50F6}" presName="hierChild4" presStyleCnt="0"/>
      <dgm:spPr/>
    </dgm:pt>
    <dgm:pt modelId="{283CDB91-9587-40C7-93FC-AA5F1F73DE61}" type="pres">
      <dgm:prSet presAssocID="{02FB71F6-E9CE-4DBC-A899-5892A43B50F6}" presName="hierChild5" presStyleCnt="0"/>
      <dgm:spPr/>
    </dgm:pt>
    <dgm:pt modelId="{A859E787-B4E1-465C-97DC-0111C675C57F}" type="pres">
      <dgm:prSet presAssocID="{D8E3B593-1AE5-471E-AC07-021FBE4B474B}" presName="Name37" presStyleLbl="parChTrans1D4" presStyleIdx="45" presStyleCnt="56"/>
      <dgm:spPr/>
    </dgm:pt>
    <dgm:pt modelId="{56B35AFD-FCD1-4962-A573-893FB90FC42E}" type="pres">
      <dgm:prSet presAssocID="{053B35A8-23A9-41A0-B559-D82ABCDC0B60}" presName="hierRoot2" presStyleCnt="0">
        <dgm:presLayoutVars>
          <dgm:hierBranch val="init"/>
        </dgm:presLayoutVars>
      </dgm:prSet>
      <dgm:spPr/>
    </dgm:pt>
    <dgm:pt modelId="{A44F05CB-713D-4EBE-91BD-DDA08E0C30DD}" type="pres">
      <dgm:prSet presAssocID="{053B35A8-23A9-41A0-B559-D82ABCDC0B60}" presName="rootComposite" presStyleCnt="0"/>
      <dgm:spPr/>
    </dgm:pt>
    <dgm:pt modelId="{BFE86900-BC0E-4879-BB80-7829F1A761DF}" type="pres">
      <dgm:prSet presAssocID="{053B35A8-23A9-41A0-B559-D82ABCDC0B60}" presName="rootText" presStyleLbl="node4" presStyleIdx="45" presStyleCnt="56">
        <dgm:presLayoutVars>
          <dgm:chPref val="3"/>
        </dgm:presLayoutVars>
      </dgm:prSet>
      <dgm:spPr/>
    </dgm:pt>
    <dgm:pt modelId="{EF0770BE-DC79-402C-92A3-F7591697C889}" type="pres">
      <dgm:prSet presAssocID="{053B35A8-23A9-41A0-B559-D82ABCDC0B60}" presName="rootConnector" presStyleLbl="node4" presStyleIdx="45" presStyleCnt="56"/>
      <dgm:spPr/>
    </dgm:pt>
    <dgm:pt modelId="{5E520950-5BF5-41BF-BD7A-5B2BF3E7721C}" type="pres">
      <dgm:prSet presAssocID="{053B35A8-23A9-41A0-B559-D82ABCDC0B60}" presName="hierChild4" presStyleCnt="0"/>
      <dgm:spPr/>
    </dgm:pt>
    <dgm:pt modelId="{22DC196C-523F-41E8-B5B0-ADA6CE71C1D1}" type="pres">
      <dgm:prSet presAssocID="{053B35A8-23A9-41A0-B559-D82ABCDC0B60}" presName="hierChild5" presStyleCnt="0"/>
      <dgm:spPr/>
    </dgm:pt>
    <dgm:pt modelId="{0BC9FCEE-5D82-4BE0-A328-95BD84BA33CA}" type="pres">
      <dgm:prSet presAssocID="{22BEA019-5575-4276-9804-6ECA3E6A0986}" presName="hierChild5" presStyleCnt="0"/>
      <dgm:spPr/>
    </dgm:pt>
    <dgm:pt modelId="{57039C02-FC2A-4903-8E1F-EAB23304EF07}" type="pres">
      <dgm:prSet presAssocID="{1C7EDB3F-F6BC-4313-B8F9-2A5B8FD7036A}" presName="Name37" presStyleLbl="parChTrans1D4" presStyleIdx="46" presStyleCnt="56"/>
      <dgm:spPr/>
    </dgm:pt>
    <dgm:pt modelId="{8D629ED5-BE03-4E47-923B-CDD591C18481}" type="pres">
      <dgm:prSet presAssocID="{9C8D3118-4BB2-4EE5-A3C7-F05D2D7C4FFC}" presName="hierRoot2" presStyleCnt="0">
        <dgm:presLayoutVars>
          <dgm:hierBranch val="init"/>
        </dgm:presLayoutVars>
      </dgm:prSet>
      <dgm:spPr/>
    </dgm:pt>
    <dgm:pt modelId="{13C1D7B8-C683-4A7F-9F69-35F64439926D}" type="pres">
      <dgm:prSet presAssocID="{9C8D3118-4BB2-4EE5-A3C7-F05D2D7C4FFC}" presName="rootComposite" presStyleCnt="0"/>
      <dgm:spPr/>
    </dgm:pt>
    <dgm:pt modelId="{43ACD511-78B5-4D7B-94C0-B40F201E269E}" type="pres">
      <dgm:prSet presAssocID="{9C8D3118-4BB2-4EE5-A3C7-F05D2D7C4FFC}" presName="rootText" presStyleLbl="node4" presStyleIdx="46" presStyleCnt="56">
        <dgm:presLayoutVars>
          <dgm:chPref val="3"/>
        </dgm:presLayoutVars>
      </dgm:prSet>
      <dgm:spPr/>
    </dgm:pt>
    <dgm:pt modelId="{5FFF5F41-18A3-41A3-A749-2BED3B8E2EF9}" type="pres">
      <dgm:prSet presAssocID="{9C8D3118-4BB2-4EE5-A3C7-F05D2D7C4FFC}" presName="rootConnector" presStyleLbl="node4" presStyleIdx="46" presStyleCnt="56"/>
      <dgm:spPr/>
    </dgm:pt>
    <dgm:pt modelId="{5BDFD369-65AD-435A-A83F-49674FD1FAC4}" type="pres">
      <dgm:prSet presAssocID="{9C8D3118-4BB2-4EE5-A3C7-F05D2D7C4FFC}" presName="hierChild4" presStyleCnt="0"/>
      <dgm:spPr/>
    </dgm:pt>
    <dgm:pt modelId="{41E544FB-9B45-4E4A-A928-B5792E9A2B05}" type="pres">
      <dgm:prSet presAssocID="{23E2CFFA-6654-4FF2-BE19-14831F12CC82}" presName="Name37" presStyleLbl="parChTrans1D4" presStyleIdx="47" presStyleCnt="56"/>
      <dgm:spPr/>
    </dgm:pt>
    <dgm:pt modelId="{905498E9-51F1-4AD6-9849-B8FD7A335D32}" type="pres">
      <dgm:prSet presAssocID="{3E68C135-8D90-4BD7-ADBA-6205BF427734}" presName="hierRoot2" presStyleCnt="0">
        <dgm:presLayoutVars>
          <dgm:hierBranch val="init"/>
        </dgm:presLayoutVars>
      </dgm:prSet>
      <dgm:spPr/>
    </dgm:pt>
    <dgm:pt modelId="{D580BB1B-91E7-4364-8D07-F1E4DA889129}" type="pres">
      <dgm:prSet presAssocID="{3E68C135-8D90-4BD7-ADBA-6205BF427734}" presName="rootComposite" presStyleCnt="0"/>
      <dgm:spPr/>
    </dgm:pt>
    <dgm:pt modelId="{1ADBD78B-51CA-4C9C-BC12-4CD7FF414B0B}" type="pres">
      <dgm:prSet presAssocID="{3E68C135-8D90-4BD7-ADBA-6205BF427734}" presName="rootText" presStyleLbl="node4" presStyleIdx="47" presStyleCnt="56">
        <dgm:presLayoutVars>
          <dgm:chPref val="3"/>
        </dgm:presLayoutVars>
      </dgm:prSet>
      <dgm:spPr/>
    </dgm:pt>
    <dgm:pt modelId="{AEB401FB-51AD-41EA-A44E-D0C6406D0920}" type="pres">
      <dgm:prSet presAssocID="{3E68C135-8D90-4BD7-ADBA-6205BF427734}" presName="rootConnector" presStyleLbl="node4" presStyleIdx="47" presStyleCnt="56"/>
      <dgm:spPr/>
    </dgm:pt>
    <dgm:pt modelId="{5884249E-DAD0-4A3F-8D52-2F68853BD5EF}" type="pres">
      <dgm:prSet presAssocID="{3E68C135-8D90-4BD7-ADBA-6205BF427734}" presName="hierChild4" presStyleCnt="0"/>
      <dgm:spPr/>
    </dgm:pt>
    <dgm:pt modelId="{3E193B5C-059E-4A0B-AD8A-2E95142993EE}" type="pres">
      <dgm:prSet presAssocID="{3E68C135-8D90-4BD7-ADBA-6205BF427734}" presName="hierChild5" presStyleCnt="0"/>
      <dgm:spPr/>
    </dgm:pt>
    <dgm:pt modelId="{7892FA50-DF6E-430E-815A-99D13E1A0E90}" type="pres">
      <dgm:prSet presAssocID="{483A3847-9CF4-4B3B-BDCB-89C0EF15B085}" presName="Name37" presStyleLbl="parChTrans1D4" presStyleIdx="48" presStyleCnt="56"/>
      <dgm:spPr/>
    </dgm:pt>
    <dgm:pt modelId="{4FFFFE5E-27F2-4399-AAF2-95E4848001A8}" type="pres">
      <dgm:prSet presAssocID="{07F2F497-0988-418D-84A8-5790BB8E179A}" presName="hierRoot2" presStyleCnt="0">
        <dgm:presLayoutVars>
          <dgm:hierBranch val="init"/>
        </dgm:presLayoutVars>
      </dgm:prSet>
      <dgm:spPr/>
    </dgm:pt>
    <dgm:pt modelId="{F73478C6-B10C-420C-BA2F-B1A13879E286}" type="pres">
      <dgm:prSet presAssocID="{07F2F497-0988-418D-84A8-5790BB8E179A}" presName="rootComposite" presStyleCnt="0"/>
      <dgm:spPr/>
    </dgm:pt>
    <dgm:pt modelId="{9858A74E-6705-4979-BDF0-0DE11ADC62C4}" type="pres">
      <dgm:prSet presAssocID="{07F2F497-0988-418D-84A8-5790BB8E179A}" presName="rootText" presStyleLbl="node4" presStyleIdx="48" presStyleCnt="56">
        <dgm:presLayoutVars>
          <dgm:chPref val="3"/>
        </dgm:presLayoutVars>
      </dgm:prSet>
      <dgm:spPr/>
    </dgm:pt>
    <dgm:pt modelId="{CB12CDF1-8B6E-4AC9-9A73-DA10A10BECED}" type="pres">
      <dgm:prSet presAssocID="{07F2F497-0988-418D-84A8-5790BB8E179A}" presName="rootConnector" presStyleLbl="node4" presStyleIdx="48" presStyleCnt="56"/>
      <dgm:spPr/>
    </dgm:pt>
    <dgm:pt modelId="{A4CBAA2D-7022-4F81-B40C-2FFEFE07E426}" type="pres">
      <dgm:prSet presAssocID="{07F2F497-0988-418D-84A8-5790BB8E179A}" presName="hierChild4" presStyleCnt="0"/>
      <dgm:spPr/>
    </dgm:pt>
    <dgm:pt modelId="{B591D25B-0E4B-4392-9D49-BC6D4436410F}" type="pres">
      <dgm:prSet presAssocID="{07F2F497-0988-418D-84A8-5790BB8E179A}" presName="hierChild5" presStyleCnt="0"/>
      <dgm:spPr/>
    </dgm:pt>
    <dgm:pt modelId="{BF901642-9F68-4BC6-9520-E4A3DBCB4850}" type="pres">
      <dgm:prSet presAssocID="{9C8D3118-4BB2-4EE5-A3C7-F05D2D7C4FFC}" presName="hierChild5" presStyleCnt="0"/>
      <dgm:spPr/>
    </dgm:pt>
    <dgm:pt modelId="{7A070403-D2E4-4A7B-94F2-8CB549B95927}" type="pres">
      <dgm:prSet presAssocID="{C4C27F72-3942-48C4-AB98-667F0ADE6E34}" presName="hierChild5" presStyleCnt="0"/>
      <dgm:spPr/>
    </dgm:pt>
    <dgm:pt modelId="{8ADA8526-758D-4DFD-855E-46991217F0E9}" type="pres">
      <dgm:prSet presAssocID="{29CF090A-B91B-4091-8F72-67506C11307A}" presName="Name37" presStyleLbl="parChTrans1D3" presStyleIdx="9" presStyleCnt="12"/>
      <dgm:spPr/>
    </dgm:pt>
    <dgm:pt modelId="{3C2369BC-0DBF-4EE0-8418-E325D3C48C04}" type="pres">
      <dgm:prSet presAssocID="{8A1877A1-49A7-439E-89B0-3E940B08C001}" presName="hierRoot2" presStyleCnt="0">
        <dgm:presLayoutVars>
          <dgm:hierBranch val="init"/>
        </dgm:presLayoutVars>
      </dgm:prSet>
      <dgm:spPr/>
    </dgm:pt>
    <dgm:pt modelId="{F9FEECE8-6F19-420D-852D-EA7FF48D3448}" type="pres">
      <dgm:prSet presAssocID="{8A1877A1-49A7-439E-89B0-3E940B08C001}" presName="rootComposite" presStyleCnt="0"/>
      <dgm:spPr/>
    </dgm:pt>
    <dgm:pt modelId="{054845E0-1595-4919-84D7-8171D626E127}" type="pres">
      <dgm:prSet presAssocID="{8A1877A1-49A7-439E-89B0-3E940B08C001}" presName="rootText" presStyleLbl="node3" presStyleIdx="9" presStyleCnt="12">
        <dgm:presLayoutVars>
          <dgm:chPref val="3"/>
        </dgm:presLayoutVars>
      </dgm:prSet>
      <dgm:spPr/>
    </dgm:pt>
    <dgm:pt modelId="{D040910B-8905-4B8E-9ED2-9E8B21C3AFC8}" type="pres">
      <dgm:prSet presAssocID="{8A1877A1-49A7-439E-89B0-3E940B08C001}" presName="rootConnector" presStyleLbl="node3" presStyleIdx="9" presStyleCnt="12"/>
      <dgm:spPr/>
    </dgm:pt>
    <dgm:pt modelId="{8023C643-51EE-45B9-BC6C-789CDD21FB69}" type="pres">
      <dgm:prSet presAssocID="{8A1877A1-49A7-439E-89B0-3E940B08C001}" presName="hierChild4" presStyleCnt="0"/>
      <dgm:spPr/>
    </dgm:pt>
    <dgm:pt modelId="{28AF779C-2A00-493F-8C9D-9861DB3F8D2E}" type="pres">
      <dgm:prSet presAssocID="{22F9414D-A4A6-42B3-B27E-B95C86E1F82F}" presName="Name37" presStyleLbl="parChTrans1D4" presStyleIdx="49" presStyleCnt="56"/>
      <dgm:spPr/>
    </dgm:pt>
    <dgm:pt modelId="{C6F84AB4-DDE4-4FD4-9EB8-31E8F0D093E6}" type="pres">
      <dgm:prSet presAssocID="{D3225708-611F-45B5-AA32-7A00AE30989A}" presName="hierRoot2" presStyleCnt="0">
        <dgm:presLayoutVars>
          <dgm:hierBranch val="init"/>
        </dgm:presLayoutVars>
      </dgm:prSet>
      <dgm:spPr/>
    </dgm:pt>
    <dgm:pt modelId="{271F0FC4-566F-4359-8930-ED7263B7851C}" type="pres">
      <dgm:prSet presAssocID="{D3225708-611F-45B5-AA32-7A00AE30989A}" presName="rootComposite" presStyleCnt="0"/>
      <dgm:spPr/>
    </dgm:pt>
    <dgm:pt modelId="{4162A5E2-064D-4C19-9DB1-0D9D69544A18}" type="pres">
      <dgm:prSet presAssocID="{D3225708-611F-45B5-AA32-7A00AE30989A}" presName="rootText" presStyleLbl="node4" presStyleIdx="49" presStyleCnt="56">
        <dgm:presLayoutVars>
          <dgm:chPref val="3"/>
        </dgm:presLayoutVars>
      </dgm:prSet>
      <dgm:spPr/>
    </dgm:pt>
    <dgm:pt modelId="{FC7E4076-413A-4981-9D30-0AE576D2B572}" type="pres">
      <dgm:prSet presAssocID="{D3225708-611F-45B5-AA32-7A00AE30989A}" presName="rootConnector" presStyleLbl="node4" presStyleIdx="49" presStyleCnt="56"/>
      <dgm:spPr/>
    </dgm:pt>
    <dgm:pt modelId="{98014630-6F7F-4A47-AA0E-BEF23145D573}" type="pres">
      <dgm:prSet presAssocID="{D3225708-611F-45B5-AA32-7A00AE30989A}" presName="hierChild4" presStyleCnt="0"/>
      <dgm:spPr/>
    </dgm:pt>
    <dgm:pt modelId="{84EA856C-DC7C-4D3D-A25C-106A2727735C}" type="pres">
      <dgm:prSet presAssocID="{D3225708-611F-45B5-AA32-7A00AE30989A}" presName="hierChild5" presStyleCnt="0"/>
      <dgm:spPr/>
    </dgm:pt>
    <dgm:pt modelId="{0BF88353-DDFA-40D1-9C37-2B7EB5F731CF}" type="pres">
      <dgm:prSet presAssocID="{E3C76934-3656-4CBE-91E1-B9F29D6B3D6B}" presName="Name37" presStyleLbl="parChTrans1D4" presStyleIdx="50" presStyleCnt="56"/>
      <dgm:spPr/>
    </dgm:pt>
    <dgm:pt modelId="{D6761FA1-397D-4593-A076-AACA22E9592D}" type="pres">
      <dgm:prSet presAssocID="{D6A2AC0D-8565-435B-81BA-E0C28F7685B4}" presName="hierRoot2" presStyleCnt="0">
        <dgm:presLayoutVars>
          <dgm:hierBranch val="init"/>
        </dgm:presLayoutVars>
      </dgm:prSet>
      <dgm:spPr/>
    </dgm:pt>
    <dgm:pt modelId="{6BF85189-D8B4-463F-95C2-E6BE8462A18E}" type="pres">
      <dgm:prSet presAssocID="{D6A2AC0D-8565-435B-81BA-E0C28F7685B4}" presName="rootComposite" presStyleCnt="0"/>
      <dgm:spPr/>
    </dgm:pt>
    <dgm:pt modelId="{F0361C09-18C9-469D-BC54-0B1FED0E9746}" type="pres">
      <dgm:prSet presAssocID="{D6A2AC0D-8565-435B-81BA-E0C28F7685B4}" presName="rootText" presStyleLbl="node4" presStyleIdx="50" presStyleCnt="56">
        <dgm:presLayoutVars>
          <dgm:chPref val="3"/>
        </dgm:presLayoutVars>
      </dgm:prSet>
      <dgm:spPr/>
    </dgm:pt>
    <dgm:pt modelId="{B9CAED5E-0CA5-46BB-AF6C-70A00D6A4E3B}" type="pres">
      <dgm:prSet presAssocID="{D6A2AC0D-8565-435B-81BA-E0C28F7685B4}" presName="rootConnector" presStyleLbl="node4" presStyleIdx="50" presStyleCnt="56"/>
      <dgm:spPr/>
    </dgm:pt>
    <dgm:pt modelId="{E15CA15B-BD4E-4DD3-9C0A-0230D6E1E87D}" type="pres">
      <dgm:prSet presAssocID="{D6A2AC0D-8565-435B-81BA-E0C28F7685B4}" presName="hierChild4" presStyleCnt="0"/>
      <dgm:spPr/>
    </dgm:pt>
    <dgm:pt modelId="{2F4F5D32-5929-49EE-ACDC-8E4D6C5F124C}" type="pres">
      <dgm:prSet presAssocID="{D6A2AC0D-8565-435B-81BA-E0C28F7685B4}" presName="hierChild5" presStyleCnt="0"/>
      <dgm:spPr/>
    </dgm:pt>
    <dgm:pt modelId="{9DABED32-6B77-4855-B265-A33E4643E692}" type="pres">
      <dgm:prSet presAssocID="{8A1877A1-49A7-439E-89B0-3E940B08C001}" presName="hierChild5" presStyleCnt="0"/>
      <dgm:spPr/>
    </dgm:pt>
    <dgm:pt modelId="{FBD1B778-84AE-48C7-B2CB-DA211C6A3487}" type="pres">
      <dgm:prSet presAssocID="{F543E64C-8AB9-41B0-B3C2-0E2ACEB9DA0F}" presName="Name37" presStyleLbl="parChTrans1D3" presStyleIdx="10" presStyleCnt="12"/>
      <dgm:spPr/>
    </dgm:pt>
    <dgm:pt modelId="{61FB9F7C-CAAC-4FF1-BAF5-CC6C35EA9873}" type="pres">
      <dgm:prSet presAssocID="{15D23B13-BF56-4F50-B307-A08EB36ACBF4}" presName="hierRoot2" presStyleCnt="0">
        <dgm:presLayoutVars>
          <dgm:hierBranch val="init"/>
        </dgm:presLayoutVars>
      </dgm:prSet>
      <dgm:spPr/>
    </dgm:pt>
    <dgm:pt modelId="{EE787569-D5F5-40FA-B2DE-E65A89B5DCB7}" type="pres">
      <dgm:prSet presAssocID="{15D23B13-BF56-4F50-B307-A08EB36ACBF4}" presName="rootComposite" presStyleCnt="0"/>
      <dgm:spPr/>
    </dgm:pt>
    <dgm:pt modelId="{3C360F7E-7844-4739-8475-E996CB1CA7A9}" type="pres">
      <dgm:prSet presAssocID="{15D23B13-BF56-4F50-B307-A08EB36ACBF4}" presName="rootText" presStyleLbl="node3" presStyleIdx="10" presStyleCnt="12">
        <dgm:presLayoutVars>
          <dgm:chPref val="3"/>
        </dgm:presLayoutVars>
      </dgm:prSet>
      <dgm:spPr/>
    </dgm:pt>
    <dgm:pt modelId="{62837A37-3264-47AA-91A7-4AC041749F74}" type="pres">
      <dgm:prSet presAssocID="{15D23B13-BF56-4F50-B307-A08EB36ACBF4}" presName="rootConnector" presStyleLbl="node3" presStyleIdx="10" presStyleCnt="12"/>
      <dgm:spPr/>
    </dgm:pt>
    <dgm:pt modelId="{E310C11F-F3EC-4152-8FF2-184AC0578D56}" type="pres">
      <dgm:prSet presAssocID="{15D23B13-BF56-4F50-B307-A08EB36ACBF4}" presName="hierChild4" presStyleCnt="0"/>
      <dgm:spPr/>
    </dgm:pt>
    <dgm:pt modelId="{6472162A-AF1E-4067-AC75-E04F8D508A44}" type="pres">
      <dgm:prSet presAssocID="{A1C0E218-9B78-4360-8011-BE94A5745EEF}" presName="Name37" presStyleLbl="parChTrans1D4" presStyleIdx="51" presStyleCnt="56"/>
      <dgm:spPr/>
    </dgm:pt>
    <dgm:pt modelId="{B1AD00C0-255E-4577-82C8-42ECBDD6D53C}" type="pres">
      <dgm:prSet presAssocID="{C2C9DA3E-32C0-4379-B7B0-39B809494A6D}" presName="hierRoot2" presStyleCnt="0">
        <dgm:presLayoutVars>
          <dgm:hierBranch val="init"/>
        </dgm:presLayoutVars>
      </dgm:prSet>
      <dgm:spPr/>
    </dgm:pt>
    <dgm:pt modelId="{D9BD9AF8-E272-4635-A80D-B4D1284EE1A0}" type="pres">
      <dgm:prSet presAssocID="{C2C9DA3E-32C0-4379-B7B0-39B809494A6D}" presName="rootComposite" presStyleCnt="0"/>
      <dgm:spPr/>
    </dgm:pt>
    <dgm:pt modelId="{30E49AD9-CACE-440D-891B-13B4B93FF398}" type="pres">
      <dgm:prSet presAssocID="{C2C9DA3E-32C0-4379-B7B0-39B809494A6D}" presName="rootText" presStyleLbl="node4" presStyleIdx="51" presStyleCnt="56">
        <dgm:presLayoutVars>
          <dgm:chPref val="3"/>
        </dgm:presLayoutVars>
      </dgm:prSet>
      <dgm:spPr/>
    </dgm:pt>
    <dgm:pt modelId="{CE4CC1B3-1F4A-4C8E-BC80-3D7944932534}" type="pres">
      <dgm:prSet presAssocID="{C2C9DA3E-32C0-4379-B7B0-39B809494A6D}" presName="rootConnector" presStyleLbl="node4" presStyleIdx="51" presStyleCnt="56"/>
      <dgm:spPr/>
    </dgm:pt>
    <dgm:pt modelId="{3C998ED5-ADF0-40C3-91D8-1AFC3995E9CB}" type="pres">
      <dgm:prSet presAssocID="{C2C9DA3E-32C0-4379-B7B0-39B809494A6D}" presName="hierChild4" presStyleCnt="0"/>
      <dgm:spPr/>
    </dgm:pt>
    <dgm:pt modelId="{39429BD4-0981-4A01-851F-109BEA5573DD}" type="pres">
      <dgm:prSet presAssocID="{C2C9DA3E-32C0-4379-B7B0-39B809494A6D}" presName="hierChild5" presStyleCnt="0"/>
      <dgm:spPr/>
    </dgm:pt>
    <dgm:pt modelId="{A7065461-6606-4469-85B0-E48F59A397DA}" type="pres">
      <dgm:prSet presAssocID="{334666C3-4950-4E43-8771-388D5C11491F}" presName="Name37" presStyleLbl="parChTrans1D4" presStyleIdx="52" presStyleCnt="56"/>
      <dgm:spPr/>
    </dgm:pt>
    <dgm:pt modelId="{7C6777EC-0E78-429F-BD5F-BF6E13916433}" type="pres">
      <dgm:prSet presAssocID="{277E9EE0-4F94-4F93-A76B-3949C5D65C8A}" presName="hierRoot2" presStyleCnt="0">
        <dgm:presLayoutVars>
          <dgm:hierBranch val="init"/>
        </dgm:presLayoutVars>
      </dgm:prSet>
      <dgm:spPr/>
    </dgm:pt>
    <dgm:pt modelId="{DA8DF59D-BB56-4819-B45A-31D4B23E5740}" type="pres">
      <dgm:prSet presAssocID="{277E9EE0-4F94-4F93-A76B-3949C5D65C8A}" presName="rootComposite" presStyleCnt="0"/>
      <dgm:spPr/>
    </dgm:pt>
    <dgm:pt modelId="{D8522895-FAE2-4C3E-8226-25C7A2C38678}" type="pres">
      <dgm:prSet presAssocID="{277E9EE0-4F94-4F93-A76B-3949C5D65C8A}" presName="rootText" presStyleLbl="node4" presStyleIdx="52" presStyleCnt="56">
        <dgm:presLayoutVars>
          <dgm:chPref val="3"/>
        </dgm:presLayoutVars>
      </dgm:prSet>
      <dgm:spPr/>
    </dgm:pt>
    <dgm:pt modelId="{1E2716ED-5789-4DAC-A095-81ADF951A529}" type="pres">
      <dgm:prSet presAssocID="{277E9EE0-4F94-4F93-A76B-3949C5D65C8A}" presName="rootConnector" presStyleLbl="node4" presStyleIdx="52" presStyleCnt="56"/>
      <dgm:spPr/>
    </dgm:pt>
    <dgm:pt modelId="{BB2A4A77-13DC-4291-ACC1-FF2F3E43E40A}" type="pres">
      <dgm:prSet presAssocID="{277E9EE0-4F94-4F93-A76B-3949C5D65C8A}" presName="hierChild4" presStyleCnt="0"/>
      <dgm:spPr/>
    </dgm:pt>
    <dgm:pt modelId="{50FCEF41-09CB-4E5A-B02A-D0DBC0AA5C81}" type="pres">
      <dgm:prSet presAssocID="{277E9EE0-4F94-4F93-A76B-3949C5D65C8A}" presName="hierChild5" presStyleCnt="0"/>
      <dgm:spPr/>
    </dgm:pt>
    <dgm:pt modelId="{7F2732D5-0590-4AD5-93EF-EC88406D31CD}" type="pres">
      <dgm:prSet presAssocID="{31559F42-C8C7-4C0C-A792-51095EE11B1A}" presName="Name37" presStyleLbl="parChTrans1D4" presStyleIdx="53" presStyleCnt="56"/>
      <dgm:spPr/>
    </dgm:pt>
    <dgm:pt modelId="{20BE8731-BBBD-4DB1-9F62-194AAFE49210}" type="pres">
      <dgm:prSet presAssocID="{80899B1B-F5F5-45A7-B705-29B9BCA96388}" presName="hierRoot2" presStyleCnt="0">
        <dgm:presLayoutVars>
          <dgm:hierBranch val="init"/>
        </dgm:presLayoutVars>
      </dgm:prSet>
      <dgm:spPr/>
    </dgm:pt>
    <dgm:pt modelId="{188B3140-C9A3-49C5-A168-276375EFF616}" type="pres">
      <dgm:prSet presAssocID="{80899B1B-F5F5-45A7-B705-29B9BCA96388}" presName="rootComposite" presStyleCnt="0"/>
      <dgm:spPr/>
    </dgm:pt>
    <dgm:pt modelId="{4DD6A26B-01D2-4F61-BFE6-A3432E7DBC80}" type="pres">
      <dgm:prSet presAssocID="{80899B1B-F5F5-45A7-B705-29B9BCA96388}" presName="rootText" presStyleLbl="node4" presStyleIdx="53" presStyleCnt="56">
        <dgm:presLayoutVars>
          <dgm:chPref val="3"/>
        </dgm:presLayoutVars>
      </dgm:prSet>
      <dgm:spPr/>
    </dgm:pt>
    <dgm:pt modelId="{1B8F0B77-A4E1-47DC-B0A0-8C634C5A0324}" type="pres">
      <dgm:prSet presAssocID="{80899B1B-F5F5-45A7-B705-29B9BCA96388}" presName="rootConnector" presStyleLbl="node4" presStyleIdx="53" presStyleCnt="56"/>
      <dgm:spPr/>
    </dgm:pt>
    <dgm:pt modelId="{958A1EE4-9C50-4BB8-9F2E-1B992103EFE7}" type="pres">
      <dgm:prSet presAssocID="{80899B1B-F5F5-45A7-B705-29B9BCA96388}" presName="hierChild4" presStyleCnt="0"/>
      <dgm:spPr/>
    </dgm:pt>
    <dgm:pt modelId="{6B863652-407A-45B4-9DF1-26AE070FACA0}" type="pres">
      <dgm:prSet presAssocID="{80899B1B-F5F5-45A7-B705-29B9BCA96388}" presName="hierChild5" presStyleCnt="0"/>
      <dgm:spPr/>
    </dgm:pt>
    <dgm:pt modelId="{B412F95B-A6F3-451D-BBF3-75CB460780A6}" type="pres">
      <dgm:prSet presAssocID="{15D23B13-BF56-4F50-B307-A08EB36ACBF4}" presName="hierChild5" presStyleCnt="0"/>
      <dgm:spPr/>
    </dgm:pt>
    <dgm:pt modelId="{DDD8FC84-0B7D-40EC-BE88-BF89E36A1CDB}" type="pres">
      <dgm:prSet presAssocID="{EA9B1950-9983-4740-BD37-1C59DB717265}" presName="Name37" presStyleLbl="parChTrans1D3" presStyleIdx="11" presStyleCnt="12"/>
      <dgm:spPr/>
    </dgm:pt>
    <dgm:pt modelId="{737A66FC-6824-4D8E-B4E8-182D0B6A2D15}" type="pres">
      <dgm:prSet presAssocID="{CFAD5C42-24AA-42C4-AA42-C6895493CB20}" presName="hierRoot2" presStyleCnt="0">
        <dgm:presLayoutVars>
          <dgm:hierBranch val="init"/>
        </dgm:presLayoutVars>
      </dgm:prSet>
      <dgm:spPr/>
    </dgm:pt>
    <dgm:pt modelId="{414D85E9-D3E6-4618-ACEC-DEDA840A8B99}" type="pres">
      <dgm:prSet presAssocID="{CFAD5C42-24AA-42C4-AA42-C6895493CB20}" presName="rootComposite" presStyleCnt="0"/>
      <dgm:spPr/>
    </dgm:pt>
    <dgm:pt modelId="{9826BB66-FFD0-4B30-9703-57BC03545FDC}" type="pres">
      <dgm:prSet presAssocID="{CFAD5C42-24AA-42C4-AA42-C6895493CB20}" presName="rootText" presStyleLbl="node3" presStyleIdx="11" presStyleCnt="12">
        <dgm:presLayoutVars>
          <dgm:chPref val="3"/>
        </dgm:presLayoutVars>
      </dgm:prSet>
      <dgm:spPr/>
    </dgm:pt>
    <dgm:pt modelId="{B91877F7-7310-415A-9A14-3F29473192F0}" type="pres">
      <dgm:prSet presAssocID="{CFAD5C42-24AA-42C4-AA42-C6895493CB20}" presName="rootConnector" presStyleLbl="node3" presStyleIdx="11" presStyleCnt="12"/>
      <dgm:spPr/>
    </dgm:pt>
    <dgm:pt modelId="{7BC44748-D1B4-47D9-949E-55CD8A69F5F6}" type="pres">
      <dgm:prSet presAssocID="{CFAD5C42-24AA-42C4-AA42-C6895493CB20}" presName="hierChild4" presStyleCnt="0"/>
      <dgm:spPr/>
    </dgm:pt>
    <dgm:pt modelId="{3036FD49-F4E8-4020-ADFC-94E1642749F5}" type="pres">
      <dgm:prSet presAssocID="{9F49E723-E2C5-4440-9507-43A657479D28}" presName="Name37" presStyleLbl="parChTrans1D4" presStyleIdx="54" presStyleCnt="56"/>
      <dgm:spPr/>
    </dgm:pt>
    <dgm:pt modelId="{B01BCD43-05DC-42A1-86AE-00C11225F79D}" type="pres">
      <dgm:prSet presAssocID="{9FE34777-682B-4FA8-8789-6C134EC2FE75}" presName="hierRoot2" presStyleCnt="0">
        <dgm:presLayoutVars>
          <dgm:hierBranch val="init"/>
        </dgm:presLayoutVars>
      </dgm:prSet>
      <dgm:spPr/>
    </dgm:pt>
    <dgm:pt modelId="{6D46B5D7-0D64-43D0-9631-855219F2D0C9}" type="pres">
      <dgm:prSet presAssocID="{9FE34777-682B-4FA8-8789-6C134EC2FE75}" presName="rootComposite" presStyleCnt="0"/>
      <dgm:spPr/>
    </dgm:pt>
    <dgm:pt modelId="{8A8E8921-B9A1-444D-A933-0069B988EEE7}" type="pres">
      <dgm:prSet presAssocID="{9FE34777-682B-4FA8-8789-6C134EC2FE75}" presName="rootText" presStyleLbl="node4" presStyleIdx="54" presStyleCnt="56">
        <dgm:presLayoutVars>
          <dgm:chPref val="3"/>
        </dgm:presLayoutVars>
      </dgm:prSet>
      <dgm:spPr/>
    </dgm:pt>
    <dgm:pt modelId="{5BCC02F3-42D3-4A04-BBE1-3D166453CECA}" type="pres">
      <dgm:prSet presAssocID="{9FE34777-682B-4FA8-8789-6C134EC2FE75}" presName="rootConnector" presStyleLbl="node4" presStyleIdx="54" presStyleCnt="56"/>
      <dgm:spPr/>
    </dgm:pt>
    <dgm:pt modelId="{44206C67-0E98-4B88-B047-7B9A9811E520}" type="pres">
      <dgm:prSet presAssocID="{9FE34777-682B-4FA8-8789-6C134EC2FE75}" presName="hierChild4" presStyleCnt="0"/>
      <dgm:spPr/>
    </dgm:pt>
    <dgm:pt modelId="{013C5632-AEE7-4BC1-8017-3700815374CD}" type="pres">
      <dgm:prSet presAssocID="{9FE34777-682B-4FA8-8789-6C134EC2FE75}" presName="hierChild5" presStyleCnt="0"/>
      <dgm:spPr/>
    </dgm:pt>
    <dgm:pt modelId="{C99748F2-7FA7-436F-A1FE-B5FB2683E600}" type="pres">
      <dgm:prSet presAssocID="{FAA7C112-B063-43A4-9747-BDD8EB58A516}" presName="Name37" presStyleLbl="parChTrans1D4" presStyleIdx="55" presStyleCnt="56"/>
      <dgm:spPr/>
    </dgm:pt>
    <dgm:pt modelId="{2A95AD2F-5B07-4D2B-A9C6-837401E93AC5}" type="pres">
      <dgm:prSet presAssocID="{48E1F971-E433-45E5-8F31-CD32EB98449B}" presName="hierRoot2" presStyleCnt="0">
        <dgm:presLayoutVars>
          <dgm:hierBranch val="init"/>
        </dgm:presLayoutVars>
      </dgm:prSet>
      <dgm:spPr/>
    </dgm:pt>
    <dgm:pt modelId="{6C66D08E-7EE1-44BE-B7CE-BCF815899A27}" type="pres">
      <dgm:prSet presAssocID="{48E1F971-E433-45E5-8F31-CD32EB98449B}" presName="rootComposite" presStyleCnt="0"/>
      <dgm:spPr/>
    </dgm:pt>
    <dgm:pt modelId="{7DDDDA8A-553A-4F68-A47B-2ACC7F9DF863}" type="pres">
      <dgm:prSet presAssocID="{48E1F971-E433-45E5-8F31-CD32EB98449B}" presName="rootText" presStyleLbl="node4" presStyleIdx="55" presStyleCnt="56">
        <dgm:presLayoutVars>
          <dgm:chPref val="3"/>
        </dgm:presLayoutVars>
      </dgm:prSet>
      <dgm:spPr/>
    </dgm:pt>
    <dgm:pt modelId="{DAF8D242-0FBF-44BA-8B2A-B69745A5F5DC}" type="pres">
      <dgm:prSet presAssocID="{48E1F971-E433-45E5-8F31-CD32EB98449B}" presName="rootConnector" presStyleLbl="node4" presStyleIdx="55" presStyleCnt="56"/>
      <dgm:spPr/>
    </dgm:pt>
    <dgm:pt modelId="{31CEE6B7-A6A8-4D1B-AF94-E1BC515A98BB}" type="pres">
      <dgm:prSet presAssocID="{48E1F971-E433-45E5-8F31-CD32EB98449B}" presName="hierChild4" presStyleCnt="0"/>
      <dgm:spPr/>
    </dgm:pt>
    <dgm:pt modelId="{E125B69F-C0E7-4853-959D-4B940AE86BE1}" type="pres">
      <dgm:prSet presAssocID="{48E1F971-E433-45E5-8F31-CD32EB98449B}" presName="hierChild5" presStyleCnt="0"/>
      <dgm:spPr/>
    </dgm:pt>
    <dgm:pt modelId="{77827E64-B480-4EBD-9428-68157D3899EC}" type="pres">
      <dgm:prSet presAssocID="{CFAD5C42-24AA-42C4-AA42-C6895493CB20}" presName="hierChild5" presStyleCnt="0"/>
      <dgm:spPr/>
    </dgm:pt>
    <dgm:pt modelId="{06DD9A92-3EBE-4509-A0B6-B94B2A043EB1}" type="pres">
      <dgm:prSet presAssocID="{DF9E427A-F061-4D73-876E-50DFE6A2B7E5}" presName="hierChild5" presStyleCnt="0"/>
      <dgm:spPr/>
    </dgm:pt>
    <dgm:pt modelId="{6192D81C-FD83-484A-8948-A0EBD03E85B6}" type="pres">
      <dgm:prSet presAssocID="{10A0EA3D-3AD4-4A16-AC66-3525B6400D15}" presName="hierChild3" presStyleCnt="0"/>
      <dgm:spPr/>
    </dgm:pt>
  </dgm:ptLst>
  <dgm:cxnLst>
    <dgm:cxn modelId="{AF557601-B117-477D-A4F3-320E6665345A}" type="presOf" srcId="{8988A0EE-687F-4490-AF94-C22DABDA741C}" destId="{999DFD41-4694-4C17-8D49-082978525384}" srcOrd="1" destOrd="0" presId="urn:microsoft.com/office/officeart/2005/8/layout/orgChart1"/>
    <dgm:cxn modelId="{D22B9A01-B877-40F4-837E-02BE2D9141CF}" type="presOf" srcId="{60DDE840-A563-4F31-B4B2-9E7426A4998C}" destId="{BAF7CB4B-A08B-4710-813B-4DEDC5BCEDA4}" srcOrd="1" destOrd="0" presId="urn:microsoft.com/office/officeart/2005/8/layout/orgChart1"/>
    <dgm:cxn modelId="{A36DC201-5465-4803-BACC-0CD0000D1940}" srcId="{0F02B370-286F-4E1B-80A8-B2AD40265B7C}" destId="{A0B5D4F5-1861-4EC2-8B39-FC646F6981B1}" srcOrd="1" destOrd="0" parTransId="{5FA1CA90-4F5B-4DC0-ADA1-F4088A80872D}" sibTransId="{918A892D-DC2F-4BBA-BDEA-236244686D26}"/>
    <dgm:cxn modelId="{B0964103-29C6-4B02-980A-CAF3AE66AEC9}" type="presOf" srcId="{4EBE84E8-F6AE-4EC7-A934-C3D2C0024F12}" destId="{ADA0C9EA-2209-41DD-9A4D-7E177229D763}" srcOrd="1" destOrd="0" presId="urn:microsoft.com/office/officeart/2005/8/layout/orgChart1"/>
    <dgm:cxn modelId="{DBDD9803-EDBB-4AAF-93EE-4373D464393B}" type="presOf" srcId="{9C8D3118-4BB2-4EE5-A3C7-F05D2D7C4FFC}" destId="{43ACD511-78B5-4D7B-94C0-B40F201E269E}" srcOrd="0" destOrd="0" presId="urn:microsoft.com/office/officeart/2005/8/layout/orgChart1"/>
    <dgm:cxn modelId="{59F64A04-924E-4228-9528-FA9094D60570}" type="presOf" srcId="{0A2748D7-A676-47D0-86C9-1C95FAEAC323}" destId="{727B956F-D72C-4AE4-8D9E-D5EAAA044204}" srcOrd="0" destOrd="0" presId="urn:microsoft.com/office/officeart/2005/8/layout/orgChart1"/>
    <dgm:cxn modelId="{C1C49804-F620-4CC5-BB7F-CC7D8EA99634}" type="presOf" srcId="{02FB71F6-E9CE-4DBC-A899-5892A43B50F6}" destId="{22454ECD-409D-40E5-AE0F-D03E5586F554}" srcOrd="1" destOrd="0" presId="urn:microsoft.com/office/officeart/2005/8/layout/orgChart1"/>
    <dgm:cxn modelId="{4CB58805-32CC-4ABB-833E-2429EC87CD5C}" type="presOf" srcId="{7D3D9B9F-844F-4D4B-AC1B-10B7D02B8E1B}" destId="{D6573184-4ED6-454D-B711-647BCE460DA0}" srcOrd="1" destOrd="0" presId="urn:microsoft.com/office/officeart/2005/8/layout/orgChart1"/>
    <dgm:cxn modelId="{A554BB06-A19B-45AE-B7FC-F4701A92F785}" type="presOf" srcId="{07F2F497-0988-418D-84A8-5790BB8E179A}" destId="{CB12CDF1-8B6E-4AC9-9A73-DA10A10BECED}" srcOrd="1" destOrd="0" presId="urn:microsoft.com/office/officeart/2005/8/layout/orgChart1"/>
    <dgm:cxn modelId="{8CA65E07-5967-4EB6-B5F1-C64972BF7979}" type="presOf" srcId="{A1C0E218-9B78-4360-8011-BE94A5745EEF}" destId="{6472162A-AF1E-4067-AC75-E04F8D508A44}" srcOrd="0" destOrd="0" presId="urn:microsoft.com/office/officeart/2005/8/layout/orgChart1"/>
    <dgm:cxn modelId="{D76F7D08-34BC-4015-9CD8-8AB28492196F}" srcId="{A0255BA4-9CE4-457C-8A5F-8805D1ED8E9A}" destId="{FB35DE3D-B9A7-4DB9-9FB9-72A1A8F9738D}" srcOrd="1" destOrd="0" parTransId="{EC30BB29-C55B-46FF-91B6-37B74BE1D5E6}" sibTransId="{80E4C2B1-AEBF-4BF9-8DB2-50B392ECBF07}"/>
    <dgm:cxn modelId="{CCF7DD09-688C-47BE-A083-F37CF73A6986}" type="presOf" srcId="{A3C7098C-8E85-47CF-A3B1-B9AA2E237335}" destId="{7459DEB2-DA7B-4CEF-8416-95A24F2E4528}" srcOrd="0" destOrd="0" presId="urn:microsoft.com/office/officeart/2005/8/layout/orgChart1"/>
    <dgm:cxn modelId="{9C1B400A-4204-454A-89EE-FE016AC2B2B2}" type="presOf" srcId="{AB8468CC-CBE4-4314-8A87-1C7E31D8812A}" destId="{AC79BB96-64EB-428C-B658-EC13440F85C6}" srcOrd="0" destOrd="0" presId="urn:microsoft.com/office/officeart/2005/8/layout/orgChart1"/>
    <dgm:cxn modelId="{11EB690B-E4FE-4F67-AE1F-18BDE3A0C068}" srcId="{10A0EA3D-3AD4-4A16-AC66-3525B6400D15}" destId="{DF9E427A-F061-4D73-876E-50DFE6A2B7E5}" srcOrd="2" destOrd="0" parTransId="{0A2748D7-A676-47D0-86C9-1C95FAEAC323}" sibTransId="{976951EB-5A6F-4FE6-946C-BA2364294F13}"/>
    <dgm:cxn modelId="{078ECD0D-AE26-4731-BC4D-D9CB5F7345BC}" type="presOf" srcId="{AF9D39F5-6D42-4214-9D02-64AB1EEC506C}" destId="{9005A51E-FE52-4140-A735-6D8F830EF571}" srcOrd="0" destOrd="0" presId="urn:microsoft.com/office/officeart/2005/8/layout/orgChart1"/>
    <dgm:cxn modelId="{6AABE60E-0459-4D30-BFC3-4E456A1BA3C6}" srcId="{9462EF09-FCA7-4D38-82A7-45B63AB2201A}" destId="{C662A1BC-B101-40FD-AD3D-27E9A53BC473}" srcOrd="1" destOrd="0" parTransId="{5667FB33-6C78-4223-8D1C-F3376FD8E028}" sibTransId="{32853636-D66D-43C2-BFBF-6E95EEC719DF}"/>
    <dgm:cxn modelId="{BB3DDF0F-2EA7-4A12-BB45-6752BF312A82}" srcId="{22BEA019-5575-4276-9804-6ECA3E6A0986}" destId="{02FB71F6-E9CE-4DBC-A899-5892A43B50F6}" srcOrd="0" destOrd="0" parTransId="{0C92B7A8-1721-47FC-8EF3-0211FFEEEB01}" sibTransId="{97AC71BC-DA8F-492F-AD0B-1AA3240846F9}"/>
    <dgm:cxn modelId="{D7291714-9016-4361-82AB-BEF249C2D89E}" srcId="{0A6D5C0B-A1BF-41BD-AA8D-43F936D399EA}" destId="{28E29980-B26C-44EA-8A98-42DC223F8020}" srcOrd="1" destOrd="0" parTransId="{6776E12F-6372-4249-A3F8-3BEF637D9A5E}" sibTransId="{3B43F5BF-89BD-4CD8-B29E-E9E2AB92CE8B}"/>
    <dgm:cxn modelId="{EDB83E15-09EE-4C7B-A6B5-BD64DA92C6E5}" type="presOf" srcId="{DF9E427A-F061-4D73-876E-50DFE6A2B7E5}" destId="{CBB73073-E2BE-4561-B51B-94EBAD9E9723}" srcOrd="1" destOrd="0" presId="urn:microsoft.com/office/officeart/2005/8/layout/orgChart1"/>
    <dgm:cxn modelId="{770AB615-4C32-4471-A223-56206A0CA25F}" type="presOf" srcId="{F74A0F29-6270-4252-BE0E-04A396622564}" destId="{A6F68A2C-904F-4FDE-91AB-56CDE6D695CE}" srcOrd="0" destOrd="0" presId="urn:microsoft.com/office/officeart/2005/8/layout/orgChart1"/>
    <dgm:cxn modelId="{7ACBBB16-BFD4-4D64-AA82-04D2689E3C36}" srcId="{A3C7098C-8E85-47CF-A3B1-B9AA2E237335}" destId="{CA17B688-CC8F-4E83-9D5E-3C10E5770606}" srcOrd="0" destOrd="0" parTransId="{5BD34017-D48F-4195-ACEA-4393C42DE30A}" sibTransId="{454167AA-B46C-448C-9300-1B7A312BDFB2}"/>
    <dgm:cxn modelId="{C5F31E19-8094-4F0B-B349-6F8AF59F73E3}" type="presOf" srcId="{15D23B13-BF56-4F50-B307-A08EB36ACBF4}" destId="{62837A37-3264-47AA-91A7-4AC041749F74}" srcOrd="1" destOrd="0" presId="urn:microsoft.com/office/officeart/2005/8/layout/orgChart1"/>
    <dgm:cxn modelId="{6FA7651A-655F-4FE7-A688-6697D712DC76}" srcId="{779E1891-55A0-45D2-8644-6C1641F61610}" destId="{A0255BA4-9CE4-457C-8A5F-8805D1ED8E9A}" srcOrd="2" destOrd="0" parTransId="{696FD61F-34BA-4035-B19F-55B965E96E64}" sibTransId="{9A43B786-F3DB-483C-8C20-F4D0B49B95F1}"/>
    <dgm:cxn modelId="{7F59691A-71F1-44C8-B6E9-7FD042923FF7}" srcId="{96AC50D7-F045-4592-8D2D-08ED33183561}" destId="{6917F6A0-F8CE-4B38-9371-07C5454B1822}" srcOrd="2" destOrd="0" parTransId="{C8A111F3-2AA3-4B47-A5C9-D95B1FD47506}" sibTransId="{17940478-2915-49E1-AC44-21DF3060281E}"/>
    <dgm:cxn modelId="{C6CB9A1A-0430-41A0-8C8F-3435BF55CF44}" type="presOf" srcId="{F921E9CF-0C87-4313-9C45-34E4A05FB746}" destId="{9E53C8AB-2DB1-470A-B2BB-B696584AFB17}" srcOrd="0" destOrd="0" presId="urn:microsoft.com/office/officeart/2005/8/layout/orgChart1"/>
    <dgm:cxn modelId="{1891FF1A-BCD2-4595-8F2A-73D612F20B6A}" type="presOf" srcId="{FAA7C112-B063-43A4-9747-BDD8EB58A516}" destId="{C99748F2-7FA7-436F-A1FE-B5FB2683E600}" srcOrd="0" destOrd="0" presId="urn:microsoft.com/office/officeart/2005/8/layout/orgChart1"/>
    <dgm:cxn modelId="{87395E1B-A496-443C-BC0C-25B2053B78ED}" srcId="{92162928-B373-4802-B988-4C318FAE4B4C}" destId="{0A6D5C0B-A1BF-41BD-AA8D-43F936D399EA}" srcOrd="0" destOrd="0" parTransId="{B3C76091-5368-4912-B5FF-0AD3F30CA124}" sibTransId="{62F3A57E-2F5A-4157-BBE8-A7B952173FCC}"/>
    <dgm:cxn modelId="{FFF7981D-6C37-4893-B129-560361115D09}" type="presOf" srcId="{D3225708-611F-45B5-AA32-7A00AE30989A}" destId="{4162A5E2-064D-4C19-9DB1-0D9D69544A18}" srcOrd="0" destOrd="0" presId="urn:microsoft.com/office/officeart/2005/8/layout/orgChart1"/>
    <dgm:cxn modelId="{8816BA1D-D723-4C3C-95A8-A191FC7D31CD}" type="presOf" srcId="{C4C27F72-3942-48C4-AB98-667F0ADE6E34}" destId="{D593024A-E896-4B3C-805A-883F983D38BF}" srcOrd="0" destOrd="0" presId="urn:microsoft.com/office/officeart/2005/8/layout/orgChart1"/>
    <dgm:cxn modelId="{64C2371F-C071-49BB-856C-18D7910557EA}" type="presOf" srcId="{EDDD15C9-C3F7-49B5-9483-1A2CA91FED60}" destId="{79961C4E-6FE5-4E44-8DDC-E8B6B9582D4E}" srcOrd="0" destOrd="0" presId="urn:microsoft.com/office/officeart/2005/8/layout/orgChart1"/>
    <dgm:cxn modelId="{B642A81F-8A78-42A2-B99A-06D520834981}" type="presOf" srcId="{4509F17B-3F42-440D-AB6B-CA314DB4CDFE}" destId="{544B1DEB-5B8D-4CB3-B7E7-949EABE6314A}" srcOrd="0" destOrd="0" presId="urn:microsoft.com/office/officeart/2005/8/layout/orgChart1"/>
    <dgm:cxn modelId="{451DC11F-C2B1-4775-9293-81F14D0FE8D7}" type="presOf" srcId="{17880536-2CD3-43EB-BC41-2EA38222C294}" destId="{FC90D4E1-0572-49A7-9BED-B05A4E779A5F}" srcOrd="0" destOrd="0" presId="urn:microsoft.com/office/officeart/2005/8/layout/orgChart1"/>
    <dgm:cxn modelId="{0DCDE81F-1931-4CE0-918A-BFEF93D6BB8F}" type="presOf" srcId="{D27C69B5-CDA8-47D8-9B9F-279259A7946A}" destId="{E5774365-5A5E-4AE0-AD7F-8F14BFD1A3E8}" srcOrd="0" destOrd="0" presId="urn:microsoft.com/office/officeart/2005/8/layout/orgChart1"/>
    <dgm:cxn modelId="{E7487E20-B77D-4EE1-869A-724EEEEB54B4}" type="presOf" srcId="{1C7EDB3F-F6BC-4313-B8F9-2A5B8FD7036A}" destId="{57039C02-FC2A-4903-8E1F-EAB23304EF07}" srcOrd="0" destOrd="0" presId="urn:microsoft.com/office/officeart/2005/8/layout/orgChart1"/>
    <dgm:cxn modelId="{44A8D020-02F3-4B14-BA35-65ACB9E1929B}" type="presOf" srcId="{7BC09FA8-4725-4DE3-9AB7-725863703EDC}" destId="{79816015-FD24-4C5D-BD68-7D68C7C931D6}" srcOrd="0" destOrd="0" presId="urn:microsoft.com/office/officeart/2005/8/layout/orgChart1"/>
    <dgm:cxn modelId="{1316F220-D535-4AE6-8B8E-D2706F348315}" srcId="{1EC0767A-4974-42AA-9ECE-7FD4C0D422E5}" destId="{7D3D9B9F-844F-4D4B-AC1B-10B7D02B8E1B}" srcOrd="0" destOrd="0" parTransId="{51513AA7-432D-4295-B338-1D4C550AA91C}" sibTransId="{AD74E938-DEF4-408E-8F31-6596AF7DCE86}"/>
    <dgm:cxn modelId="{5A30D121-0F9C-4FA5-84BC-F6E3910BCB89}" type="presOf" srcId="{5667FB33-6C78-4223-8D1C-F3376FD8E028}" destId="{D0F3064A-28A3-49FD-B7E2-A8F8FBA328A9}" srcOrd="0" destOrd="0" presId="urn:microsoft.com/office/officeart/2005/8/layout/orgChart1"/>
    <dgm:cxn modelId="{A3E04624-6778-4F6F-8942-CEAA398BF84D}" type="presOf" srcId="{5351F97A-E67B-4B35-8C2B-EDF3C34258B3}" destId="{A06F480D-4EEC-4374-AAB6-190598DA4A60}" srcOrd="0" destOrd="0" presId="urn:microsoft.com/office/officeart/2005/8/layout/orgChart1"/>
    <dgm:cxn modelId="{64065324-408B-4CDE-9E37-A9A797A30426}" srcId="{DF9E427A-F061-4D73-876E-50DFE6A2B7E5}" destId="{C4C27F72-3942-48C4-AB98-667F0ADE6E34}" srcOrd="0" destOrd="0" parTransId="{5FD1F8F5-D6D0-4F54-B5D5-E214AD21C9A6}" sibTransId="{B9FFDC6E-D7CC-446C-BC07-5F2BA29C5C33}"/>
    <dgm:cxn modelId="{0AE0A824-8D6E-4BFA-9C05-70372F2CE364}" type="presOf" srcId="{EF5BC433-D542-4CE2-AB85-443F7282ACA5}" destId="{32F21810-35D4-4F3D-A537-5E19D1463F52}" srcOrd="1" destOrd="0" presId="urn:microsoft.com/office/officeart/2005/8/layout/orgChart1"/>
    <dgm:cxn modelId="{6D87D424-AE02-4353-9E49-A7425D0F2B04}" type="presOf" srcId="{95AE082C-DEE0-4CF8-BE25-413061F31A91}" destId="{ED231CAD-C4E3-4D61-9F39-83EECF06243C}" srcOrd="0" destOrd="0" presId="urn:microsoft.com/office/officeart/2005/8/layout/orgChart1"/>
    <dgm:cxn modelId="{91D2E424-8609-40C1-AF2B-B3FC53AAB39A}" srcId="{15D23B13-BF56-4F50-B307-A08EB36ACBF4}" destId="{80899B1B-F5F5-45A7-B705-29B9BCA96388}" srcOrd="2" destOrd="0" parTransId="{31559F42-C8C7-4C0C-A792-51095EE11B1A}" sibTransId="{757D4BCA-1D3B-4733-A3A4-CB416CECE7DA}"/>
    <dgm:cxn modelId="{C03AEA27-31C4-4A46-B8A5-AA27E7D265AC}" srcId="{CFAD5C42-24AA-42C4-AA42-C6895493CB20}" destId="{48E1F971-E433-45E5-8F31-CD32EB98449B}" srcOrd="1" destOrd="0" parTransId="{FAA7C112-B063-43A4-9747-BDD8EB58A516}" sibTransId="{4275748E-B189-4E8A-8F4A-BF231BBFAE00}"/>
    <dgm:cxn modelId="{CA9DF428-13E5-4FD7-9926-F8271CC85A7B}" srcId="{619CD40E-E239-4DB9-A9C1-DB44653BF638}" destId="{772DCB4F-7240-4408-BE47-F985A6D7EABB}" srcOrd="0" destOrd="0" parTransId="{417EAA07-CB5E-4A2C-B6F5-AE91533C047A}" sibTransId="{2D5F2100-EA53-4400-94F6-B609674E7E6C}"/>
    <dgm:cxn modelId="{701BF728-E26B-407D-9AB2-198D488179C4}" type="presOf" srcId="{A79F0652-0740-422F-9599-35EE437DA5A9}" destId="{4BA7EB38-89A8-471F-9193-B3AE37EA6594}" srcOrd="1" destOrd="0" presId="urn:microsoft.com/office/officeart/2005/8/layout/orgChart1"/>
    <dgm:cxn modelId="{706D3129-5834-40C2-BB82-B0AE4FB1A3D8}" type="presOf" srcId="{C662A1BC-B101-40FD-AD3D-27E9A53BC473}" destId="{A2FAABC7-6C4D-44F5-9041-38329A4C9530}" srcOrd="1" destOrd="0" presId="urn:microsoft.com/office/officeart/2005/8/layout/orgChart1"/>
    <dgm:cxn modelId="{D8DB3229-D1A0-4AA0-B41A-8E97AFACAD66}" type="presOf" srcId="{3E68C135-8D90-4BD7-ADBA-6205BF427734}" destId="{1ADBD78B-51CA-4C9C-BC12-4CD7FF414B0B}" srcOrd="0" destOrd="0" presId="urn:microsoft.com/office/officeart/2005/8/layout/orgChart1"/>
    <dgm:cxn modelId="{807B6929-C0E0-4367-8388-706754258AB9}" type="presOf" srcId="{64308AE8-DDD7-45CE-9A61-65AEF02ED528}" destId="{A2F50C83-E6A8-4043-8054-07A931EC519F}" srcOrd="1" destOrd="0" presId="urn:microsoft.com/office/officeart/2005/8/layout/orgChart1"/>
    <dgm:cxn modelId="{B0408C2C-C9A2-4E8F-AC0D-CEAAEAA476B5}" type="presOf" srcId="{C86F3B37-CEEA-4DEF-A2C4-DFE8F87E9C00}" destId="{4FDC7B7E-DBC9-47AF-A420-5658808367D2}" srcOrd="0" destOrd="0" presId="urn:microsoft.com/office/officeart/2005/8/layout/orgChart1"/>
    <dgm:cxn modelId="{4EC23D2D-CAA4-4145-8A20-20842EB2BDA5}" type="presOf" srcId="{A79F0652-0740-422F-9599-35EE437DA5A9}" destId="{18D074B0-89F5-47F2-8E28-D120D82ADD35}" srcOrd="0" destOrd="0" presId="urn:microsoft.com/office/officeart/2005/8/layout/orgChart1"/>
    <dgm:cxn modelId="{40D1832E-EC0A-43A7-9983-BAE0FABBB247}" type="presOf" srcId="{BAE5E0BD-BD02-43A7-BC92-2497FC602173}" destId="{376415C8-02AD-4886-812B-D609CA875C07}" srcOrd="0" destOrd="0" presId="urn:microsoft.com/office/officeart/2005/8/layout/orgChart1"/>
    <dgm:cxn modelId="{566B372F-E554-4ED0-AAC9-989DA8770FDE}" type="presOf" srcId="{48E1F971-E433-45E5-8F31-CD32EB98449B}" destId="{7DDDDA8A-553A-4F68-A47B-2ACC7F9DF863}" srcOrd="0" destOrd="0" presId="urn:microsoft.com/office/officeart/2005/8/layout/orgChart1"/>
    <dgm:cxn modelId="{A0E7822F-A101-4F4F-9DD2-1C7F0736C5AE}" type="presOf" srcId="{996756A1-147E-4E20-8B4D-C7D99D1BE296}" destId="{7BD1D3B6-28C4-4238-82D7-93A0B35F795F}" srcOrd="0" destOrd="0" presId="urn:microsoft.com/office/officeart/2005/8/layout/orgChart1"/>
    <dgm:cxn modelId="{B95AC030-36F6-43A7-89F5-8F830583EEB0}" srcId="{A0B5D4F5-1861-4EC2-8B39-FC646F6981B1}" destId="{576DDACE-AE0C-404F-9A3F-E659CFA29FBA}" srcOrd="0" destOrd="0" parTransId="{0C8F048A-D0A5-4F17-9E04-EF3B89A1D0EF}" sibTransId="{B858A5FD-5C50-4B97-A3A5-C8D0EEB66AF6}"/>
    <dgm:cxn modelId="{B76A3C31-C20F-469E-AB55-C28BE06A1EE8}" type="presOf" srcId="{FB35DE3D-B9A7-4DB9-9FB9-72A1A8F9738D}" destId="{AAC1196B-A45E-4621-96CE-7B6E7899EA71}" srcOrd="1" destOrd="0" presId="urn:microsoft.com/office/officeart/2005/8/layout/orgChart1"/>
    <dgm:cxn modelId="{6D5B0032-CB11-4F73-876B-BDF11CE8E1AE}" type="presOf" srcId="{0F02B370-286F-4E1B-80A8-B2AD40265B7C}" destId="{45497D4B-7384-4409-B2DD-8111D10AE21C}" srcOrd="1" destOrd="0" presId="urn:microsoft.com/office/officeart/2005/8/layout/orgChart1"/>
    <dgm:cxn modelId="{DDC05333-056B-460C-9A00-A5BAFB3E2451}" type="presOf" srcId="{31559F42-C8C7-4C0C-A792-51095EE11B1A}" destId="{7F2732D5-0590-4AD5-93EF-EC88406D31CD}" srcOrd="0" destOrd="0" presId="urn:microsoft.com/office/officeart/2005/8/layout/orgChart1"/>
    <dgm:cxn modelId="{F7455433-2B53-45D2-B20F-016CE8AA2FAC}" type="presOf" srcId="{54428206-F0C8-464A-A2E1-9EC2AE565C01}" destId="{FB8BB41C-5CA8-4E3B-AA03-E6BFC2DF4962}" srcOrd="0" destOrd="0" presId="urn:microsoft.com/office/officeart/2005/8/layout/orgChart1"/>
    <dgm:cxn modelId="{041F4834-D953-4136-8BE4-8B114817BFA0}" type="presOf" srcId="{EF60F891-DB0C-415D-8F73-88BB037C3F46}" destId="{FC53F0DE-F931-4976-B4F5-D21B343FF8EC}" srcOrd="0" destOrd="0" presId="urn:microsoft.com/office/officeart/2005/8/layout/orgChart1"/>
    <dgm:cxn modelId="{D1E48836-B826-42BB-B83E-77B2833CC138}" type="presOf" srcId="{779E1891-55A0-45D2-8644-6C1641F61610}" destId="{EA73D173-5327-450E-80C0-0AAE149E5961}" srcOrd="0" destOrd="0" presId="urn:microsoft.com/office/officeart/2005/8/layout/orgChart1"/>
    <dgm:cxn modelId="{178E0637-EDDF-4EDE-832D-D5A71B2FEB4B}" srcId="{9C8D3118-4BB2-4EE5-A3C7-F05D2D7C4FFC}" destId="{3E68C135-8D90-4BD7-ADBA-6205BF427734}" srcOrd="0" destOrd="0" parTransId="{23E2CFFA-6654-4FF2-BE19-14831F12CC82}" sibTransId="{FC880A02-C6BB-4ACC-BBCB-471AC77616DF}"/>
    <dgm:cxn modelId="{59F08837-BE91-476A-9E4A-F58BFA51A504}" type="presOf" srcId="{A3C7098C-8E85-47CF-A3B1-B9AA2E237335}" destId="{5D3965CF-6386-48BB-9A97-99F66BF38442}" srcOrd="1" destOrd="0" presId="urn:microsoft.com/office/officeart/2005/8/layout/orgChart1"/>
    <dgm:cxn modelId="{789B3E38-05CC-47C0-BA32-6ADAA541602D}" type="presOf" srcId="{63328FC9-6DC4-496B-8C22-496728989863}" destId="{9B2B8ADB-13AD-4F53-BCAC-8D2F89B13B58}" srcOrd="0" destOrd="0" presId="urn:microsoft.com/office/officeart/2005/8/layout/orgChart1"/>
    <dgm:cxn modelId="{4AE2A238-32EF-4FDA-A9CE-D1BD5DE1D474}" type="presOf" srcId="{001927EB-556E-44F8-B096-074F8F11775E}" destId="{472DCCE2-1FA7-4DAD-AE54-F64867885634}" srcOrd="0" destOrd="0" presId="urn:microsoft.com/office/officeart/2005/8/layout/orgChart1"/>
    <dgm:cxn modelId="{8E40F338-B72D-4170-91BA-1DAB8A0304F8}" type="presOf" srcId="{C621D5C4-4FD4-4B98-B959-CB3565D0179D}" destId="{863CA67A-DE38-489A-9A96-C467EB60B249}" srcOrd="0" destOrd="0" presId="urn:microsoft.com/office/officeart/2005/8/layout/orgChart1"/>
    <dgm:cxn modelId="{3F7F2B3A-2DDE-41E0-A0BE-1B933C315929}" srcId="{28E29980-B26C-44EA-8A98-42DC223F8020}" destId="{9B8D1FC5-25C1-414F-965A-C56C593BE5F1}" srcOrd="1" destOrd="0" parTransId="{77365515-5BCD-47DD-AD1D-03A0F8EB9797}" sibTransId="{CFAA0043-783D-4D31-8048-55D6EF91EFBB}"/>
    <dgm:cxn modelId="{C0323C3A-0DCE-4E20-BAAE-212214A2A96F}" type="presOf" srcId="{053B35A8-23A9-41A0-B559-D82ABCDC0B60}" destId="{EF0770BE-DC79-402C-92A3-F7591697C889}" srcOrd="1" destOrd="0" presId="urn:microsoft.com/office/officeart/2005/8/layout/orgChart1"/>
    <dgm:cxn modelId="{086C6A3A-905F-4734-8954-2EC70D7525DD}" type="presOf" srcId="{DBEA68D6-E158-4934-BAF2-CD3B153353BA}" destId="{CE01B670-1EEA-4848-90D3-DFD1C7C7F55F}" srcOrd="0" destOrd="0" presId="urn:microsoft.com/office/officeart/2005/8/layout/orgChart1"/>
    <dgm:cxn modelId="{7FED043B-C5DD-47F9-B063-85A925138735}" type="presOf" srcId="{711A0B4A-CE9D-48D1-959F-3C5F3FF547CE}" destId="{54594AA2-04E6-49E9-830D-8D978DF3401E}" srcOrd="1" destOrd="0" presId="urn:microsoft.com/office/officeart/2005/8/layout/orgChart1"/>
    <dgm:cxn modelId="{D219C83D-8B95-47E5-9CB8-2F74182872C4}" type="presOf" srcId="{EA9B1950-9983-4740-BD37-1C59DB717265}" destId="{DDD8FC84-0B7D-40EC-BE88-BF89E36A1CDB}" srcOrd="0" destOrd="0" presId="urn:microsoft.com/office/officeart/2005/8/layout/orgChart1"/>
    <dgm:cxn modelId="{3F4C243F-BC73-41F6-B5A1-90218E68271B}" type="presOf" srcId="{DE9F45FA-7128-4095-B5FC-A043F4C6144F}" destId="{6F94548E-5FCD-4B0C-B1D0-130E8915929E}" srcOrd="0" destOrd="0" presId="urn:microsoft.com/office/officeart/2005/8/layout/orgChart1"/>
    <dgm:cxn modelId="{E54A435C-3122-4124-B21E-04DAB67DFB8C}" srcId="{9C8D3118-4BB2-4EE5-A3C7-F05D2D7C4FFC}" destId="{07F2F497-0988-418D-84A8-5790BB8E179A}" srcOrd="1" destOrd="0" parTransId="{483A3847-9CF4-4B3B-BDCB-89C0EF15B085}" sibTransId="{B54F5244-291F-4B1F-AEC9-C53403D0CE9D}"/>
    <dgm:cxn modelId="{4D2E145D-E699-40EB-861F-B680210E1604}" srcId="{619CD40E-E239-4DB9-A9C1-DB44653BF638}" destId="{5A145AFA-2DF0-49E3-97EB-17C4949C5BD0}" srcOrd="1" destOrd="0" parTransId="{9C03894E-E2CE-4728-9B7F-9AE5983C7A0B}" sibTransId="{C01F37E4-41BB-4D37-817F-D3E00272D21E}"/>
    <dgm:cxn modelId="{658DA55D-9F4E-46C7-A40D-0394BFA749D0}" type="presOf" srcId="{10A0EA3D-3AD4-4A16-AC66-3525B6400D15}" destId="{BD047E60-9F9C-4B43-B9EF-1A7F5A8327BA}" srcOrd="1" destOrd="0" presId="urn:microsoft.com/office/officeart/2005/8/layout/orgChart1"/>
    <dgm:cxn modelId="{6D6C0060-48DB-43A5-B746-F1201A0D663C}" type="presOf" srcId="{9B8D1FC5-25C1-414F-965A-C56C593BE5F1}" destId="{CDBA089D-D4BE-4265-A3FF-83788E0A109D}" srcOrd="0" destOrd="0" presId="urn:microsoft.com/office/officeart/2005/8/layout/orgChart1"/>
    <dgm:cxn modelId="{E8026560-BB05-4375-A793-CA46291474BC}" type="presOf" srcId="{5BD34017-D48F-4195-ACEA-4393C42DE30A}" destId="{CCE3C63C-8018-4305-B34D-90B0CF544C44}" srcOrd="0" destOrd="0" presId="urn:microsoft.com/office/officeart/2005/8/layout/orgChart1"/>
    <dgm:cxn modelId="{AD94C460-97FE-4D8D-9A6A-C6419EE391C4}" type="presOf" srcId="{B39B1209-0F09-42AD-A8BC-145CD0185577}" destId="{12905FB3-EA29-4377-9575-47A56F4A603B}" srcOrd="0" destOrd="0" presId="urn:microsoft.com/office/officeart/2005/8/layout/orgChart1"/>
    <dgm:cxn modelId="{99570842-8962-46E3-AB69-50A76B3FADC5}" type="presOf" srcId="{334666C3-4950-4E43-8771-388D5C11491F}" destId="{A7065461-6606-4469-85B0-E48F59A397DA}" srcOrd="0" destOrd="0" presId="urn:microsoft.com/office/officeart/2005/8/layout/orgChart1"/>
    <dgm:cxn modelId="{46802542-33F8-45BA-B534-E7B6813E8416}" type="presOf" srcId="{F921E9CF-0C87-4313-9C45-34E4A05FB746}" destId="{26AAE61D-9B34-409F-B3CF-F4DD02DFEFFE}" srcOrd="1" destOrd="0" presId="urn:microsoft.com/office/officeart/2005/8/layout/orgChart1"/>
    <dgm:cxn modelId="{D3F42762-A189-4196-A4BF-D7B2083A177F}" type="presOf" srcId="{9215C50A-1216-420F-B167-B5783186BD9C}" destId="{8480AC68-1B3B-4D87-A244-7F15C95F8820}" srcOrd="0" destOrd="0" presId="urn:microsoft.com/office/officeart/2005/8/layout/orgChart1"/>
    <dgm:cxn modelId="{BEC7E963-DFAD-4979-9623-C8D84F6640F0}" type="presOf" srcId="{C2C9DA3E-32C0-4379-B7B0-39B809494A6D}" destId="{CE4CC1B3-1F4A-4C8E-BC80-3D7944932534}" srcOrd="1" destOrd="0" presId="urn:microsoft.com/office/officeart/2005/8/layout/orgChart1"/>
    <dgm:cxn modelId="{2C0CFB43-F72C-40B6-BA99-ACA5B8DFEEF2}" type="presOf" srcId="{5FA1CA90-4F5B-4DC0-ADA1-F4088A80872D}" destId="{284A5039-464F-4657-8485-6EA8B0CC8231}" srcOrd="0" destOrd="0" presId="urn:microsoft.com/office/officeart/2005/8/layout/orgChart1"/>
    <dgm:cxn modelId="{4A4C9E44-AD62-489E-B124-6DEB7574A8EB}" srcId="{1EC0767A-4974-42AA-9ECE-7FD4C0D422E5}" destId="{C621D5C4-4FD4-4B98-B959-CB3565D0179D}" srcOrd="1" destOrd="0" parTransId="{8676C44A-3430-4B8D-9BDE-5993A7D55451}" sibTransId="{2379F731-5A49-448A-9C41-DE774D9B028D}"/>
    <dgm:cxn modelId="{84F4C044-C9AA-43CD-9A75-2A46BF6B6A0C}" srcId="{25B1D920-794E-4275-9324-14A2329F9C16}" destId="{EF5BC433-D542-4CE2-AB85-443F7282ACA5}" srcOrd="0" destOrd="0" parTransId="{7DE943AE-74D8-4B16-A472-69D8931F7E02}" sibTransId="{417A2B5C-B878-441D-8D05-3F3B067FF231}"/>
    <dgm:cxn modelId="{F155DE64-93AF-497F-A27E-D47E740134FE}" type="presOf" srcId="{D3225708-611F-45B5-AA32-7A00AE30989A}" destId="{FC7E4076-413A-4981-9D30-0AE576D2B572}" srcOrd="1" destOrd="0" presId="urn:microsoft.com/office/officeart/2005/8/layout/orgChart1"/>
    <dgm:cxn modelId="{AFC8E344-CAF8-4D8B-9787-CD4089723D99}" type="presOf" srcId="{A0255BA4-9CE4-457C-8A5F-8805D1ED8E9A}" destId="{B446F392-DEA7-4941-9C8F-E027CF6C69AF}" srcOrd="0" destOrd="0" presId="urn:microsoft.com/office/officeart/2005/8/layout/orgChart1"/>
    <dgm:cxn modelId="{AF3F4445-62C7-4902-A053-EF9D4B0E05AC}" type="presOf" srcId="{EC30BB29-C55B-46FF-91B6-37B74BE1D5E6}" destId="{144683CD-74B8-4C98-95A4-786FB99E1A5B}" srcOrd="0" destOrd="0" presId="urn:microsoft.com/office/officeart/2005/8/layout/orgChart1"/>
    <dgm:cxn modelId="{1A0F5565-1BC4-40BC-BCA6-EE2106143CDE}" type="presOf" srcId="{BBC1F33D-DF01-462A-94F3-91C005BE77F4}" destId="{3DA08CF3-CA88-42E4-A9D5-B1484A599F52}" srcOrd="1" destOrd="0" presId="urn:microsoft.com/office/officeart/2005/8/layout/orgChart1"/>
    <dgm:cxn modelId="{10317765-AD4C-4D09-90A0-30732E1E68D7}" srcId="{A0B5D4F5-1861-4EC2-8B39-FC646F6981B1}" destId="{BE06CC70-9FF3-4C64-9F47-5E7D3C2460A6}" srcOrd="1" destOrd="0" parTransId="{CA7CD5DD-7010-4AE0-B74C-B8E217BA6F22}" sibTransId="{9FC37349-C413-43CC-801E-B72D6DF90CEA}"/>
    <dgm:cxn modelId="{7328BC46-339A-4481-B458-C91D94342B10}" srcId="{96AC50D7-F045-4592-8D2D-08ED33183561}" destId="{54428206-F0C8-464A-A2E1-9EC2AE565C01}" srcOrd="0" destOrd="0" parTransId="{A5A2A755-541A-46B4-B421-93C5513E1C6D}" sibTransId="{144799FD-DA2D-4CC4-9BDE-3D5CDCBD6CD6}"/>
    <dgm:cxn modelId="{C40CE546-FB91-4A20-B937-1A87D0262643}" type="presOf" srcId="{CFAD5C42-24AA-42C4-AA42-C6895493CB20}" destId="{B91877F7-7310-415A-9A14-3F29473192F0}" srcOrd="1" destOrd="0" presId="urn:microsoft.com/office/officeart/2005/8/layout/orgChart1"/>
    <dgm:cxn modelId="{C8276B47-8145-4243-808F-2836AA50AE9A}" type="presOf" srcId="{8A0DB153-501E-43B3-9B1A-2EE0C7F6DDFF}" destId="{BBB20C72-B519-4911-8E3E-3CF0B00ED522}" srcOrd="0" destOrd="0" presId="urn:microsoft.com/office/officeart/2005/8/layout/orgChart1"/>
    <dgm:cxn modelId="{A02E9A47-7783-4E85-97C8-37C91B0EE606}" type="presOf" srcId="{9C03894E-E2CE-4728-9B7F-9AE5983C7A0B}" destId="{7C29E6C0-0C27-4D63-A964-8C69AC6FF785}" srcOrd="0" destOrd="0" presId="urn:microsoft.com/office/officeart/2005/8/layout/orgChart1"/>
    <dgm:cxn modelId="{BD22B067-8C7A-4BB8-8EEA-28DCA9B01D7F}" type="presOf" srcId="{02FB71F6-E9CE-4DBC-A899-5892A43B50F6}" destId="{0696304B-96BF-499C-9B59-7FA01EEF3FA5}" srcOrd="0" destOrd="0" presId="urn:microsoft.com/office/officeart/2005/8/layout/orgChart1"/>
    <dgm:cxn modelId="{915DB747-6CE8-4709-A58E-55A562D17E05}" srcId="{BE06CC70-9FF3-4C64-9F47-5E7D3C2460A6}" destId="{F921E9CF-0C87-4313-9C45-34E4A05FB746}" srcOrd="0" destOrd="0" parTransId="{17880536-2CD3-43EB-BC41-2EA38222C294}" sibTransId="{5A2DA86E-A845-49CA-99D8-A850F5CF1EDF}"/>
    <dgm:cxn modelId="{291AF967-33AF-4485-A335-D61028D4850A}" type="presOf" srcId="{576DDACE-AE0C-404F-9A3F-E659CFA29FBA}" destId="{A482EDF3-27F3-42D1-A826-52CE6A18F1F9}" srcOrd="0" destOrd="0" presId="urn:microsoft.com/office/officeart/2005/8/layout/orgChart1"/>
    <dgm:cxn modelId="{19DB1468-21D0-48D1-AACA-2FFBDA9EE4A7}" type="presOf" srcId="{8A1877A1-49A7-439E-89B0-3E940B08C001}" destId="{054845E0-1595-4919-84D7-8171D626E127}" srcOrd="0" destOrd="0" presId="urn:microsoft.com/office/officeart/2005/8/layout/orgChart1"/>
    <dgm:cxn modelId="{BCBF3148-5BE5-4650-A097-94A40592BE3D}" type="presOf" srcId="{0C92B7A8-1721-47FC-8EF3-0211FFEEEB01}" destId="{55DEC4A9-FB22-4882-AFA8-B8AFDD50E56C}" srcOrd="0" destOrd="0" presId="urn:microsoft.com/office/officeart/2005/8/layout/orgChart1"/>
    <dgm:cxn modelId="{5B9D6668-C8A0-49AA-BF5B-F71516F45E6C}" type="presOf" srcId="{4509F17B-3F42-440D-AB6B-CA314DB4CDFE}" destId="{44389838-9258-4881-A8CE-641801B53C33}" srcOrd="1" destOrd="0" presId="urn:microsoft.com/office/officeart/2005/8/layout/orgChart1"/>
    <dgm:cxn modelId="{B23EB168-213B-4A61-930A-12AD93ED0DCE}" srcId="{619CD40E-E239-4DB9-A9C1-DB44653BF638}" destId="{3D2A99D5-4813-4D08-812E-AC65ADB99A8B}" srcOrd="2" destOrd="0" parTransId="{EF60F891-DB0C-415D-8F73-88BB037C3F46}" sibTransId="{C32671F3-BF69-4FDE-9006-50D492E11FCD}"/>
    <dgm:cxn modelId="{637DBA48-A362-42CD-90AC-E68D805889CF}" type="presOf" srcId="{10A0EA3D-3AD4-4A16-AC66-3525B6400D15}" destId="{248530AC-F178-403E-A897-42E299E5ED21}" srcOrd="0" destOrd="0" presId="urn:microsoft.com/office/officeart/2005/8/layout/orgChart1"/>
    <dgm:cxn modelId="{89E67069-F3B3-4654-AFD4-128A647EA9A4}" type="presOf" srcId="{20F42A87-FF58-476D-B387-E8F5376C2F11}" destId="{DFBF4D0E-A123-4BAB-92EF-ED5B38265F6D}" srcOrd="1" destOrd="0" presId="urn:microsoft.com/office/officeart/2005/8/layout/orgChart1"/>
    <dgm:cxn modelId="{4B2DEA49-4D85-41A3-A12F-3EDC1351C3C1}" type="presOf" srcId="{576DDACE-AE0C-404F-9A3F-E659CFA29FBA}" destId="{67B63D57-9BA7-4C70-808B-AE89E90CBD01}" srcOrd="1" destOrd="0" presId="urn:microsoft.com/office/officeart/2005/8/layout/orgChart1"/>
    <dgm:cxn modelId="{59A03C4A-0FC7-485B-B858-B4458665D573}" srcId="{779E1891-55A0-45D2-8644-6C1641F61610}" destId="{25B1D920-794E-4275-9324-14A2329F9C16}" srcOrd="0" destOrd="0" parTransId="{95AE082C-DEE0-4CF8-BE25-413061F31A91}" sibTransId="{7A683E0B-474D-44E2-9820-920D95EE36C8}"/>
    <dgm:cxn modelId="{56E8816A-3434-47A1-8E38-068C067D664E}" type="presOf" srcId="{9C8D3118-4BB2-4EE5-A3C7-F05D2D7C4FFC}" destId="{5FFF5F41-18A3-41A3-A749-2BED3B8E2EF9}" srcOrd="1" destOrd="0" presId="urn:microsoft.com/office/officeart/2005/8/layout/orgChart1"/>
    <dgm:cxn modelId="{F962964A-7334-41EC-A777-841ECA7C2D82}" type="presOf" srcId="{D8E3B593-1AE5-471E-AC07-021FBE4B474B}" destId="{A859E787-B4E1-465C-97DC-0111C675C57F}" srcOrd="0" destOrd="0" presId="urn:microsoft.com/office/officeart/2005/8/layout/orgChart1"/>
    <dgm:cxn modelId="{D550EA4A-C9FA-44A8-89F6-FC03AA884906}" type="presOf" srcId="{F0BFF848-48CA-49AE-BCB0-1C74508D97F1}" destId="{F5974F7E-BE27-4A76-982D-DF164425496D}" srcOrd="0" destOrd="0" presId="urn:microsoft.com/office/officeart/2005/8/layout/orgChart1"/>
    <dgm:cxn modelId="{9D866A6B-9BE6-4F6C-B914-ACD8046D34CE}" type="presOf" srcId="{22F9414D-A4A6-42B3-B27E-B95C86E1F82F}" destId="{28AF779C-2A00-493F-8C9D-9861DB3F8D2E}" srcOrd="0" destOrd="0" presId="urn:microsoft.com/office/officeart/2005/8/layout/orgChart1"/>
    <dgm:cxn modelId="{BDFC4F4B-7595-4E87-A369-BB1EF6A5A005}" srcId="{10A0EA3D-3AD4-4A16-AC66-3525B6400D15}" destId="{0F02B370-286F-4E1B-80A8-B2AD40265B7C}" srcOrd="1" destOrd="0" parTransId="{F967AC73-60EA-4945-AEC1-1AE5D8629C87}" sibTransId="{50FF85E0-74FC-459E-B8CB-53E1D88D20DF}"/>
    <dgm:cxn modelId="{B1A4F36B-6DCB-4F2C-9260-BF8E7991978C}" srcId="{C4C27F72-3942-48C4-AB98-667F0ADE6E34}" destId="{00504B93-A4D3-443E-89A4-E09AB7942E4C}" srcOrd="0" destOrd="0" parTransId="{9215C50A-1216-420F-B167-B5783186BD9C}" sibTransId="{FAB03089-FFF0-4097-89CC-1DFA3482FE1C}"/>
    <dgm:cxn modelId="{AA95FD4B-2A68-455D-BF23-3B40A849BD25}" type="presOf" srcId="{92162928-B373-4802-B988-4C318FAE4B4C}" destId="{E053A169-9C0A-4979-A9C3-739101C47B4F}" srcOrd="0" destOrd="0" presId="urn:microsoft.com/office/officeart/2005/8/layout/orgChart1"/>
    <dgm:cxn modelId="{19F5036C-B76D-4C6C-B954-F7B9A913310E}" type="presOf" srcId="{FE236F9A-75BA-482D-B3FC-91E9E4B12C5E}" destId="{64B5CD95-4D6E-4D1A-99C4-82DDC700ABE8}" srcOrd="0" destOrd="0" presId="urn:microsoft.com/office/officeart/2005/8/layout/orgChart1"/>
    <dgm:cxn modelId="{6A5B3D4C-776A-4870-9A2F-75C52641C9FA}" type="presOf" srcId="{9F49E723-E2C5-4440-9507-43A657479D28}" destId="{3036FD49-F4E8-4020-ADFC-94E1642749F5}" srcOrd="0" destOrd="0" presId="urn:microsoft.com/office/officeart/2005/8/layout/orgChart1"/>
    <dgm:cxn modelId="{54B6F54C-D0B7-4B48-BD53-D32B8C947F8A}" type="presOf" srcId="{39E257DF-A0A2-448B-8CB4-4993FE3B9F0B}" destId="{5663B93B-AAF8-4E7D-80CE-E72B21288EDC}" srcOrd="0" destOrd="0" presId="urn:microsoft.com/office/officeart/2005/8/layout/orgChart1"/>
    <dgm:cxn modelId="{28A8C56D-506B-4537-B953-345697C59EE9}" type="presOf" srcId="{0A6D5C0B-A1BF-41BD-AA8D-43F936D399EA}" destId="{A16E3FA9-1B5B-46B1-AE9C-23AA6716D2DC}" srcOrd="0" destOrd="0" presId="urn:microsoft.com/office/officeart/2005/8/layout/orgChart1"/>
    <dgm:cxn modelId="{16F7F54E-B0C2-4129-B92D-8DE372385E3B}" srcId="{DBEA68D6-E158-4934-BAF2-CD3B153353BA}" destId="{10A0EA3D-3AD4-4A16-AC66-3525B6400D15}" srcOrd="0" destOrd="0" parTransId="{C9D49A3E-3F67-4AE3-9FDA-6F9BB1AF9BD8}" sibTransId="{E0ACF1AB-2B68-4A49-8ADA-3E481ED4AF09}"/>
    <dgm:cxn modelId="{01332F6F-E3E2-46BE-B4A3-D2B2F2A8AD16}" type="presOf" srcId="{C662A1BC-B101-40FD-AD3D-27E9A53BC473}" destId="{1CB3FE64-7484-4946-BE94-C90948D2D195}" srcOrd="0" destOrd="0" presId="urn:microsoft.com/office/officeart/2005/8/layout/orgChart1"/>
    <dgm:cxn modelId="{8A57814F-14BC-459F-A068-C3B6115D885E}" type="presOf" srcId="{22BEA019-5575-4276-9804-6ECA3E6A0986}" destId="{43CF62D4-8625-43DB-89BC-C2C3E4C1F7C5}" srcOrd="0" destOrd="0" presId="urn:microsoft.com/office/officeart/2005/8/layout/orgChart1"/>
    <dgm:cxn modelId="{D12ABC4F-446A-41A3-A64A-888A677B38FA}" type="presOf" srcId="{D6A2AC0D-8565-435B-81BA-E0C28F7685B4}" destId="{B9CAED5E-0CA5-46BB-AF6C-70A00D6A4E3B}" srcOrd="1" destOrd="0" presId="urn:microsoft.com/office/officeart/2005/8/layout/orgChart1"/>
    <dgm:cxn modelId="{90B8EF6F-6B1C-457C-828A-61897778857F}" type="presOf" srcId="{8C6998EE-0FC5-4CED-9014-B0F8EB2DB704}" destId="{BAB1E652-84A8-4C5D-B267-47B3BEE033D2}" srcOrd="1" destOrd="0" presId="urn:microsoft.com/office/officeart/2005/8/layout/orgChart1"/>
    <dgm:cxn modelId="{F7853670-FD36-407D-B6E5-65A5090BF082}" type="presOf" srcId="{772DCB4F-7240-4408-BE47-F985A6D7EABB}" destId="{2D491734-8E93-4140-9859-7F87DE62A2A5}" srcOrd="0" destOrd="0" presId="urn:microsoft.com/office/officeart/2005/8/layout/orgChart1"/>
    <dgm:cxn modelId="{B2499550-5941-41AC-8F1A-A633BA73061E}" srcId="{28E29980-B26C-44EA-8A98-42DC223F8020}" destId="{8C6998EE-0FC5-4CED-9014-B0F8EB2DB704}" srcOrd="0" destOrd="0" parTransId="{996756A1-147E-4E20-8B4D-C7D99D1BE296}" sibTransId="{372696E0-8166-47D4-966C-524702AD7578}"/>
    <dgm:cxn modelId="{CB52C450-2E37-481E-BC49-CBB6BFFDFAC4}" type="presOf" srcId="{8676C44A-3430-4B8D-9BDE-5993A7D55451}" destId="{24B06CB1-C1D2-4CA2-8B84-4A9EF540EB01}" srcOrd="0" destOrd="0" presId="urn:microsoft.com/office/officeart/2005/8/layout/orgChart1"/>
    <dgm:cxn modelId="{AC70E051-F19C-4DE9-A06D-CFF0B8AB537C}" srcId="{A79F0652-0740-422F-9599-35EE437DA5A9}" destId="{21A71948-46B5-4860-B3BA-05D458E7ADBD}" srcOrd="1" destOrd="0" parTransId="{C86F3B37-CEEA-4DEF-A2C4-DFE8F87E9C00}" sibTransId="{43780AAC-5354-4567-AE2E-C7502A980B50}"/>
    <dgm:cxn modelId="{493BEF51-6763-47DB-84C8-89B807ECF16A}" type="presOf" srcId="{5FD1F8F5-D6D0-4F54-B5D5-E214AD21C9A6}" destId="{8FD8986A-89D1-4AB0-90F1-C4A1CBCF7A0C}" srcOrd="0" destOrd="0" presId="urn:microsoft.com/office/officeart/2005/8/layout/orgChart1"/>
    <dgm:cxn modelId="{58869752-9DB6-4F78-A6F0-256B5FCC74C6}" type="presOf" srcId="{CA17B688-CC8F-4E83-9D5E-3C10E5770606}" destId="{F3E914F9-1E90-49D9-B545-0DD5E2D55213}" srcOrd="1" destOrd="0" presId="urn:microsoft.com/office/officeart/2005/8/layout/orgChart1"/>
    <dgm:cxn modelId="{B6EBC652-C196-459B-9CD1-0BA76BC6D306}" type="presOf" srcId="{DF9E427A-F061-4D73-876E-50DFE6A2B7E5}" destId="{016EC23A-2D0E-41F6-A49C-4A8A9AA629EE}" srcOrd="0" destOrd="0" presId="urn:microsoft.com/office/officeart/2005/8/layout/orgChart1"/>
    <dgm:cxn modelId="{29BA3753-D155-45D6-B0C0-264E2B40F7DF}" type="presOf" srcId="{BFE54FAA-4976-4017-8832-D409A0505F9E}" destId="{DB994A2E-9AEC-433B-8194-4854CA24A636}" srcOrd="0" destOrd="0" presId="urn:microsoft.com/office/officeart/2005/8/layout/orgChart1"/>
    <dgm:cxn modelId="{8BAE1374-3C5C-4DFB-8016-E5E464C61296}" type="presOf" srcId="{DD34E21E-0CBE-4E75-A621-883BAFE7B8CC}" destId="{BED912F9-BA09-4FCA-B0AF-B0FC55FB52FF}" srcOrd="0" destOrd="0" presId="urn:microsoft.com/office/officeart/2005/8/layout/orgChart1"/>
    <dgm:cxn modelId="{9C7F5A54-AC8B-48FB-A45F-A3F4DB18C582}" type="presOf" srcId="{3D2A99D5-4813-4D08-812E-AC65ADB99A8B}" destId="{95CD4D19-E76E-438F-ABBF-320161A6AF48}" srcOrd="1" destOrd="0" presId="urn:microsoft.com/office/officeart/2005/8/layout/orgChart1"/>
    <dgm:cxn modelId="{503CF174-6DAE-45EA-B326-500126E3289E}" type="presOf" srcId="{50431D36-9E09-40F6-B7FB-E2366E215EA3}" destId="{857A6A5A-E57C-4827-9ADF-FDA767B3AFD4}" srcOrd="0" destOrd="0" presId="urn:microsoft.com/office/officeart/2005/8/layout/orgChart1"/>
    <dgm:cxn modelId="{6611A975-CDA5-4215-A3D8-5AAA7C4A2E43}" type="presOf" srcId="{BDAB7DF1-3B65-4C10-AE3A-B4A55DA7BB40}" destId="{0136B7F2-325C-4EE5-8E38-FA9B7C4A59BA}" srcOrd="0" destOrd="0" presId="urn:microsoft.com/office/officeart/2005/8/layout/orgChart1"/>
    <dgm:cxn modelId="{B245C075-C87D-4BBB-9B2C-27C6D53A37E6}" type="presOf" srcId="{619CD40E-E239-4DB9-A9C1-DB44653BF638}" destId="{D4C84C0C-C6B2-4200-A4EF-526CAF1F096E}" srcOrd="0" destOrd="0" presId="urn:microsoft.com/office/officeart/2005/8/layout/orgChart1"/>
    <dgm:cxn modelId="{0F73D878-02D2-4FB3-AAE5-217A517E9EDE}" type="presOf" srcId="{77365515-5BCD-47DD-AD1D-03A0F8EB9797}" destId="{010770AD-E444-4AD3-81BF-F65F0BF4D620}" srcOrd="0" destOrd="0" presId="urn:microsoft.com/office/officeart/2005/8/layout/orgChart1"/>
    <dgm:cxn modelId="{C695DB78-01E6-42FD-8048-7366B5DCFD6D}" type="presOf" srcId="{711A0B4A-CE9D-48D1-959F-3C5F3FF547CE}" destId="{8CB14094-D15E-4153-ABFD-DE4215152B14}" srcOrd="0" destOrd="0" presId="urn:microsoft.com/office/officeart/2005/8/layout/orgChart1"/>
    <dgm:cxn modelId="{6A6CE658-D4BA-4BF5-8AF5-C8471431AEAC}" type="presOf" srcId="{BE06CC70-9FF3-4C64-9F47-5E7D3C2460A6}" destId="{C71F277F-80AC-41E0-B54E-E07BC829F600}" srcOrd="1" destOrd="0" presId="urn:microsoft.com/office/officeart/2005/8/layout/orgChart1"/>
    <dgm:cxn modelId="{C45AE978-B026-4149-8A84-9301FC67A945}" srcId="{0F02B370-286F-4E1B-80A8-B2AD40265B7C}" destId="{9462EF09-FCA7-4D38-82A7-45B63AB2201A}" srcOrd="3" destOrd="0" parTransId="{BFE54FAA-4976-4017-8832-D409A0505F9E}" sibTransId="{D5D7AB0C-075E-44DF-AA0C-FCC04A4240A7}"/>
    <dgm:cxn modelId="{6612F958-38E6-4122-99DE-4221848685C5}" srcId="{25B1D920-794E-4275-9324-14A2329F9C16}" destId="{60DDE840-A563-4F31-B4B2-9E7426A4998C}" srcOrd="1" destOrd="0" parTransId="{8744CA6F-6D4F-48F9-9061-27F12E039E95}" sibTransId="{BDADDD25-6144-4741-9BAB-1EDCDCF2768A}"/>
    <dgm:cxn modelId="{60270A79-AA35-49AF-8BD8-AC71FB7EC6F3}" type="presOf" srcId="{21A71948-46B5-4860-B3BA-05D458E7ADBD}" destId="{EE01DC19-3031-4391-96B5-49C72668CAFF}" srcOrd="0" destOrd="0" presId="urn:microsoft.com/office/officeart/2005/8/layout/orgChart1"/>
    <dgm:cxn modelId="{4FDB697A-334F-459D-8C8F-97971604A292}" srcId="{779E1891-55A0-45D2-8644-6C1641F61610}" destId="{1EC0767A-4974-42AA-9ECE-7FD4C0D422E5}" srcOrd="1" destOrd="0" parTransId="{39DF5860-58D1-44E3-8BF1-6964BAB8C748}" sibTransId="{66D65E03-08CA-4506-B6DB-DB585D5E62E7}"/>
    <dgm:cxn modelId="{58726E5A-C29B-439A-AF3E-79D7A00168E8}" type="presOf" srcId="{0A6D5C0B-A1BF-41BD-AA8D-43F936D399EA}" destId="{A0AC0E93-74DD-412D-8618-C5AD8E644AE4}" srcOrd="1" destOrd="0" presId="urn:microsoft.com/office/officeart/2005/8/layout/orgChart1"/>
    <dgm:cxn modelId="{7606507A-E1E6-4883-8BCC-6B63F3663768}" type="presOf" srcId="{B45360F0-8409-49F0-A775-9850B43E3CBF}" destId="{DE948530-7840-4166-9751-8F263F61089D}" srcOrd="1" destOrd="0" presId="urn:microsoft.com/office/officeart/2005/8/layout/orgChart1"/>
    <dgm:cxn modelId="{267F5A5A-981F-41A2-9BA0-7C426BAAF209}" type="presOf" srcId="{51513AA7-432D-4295-B338-1D4C550AA91C}" destId="{C7B18AE8-80A8-4EEF-9628-EE61A236BD60}" srcOrd="0" destOrd="0" presId="urn:microsoft.com/office/officeart/2005/8/layout/orgChart1"/>
    <dgm:cxn modelId="{518FEF7A-8D9D-4745-A073-C2A320371A42}" type="presOf" srcId="{F3C72E27-C5FD-45BF-A493-01E81AABFDD9}" destId="{5A027988-1D70-43E4-8AB5-2BDF0D22656D}" srcOrd="0" destOrd="0" presId="urn:microsoft.com/office/officeart/2005/8/layout/orgChart1"/>
    <dgm:cxn modelId="{2198427C-78C6-45A1-99FA-B412F735F8E0}" srcId="{A3C7098C-8E85-47CF-A3B1-B9AA2E237335}" destId="{50431D36-9E09-40F6-B7FB-E2366E215EA3}" srcOrd="1" destOrd="0" parTransId="{AF9D39F5-6D42-4214-9D02-64AB1EEC506C}" sibTransId="{00F6657D-BA2F-4CF0-827F-F30B3B5EA435}"/>
    <dgm:cxn modelId="{691E767D-2696-4C47-AF86-A86C609BA682}" type="presOf" srcId="{F967AC73-60EA-4945-AEC1-1AE5D8629C87}" destId="{AB1F82AE-D204-494B-90C7-632A99586039}" srcOrd="0" destOrd="0" presId="urn:microsoft.com/office/officeart/2005/8/layout/orgChart1"/>
    <dgm:cxn modelId="{DDF9C77E-F3C1-4971-97B8-1173365DE826}" srcId="{63328FC9-6DC4-496B-8C22-496728989863}" destId="{5B7D29DF-EED0-40D2-9BD7-696C47C0FAFA}" srcOrd="1" destOrd="0" parTransId="{F0BFF848-48CA-49AE-BCB0-1C74508D97F1}" sibTransId="{7747FE61-88EF-459D-B59C-5344410778EC}"/>
    <dgm:cxn modelId="{6111AF7F-F2EE-4025-BAA0-71F42D6DDC30}" srcId="{00504B93-A4D3-443E-89A4-E09AB7942E4C}" destId="{20F42A87-FF58-476D-B387-E8F5376C2F11}" srcOrd="0" destOrd="0" parTransId="{39E257DF-A0A2-448B-8CB4-4993FE3B9F0B}" sibTransId="{BE7772C7-B2BD-4671-8F92-A65C57D62011}"/>
    <dgm:cxn modelId="{F8E26980-EC6A-4350-9E01-1C66D3872765}" type="presOf" srcId="{8744CA6F-6D4F-48F9-9061-27F12E039E95}" destId="{17B63C2B-3F00-4FBA-9C71-E786EEDF669B}" srcOrd="0" destOrd="0" presId="urn:microsoft.com/office/officeart/2005/8/layout/orgChart1"/>
    <dgm:cxn modelId="{43830A81-AFC1-40B4-9ADE-BD8A8763E22C}" type="presOf" srcId="{2BE0C1A1-9202-43D7-8591-5578C5C41B77}" destId="{7F63B448-F501-4223-9D94-FEF73C736570}" srcOrd="0" destOrd="0" presId="urn:microsoft.com/office/officeart/2005/8/layout/orgChart1"/>
    <dgm:cxn modelId="{67394A82-B32F-44BD-9F0D-7F881EC0D7ED}" srcId="{92162928-B373-4802-B988-4C318FAE4B4C}" destId="{A79F0652-0740-422F-9599-35EE437DA5A9}" srcOrd="3" destOrd="0" parTransId="{F74A0F29-6270-4252-BE0E-04A396622564}" sibTransId="{5332DE09-ADE0-4E7A-A4FF-6B7C5FE41DF2}"/>
    <dgm:cxn modelId="{C7BAC082-E78C-4FDB-B450-EAE485091A6E}" type="presOf" srcId="{22BEA019-5575-4276-9804-6ECA3E6A0986}" destId="{CE04E893-A023-4B3A-9575-39A55FF556F9}" srcOrd="1" destOrd="0" presId="urn:microsoft.com/office/officeart/2005/8/layout/orgChart1"/>
    <dgm:cxn modelId="{C18FED82-3CB3-4560-828B-1352FDE9597F}" srcId="{8A1877A1-49A7-439E-89B0-3E940B08C001}" destId="{D3225708-611F-45B5-AA32-7A00AE30989A}" srcOrd="0" destOrd="0" parTransId="{22F9414D-A4A6-42B3-B27E-B95C86E1F82F}" sibTransId="{BEC71714-984C-4A29-B825-AF9185705509}"/>
    <dgm:cxn modelId="{10E3B983-ED87-4201-86C3-7257522F1B37}" type="presOf" srcId="{779E1891-55A0-45D2-8644-6C1641F61610}" destId="{549E4907-F5A7-41FF-B42C-24F0D5AD7368}" srcOrd="1" destOrd="0" presId="urn:microsoft.com/office/officeart/2005/8/layout/orgChart1"/>
    <dgm:cxn modelId="{8D3D4784-77D3-4D96-8706-EB9CAC9FA7D2}" type="presOf" srcId="{C2C9DA3E-32C0-4379-B7B0-39B809494A6D}" destId="{30E49AD9-CACE-440D-891B-13B4B93FF398}" srcOrd="0" destOrd="0" presId="urn:microsoft.com/office/officeart/2005/8/layout/orgChart1"/>
    <dgm:cxn modelId="{311C6185-8445-425E-94DC-C5CFAC7E9994}" type="presOf" srcId="{00504B93-A4D3-443E-89A4-E09AB7942E4C}" destId="{C6405E61-DBC9-4EA0-A901-8F10772BA32F}" srcOrd="1" destOrd="0" presId="urn:microsoft.com/office/officeart/2005/8/layout/orgChart1"/>
    <dgm:cxn modelId="{1892AB85-00CD-4BFC-B242-E6DFB4E791E5}" type="presOf" srcId="{A0B5D4F5-1861-4EC2-8B39-FC646F6981B1}" destId="{E326FF25-A38D-4218-A312-C4205A6EEB11}" srcOrd="0" destOrd="0" presId="urn:microsoft.com/office/officeart/2005/8/layout/orgChart1"/>
    <dgm:cxn modelId="{0D924886-A1F1-4ECF-92D9-2754A06A269B}" type="presOf" srcId="{B45360F0-8409-49F0-A775-9850B43E3CBF}" destId="{FD7A565D-CEA6-437C-8B2C-7814F9D0AF63}" srcOrd="0" destOrd="0" presId="urn:microsoft.com/office/officeart/2005/8/layout/orgChart1"/>
    <dgm:cxn modelId="{8CA2EF86-9A16-4E45-A625-BBDEAE76D413}" srcId="{0A6D5C0B-A1BF-41BD-AA8D-43F936D399EA}" destId="{B45360F0-8409-49F0-A775-9850B43E3CBF}" srcOrd="0" destOrd="0" parTransId="{8A0DB153-501E-43B3-9B1A-2EE0C7F6DDFF}" sibTransId="{0D7252BB-1F20-41EE-80E1-C5CD8E080BBA}"/>
    <dgm:cxn modelId="{A881278A-7E5C-40A2-AACC-B47020AE95A4}" type="presOf" srcId="{7D3D9B9F-844F-4D4B-AC1B-10B7D02B8E1B}" destId="{FC2706C3-7D9A-44BE-BEDF-0EEBFF40B43D}" srcOrd="0" destOrd="0" presId="urn:microsoft.com/office/officeart/2005/8/layout/orgChart1"/>
    <dgm:cxn modelId="{465DA88B-1955-4F07-B57C-0D6180E644EC}" srcId="{B45360F0-8409-49F0-A775-9850B43E3CBF}" destId="{BDAB7DF1-3B65-4C10-AE3A-B4A55DA7BB40}" srcOrd="0" destOrd="0" parTransId="{F3C72E27-C5FD-45BF-A493-01E81AABFDD9}" sibTransId="{01FF5131-0BBB-4FB4-BFAD-B45FA50E0D5B}"/>
    <dgm:cxn modelId="{44E7D88B-7FF2-4D57-AB3A-CF9250B75A46}" type="presOf" srcId="{39DF5860-58D1-44E3-8BF1-6964BAB8C748}" destId="{56C046D2-40E6-4E37-98DD-F6BA8C4BA03C}" srcOrd="0" destOrd="0" presId="urn:microsoft.com/office/officeart/2005/8/layout/orgChart1"/>
    <dgm:cxn modelId="{3815078D-9579-415E-9946-D679600BBA92}" type="presOf" srcId="{7DE943AE-74D8-4B16-A472-69D8931F7E02}" destId="{55A498E9-04D5-4AA4-934F-779273A2E49B}" srcOrd="0" destOrd="0" presId="urn:microsoft.com/office/officeart/2005/8/layout/orgChart1"/>
    <dgm:cxn modelId="{D8817B8D-4522-49B3-AF07-5326CF0646F5}" srcId="{96AC50D7-F045-4592-8D2D-08ED33183561}" destId="{BBC1F33D-DF01-462A-94F3-91C005BE77F4}" srcOrd="1" destOrd="0" parTransId="{2BE0C1A1-9202-43D7-8591-5578C5C41B77}" sibTransId="{1C47EF3D-8025-4C35-AF7E-7058D7E65F3B}"/>
    <dgm:cxn modelId="{9326648F-1F44-4228-A198-3978589E9743}" srcId="{A79F0652-0740-422F-9599-35EE437DA5A9}" destId="{9B89DFCD-CA63-4A3B-8210-E508DD723664}" srcOrd="0" destOrd="0" parTransId="{B8B86D17-AB19-4EAE-B55F-6D9C24152D72}" sibTransId="{66ECF039-5B29-4315-A299-A3619016CCE1}"/>
    <dgm:cxn modelId="{C20AE88F-42E8-48BA-9B3B-B2D20A5ED3F3}" srcId="{B45360F0-8409-49F0-A775-9850B43E3CBF}" destId="{4EBE84E8-F6AE-4EC7-A934-C3D2C0024F12}" srcOrd="1" destOrd="0" parTransId="{BAE5E0BD-BD02-43A7-BC92-2497FC602173}" sibTransId="{C2AD6B5E-EBE3-476B-89BE-983E3DDE9F8C}"/>
    <dgm:cxn modelId="{5E8EAE90-B71B-4795-97B1-488B7FA29202}" type="presOf" srcId="{25B1D920-794E-4275-9324-14A2329F9C16}" destId="{5EE74AFA-8005-4635-B6BE-7E98EB5FC319}" srcOrd="1" destOrd="0" presId="urn:microsoft.com/office/officeart/2005/8/layout/orgChart1"/>
    <dgm:cxn modelId="{BDB22B91-772B-4829-AFE5-EECB848279EF}" srcId="{63328FC9-6DC4-496B-8C22-496728989863}" destId="{B39B1209-0F09-42AD-A8BC-145CD0185577}" srcOrd="0" destOrd="0" parTransId="{D27C69B5-CDA8-47D8-9B9F-279259A7946A}" sibTransId="{943E19CD-8126-4765-BE7A-06CB6F27C11C}"/>
    <dgm:cxn modelId="{BF8B6191-A607-4427-950F-8D83DB3172F2}" type="presOf" srcId="{1EC0767A-4974-42AA-9ECE-7FD4C0D422E5}" destId="{B6B86849-9975-42AF-9217-653B4D362799}" srcOrd="1" destOrd="0" presId="urn:microsoft.com/office/officeart/2005/8/layout/orgChart1"/>
    <dgm:cxn modelId="{1D8C6991-FAAC-4EEF-BA67-C158324F902C}" type="presOf" srcId="{21A71948-46B5-4860-B3BA-05D458E7ADBD}" destId="{B95C2FF8-C8FB-4B06-88B6-C1F8BD7C6A0F}" srcOrd="1" destOrd="0" presId="urn:microsoft.com/office/officeart/2005/8/layout/orgChart1"/>
    <dgm:cxn modelId="{82855791-041E-42C5-BEF6-0BD8E0A5AC73}" type="presOf" srcId="{772DCB4F-7240-4408-BE47-F985A6D7EABB}" destId="{88BB02CA-A67E-42AA-9668-1C015027B685}" srcOrd="1" destOrd="0" presId="urn:microsoft.com/office/officeart/2005/8/layout/orgChart1"/>
    <dgm:cxn modelId="{235DA692-1AA6-4BCA-A77F-32B93AC89DFB}" srcId="{0A6D5C0B-A1BF-41BD-AA8D-43F936D399EA}" destId="{63328FC9-6DC4-496B-8C22-496728989863}" srcOrd="2" destOrd="0" parTransId="{7BC09FA8-4725-4DE3-9AB7-725863703EDC}" sibTransId="{C828F7CF-B7C4-4EA8-B3F0-6E9C70756DAC}"/>
    <dgm:cxn modelId="{5110A892-60F2-4962-B701-7D569F993455}" srcId="{CFAD5C42-24AA-42C4-AA42-C6895493CB20}" destId="{9FE34777-682B-4FA8-8789-6C134EC2FE75}" srcOrd="0" destOrd="0" parTransId="{9F49E723-E2C5-4440-9507-43A657479D28}" sibTransId="{3A5FFFBE-DAD7-47FC-8FB6-84D3696B9C22}"/>
    <dgm:cxn modelId="{93DEE094-C42B-41A1-8BF8-EAAECA21D27D}" type="presOf" srcId="{FB35DE3D-B9A7-4DB9-9FB9-72A1A8F9738D}" destId="{4E31A61C-EEB1-450F-B390-E3B31BB478AC}" srcOrd="0" destOrd="0" presId="urn:microsoft.com/office/officeart/2005/8/layout/orgChart1"/>
    <dgm:cxn modelId="{A667E394-858C-4920-AF1B-2E3FDAD966E6}" type="presOf" srcId="{9B8D1FC5-25C1-414F-965A-C56C593BE5F1}" destId="{61163651-3006-480B-8010-89FF630F787F}" srcOrd="1" destOrd="0" presId="urn:microsoft.com/office/officeart/2005/8/layout/orgChart1"/>
    <dgm:cxn modelId="{3F803895-2DB7-4CC3-B0E0-C74FA6CE163A}" type="presOf" srcId="{F2F4BB86-6DCA-4590-94A5-49F6354037E2}" destId="{0200DF04-88B6-4336-9BE3-760F7E96BBDF}" srcOrd="1" destOrd="0" presId="urn:microsoft.com/office/officeart/2005/8/layout/orgChart1"/>
    <dgm:cxn modelId="{D787D695-27D0-4762-ABCE-FCDD27D0B593}" type="presOf" srcId="{54428206-F0C8-464A-A2E1-9EC2AE565C01}" destId="{54DE62E7-9C40-4B87-B497-FF3F7BB3C07B}" srcOrd="1" destOrd="0" presId="urn:microsoft.com/office/officeart/2005/8/layout/orgChart1"/>
    <dgm:cxn modelId="{80C27897-45CD-49F8-BC52-7F7B3F820093}" type="presOf" srcId="{28E29980-B26C-44EA-8A98-42DC223F8020}" destId="{1A83A792-16BF-40FF-ACC3-B021DAACB85F}" srcOrd="0" destOrd="0" presId="urn:microsoft.com/office/officeart/2005/8/layout/orgChart1"/>
    <dgm:cxn modelId="{FF9DFF97-5405-4574-A4C1-76D86901B0E9}" type="presOf" srcId="{EF5BC433-D542-4CE2-AB85-443F7282ACA5}" destId="{B4EC5C35-C04B-4C32-9B84-7143D9F123FE}" srcOrd="0" destOrd="0" presId="urn:microsoft.com/office/officeart/2005/8/layout/orgChart1"/>
    <dgm:cxn modelId="{31220099-0DDF-4805-A38C-07FC05EA3195}" type="presOf" srcId="{F2F4BB86-6DCA-4590-94A5-49F6354037E2}" destId="{2270B67A-888E-40A4-8940-F784DF43E240}" srcOrd="0" destOrd="0" presId="urn:microsoft.com/office/officeart/2005/8/layout/orgChart1"/>
    <dgm:cxn modelId="{D872D29A-D31F-49BE-8A1C-DC6637062B1C}" type="presOf" srcId="{A0255BA4-9CE4-457C-8A5F-8805D1ED8E9A}" destId="{7282431C-7255-46CB-93A3-CD97C14BB7BF}" srcOrd="1" destOrd="0" presId="urn:microsoft.com/office/officeart/2005/8/layout/orgChart1"/>
    <dgm:cxn modelId="{1768C29B-86FD-4F18-94D6-AF83B8699173}" type="presOf" srcId="{619CD40E-E239-4DB9-A9C1-DB44653BF638}" destId="{9DDD9186-3EF3-435A-AAE3-B00C0E9C8742}" srcOrd="1" destOrd="0" presId="urn:microsoft.com/office/officeart/2005/8/layout/orgChart1"/>
    <dgm:cxn modelId="{966F269C-FA9D-4DE4-8BAB-EB6BF1423B22}" type="presOf" srcId="{E69C785C-50DD-449B-80F1-CE1474B1AE2B}" destId="{5A7DD9E6-F588-4DA5-8A33-F2E88366BD5E}" srcOrd="0" destOrd="0" presId="urn:microsoft.com/office/officeart/2005/8/layout/orgChart1"/>
    <dgm:cxn modelId="{F6C6999C-2369-430E-A4F8-7B8736564B45}" type="presOf" srcId="{483A3847-9CF4-4B3B-BDCB-89C0EF15B085}" destId="{7892FA50-DF6E-430E-815A-99D13E1A0E90}" srcOrd="0" destOrd="0" presId="urn:microsoft.com/office/officeart/2005/8/layout/orgChart1"/>
    <dgm:cxn modelId="{D5C9079D-F9A0-42EB-99D8-785AF0BDEBF0}" type="presOf" srcId="{BBC1F33D-DF01-462A-94F3-91C005BE77F4}" destId="{7EDB92E3-E733-40A6-8B49-214C24A01A6E}" srcOrd="0" destOrd="0" presId="urn:microsoft.com/office/officeart/2005/8/layout/orgChart1"/>
    <dgm:cxn modelId="{A99D2F9E-7856-4B51-8A2B-02632FA60036}" type="presOf" srcId="{522D1AF1-92EC-4C24-A562-78D7F7A71C05}" destId="{9AFED01F-EA29-452F-8437-E1FC8203CBB7}" srcOrd="0" destOrd="0" presId="urn:microsoft.com/office/officeart/2005/8/layout/orgChart1"/>
    <dgm:cxn modelId="{2721F59E-68FE-40CE-AED5-4B311B91CDE7}" type="presOf" srcId="{4EBE84E8-F6AE-4EC7-A934-C3D2C0024F12}" destId="{09B74BDD-370E-43ED-A1F7-2620C75BDA9C}" srcOrd="0" destOrd="0" presId="urn:microsoft.com/office/officeart/2005/8/layout/orgChart1"/>
    <dgm:cxn modelId="{CCA6059F-A90B-4E39-8C8D-8B2CEC408904}" type="presOf" srcId="{C4C27F72-3942-48C4-AB98-667F0ADE6E34}" destId="{44AF99D7-4E20-4B49-AAF2-41B8EB3C2D38}" srcOrd="1" destOrd="0" presId="urn:microsoft.com/office/officeart/2005/8/layout/orgChart1"/>
    <dgm:cxn modelId="{4E9145A0-9AED-401B-944D-9E57FFBEE874}" type="presOf" srcId="{07F2F497-0988-418D-84A8-5790BB8E179A}" destId="{9858A74E-6705-4979-BDF0-0DE11ADC62C4}" srcOrd="0" destOrd="0" presId="urn:microsoft.com/office/officeart/2005/8/layout/orgChart1"/>
    <dgm:cxn modelId="{C07B80A3-04A3-4341-A014-B98D2B22ADAD}" type="presOf" srcId="{277E9EE0-4F94-4F93-A76B-3949C5D65C8A}" destId="{1E2716ED-5789-4DAC-A095-81ADF951A529}" srcOrd="1" destOrd="0" presId="urn:microsoft.com/office/officeart/2005/8/layout/orgChart1"/>
    <dgm:cxn modelId="{60A9F5A3-2C8B-42A8-9676-F9A9F1D02B31}" srcId="{576DDACE-AE0C-404F-9A3F-E659CFA29FBA}" destId="{64308AE8-DDD7-45CE-9A61-65AEF02ED528}" srcOrd="1" destOrd="0" parTransId="{20252FCB-5CE8-4BB2-832F-A2B8F8F08B6D}" sibTransId="{FFE73DDD-8C9D-4527-81AE-0287488C90EF}"/>
    <dgm:cxn modelId="{3BB1C0A6-3C92-46F5-9C2E-13B6B04B0D62}" srcId="{576DDACE-AE0C-404F-9A3F-E659CFA29FBA}" destId="{F2F4BB86-6DCA-4590-94A5-49F6354037E2}" srcOrd="0" destOrd="0" parTransId="{5351F97A-E67B-4B35-8C2B-EDF3C34258B3}" sibTransId="{F190C409-549B-4252-AAC2-82DF92BF3C0A}"/>
    <dgm:cxn modelId="{0718F9A7-1EC3-4B67-9CD3-E27BD5318207}" type="presOf" srcId="{50431D36-9E09-40F6-B7FB-E2366E215EA3}" destId="{D4816EE6-D470-42C7-AE8D-24C4F91BAF1C}" srcOrd="1" destOrd="0" presId="urn:microsoft.com/office/officeart/2005/8/layout/orgChart1"/>
    <dgm:cxn modelId="{49A02DA8-92BB-429F-A755-417A2EC3E9B9}" srcId="{10A0EA3D-3AD4-4A16-AC66-3525B6400D15}" destId="{92162928-B373-4802-B988-4C318FAE4B4C}" srcOrd="0" destOrd="0" parTransId="{691118F6-AAF5-40E0-AD6D-235FADC018C0}" sibTransId="{7F58E25C-EE12-4CC1-9C39-BC755918B106}"/>
    <dgm:cxn modelId="{56F6F9A9-C612-41A0-8350-29D627412431}" srcId="{22BEA019-5575-4276-9804-6ECA3E6A0986}" destId="{053B35A8-23A9-41A0-B559-D82ABCDC0B60}" srcOrd="1" destOrd="0" parTransId="{D8E3B593-1AE5-471E-AC07-021FBE4B474B}" sibTransId="{685761E2-31DF-425A-B6D9-93741CCCE8DC}"/>
    <dgm:cxn modelId="{F85435AA-63AD-4014-9FEC-E2F70A872651}" type="presOf" srcId="{96AC50D7-F045-4592-8D2D-08ED33183561}" destId="{E6BA3967-0658-4351-B10C-2B8D0176B321}" srcOrd="1" destOrd="0" presId="urn:microsoft.com/office/officeart/2005/8/layout/orgChart1"/>
    <dgm:cxn modelId="{798386AA-59B9-4723-A211-0B9814277C0C}" srcId="{DF9E427A-F061-4D73-876E-50DFE6A2B7E5}" destId="{15D23B13-BF56-4F50-B307-A08EB36ACBF4}" srcOrd="2" destOrd="0" parTransId="{F543E64C-8AB9-41B0-B3C2-0E2ACEB9DA0F}" sibTransId="{360ADFA0-44AF-45B4-9B5F-5245B0D26D8F}"/>
    <dgm:cxn modelId="{CC427FAC-96D1-4844-8C29-5C9E82497D2C}" type="presOf" srcId="{31517C3B-BFA9-4BE0-90F0-35E42EB3D1AB}" destId="{CCEDB5B5-4A8F-4A9F-9D29-7FA5DD8AC83E}" srcOrd="1" destOrd="0" presId="urn:microsoft.com/office/officeart/2005/8/layout/orgChart1"/>
    <dgm:cxn modelId="{C4F522AD-AD86-494F-ABC7-18E46EDFB5F3}" srcId="{9DB61D50-F0AB-451D-BD44-A4B6966FFBEE}" destId="{A3C7098C-8E85-47CF-A3B1-B9AA2E237335}" srcOrd="0" destOrd="0" parTransId="{DE9F45FA-7128-4095-B5FC-A043F4C6144F}" sibTransId="{0189BF5C-63AD-4EF7-A921-A1ADDAD5F411}"/>
    <dgm:cxn modelId="{7FD3C5AD-87BB-4CA9-8A5B-8F9FE6069884}" srcId="{9462EF09-FCA7-4D38-82A7-45B63AB2201A}" destId="{4509F17B-3F42-440D-AB6B-CA314DB4CDFE}" srcOrd="0" destOrd="0" parTransId="{EDDD15C9-C3F7-49B5-9483-1A2CA91FED60}" sibTransId="{E4B02317-E228-4AAD-83AC-53F248709659}"/>
    <dgm:cxn modelId="{AA754BB0-2F1A-4D89-A2DA-222F4A7EAC3D}" srcId="{8A1877A1-49A7-439E-89B0-3E940B08C001}" destId="{D6A2AC0D-8565-435B-81BA-E0C28F7685B4}" srcOrd="1" destOrd="0" parTransId="{E3C76934-3656-4CBE-91E1-B9F29D6B3D6B}" sibTransId="{5B45C31E-D98C-4A87-B0AE-59CAF021EA47}"/>
    <dgm:cxn modelId="{15BCB4B2-4275-4399-B7A5-401B3160EF40}" type="presOf" srcId="{C2E15039-7FD9-46F2-9320-D8505E3521B3}" destId="{97ACD485-F996-48DE-8627-F5FA58E31110}" srcOrd="0" destOrd="0" presId="urn:microsoft.com/office/officeart/2005/8/layout/orgChart1"/>
    <dgm:cxn modelId="{DA7596B3-5741-40B1-A16B-C1AFA299834B}" type="presOf" srcId="{9462EF09-FCA7-4D38-82A7-45B63AB2201A}" destId="{61FC8C3A-4A6C-463D-9D4B-0353F72EF96B}" srcOrd="1" destOrd="0" presId="urn:microsoft.com/office/officeart/2005/8/layout/orgChart1"/>
    <dgm:cxn modelId="{CD9E9FB3-6B6F-4DEE-AF01-6A34A62406A7}" srcId="{92162928-B373-4802-B988-4C318FAE4B4C}" destId="{619CD40E-E239-4DB9-A9C1-DB44653BF638}" srcOrd="2" destOrd="0" parTransId="{FE236F9A-75BA-482D-B3FC-91E9E4B12C5E}" sibTransId="{9F1CDB29-7FF5-43ED-801E-181521B0C4C9}"/>
    <dgm:cxn modelId="{7FADCBB3-43AF-4C30-9DE6-F2A0396D8B85}" type="presOf" srcId="{0C8F048A-D0A5-4F17-9E04-EF3B89A1D0EF}" destId="{D4614F11-18DF-47C0-88DB-C6A3D97DA678}" srcOrd="0" destOrd="0" presId="urn:microsoft.com/office/officeart/2005/8/layout/orgChart1"/>
    <dgm:cxn modelId="{86C973B4-A47B-4ADF-96A4-52CC364A5217}" type="presOf" srcId="{A0B5D4F5-1861-4EC2-8B39-FC646F6981B1}" destId="{2D867E0A-16A0-4AD5-818C-B7DFA76EFDD8}" srcOrd="1" destOrd="0" presId="urn:microsoft.com/office/officeart/2005/8/layout/orgChart1"/>
    <dgm:cxn modelId="{29D876B4-9181-482C-8E13-0C1994E2A7F0}" type="presOf" srcId="{3D2A99D5-4813-4D08-812E-AC65ADB99A8B}" destId="{FF940ED3-C006-4C00-A53C-2C6700A84B0F}" srcOrd="0" destOrd="0" presId="urn:microsoft.com/office/officeart/2005/8/layout/orgChart1"/>
    <dgm:cxn modelId="{D46EC7B4-8928-459D-87AF-DCC2D972817A}" type="presOf" srcId="{277E9EE0-4F94-4F93-A76B-3949C5D65C8A}" destId="{D8522895-FAE2-4C3E-8226-25C7A2C38678}" srcOrd="0" destOrd="0" presId="urn:microsoft.com/office/officeart/2005/8/layout/orgChart1"/>
    <dgm:cxn modelId="{C85AD6B5-4DB7-4E71-A1AF-F269B4AFBDF0}" type="presOf" srcId="{2D6FC7F7-2FBD-45F3-B17D-E90432C3DB42}" destId="{A5572EA4-74AD-418E-A047-4B6313BD6A2C}" srcOrd="0" destOrd="0" presId="urn:microsoft.com/office/officeart/2005/8/layout/orgChart1"/>
    <dgm:cxn modelId="{B270B2B6-ECAE-437F-8908-E01F2C89D89D}" type="presOf" srcId="{A5A2A755-541A-46B4-B421-93C5513E1C6D}" destId="{AE9EEF3A-F067-44D8-BCF6-9527F3FC9E8D}" srcOrd="0" destOrd="0" presId="urn:microsoft.com/office/officeart/2005/8/layout/orgChart1"/>
    <dgm:cxn modelId="{78AB56B7-B145-495E-81C7-3D247220BA9F}" type="presOf" srcId="{F543E64C-8AB9-41B0-B3C2-0E2ACEB9DA0F}" destId="{FBD1B778-84AE-48C7-B2CB-DA211C6A3487}" srcOrd="0" destOrd="0" presId="urn:microsoft.com/office/officeart/2005/8/layout/orgChart1"/>
    <dgm:cxn modelId="{73C2AAB8-0781-4940-93FB-44DF29B5C5E6}" type="presOf" srcId="{A215AEE2-A58C-4A4F-B02E-9EC5ADB9F77C}" destId="{86337DF5-4C54-47B4-86C3-2535E4234E64}" srcOrd="1" destOrd="0" presId="urn:microsoft.com/office/officeart/2005/8/layout/orgChart1"/>
    <dgm:cxn modelId="{D5F315BA-6EFF-4107-9125-14B4035C896A}" type="presOf" srcId="{3E68C135-8D90-4BD7-ADBA-6205BF427734}" destId="{AEB401FB-51AD-41EA-A44E-D0C6406D0920}" srcOrd="1" destOrd="0" presId="urn:microsoft.com/office/officeart/2005/8/layout/orgChart1"/>
    <dgm:cxn modelId="{EF33C7BA-FA28-4A09-A241-AD32D0A1B833}" type="presOf" srcId="{1A7976B9-69D6-41B9-9802-A5529997680A}" destId="{19F2F55F-75FC-40CD-BBA6-E1A083F00941}" srcOrd="0" destOrd="0" presId="urn:microsoft.com/office/officeart/2005/8/layout/orgChart1"/>
    <dgm:cxn modelId="{C46940BB-BE7C-4CF1-99A7-FD60432DB8A2}" type="presOf" srcId="{0F02B370-286F-4E1B-80A8-B2AD40265B7C}" destId="{78F581A2-A236-4AAE-9594-81595AF744C3}" srcOrd="0" destOrd="0" presId="urn:microsoft.com/office/officeart/2005/8/layout/orgChart1"/>
    <dgm:cxn modelId="{A66B66BB-570E-46F0-B274-EC1A4EECC3A6}" srcId="{15D23B13-BF56-4F50-B307-A08EB36ACBF4}" destId="{277E9EE0-4F94-4F93-A76B-3949C5D65C8A}" srcOrd="1" destOrd="0" parTransId="{334666C3-4950-4E43-8771-388D5C11491F}" sibTransId="{E5ACAC76-EEA2-46B7-955E-E0A4C7C48A24}"/>
    <dgm:cxn modelId="{287256BE-2ED1-40B2-9E94-7CA487883423}" type="presOf" srcId="{96AC50D7-F045-4592-8D2D-08ED33183561}" destId="{8A5ED476-6D9C-4101-B732-F41CDF31423B}" srcOrd="0" destOrd="0" presId="urn:microsoft.com/office/officeart/2005/8/layout/orgChart1"/>
    <dgm:cxn modelId="{EF8B57C0-1CEE-4155-9945-D8FCA487F38E}" srcId="{31517C3B-BFA9-4BE0-90F0-35E42EB3D1AB}" destId="{2D6FC7F7-2FBD-45F3-B17D-E90432C3DB42}" srcOrd="1" destOrd="0" parTransId="{AB8468CC-CBE4-4314-8A87-1C7E31D8812A}" sibTransId="{BA4F3045-7CA6-429D-8FCB-9FD00106A2D9}"/>
    <dgm:cxn modelId="{BDC490C0-F763-4598-92F5-A4F54EF3FE7A}" type="presOf" srcId="{6917F6A0-F8CE-4B38-9371-07C5454B1822}" destId="{48BED553-45C2-4B26-9A96-6D342B157CBE}" srcOrd="1" destOrd="0" presId="urn:microsoft.com/office/officeart/2005/8/layout/orgChart1"/>
    <dgm:cxn modelId="{C37C6FC3-9942-4BD9-8B30-F0CB6F15A5EF}" type="presOf" srcId="{696FD61F-34BA-4035-B19F-55B965E96E64}" destId="{41FAA7FA-66D3-4603-B8C0-E7EFF2968B8B}" srcOrd="0" destOrd="0" presId="urn:microsoft.com/office/officeart/2005/8/layout/orgChart1"/>
    <dgm:cxn modelId="{45EFC0C3-E602-4959-9A35-07CAAD120D5D}" type="presOf" srcId="{80899B1B-F5F5-45A7-B705-29B9BCA96388}" destId="{1B8F0B77-A4E1-47DC-B0A0-8C634C5A0324}" srcOrd="1" destOrd="0" presId="urn:microsoft.com/office/officeart/2005/8/layout/orgChart1"/>
    <dgm:cxn modelId="{2039FCC3-F979-4091-8E64-68681D423FA1}" type="presOf" srcId="{48E1F971-E433-45E5-8F31-CD32EB98449B}" destId="{DAF8D242-0FBF-44BA-8B2A-B69745A5F5DC}" srcOrd="1" destOrd="0" presId="urn:microsoft.com/office/officeart/2005/8/layout/orgChart1"/>
    <dgm:cxn modelId="{3DA11BC4-43AF-4AAD-82B4-67D16DE4D8AB}" type="presOf" srcId="{E69C785C-50DD-449B-80F1-CE1474B1AE2B}" destId="{1B99A211-AF66-432A-AE32-114F4CE321E4}" srcOrd="1" destOrd="0" presId="urn:microsoft.com/office/officeart/2005/8/layout/orgChart1"/>
    <dgm:cxn modelId="{69AF50C4-8289-4103-BCB3-BA6FD4978153}" srcId="{BE06CC70-9FF3-4C64-9F47-5E7D3C2460A6}" destId="{711A0B4A-CE9D-48D1-959F-3C5F3FF547CE}" srcOrd="1" destOrd="0" parTransId="{1A7976B9-69D6-41B9-9802-A5529997680A}" sibTransId="{B0FFB116-81D2-4B0D-93EB-B8C04E458F5C}"/>
    <dgm:cxn modelId="{074E74C5-0BBD-43D0-8F46-7945D018831F}" type="presOf" srcId="{DE89BDF2-0F83-43CC-BB43-F6903CE65EFE}" destId="{233CD284-D8D7-4D41-ACF2-6D32801CD6D8}" srcOrd="0" destOrd="0" presId="urn:microsoft.com/office/officeart/2005/8/layout/orgChart1"/>
    <dgm:cxn modelId="{7295DCC5-4768-476A-911B-BB48674CA49E}" srcId="{92162928-B373-4802-B988-4C318FAE4B4C}" destId="{9DB61D50-F0AB-451D-BD44-A4B6966FFBEE}" srcOrd="1" destOrd="0" parTransId="{90EEE5FC-4D8C-4C57-962D-F0094DD26B86}" sibTransId="{9C3DFA2C-DC22-44D0-97C1-EE2870DC75F0}"/>
    <dgm:cxn modelId="{58906CC6-55D1-4743-B8CA-0DB2A5DCDA91}" type="presOf" srcId="{E3C76934-3656-4CBE-91E1-B9F29D6B3D6B}" destId="{0BF88353-DDFA-40D1-9C37-2B7EB5F731CF}" srcOrd="0" destOrd="0" presId="urn:microsoft.com/office/officeart/2005/8/layout/orgChart1"/>
    <dgm:cxn modelId="{6F1672C6-02AE-43C7-B028-7E6682824D18}" srcId="{A0255BA4-9CE4-457C-8A5F-8805D1ED8E9A}" destId="{A215AEE2-A58C-4A4F-B02E-9EC5ADB9F77C}" srcOrd="0" destOrd="0" parTransId="{DE89BDF2-0F83-43CC-BB43-F6903CE65EFE}" sibTransId="{9DF14254-A61E-45D6-B0B0-32BA5CF8D7E5}"/>
    <dgm:cxn modelId="{7F7FBBC6-5F2A-417E-B384-9B6724B1D602}" type="presOf" srcId="{29CF090A-B91B-4091-8F72-67506C11307A}" destId="{8ADA8526-758D-4DFD-855E-46991217F0E9}" srcOrd="0" destOrd="0" presId="urn:microsoft.com/office/officeart/2005/8/layout/orgChart1"/>
    <dgm:cxn modelId="{584BC1C6-7360-4FFD-9D1D-735767DD3B52}" type="presOf" srcId="{6917F6A0-F8CE-4B38-9371-07C5454B1822}" destId="{E9977C7C-A3EC-4A7A-81D5-1EF5938D5C61}" srcOrd="0" destOrd="0" presId="urn:microsoft.com/office/officeart/2005/8/layout/orgChart1"/>
    <dgm:cxn modelId="{CF9635C7-ED92-4676-90EA-F25861998401}" type="presOf" srcId="{25B1D920-794E-4275-9324-14A2329F9C16}" destId="{6E82626E-D7B9-4C9F-811B-66F36DA67603}" srcOrd="0" destOrd="0" presId="urn:microsoft.com/office/officeart/2005/8/layout/orgChart1"/>
    <dgm:cxn modelId="{3EC7EAC7-8ED4-4B4C-B9A0-5BD82B6B5DEF}" srcId="{C4C27F72-3942-48C4-AB98-667F0ADE6E34}" destId="{9C8D3118-4BB2-4EE5-A3C7-F05D2D7C4FFC}" srcOrd="2" destOrd="0" parTransId="{1C7EDB3F-F6BC-4313-B8F9-2A5B8FD7036A}" sibTransId="{B7B6D3D6-B4C4-4423-9D2E-2250D4D930FD}"/>
    <dgm:cxn modelId="{FD1620C8-FB0B-4D4D-8B45-765421EBE541}" type="presOf" srcId="{9DB61D50-F0AB-451D-BD44-A4B6966FFBEE}" destId="{801901D6-0708-415A-923A-4E14C6479418}" srcOrd="1" destOrd="0" presId="urn:microsoft.com/office/officeart/2005/8/layout/orgChart1"/>
    <dgm:cxn modelId="{658124C8-C9D1-4383-AD9C-54F95843A49E}" type="presOf" srcId="{31517C3B-BFA9-4BE0-90F0-35E42EB3D1AB}" destId="{7F44A836-136D-4483-9A7C-3473ACBA4ED0}" srcOrd="0" destOrd="0" presId="urn:microsoft.com/office/officeart/2005/8/layout/orgChart1"/>
    <dgm:cxn modelId="{142826C8-606E-446F-B52C-C8BA32B3B18B}" type="presOf" srcId="{9B89DFCD-CA63-4A3B-8210-E508DD723664}" destId="{D17D5096-07C2-4D49-BEB3-28447C6A8578}" srcOrd="1" destOrd="0" presId="urn:microsoft.com/office/officeart/2005/8/layout/orgChart1"/>
    <dgm:cxn modelId="{DBCE66C9-44D2-441D-9E16-06005585AC50}" srcId="{DF9E427A-F061-4D73-876E-50DFE6A2B7E5}" destId="{CFAD5C42-24AA-42C4-AA42-C6895493CB20}" srcOrd="3" destOrd="0" parTransId="{EA9B1950-9983-4740-BD37-1C59DB717265}" sibTransId="{5A7F1848-6642-493F-B90F-B30FE8CA7734}"/>
    <dgm:cxn modelId="{02199DC9-B65E-404E-9D16-902878148730}" type="presOf" srcId="{1EC0767A-4974-42AA-9ECE-7FD4C0D422E5}" destId="{6E551E02-1EBF-4338-8829-1997C113F956}" srcOrd="0" destOrd="0" presId="urn:microsoft.com/office/officeart/2005/8/layout/orgChart1"/>
    <dgm:cxn modelId="{77088FCA-B236-497F-A484-A5E8FF3A56CD}" type="presOf" srcId="{2D6FC7F7-2FBD-45F3-B17D-E90432C3DB42}" destId="{649156EA-EEB3-4B00-A932-3652679C9B90}" srcOrd="1" destOrd="0" presId="urn:microsoft.com/office/officeart/2005/8/layout/orgChart1"/>
    <dgm:cxn modelId="{5B1B87CC-7DAE-4E0F-99E8-920397472768}" type="presOf" srcId="{691118F6-AAF5-40E0-AD6D-235FADC018C0}" destId="{A6E2B9B1-B808-4C3E-9CA4-FDBFEB7C6E12}" srcOrd="0" destOrd="0" presId="urn:microsoft.com/office/officeart/2005/8/layout/orgChart1"/>
    <dgm:cxn modelId="{13A8C9CC-962C-4716-9CC9-04119A01D02C}" type="presOf" srcId="{C8A111F3-2AA3-4B47-A5C9-D95B1FD47506}" destId="{5B434D8D-1DD1-47A2-A4E0-11FB170D52FA}" srcOrd="0" destOrd="0" presId="urn:microsoft.com/office/officeart/2005/8/layout/orgChart1"/>
    <dgm:cxn modelId="{254362CE-64C7-4FFC-A891-0C42DD77224E}" type="presOf" srcId="{90EEE5FC-4D8C-4C57-962D-F0094DD26B86}" destId="{0C643637-EDFE-49BD-B5A8-AE88869C5D90}" srcOrd="0" destOrd="0" presId="urn:microsoft.com/office/officeart/2005/8/layout/orgChart1"/>
    <dgm:cxn modelId="{6D6BBDCE-B167-4616-971C-7D132C663D74}" type="presOf" srcId="{00504B93-A4D3-443E-89A4-E09AB7942E4C}" destId="{B456295B-DE77-4169-99D6-8D0A1087EFB1}" srcOrd="0" destOrd="0" presId="urn:microsoft.com/office/officeart/2005/8/layout/orgChart1"/>
    <dgm:cxn modelId="{D63DFCCE-37A3-41F2-BA74-CEFEDCB80D0D}" srcId="{00504B93-A4D3-443E-89A4-E09AB7942E4C}" destId="{E69C785C-50DD-449B-80F1-CE1474B1AE2B}" srcOrd="1" destOrd="0" parTransId="{C2E15039-7FD9-46F2-9320-D8505E3521B3}" sibTransId="{5CB6E18F-4FD0-4B72-8862-6E30BA94CE1C}"/>
    <dgm:cxn modelId="{226B17D0-BF2E-46F7-8314-C3B25646D307}" type="presOf" srcId="{15D23B13-BF56-4F50-B307-A08EB36ACBF4}" destId="{3C360F7E-7844-4739-8475-E996CB1CA7A9}" srcOrd="0" destOrd="0" presId="urn:microsoft.com/office/officeart/2005/8/layout/orgChart1"/>
    <dgm:cxn modelId="{9352E5D1-7E71-4FEA-B58B-F90D13C1116C}" type="presOf" srcId="{20F42A87-FF58-476D-B387-E8F5376C2F11}" destId="{4B26F407-6FD9-40D5-ABC0-6F9E3C04743A}" srcOrd="0" destOrd="0" presId="urn:microsoft.com/office/officeart/2005/8/layout/orgChart1"/>
    <dgm:cxn modelId="{CB75B3D2-21F4-4DAB-A2EF-B9834311DCA3}" type="presOf" srcId="{9B89DFCD-CA63-4A3B-8210-E508DD723664}" destId="{4D300235-A58A-4AC0-8E60-0882EEE6206B}" srcOrd="0" destOrd="0" presId="urn:microsoft.com/office/officeart/2005/8/layout/orgChart1"/>
    <dgm:cxn modelId="{A2045ED5-C924-4722-8255-FC5DFA1A157B}" type="presOf" srcId="{64308AE8-DDD7-45CE-9A61-65AEF02ED528}" destId="{081E9186-2D17-44CA-A4ED-7288E3430A72}" srcOrd="0" destOrd="0" presId="urn:microsoft.com/office/officeart/2005/8/layout/orgChart1"/>
    <dgm:cxn modelId="{4799B0D9-90BC-42BE-98E1-88E4CE9C6D94}" type="presOf" srcId="{5A145AFA-2DF0-49E3-97EB-17C4949C5BD0}" destId="{9756A470-4026-4084-A57B-8BE2A872325F}" srcOrd="0" destOrd="0" presId="urn:microsoft.com/office/officeart/2005/8/layout/orgChart1"/>
    <dgm:cxn modelId="{1A327BDA-AFC5-4BB6-98FD-9B1BAEF98ED8}" srcId="{0F02B370-286F-4E1B-80A8-B2AD40265B7C}" destId="{779E1891-55A0-45D2-8644-6C1641F61610}" srcOrd="0" destOrd="0" parTransId="{001927EB-556E-44F8-B096-074F8F11775E}" sibTransId="{B5AA5C1C-9EF7-4DBF-8320-E5ED583A46F6}"/>
    <dgm:cxn modelId="{4698B2DB-C7DA-4F58-82B9-61217C1F0391}" type="presOf" srcId="{28E29980-B26C-44EA-8A98-42DC223F8020}" destId="{5F5A24D3-587C-4BE1-9935-89137EB259B5}" srcOrd="1" destOrd="0" presId="urn:microsoft.com/office/officeart/2005/8/layout/orgChart1"/>
    <dgm:cxn modelId="{9CD8F4DB-E83A-4E8F-BCB7-473F41DAA959}" type="presOf" srcId="{BDAB7DF1-3B65-4C10-AE3A-B4A55DA7BB40}" destId="{48D72702-403F-447F-88C7-0A1AAE23114E}" srcOrd="1" destOrd="0" presId="urn:microsoft.com/office/officeart/2005/8/layout/orgChart1"/>
    <dgm:cxn modelId="{DC897DDC-AD24-411B-9443-B85EF7646C6D}" type="presOf" srcId="{80899B1B-F5F5-45A7-B705-29B9BCA96388}" destId="{4DD6A26B-01D2-4F61-BFE6-A3432E7DBC80}" srcOrd="0" destOrd="0" presId="urn:microsoft.com/office/officeart/2005/8/layout/orgChart1"/>
    <dgm:cxn modelId="{7B0634DD-3697-46ED-B824-3BB8D2E072FD}" srcId="{0F02B370-286F-4E1B-80A8-B2AD40265B7C}" destId="{96AC50D7-F045-4592-8D2D-08ED33183561}" srcOrd="2" destOrd="0" parTransId="{DD34E21E-0CBE-4E75-A621-883BAFE7B8CC}" sibTransId="{8C9BFB24-2E51-49AF-879C-C308C42C2420}"/>
    <dgm:cxn modelId="{32693FDD-B82E-4EC7-BAF4-4FAA0DC9C5FE}" type="presOf" srcId="{6776E12F-6372-4249-A3F8-3BEF637D9A5E}" destId="{130B4C6C-7229-4FC2-BEE5-0C34BE4B1392}" srcOrd="0" destOrd="0" presId="urn:microsoft.com/office/officeart/2005/8/layout/orgChart1"/>
    <dgm:cxn modelId="{FC5596DD-18B4-4ABA-ADCB-324E2AC3727B}" srcId="{9DB61D50-F0AB-451D-BD44-A4B6966FFBEE}" destId="{31517C3B-BFA9-4BE0-90F0-35E42EB3D1AB}" srcOrd="1" destOrd="0" parTransId="{3AB5F7B2-B3EE-4C37-A0D1-91F108E8B7AA}" sibTransId="{B6139D49-FA16-4FA5-B3F2-FD6597756776}"/>
    <dgm:cxn modelId="{5234F8DD-7D46-4553-9CE7-334E491692D4}" type="presOf" srcId="{C621D5C4-4FD4-4B98-B959-CB3565D0179D}" destId="{74ABD9AC-55C6-4E74-9E8D-3C7324D61568}" srcOrd="1" destOrd="0" presId="urn:microsoft.com/office/officeart/2005/8/layout/orgChart1"/>
    <dgm:cxn modelId="{58CAE1DE-0F78-4895-845E-CF9180C00891}" type="presOf" srcId="{A215AEE2-A58C-4A4F-B02E-9EC5ADB9F77C}" destId="{7EEEC67D-84EF-421B-8E3C-34BEA5AC09D3}" srcOrd="0" destOrd="0" presId="urn:microsoft.com/office/officeart/2005/8/layout/orgChart1"/>
    <dgm:cxn modelId="{07E2E5DE-C6B4-4CC4-9F55-0212A8203DD1}" type="presOf" srcId="{417EAA07-CB5E-4A2C-B6F5-AE91533C047A}" destId="{A6A57727-9E01-447B-AC2A-5AA972EF5C77}" srcOrd="0" destOrd="0" presId="urn:microsoft.com/office/officeart/2005/8/layout/orgChart1"/>
    <dgm:cxn modelId="{8DE9FCDE-CBF9-484A-9079-6A3DAD9421AB}" type="presOf" srcId="{4C22D390-A8BA-4E89-BFA7-0D05C3102874}" destId="{700F9588-463C-4FC9-96C4-4213A9B5F5A9}" srcOrd="0" destOrd="0" presId="urn:microsoft.com/office/officeart/2005/8/layout/orgChart1"/>
    <dgm:cxn modelId="{E0B1D8DF-8665-4820-9FF7-2BD097A5E9CF}" type="presOf" srcId="{8A1877A1-49A7-439E-89B0-3E940B08C001}" destId="{D040910B-8905-4B8E-9ED2-9E8B21C3AFC8}" srcOrd="1" destOrd="0" presId="urn:microsoft.com/office/officeart/2005/8/layout/orgChart1"/>
    <dgm:cxn modelId="{C5CDBAE0-A381-41DA-BAAC-13769BAD8E54}" srcId="{DF9E427A-F061-4D73-876E-50DFE6A2B7E5}" destId="{8A1877A1-49A7-439E-89B0-3E940B08C001}" srcOrd="1" destOrd="0" parTransId="{29CF090A-B91B-4091-8F72-67506C11307A}" sibTransId="{EA090F57-EB51-48C4-8911-A91CE1A12049}"/>
    <dgm:cxn modelId="{74B5EEE0-BE13-4872-9D26-7ED77391FE28}" type="presOf" srcId="{BE06CC70-9FF3-4C64-9F47-5E7D3C2460A6}" destId="{C6C0B190-92A2-419B-959C-2FAEC3498A2E}" srcOrd="0" destOrd="0" presId="urn:microsoft.com/office/officeart/2005/8/layout/orgChart1"/>
    <dgm:cxn modelId="{518479E1-06F8-4C3C-ACB3-682445B5529A}" type="presOf" srcId="{CA7CD5DD-7010-4AE0-B74C-B8E217BA6F22}" destId="{8BBCD64A-20F1-4E9F-9E30-47CAC9A6867E}" srcOrd="0" destOrd="0" presId="urn:microsoft.com/office/officeart/2005/8/layout/orgChart1"/>
    <dgm:cxn modelId="{79A134E4-8531-445B-A435-FEA584739A13}" type="presOf" srcId="{5B7D29DF-EED0-40D2-9BD7-696C47C0FAFA}" destId="{DF24F38E-1F33-49D3-B7F7-011C2149D356}" srcOrd="1" destOrd="0" presId="urn:microsoft.com/office/officeart/2005/8/layout/orgChart1"/>
    <dgm:cxn modelId="{AF2C46E5-E748-440F-B18C-F17EDF18030D}" type="presOf" srcId="{9462EF09-FCA7-4D38-82A7-45B63AB2201A}" destId="{3102F3EF-D621-4B9C-9B06-BD9820AC5304}" srcOrd="0" destOrd="0" presId="urn:microsoft.com/office/officeart/2005/8/layout/orgChart1"/>
    <dgm:cxn modelId="{2BDC32E6-A9D2-4EC9-9AE0-1E79ACE1FC14}" type="presOf" srcId="{5B7D29DF-EED0-40D2-9BD7-696C47C0FAFA}" destId="{0BC3BDA3-A9E6-42C1-8818-BEBF43ED3FDA}" srcOrd="0" destOrd="0" presId="urn:microsoft.com/office/officeart/2005/8/layout/orgChart1"/>
    <dgm:cxn modelId="{DCC62FE7-D525-41A5-AAB1-5551900145C1}" type="presOf" srcId="{63328FC9-6DC4-496B-8C22-496728989863}" destId="{932CC661-B1EF-4876-83C6-AEDA0C553D5B}" srcOrd="1" destOrd="0" presId="urn:microsoft.com/office/officeart/2005/8/layout/orgChart1"/>
    <dgm:cxn modelId="{073B97E8-D384-495A-AB61-990C3E94C270}" srcId="{15D23B13-BF56-4F50-B307-A08EB36ACBF4}" destId="{C2C9DA3E-32C0-4379-B7B0-39B809494A6D}" srcOrd="0" destOrd="0" parTransId="{A1C0E218-9B78-4360-8011-BE94A5745EEF}" sibTransId="{F7717C9D-729B-4E89-B996-721ACDEBC737}"/>
    <dgm:cxn modelId="{A15DB8E9-6321-4B26-9C47-85FFA6781006}" type="presOf" srcId="{20252FCB-5CE8-4BB2-832F-A2B8F8F08B6D}" destId="{CD66487D-4A35-45BA-998F-9C8FF0589185}" srcOrd="0" destOrd="0" presId="urn:microsoft.com/office/officeart/2005/8/layout/orgChart1"/>
    <dgm:cxn modelId="{83BA61EA-9915-4D48-8A19-774C910604C1}" type="presOf" srcId="{D6A2AC0D-8565-435B-81BA-E0C28F7685B4}" destId="{F0361C09-18C9-469D-BC54-0B1FED0E9746}" srcOrd="0" destOrd="0" presId="urn:microsoft.com/office/officeart/2005/8/layout/orgChart1"/>
    <dgm:cxn modelId="{2A973CEB-BEFE-4F01-B43F-E04FA845A747}" type="presOf" srcId="{9FE34777-682B-4FA8-8789-6C134EC2FE75}" destId="{8A8E8921-B9A1-444D-A933-0069B988EEE7}" srcOrd="0" destOrd="0" presId="urn:microsoft.com/office/officeart/2005/8/layout/orgChart1"/>
    <dgm:cxn modelId="{76E775EC-8407-4A7A-9CA9-F071E98BA14F}" type="presOf" srcId="{23E2CFFA-6654-4FF2-BE19-14831F12CC82}" destId="{41E544FB-9B45-4E4A-A928-B5792E9A2B05}" srcOrd="0" destOrd="0" presId="urn:microsoft.com/office/officeart/2005/8/layout/orgChart1"/>
    <dgm:cxn modelId="{73D2E9ED-9869-46BC-AFE0-97D328DD94FA}" srcId="{31517C3B-BFA9-4BE0-90F0-35E42EB3D1AB}" destId="{8988A0EE-687F-4490-AF94-C22DABDA741C}" srcOrd="0" destOrd="0" parTransId="{522D1AF1-92EC-4C24-A562-78D7F7A71C05}" sibTransId="{280F9D7E-C85A-4C1E-98D6-559D42E6991D}"/>
    <dgm:cxn modelId="{C50E16EE-C8B1-49F1-9595-4B1FF4D720D7}" type="presOf" srcId="{9FE34777-682B-4FA8-8789-6C134EC2FE75}" destId="{5BCC02F3-42D3-4A04-BBE1-3D166453CECA}" srcOrd="1" destOrd="0" presId="urn:microsoft.com/office/officeart/2005/8/layout/orgChart1"/>
    <dgm:cxn modelId="{2D1393EF-7999-42A7-A518-887DE7E088AD}" type="presOf" srcId="{3AB5F7B2-B3EE-4C37-A0D1-91F108E8B7AA}" destId="{C0463D50-DACE-45D8-BF03-B5BA485400CB}" srcOrd="0" destOrd="0" presId="urn:microsoft.com/office/officeart/2005/8/layout/orgChart1"/>
    <dgm:cxn modelId="{AA7EEEEF-66E7-4484-94D4-17F6A1C2E6F0}" type="presOf" srcId="{8988A0EE-687F-4490-AF94-C22DABDA741C}" destId="{8007B376-B41A-4C8B-9A19-92E369E8912F}" srcOrd="0" destOrd="0" presId="urn:microsoft.com/office/officeart/2005/8/layout/orgChart1"/>
    <dgm:cxn modelId="{C1F92FF0-5C02-45FA-9102-9DCC6DBA5E4B}" type="presOf" srcId="{92162928-B373-4802-B988-4C318FAE4B4C}" destId="{38710617-AD94-492E-877A-67DEA8A29246}" srcOrd="1" destOrd="0" presId="urn:microsoft.com/office/officeart/2005/8/layout/orgChart1"/>
    <dgm:cxn modelId="{A11A0BF1-1A05-4A0B-ADEB-B2C2145C64B8}" type="presOf" srcId="{B3C76091-5368-4912-B5FF-0AD3F30CA124}" destId="{EDFF0DCF-8733-4B5E-925F-FB7A26254795}" srcOrd="0" destOrd="0" presId="urn:microsoft.com/office/officeart/2005/8/layout/orgChart1"/>
    <dgm:cxn modelId="{D8B66FF1-7BC4-4721-B066-41592A705547}" type="presOf" srcId="{053B35A8-23A9-41A0-B559-D82ABCDC0B60}" destId="{BFE86900-BC0E-4879-BB80-7829F1A761DF}" srcOrd="0" destOrd="0" presId="urn:microsoft.com/office/officeart/2005/8/layout/orgChart1"/>
    <dgm:cxn modelId="{78598CF2-EAEC-4D3E-A57F-3817BF537745}" type="presOf" srcId="{B8B86D17-AB19-4EAE-B55F-6D9C24152D72}" destId="{29ED2A1B-7A30-4B58-A99C-D7975DA20049}" srcOrd="0" destOrd="0" presId="urn:microsoft.com/office/officeart/2005/8/layout/orgChart1"/>
    <dgm:cxn modelId="{B77B9CF3-F5FB-4410-B156-7D0193A0A34F}" type="presOf" srcId="{B39B1209-0F09-42AD-A8BC-145CD0185577}" destId="{CB2A14B5-32FA-4262-850E-D232946799EE}" srcOrd="1" destOrd="0" presId="urn:microsoft.com/office/officeart/2005/8/layout/orgChart1"/>
    <dgm:cxn modelId="{9178B7F3-1208-4938-955D-23387E5A4C07}" type="presOf" srcId="{CFAD5C42-24AA-42C4-AA42-C6895493CB20}" destId="{9826BB66-FFD0-4B30-9703-57BC03545FDC}" srcOrd="0" destOrd="0" presId="urn:microsoft.com/office/officeart/2005/8/layout/orgChart1"/>
    <dgm:cxn modelId="{429517F6-5BBA-44BC-8B4C-513A6A2B9896}" type="presOf" srcId="{5A145AFA-2DF0-49E3-97EB-17C4949C5BD0}" destId="{F8AB5F61-5C19-4FCF-B257-7F4138739F5C}" srcOrd="1" destOrd="0" presId="urn:microsoft.com/office/officeart/2005/8/layout/orgChart1"/>
    <dgm:cxn modelId="{BAAAA2F6-AD6C-44D1-9258-61B4363424D1}" srcId="{C4C27F72-3942-48C4-AB98-667F0ADE6E34}" destId="{22BEA019-5575-4276-9804-6ECA3E6A0986}" srcOrd="1" destOrd="0" parTransId="{4C22D390-A8BA-4E89-BFA7-0D05C3102874}" sibTransId="{EC5A3424-E7FF-4CFC-A408-43B0EECAEA51}"/>
    <dgm:cxn modelId="{146DDDF9-C0BD-4AF3-8B80-96BBF405AF91}" type="presOf" srcId="{8C6998EE-0FC5-4CED-9014-B0F8EB2DB704}" destId="{7068693F-A1B2-449B-B37E-BAA64A85F28D}" srcOrd="0" destOrd="0" presId="urn:microsoft.com/office/officeart/2005/8/layout/orgChart1"/>
    <dgm:cxn modelId="{E539C9FB-2794-4AB4-B03A-B0D8A2F584E0}" type="presOf" srcId="{CA17B688-CC8F-4E83-9D5E-3C10E5770606}" destId="{BC3B6495-8AB1-4D9B-8FBA-DF6B32D359F6}" srcOrd="0" destOrd="0" presId="urn:microsoft.com/office/officeart/2005/8/layout/orgChart1"/>
    <dgm:cxn modelId="{F825ECFB-A33B-490B-853F-B102A4CF4786}" type="presOf" srcId="{9DB61D50-F0AB-451D-BD44-A4B6966FFBEE}" destId="{310DBADD-A0A4-4250-B721-E330E444A769}" srcOrd="0" destOrd="0" presId="urn:microsoft.com/office/officeart/2005/8/layout/orgChart1"/>
    <dgm:cxn modelId="{57DAB3FE-AD4D-41F2-9885-04F9A18699EE}" type="presOf" srcId="{60DDE840-A563-4F31-B4B2-9E7426A4998C}" destId="{0B11E1DF-476E-4A48-9271-DE56F96232B3}" srcOrd="0" destOrd="0" presId="urn:microsoft.com/office/officeart/2005/8/layout/orgChart1"/>
    <dgm:cxn modelId="{4FBB667E-D212-4AD8-A78F-3AD440C9A23F}" type="presParOf" srcId="{CE01B670-1EEA-4848-90D3-DFD1C7C7F55F}" destId="{3AF247A6-5907-446E-AA6F-4BAC28FD9F2C}" srcOrd="0" destOrd="0" presId="urn:microsoft.com/office/officeart/2005/8/layout/orgChart1"/>
    <dgm:cxn modelId="{B51EDF9A-6B3F-49B3-9E70-F599BA284602}" type="presParOf" srcId="{3AF247A6-5907-446E-AA6F-4BAC28FD9F2C}" destId="{FB8CCF8C-63A8-4B00-B8C6-A24AC6552628}" srcOrd="0" destOrd="0" presId="urn:microsoft.com/office/officeart/2005/8/layout/orgChart1"/>
    <dgm:cxn modelId="{AB6B622C-30AE-487E-BD45-29EEABE683CC}" type="presParOf" srcId="{FB8CCF8C-63A8-4B00-B8C6-A24AC6552628}" destId="{248530AC-F178-403E-A897-42E299E5ED21}" srcOrd="0" destOrd="0" presId="urn:microsoft.com/office/officeart/2005/8/layout/orgChart1"/>
    <dgm:cxn modelId="{89B38AC4-F895-460E-946E-C92EA9F04CDE}" type="presParOf" srcId="{FB8CCF8C-63A8-4B00-B8C6-A24AC6552628}" destId="{BD047E60-9F9C-4B43-B9EF-1A7F5A8327BA}" srcOrd="1" destOrd="0" presId="urn:microsoft.com/office/officeart/2005/8/layout/orgChart1"/>
    <dgm:cxn modelId="{C546A49E-E79A-418A-A73E-1581E13165E6}" type="presParOf" srcId="{3AF247A6-5907-446E-AA6F-4BAC28FD9F2C}" destId="{9098D234-D388-4106-B539-B7C38DD6D81C}" srcOrd="1" destOrd="0" presId="urn:microsoft.com/office/officeart/2005/8/layout/orgChart1"/>
    <dgm:cxn modelId="{42B5EA5A-BF01-46C1-994D-9C67E1CFA12F}" type="presParOf" srcId="{9098D234-D388-4106-B539-B7C38DD6D81C}" destId="{A6E2B9B1-B808-4C3E-9CA4-FDBFEB7C6E12}" srcOrd="0" destOrd="0" presId="urn:microsoft.com/office/officeart/2005/8/layout/orgChart1"/>
    <dgm:cxn modelId="{0DCB0726-C602-4F0E-8B1B-6E4CFC537C0C}" type="presParOf" srcId="{9098D234-D388-4106-B539-B7C38DD6D81C}" destId="{842694ED-63FE-41F5-8205-A2D2ED7AB622}" srcOrd="1" destOrd="0" presId="urn:microsoft.com/office/officeart/2005/8/layout/orgChart1"/>
    <dgm:cxn modelId="{0BF29A8D-CBD7-4762-903E-34602380AFBA}" type="presParOf" srcId="{842694ED-63FE-41F5-8205-A2D2ED7AB622}" destId="{156B7B81-9C4B-4435-88FA-61CD1E94F7AC}" srcOrd="0" destOrd="0" presId="urn:microsoft.com/office/officeart/2005/8/layout/orgChart1"/>
    <dgm:cxn modelId="{60AE490E-F7DC-4BFD-B7AF-442AA3AE4033}" type="presParOf" srcId="{156B7B81-9C4B-4435-88FA-61CD1E94F7AC}" destId="{E053A169-9C0A-4979-A9C3-739101C47B4F}" srcOrd="0" destOrd="0" presId="urn:microsoft.com/office/officeart/2005/8/layout/orgChart1"/>
    <dgm:cxn modelId="{018258FC-8590-4AF5-9C2C-2A90498A52BC}" type="presParOf" srcId="{156B7B81-9C4B-4435-88FA-61CD1E94F7AC}" destId="{38710617-AD94-492E-877A-67DEA8A29246}" srcOrd="1" destOrd="0" presId="urn:microsoft.com/office/officeart/2005/8/layout/orgChart1"/>
    <dgm:cxn modelId="{C40A958F-4CAA-493E-980C-E8890AA28881}" type="presParOf" srcId="{842694ED-63FE-41F5-8205-A2D2ED7AB622}" destId="{EE25FEE9-C0A4-43A3-BC29-09C1DC02735B}" srcOrd="1" destOrd="0" presId="urn:microsoft.com/office/officeart/2005/8/layout/orgChart1"/>
    <dgm:cxn modelId="{51C9B123-398B-4185-A255-E5BFC86562BB}" type="presParOf" srcId="{EE25FEE9-C0A4-43A3-BC29-09C1DC02735B}" destId="{EDFF0DCF-8733-4B5E-925F-FB7A26254795}" srcOrd="0" destOrd="0" presId="urn:microsoft.com/office/officeart/2005/8/layout/orgChart1"/>
    <dgm:cxn modelId="{6AC7B5E4-2117-4948-8FFF-8712CFD7EC94}" type="presParOf" srcId="{EE25FEE9-C0A4-43A3-BC29-09C1DC02735B}" destId="{4E75635F-BF0A-40EC-B20D-25ADDAA1BDB8}" srcOrd="1" destOrd="0" presId="urn:microsoft.com/office/officeart/2005/8/layout/orgChart1"/>
    <dgm:cxn modelId="{F377C77D-93F7-4122-9E4F-09D4AF827FDB}" type="presParOf" srcId="{4E75635F-BF0A-40EC-B20D-25ADDAA1BDB8}" destId="{B9E03E8B-7B90-4AD1-B84D-7E27F2A1AA3A}" srcOrd="0" destOrd="0" presId="urn:microsoft.com/office/officeart/2005/8/layout/orgChart1"/>
    <dgm:cxn modelId="{9865BC95-1B11-4C15-B84B-A316D0C1A5EA}" type="presParOf" srcId="{B9E03E8B-7B90-4AD1-B84D-7E27F2A1AA3A}" destId="{A16E3FA9-1B5B-46B1-AE9C-23AA6716D2DC}" srcOrd="0" destOrd="0" presId="urn:microsoft.com/office/officeart/2005/8/layout/orgChart1"/>
    <dgm:cxn modelId="{E15236FF-BD49-41D8-BA68-C867EEB008DE}" type="presParOf" srcId="{B9E03E8B-7B90-4AD1-B84D-7E27F2A1AA3A}" destId="{A0AC0E93-74DD-412D-8618-C5AD8E644AE4}" srcOrd="1" destOrd="0" presId="urn:microsoft.com/office/officeart/2005/8/layout/orgChart1"/>
    <dgm:cxn modelId="{8393AE7B-719B-4B59-9592-2DA705E1118D}" type="presParOf" srcId="{4E75635F-BF0A-40EC-B20D-25ADDAA1BDB8}" destId="{090B3B2D-5D85-4F10-AE97-111017870F80}" srcOrd="1" destOrd="0" presId="urn:microsoft.com/office/officeart/2005/8/layout/orgChart1"/>
    <dgm:cxn modelId="{F12BAFCD-79BC-4FE0-80FB-A53942A903D8}" type="presParOf" srcId="{090B3B2D-5D85-4F10-AE97-111017870F80}" destId="{BBB20C72-B519-4911-8E3E-3CF0B00ED522}" srcOrd="0" destOrd="0" presId="urn:microsoft.com/office/officeart/2005/8/layout/orgChart1"/>
    <dgm:cxn modelId="{69AB1F1D-1216-4B7A-996C-DBEABD8DB8B1}" type="presParOf" srcId="{090B3B2D-5D85-4F10-AE97-111017870F80}" destId="{5FC2A6AA-E580-4978-995B-D5A7B9E15E4E}" srcOrd="1" destOrd="0" presId="urn:microsoft.com/office/officeart/2005/8/layout/orgChart1"/>
    <dgm:cxn modelId="{F3294DB9-F985-485F-AB39-703258E8F395}" type="presParOf" srcId="{5FC2A6AA-E580-4978-995B-D5A7B9E15E4E}" destId="{CB932291-13AB-443E-92D9-63D972BACEE5}" srcOrd="0" destOrd="0" presId="urn:microsoft.com/office/officeart/2005/8/layout/orgChart1"/>
    <dgm:cxn modelId="{01626EFE-CFD6-4FF5-9FFC-91B719627709}" type="presParOf" srcId="{CB932291-13AB-443E-92D9-63D972BACEE5}" destId="{FD7A565D-CEA6-437C-8B2C-7814F9D0AF63}" srcOrd="0" destOrd="0" presId="urn:microsoft.com/office/officeart/2005/8/layout/orgChart1"/>
    <dgm:cxn modelId="{D9343371-CD48-453E-B45A-82B66F41B33F}" type="presParOf" srcId="{CB932291-13AB-443E-92D9-63D972BACEE5}" destId="{DE948530-7840-4166-9751-8F263F61089D}" srcOrd="1" destOrd="0" presId="urn:microsoft.com/office/officeart/2005/8/layout/orgChart1"/>
    <dgm:cxn modelId="{48789B90-261E-4CCC-8C86-8C0D1076EC4E}" type="presParOf" srcId="{5FC2A6AA-E580-4978-995B-D5A7B9E15E4E}" destId="{E8D59820-AD9C-437E-A7EE-2C9D7ED43B34}" srcOrd="1" destOrd="0" presId="urn:microsoft.com/office/officeart/2005/8/layout/orgChart1"/>
    <dgm:cxn modelId="{087F9500-4FDD-4C6B-B575-02F0E48B371D}" type="presParOf" srcId="{E8D59820-AD9C-437E-A7EE-2C9D7ED43B34}" destId="{5A027988-1D70-43E4-8AB5-2BDF0D22656D}" srcOrd="0" destOrd="0" presId="urn:microsoft.com/office/officeart/2005/8/layout/orgChart1"/>
    <dgm:cxn modelId="{8ABA2DF4-884E-4A25-A832-E94242FE3B9E}" type="presParOf" srcId="{E8D59820-AD9C-437E-A7EE-2C9D7ED43B34}" destId="{82B90A59-38E0-4417-9076-A72990EBD092}" srcOrd="1" destOrd="0" presId="urn:microsoft.com/office/officeart/2005/8/layout/orgChart1"/>
    <dgm:cxn modelId="{4B13B2E6-CF30-4022-AC1E-C103BAA7ABE4}" type="presParOf" srcId="{82B90A59-38E0-4417-9076-A72990EBD092}" destId="{37FBDF90-B193-4DEC-A236-DC730663EA67}" srcOrd="0" destOrd="0" presId="urn:microsoft.com/office/officeart/2005/8/layout/orgChart1"/>
    <dgm:cxn modelId="{ED405D51-D8E2-4A2E-965E-9F2B39E73879}" type="presParOf" srcId="{37FBDF90-B193-4DEC-A236-DC730663EA67}" destId="{0136B7F2-325C-4EE5-8E38-FA9B7C4A59BA}" srcOrd="0" destOrd="0" presId="urn:microsoft.com/office/officeart/2005/8/layout/orgChart1"/>
    <dgm:cxn modelId="{E8A79C36-ED86-4542-88EE-B981A76DB0C0}" type="presParOf" srcId="{37FBDF90-B193-4DEC-A236-DC730663EA67}" destId="{48D72702-403F-447F-88C7-0A1AAE23114E}" srcOrd="1" destOrd="0" presId="urn:microsoft.com/office/officeart/2005/8/layout/orgChart1"/>
    <dgm:cxn modelId="{2E51910F-CC8E-4209-89C7-B30C14D23192}" type="presParOf" srcId="{82B90A59-38E0-4417-9076-A72990EBD092}" destId="{D9FAC2F6-6106-4DC6-BC6D-F0B49A2C6B64}" srcOrd="1" destOrd="0" presId="urn:microsoft.com/office/officeart/2005/8/layout/orgChart1"/>
    <dgm:cxn modelId="{FBD78FFA-47C7-4321-A7C8-3356A1C97985}" type="presParOf" srcId="{82B90A59-38E0-4417-9076-A72990EBD092}" destId="{52A41C9E-42C0-4865-B098-685175A24CF0}" srcOrd="2" destOrd="0" presId="urn:microsoft.com/office/officeart/2005/8/layout/orgChart1"/>
    <dgm:cxn modelId="{14A78221-D7C5-4D0C-93C4-394A14EF8A1F}" type="presParOf" srcId="{E8D59820-AD9C-437E-A7EE-2C9D7ED43B34}" destId="{376415C8-02AD-4886-812B-D609CA875C07}" srcOrd="2" destOrd="0" presId="urn:microsoft.com/office/officeart/2005/8/layout/orgChart1"/>
    <dgm:cxn modelId="{64D63366-B661-4664-B921-4913DA18D54D}" type="presParOf" srcId="{E8D59820-AD9C-437E-A7EE-2C9D7ED43B34}" destId="{90D0BB5E-6480-4EB6-A67F-6D7B37B23BFE}" srcOrd="3" destOrd="0" presId="urn:microsoft.com/office/officeart/2005/8/layout/orgChart1"/>
    <dgm:cxn modelId="{A996F923-22C9-45A3-8DB5-A5C6E846CA60}" type="presParOf" srcId="{90D0BB5E-6480-4EB6-A67F-6D7B37B23BFE}" destId="{8F9D5089-63F7-43CE-B4F2-884FB50C782B}" srcOrd="0" destOrd="0" presId="urn:microsoft.com/office/officeart/2005/8/layout/orgChart1"/>
    <dgm:cxn modelId="{36B75842-7B1D-4EED-8E4D-E4A30FFC04EE}" type="presParOf" srcId="{8F9D5089-63F7-43CE-B4F2-884FB50C782B}" destId="{09B74BDD-370E-43ED-A1F7-2620C75BDA9C}" srcOrd="0" destOrd="0" presId="urn:microsoft.com/office/officeart/2005/8/layout/orgChart1"/>
    <dgm:cxn modelId="{FB6F1D5D-2873-4AE7-BBAA-617189C2BF40}" type="presParOf" srcId="{8F9D5089-63F7-43CE-B4F2-884FB50C782B}" destId="{ADA0C9EA-2209-41DD-9A4D-7E177229D763}" srcOrd="1" destOrd="0" presId="urn:microsoft.com/office/officeart/2005/8/layout/orgChart1"/>
    <dgm:cxn modelId="{B0C27C50-B6D5-45A0-B659-B96A5EA636FF}" type="presParOf" srcId="{90D0BB5E-6480-4EB6-A67F-6D7B37B23BFE}" destId="{FDB1A3BE-676B-4454-9689-12A58F4A2C86}" srcOrd="1" destOrd="0" presId="urn:microsoft.com/office/officeart/2005/8/layout/orgChart1"/>
    <dgm:cxn modelId="{6E687359-D2CC-4324-A15D-98AC0985E365}" type="presParOf" srcId="{90D0BB5E-6480-4EB6-A67F-6D7B37B23BFE}" destId="{40A29442-81B5-4646-B3A4-8ACCAB0913AD}" srcOrd="2" destOrd="0" presId="urn:microsoft.com/office/officeart/2005/8/layout/orgChart1"/>
    <dgm:cxn modelId="{894923AE-FEC3-450E-AE39-456AE5FF495D}" type="presParOf" srcId="{5FC2A6AA-E580-4978-995B-D5A7B9E15E4E}" destId="{BCCF193E-CA20-48EC-BD7A-68C4DE55879A}" srcOrd="2" destOrd="0" presId="urn:microsoft.com/office/officeart/2005/8/layout/orgChart1"/>
    <dgm:cxn modelId="{707DAED3-FB8A-4E44-AAD4-27EB07ED41FB}" type="presParOf" srcId="{090B3B2D-5D85-4F10-AE97-111017870F80}" destId="{130B4C6C-7229-4FC2-BEE5-0C34BE4B1392}" srcOrd="2" destOrd="0" presId="urn:microsoft.com/office/officeart/2005/8/layout/orgChart1"/>
    <dgm:cxn modelId="{67B319AB-AF4F-4AF2-A45F-69C04B9EA409}" type="presParOf" srcId="{090B3B2D-5D85-4F10-AE97-111017870F80}" destId="{D4510892-003E-48DB-87CA-82D5B6A03133}" srcOrd="3" destOrd="0" presId="urn:microsoft.com/office/officeart/2005/8/layout/orgChart1"/>
    <dgm:cxn modelId="{EBE7F0DF-F0D6-4312-89FB-8D266FEF1385}" type="presParOf" srcId="{D4510892-003E-48DB-87CA-82D5B6A03133}" destId="{750BD6B5-4C0E-4923-9110-BC82C51CA068}" srcOrd="0" destOrd="0" presId="urn:microsoft.com/office/officeart/2005/8/layout/orgChart1"/>
    <dgm:cxn modelId="{A90C9959-7EBD-4288-98DF-FF88267A3F5F}" type="presParOf" srcId="{750BD6B5-4C0E-4923-9110-BC82C51CA068}" destId="{1A83A792-16BF-40FF-ACC3-B021DAACB85F}" srcOrd="0" destOrd="0" presId="urn:microsoft.com/office/officeart/2005/8/layout/orgChart1"/>
    <dgm:cxn modelId="{12A35459-6D28-4F9C-961F-75B072E80812}" type="presParOf" srcId="{750BD6B5-4C0E-4923-9110-BC82C51CA068}" destId="{5F5A24D3-587C-4BE1-9935-89137EB259B5}" srcOrd="1" destOrd="0" presId="urn:microsoft.com/office/officeart/2005/8/layout/orgChart1"/>
    <dgm:cxn modelId="{21320F0C-7322-4895-B7F8-9DAF6B60708C}" type="presParOf" srcId="{D4510892-003E-48DB-87CA-82D5B6A03133}" destId="{3BCEBFB7-2298-4A80-BCCF-036A3A8DD607}" srcOrd="1" destOrd="0" presId="urn:microsoft.com/office/officeart/2005/8/layout/orgChart1"/>
    <dgm:cxn modelId="{94DC5796-8C30-43C0-97B9-80D3C54416B7}" type="presParOf" srcId="{3BCEBFB7-2298-4A80-BCCF-036A3A8DD607}" destId="{7BD1D3B6-28C4-4238-82D7-93A0B35F795F}" srcOrd="0" destOrd="0" presId="urn:microsoft.com/office/officeart/2005/8/layout/orgChart1"/>
    <dgm:cxn modelId="{07D11126-BAEE-40C7-B164-0FDA76892175}" type="presParOf" srcId="{3BCEBFB7-2298-4A80-BCCF-036A3A8DD607}" destId="{E21F405F-7530-4436-BBCA-42F9424F454F}" srcOrd="1" destOrd="0" presId="urn:microsoft.com/office/officeart/2005/8/layout/orgChart1"/>
    <dgm:cxn modelId="{D66F968D-0895-465F-A4E0-152881E1A63C}" type="presParOf" srcId="{E21F405F-7530-4436-BBCA-42F9424F454F}" destId="{4A8F1749-029C-43B0-BCAF-D8E6C46DCA22}" srcOrd="0" destOrd="0" presId="urn:microsoft.com/office/officeart/2005/8/layout/orgChart1"/>
    <dgm:cxn modelId="{23186EBB-8E57-43B4-800A-D2EC60B5E702}" type="presParOf" srcId="{4A8F1749-029C-43B0-BCAF-D8E6C46DCA22}" destId="{7068693F-A1B2-449B-B37E-BAA64A85F28D}" srcOrd="0" destOrd="0" presId="urn:microsoft.com/office/officeart/2005/8/layout/orgChart1"/>
    <dgm:cxn modelId="{62EE66CC-DBC3-41B4-8258-CEC194B492D2}" type="presParOf" srcId="{4A8F1749-029C-43B0-BCAF-D8E6C46DCA22}" destId="{BAB1E652-84A8-4C5D-B267-47B3BEE033D2}" srcOrd="1" destOrd="0" presId="urn:microsoft.com/office/officeart/2005/8/layout/orgChart1"/>
    <dgm:cxn modelId="{E3464094-22E7-4FCB-915F-0F0054B826E3}" type="presParOf" srcId="{E21F405F-7530-4436-BBCA-42F9424F454F}" destId="{F587ABDF-6419-4325-AF29-9B3AF3E0C9F2}" srcOrd="1" destOrd="0" presId="urn:microsoft.com/office/officeart/2005/8/layout/orgChart1"/>
    <dgm:cxn modelId="{7638D54A-8954-4184-939A-FA459834F73B}" type="presParOf" srcId="{E21F405F-7530-4436-BBCA-42F9424F454F}" destId="{454A5DE2-81F0-45F8-AB3E-68C5D275698F}" srcOrd="2" destOrd="0" presId="urn:microsoft.com/office/officeart/2005/8/layout/orgChart1"/>
    <dgm:cxn modelId="{D7EBD55C-7973-465F-9E46-E97D15C69DF4}" type="presParOf" srcId="{3BCEBFB7-2298-4A80-BCCF-036A3A8DD607}" destId="{010770AD-E444-4AD3-81BF-F65F0BF4D620}" srcOrd="2" destOrd="0" presId="urn:microsoft.com/office/officeart/2005/8/layout/orgChart1"/>
    <dgm:cxn modelId="{BFC78B92-A4EC-49CD-B4B5-74707FFFB3FD}" type="presParOf" srcId="{3BCEBFB7-2298-4A80-BCCF-036A3A8DD607}" destId="{356A43FC-88E9-4652-8024-B68F6C1EDB55}" srcOrd="3" destOrd="0" presId="urn:microsoft.com/office/officeart/2005/8/layout/orgChart1"/>
    <dgm:cxn modelId="{B2A6C2BE-17A2-444C-A24E-0A3D9E214EBB}" type="presParOf" srcId="{356A43FC-88E9-4652-8024-B68F6C1EDB55}" destId="{5DB3EED0-6426-4A84-810F-FB1369F43F7C}" srcOrd="0" destOrd="0" presId="urn:microsoft.com/office/officeart/2005/8/layout/orgChart1"/>
    <dgm:cxn modelId="{89C0824B-C567-4612-A1F1-0C5B777756C6}" type="presParOf" srcId="{5DB3EED0-6426-4A84-810F-FB1369F43F7C}" destId="{CDBA089D-D4BE-4265-A3FF-83788E0A109D}" srcOrd="0" destOrd="0" presId="urn:microsoft.com/office/officeart/2005/8/layout/orgChart1"/>
    <dgm:cxn modelId="{BD7BBC32-D32C-4216-8B38-7918FBFB7459}" type="presParOf" srcId="{5DB3EED0-6426-4A84-810F-FB1369F43F7C}" destId="{61163651-3006-480B-8010-89FF630F787F}" srcOrd="1" destOrd="0" presId="urn:microsoft.com/office/officeart/2005/8/layout/orgChart1"/>
    <dgm:cxn modelId="{8F6602B2-10BA-426B-9042-179F28AEE605}" type="presParOf" srcId="{356A43FC-88E9-4652-8024-B68F6C1EDB55}" destId="{D7B1F26A-70F3-4689-811A-858148B3F68E}" srcOrd="1" destOrd="0" presId="urn:microsoft.com/office/officeart/2005/8/layout/orgChart1"/>
    <dgm:cxn modelId="{32BD0D7C-0B09-46AE-A454-13BF4F894A72}" type="presParOf" srcId="{356A43FC-88E9-4652-8024-B68F6C1EDB55}" destId="{3006DD7D-4765-49E7-BAC4-F5FA7F74BA7D}" srcOrd="2" destOrd="0" presId="urn:microsoft.com/office/officeart/2005/8/layout/orgChart1"/>
    <dgm:cxn modelId="{9B8F1958-3FDA-4328-B708-C9783156AEDF}" type="presParOf" srcId="{D4510892-003E-48DB-87CA-82D5B6A03133}" destId="{FED4648E-6971-479A-8B18-D186451D0618}" srcOrd="2" destOrd="0" presId="urn:microsoft.com/office/officeart/2005/8/layout/orgChart1"/>
    <dgm:cxn modelId="{8973BA8C-7374-4D1F-9CFE-B1ACE359EAB3}" type="presParOf" srcId="{090B3B2D-5D85-4F10-AE97-111017870F80}" destId="{79816015-FD24-4C5D-BD68-7D68C7C931D6}" srcOrd="4" destOrd="0" presId="urn:microsoft.com/office/officeart/2005/8/layout/orgChart1"/>
    <dgm:cxn modelId="{D7E665AD-E2B1-43E4-8A58-7138066AE1CC}" type="presParOf" srcId="{090B3B2D-5D85-4F10-AE97-111017870F80}" destId="{D7E90AA9-E85E-453C-B0BB-FF1DC7668442}" srcOrd="5" destOrd="0" presId="urn:microsoft.com/office/officeart/2005/8/layout/orgChart1"/>
    <dgm:cxn modelId="{26669088-4BA0-4FF3-9908-C734E7FB7D33}" type="presParOf" srcId="{D7E90AA9-E85E-453C-B0BB-FF1DC7668442}" destId="{089EE9E6-0E39-4717-B4CA-06FD9BCCE095}" srcOrd="0" destOrd="0" presId="urn:microsoft.com/office/officeart/2005/8/layout/orgChart1"/>
    <dgm:cxn modelId="{8DA9E4D0-3BCB-4F75-B7DC-C65C774CCF90}" type="presParOf" srcId="{089EE9E6-0E39-4717-B4CA-06FD9BCCE095}" destId="{9B2B8ADB-13AD-4F53-BCAC-8D2F89B13B58}" srcOrd="0" destOrd="0" presId="urn:microsoft.com/office/officeart/2005/8/layout/orgChart1"/>
    <dgm:cxn modelId="{D80719CC-260C-4BBB-AD82-3D530CA83A56}" type="presParOf" srcId="{089EE9E6-0E39-4717-B4CA-06FD9BCCE095}" destId="{932CC661-B1EF-4876-83C6-AEDA0C553D5B}" srcOrd="1" destOrd="0" presId="urn:microsoft.com/office/officeart/2005/8/layout/orgChart1"/>
    <dgm:cxn modelId="{4FCFD3CD-45AE-421F-887D-BFFAA3F28FDF}" type="presParOf" srcId="{D7E90AA9-E85E-453C-B0BB-FF1DC7668442}" destId="{D1339946-532E-4827-8487-4A7A50A4A54A}" srcOrd="1" destOrd="0" presId="urn:microsoft.com/office/officeart/2005/8/layout/orgChart1"/>
    <dgm:cxn modelId="{8057662B-7A33-4AE3-AB8C-A754EE201A0F}" type="presParOf" srcId="{D1339946-532E-4827-8487-4A7A50A4A54A}" destId="{E5774365-5A5E-4AE0-AD7F-8F14BFD1A3E8}" srcOrd="0" destOrd="0" presId="urn:microsoft.com/office/officeart/2005/8/layout/orgChart1"/>
    <dgm:cxn modelId="{C3E06429-7927-4F89-BBE5-65A081C6B7E0}" type="presParOf" srcId="{D1339946-532E-4827-8487-4A7A50A4A54A}" destId="{20114318-A210-470F-A648-E82A14DE8D59}" srcOrd="1" destOrd="0" presId="urn:microsoft.com/office/officeart/2005/8/layout/orgChart1"/>
    <dgm:cxn modelId="{E19643C4-2E46-4B2E-9D91-B5FEF03D6EC7}" type="presParOf" srcId="{20114318-A210-470F-A648-E82A14DE8D59}" destId="{C27669B7-F1CB-4C48-8D13-9857E4F681D4}" srcOrd="0" destOrd="0" presId="urn:microsoft.com/office/officeart/2005/8/layout/orgChart1"/>
    <dgm:cxn modelId="{CC153CF4-6E36-43EC-9AB0-AAE49820DEA9}" type="presParOf" srcId="{C27669B7-F1CB-4C48-8D13-9857E4F681D4}" destId="{12905FB3-EA29-4377-9575-47A56F4A603B}" srcOrd="0" destOrd="0" presId="urn:microsoft.com/office/officeart/2005/8/layout/orgChart1"/>
    <dgm:cxn modelId="{913FAA36-B347-4DC2-8E5C-5513383CA698}" type="presParOf" srcId="{C27669B7-F1CB-4C48-8D13-9857E4F681D4}" destId="{CB2A14B5-32FA-4262-850E-D232946799EE}" srcOrd="1" destOrd="0" presId="urn:microsoft.com/office/officeart/2005/8/layout/orgChart1"/>
    <dgm:cxn modelId="{03566FA7-7A9F-4894-89B2-2E7596E06708}" type="presParOf" srcId="{20114318-A210-470F-A648-E82A14DE8D59}" destId="{C95D6236-73DB-4E37-BB54-517B586434B1}" srcOrd="1" destOrd="0" presId="urn:microsoft.com/office/officeart/2005/8/layout/orgChart1"/>
    <dgm:cxn modelId="{64A38782-696B-4DBE-8B57-6206658AC875}" type="presParOf" srcId="{20114318-A210-470F-A648-E82A14DE8D59}" destId="{8D5EA57A-996F-4D25-BED8-BA20D63BFC60}" srcOrd="2" destOrd="0" presId="urn:microsoft.com/office/officeart/2005/8/layout/orgChart1"/>
    <dgm:cxn modelId="{9ED253D3-7D9E-489D-B4BD-84B2A81D16EC}" type="presParOf" srcId="{D1339946-532E-4827-8487-4A7A50A4A54A}" destId="{F5974F7E-BE27-4A76-982D-DF164425496D}" srcOrd="2" destOrd="0" presId="urn:microsoft.com/office/officeart/2005/8/layout/orgChart1"/>
    <dgm:cxn modelId="{B904A27B-CD03-4523-AADC-90AD0ED35741}" type="presParOf" srcId="{D1339946-532E-4827-8487-4A7A50A4A54A}" destId="{77FC9156-F70C-4B7B-80FB-5347DD46BDE9}" srcOrd="3" destOrd="0" presId="urn:microsoft.com/office/officeart/2005/8/layout/orgChart1"/>
    <dgm:cxn modelId="{8E5716C3-7CF6-49FE-9AFB-FAD840628AF7}" type="presParOf" srcId="{77FC9156-F70C-4B7B-80FB-5347DD46BDE9}" destId="{5F1975F8-B82C-4E60-A617-ABA22F98770D}" srcOrd="0" destOrd="0" presId="urn:microsoft.com/office/officeart/2005/8/layout/orgChart1"/>
    <dgm:cxn modelId="{044F959B-062E-4789-9E81-A65639282DC7}" type="presParOf" srcId="{5F1975F8-B82C-4E60-A617-ABA22F98770D}" destId="{0BC3BDA3-A9E6-42C1-8818-BEBF43ED3FDA}" srcOrd="0" destOrd="0" presId="urn:microsoft.com/office/officeart/2005/8/layout/orgChart1"/>
    <dgm:cxn modelId="{B00F019F-AFD1-4093-9CB6-41FF3E804A29}" type="presParOf" srcId="{5F1975F8-B82C-4E60-A617-ABA22F98770D}" destId="{DF24F38E-1F33-49D3-B7F7-011C2149D356}" srcOrd="1" destOrd="0" presId="urn:microsoft.com/office/officeart/2005/8/layout/orgChart1"/>
    <dgm:cxn modelId="{65186DA4-8EF5-48C2-BC05-4C3E7D8FC3F6}" type="presParOf" srcId="{77FC9156-F70C-4B7B-80FB-5347DD46BDE9}" destId="{88EBEE30-5633-4EEF-BDC6-785C54A732F9}" srcOrd="1" destOrd="0" presId="urn:microsoft.com/office/officeart/2005/8/layout/orgChart1"/>
    <dgm:cxn modelId="{7D6F11CC-5350-43F5-BBD3-8207AE138028}" type="presParOf" srcId="{77FC9156-F70C-4B7B-80FB-5347DD46BDE9}" destId="{08546695-82C6-4E9C-B7D9-26D3A659A5D0}" srcOrd="2" destOrd="0" presId="urn:microsoft.com/office/officeart/2005/8/layout/orgChart1"/>
    <dgm:cxn modelId="{0B46BA12-80E1-4927-ABDE-83002DCB70F1}" type="presParOf" srcId="{D7E90AA9-E85E-453C-B0BB-FF1DC7668442}" destId="{46F3C7F0-C477-480D-8BD2-36F624053C1B}" srcOrd="2" destOrd="0" presId="urn:microsoft.com/office/officeart/2005/8/layout/orgChart1"/>
    <dgm:cxn modelId="{F980A20E-A61D-4A4A-BEB5-4696E15234F9}" type="presParOf" srcId="{4E75635F-BF0A-40EC-B20D-25ADDAA1BDB8}" destId="{F845BA34-B5C8-4DB1-BA47-945D4ACC6234}" srcOrd="2" destOrd="0" presId="urn:microsoft.com/office/officeart/2005/8/layout/orgChart1"/>
    <dgm:cxn modelId="{160A0DAA-5FF5-405A-8EFC-45EAC504C5F7}" type="presParOf" srcId="{EE25FEE9-C0A4-43A3-BC29-09C1DC02735B}" destId="{0C643637-EDFE-49BD-B5A8-AE88869C5D90}" srcOrd="2" destOrd="0" presId="urn:microsoft.com/office/officeart/2005/8/layout/orgChart1"/>
    <dgm:cxn modelId="{E1F46E66-2474-4886-8F2D-CB20C2D55AB7}" type="presParOf" srcId="{EE25FEE9-C0A4-43A3-BC29-09C1DC02735B}" destId="{9518D3BC-6D28-4F5A-88EE-CF48F3ECA29A}" srcOrd="3" destOrd="0" presId="urn:microsoft.com/office/officeart/2005/8/layout/orgChart1"/>
    <dgm:cxn modelId="{A950432C-E662-4A39-ABE1-F9CDB3672047}" type="presParOf" srcId="{9518D3BC-6D28-4F5A-88EE-CF48F3ECA29A}" destId="{331E143E-FFAD-43DE-BD5B-57B51E4F360C}" srcOrd="0" destOrd="0" presId="urn:microsoft.com/office/officeart/2005/8/layout/orgChart1"/>
    <dgm:cxn modelId="{D760732F-68B1-42DE-BBB6-D907743C182F}" type="presParOf" srcId="{331E143E-FFAD-43DE-BD5B-57B51E4F360C}" destId="{310DBADD-A0A4-4250-B721-E330E444A769}" srcOrd="0" destOrd="0" presId="urn:microsoft.com/office/officeart/2005/8/layout/orgChart1"/>
    <dgm:cxn modelId="{4CEEF8A3-A333-4F1A-BCE4-56E5EBF00370}" type="presParOf" srcId="{331E143E-FFAD-43DE-BD5B-57B51E4F360C}" destId="{801901D6-0708-415A-923A-4E14C6479418}" srcOrd="1" destOrd="0" presId="urn:microsoft.com/office/officeart/2005/8/layout/orgChart1"/>
    <dgm:cxn modelId="{E50EB63D-5F61-45AB-9392-EE46ADB3DD60}" type="presParOf" srcId="{9518D3BC-6D28-4F5A-88EE-CF48F3ECA29A}" destId="{F050A5BB-6117-4AF1-957C-B67BF195469C}" srcOrd="1" destOrd="0" presId="urn:microsoft.com/office/officeart/2005/8/layout/orgChart1"/>
    <dgm:cxn modelId="{999B1E64-8D5D-41F8-AA03-84E0FC6561D0}" type="presParOf" srcId="{F050A5BB-6117-4AF1-957C-B67BF195469C}" destId="{6F94548E-5FCD-4B0C-B1D0-130E8915929E}" srcOrd="0" destOrd="0" presId="urn:microsoft.com/office/officeart/2005/8/layout/orgChart1"/>
    <dgm:cxn modelId="{10065843-E72F-4F0E-A905-0C9726B7FDB2}" type="presParOf" srcId="{F050A5BB-6117-4AF1-957C-B67BF195469C}" destId="{3A6F08FA-7D66-4CDC-A7C8-94EDD3BD0074}" srcOrd="1" destOrd="0" presId="urn:microsoft.com/office/officeart/2005/8/layout/orgChart1"/>
    <dgm:cxn modelId="{54F67A56-FBA0-4DF2-9350-C8F1F0E373BA}" type="presParOf" srcId="{3A6F08FA-7D66-4CDC-A7C8-94EDD3BD0074}" destId="{751214B0-7055-48A3-A19D-BF42CFB88608}" srcOrd="0" destOrd="0" presId="urn:microsoft.com/office/officeart/2005/8/layout/orgChart1"/>
    <dgm:cxn modelId="{412E8F53-754D-42CB-B5D7-599D51983904}" type="presParOf" srcId="{751214B0-7055-48A3-A19D-BF42CFB88608}" destId="{7459DEB2-DA7B-4CEF-8416-95A24F2E4528}" srcOrd="0" destOrd="0" presId="urn:microsoft.com/office/officeart/2005/8/layout/orgChart1"/>
    <dgm:cxn modelId="{6888BFE0-B049-49C4-B54A-0FCA431C3890}" type="presParOf" srcId="{751214B0-7055-48A3-A19D-BF42CFB88608}" destId="{5D3965CF-6386-48BB-9A97-99F66BF38442}" srcOrd="1" destOrd="0" presId="urn:microsoft.com/office/officeart/2005/8/layout/orgChart1"/>
    <dgm:cxn modelId="{15BF0A74-61F3-4689-B8B5-7C7CA77792BB}" type="presParOf" srcId="{3A6F08FA-7D66-4CDC-A7C8-94EDD3BD0074}" destId="{C9E9056F-A944-42CF-B18D-21C78EF215AA}" srcOrd="1" destOrd="0" presId="urn:microsoft.com/office/officeart/2005/8/layout/orgChart1"/>
    <dgm:cxn modelId="{6819EA1F-598B-4628-95C4-19AC29F50FB1}" type="presParOf" srcId="{C9E9056F-A944-42CF-B18D-21C78EF215AA}" destId="{CCE3C63C-8018-4305-B34D-90B0CF544C44}" srcOrd="0" destOrd="0" presId="urn:microsoft.com/office/officeart/2005/8/layout/orgChart1"/>
    <dgm:cxn modelId="{7A4A130C-2A64-41F3-85A6-B14179616986}" type="presParOf" srcId="{C9E9056F-A944-42CF-B18D-21C78EF215AA}" destId="{325F9D0A-96C4-4901-B137-DFFB7F341E72}" srcOrd="1" destOrd="0" presId="urn:microsoft.com/office/officeart/2005/8/layout/orgChart1"/>
    <dgm:cxn modelId="{1FCF147E-054D-41AD-8707-19E97A3EE501}" type="presParOf" srcId="{325F9D0A-96C4-4901-B137-DFFB7F341E72}" destId="{DD0DCCB0-7695-436E-A54C-E26839FF50A3}" srcOrd="0" destOrd="0" presId="urn:microsoft.com/office/officeart/2005/8/layout/orgChart1"/>
    <dgm:cxn modelId="{53E1958A-7F87-4A8D-A15F-6B67D77D246E}" type="presParOf" srcId="{DD0DCCB0-7695-436E-A54C-E26839FF50A3}" destId="{BC3B6495-8AB1-4D9B-8FBA-DF6B32D359F6}" srcOrd="0" destOrd="0" presId="urn:microsoft.com/office/officeart/2005/8/layout/orgChart1"/>
    <dgm:cxn modelId="{5F761F00-1523-41A3-A2BA-5E8D9272E613}" type="presParOf" srcId="{DD0DCCB0-7695-436E-A54C-E26839FF50A3}" destId="{F3E914F9-1E90-49D9-B545-0DD5E2D55213}" srcOrd="1" destOrd="0" presId="urn:microsoft.com/office/officeart/2005/8/layout/orgChart1"/>
    <dgm:cxn modelId="{77A21F25-7AAD-4B6A-9E92-D8F204174C7F}" type="presParOf" srcId="{325F9D0A-96C4-4901-B137-DFFB7F341E72}" destId="{15094B01-999A-4A6C-A127-0AFE6F355D5A}" srcOrd="1" destOrd="0" presId="urn:microsoft.com/office/officeart/2005/8/layout/orgChart1"/>
    <dgm:cxn modelId="{ED6D3B90-2CF4-46B6-8C0C-DD33207A53A1}" type="presParOf" srcId="{325F9D0A-96C4-4901-B137-DFFB7F341E72}" destId="{4EB18902-4089-4337-A0A5-C707EC373734}" srcOrd="2" destOrd="0" presId="urn:microsoft.com/office/officeart/2005/8/layout/orgChart1"/>
    <dgm:cxn modelId="{58E12422-583F-42E8-BCC3-4AAFB162D25E}" type="presParOf" srcId="{C9E9056F-A944-42CF-B18D-21C78EF215AA}" destId="{9005A51E-FE52-4140-A735-6D8F830EF571}" srcOrd="2" destOrd="0" presId="urn:microsoft.com/office/officeart/2005/8/layout/orgChart1"/>
    <dgm:cxn modelId="{C9BAC526-C84C-4851-8D72-AFFE201E2DBB}" type="presParOf" srcId="{C9E9056F-A944-42CF-B18D-21C78EF215AA}" destId="{C576F27C-F34F-4AAE-A73C-668B3B9BA513}" srcOrd="3" destOrd="0" presId="urn:microsoft.com/office/officeart/2005/8/layout/orgChart1"/>
    <dgm:cxn modelId="{8A8D4599-64CE-49F0-896B-A03D88969EA8}" type="presParOf" srcId="{C576F27C-F34F-4AAE-A73C-668B3B9BA513}" destId="{D29A95EE-F6B9-4193-98DF-8B0D414C6619}" srcOrd="0" destOrd="0" presId="urn:microsoft.com/office/officeart/2005/8/layout/orgChart1"/>
    <dgm:cxn modelId="{0BF0B87F-CBFD-4AB4-8763-44AC47AA2B7E}" type="presParOf" srcId="{D29A95EE-F6B9-4193-98DF-8B0D414C6619}" destId="{857A6A5A-E57C-4827-9ADF-FDA767B3AFD4}" srcOrd="0" destOrd="0" presId="urn:microsoft.com/office/officeart/2005/8/layout/orgChart1"/>
    <dgm:cxn modelId="{D52616C7-7DB1-447B-9769-15FB56550FBD}" type="presParOf" srcId="{D29A95EE-F6B9-4193-98DF-8B0D414C6619}" destId="{D4816EE6-D470-42C7-AE8D-24C4F91BAF1C}" srcOrd="1" destOrd="0" presId="urn:microsoft.com/office/officeart/2005/8/layout/orgChart1"/>
    <dgm:cxn modelId="{D1728E7B-9A3F-40E8-890B-2A069377C37E}" type="presParOf" srcId="{C576F27C-F34F-4AAE-A73C-668B3B9BA513}" destId="{9F1EE7AF-41C1-4141-B438-DB4007159944}" srcOrd="1" destOrd="0" presId="urn:microsoft.com/office/officeart/2005/8/layout/orgChart1"/>
    <dgm:cxn modelId="{2502FFDB-ABC1-4FE2-AAA3-C31F552CA8EB}" type="presParOf" srcId="{C576F27C-F34F-4AAE-A73C-668B3B9BA513}" destId="{96D83E07-FEA3-404F-A800-EDCC1101E5FF}" srcOrd="2" destOrd="0" presId="urn:microsoft.com/office/officeart/2005/8/layout/orgChart1"/>
    <dgm:cxn modelId="{95CA9F2F-5813-4129-8B54-210A28222F6A}" type="presParOf" srcId="{3A6F08FA-7D66-4CDC-A7C8-94EDD3BD0074}" destId="{46EF9080-B039-4175-BBA7-0D255E6F9E89}" srcOrd="2" destOrd="0" presId="urn:microsoft.com/office/officeart/2005/8/layout/orgChart1"/>
    <dgm:cxn modelId="{E274FDAB-B7E5-4961-8A56-F54F9F286E42}" type="presParOf" srcId="{F050A5BB-6117-4AF1-957C-B67BF195469C}" destId="{C0463D50-DACE-45D8-BF03-B5BA485400CB}" srcOrd="2" destOrd="0" presId="urn:microsoft.com/office/officeart/2005/8/layout/orgChart1"/>
    <dgm:cxn modelId="{91D9EDC8-71C2-4FDE-B698-FD2702100510}" type="presParOf" srcId="{F050A5BB-6117-4AF1-957C-B67BF195469C}" destId="{C24C9E32-033D-4470-8B57-69A13EB4C5A6}" srcOrd="3" destOrd="0" presId="urn:microsoft.com/office/officeart/2005/8/layout/orgChart1"/>
    <dgm:cxn modelId="{E5EA59F8-2EEF-4456-997B-605D05F4EE10}" type="presParOf" srcId="{C24C9E32-033D-4470-8B57-69A13EB4C5A6}" destId="{6F83C3A1-4DC2-4E61-BCC9-ECC21C8D9CDE}" srcOrd="0" destOrd="0" presId="urn:microsoft.com/office/officeart/2005/8/layout/orgChart1"/>
    <dgm:cxn modelId="{90E86C97-1A76-48E4-8F96-67BE473FA97D}" type="presParOf" srcId="{6F83C3A1-4DC2-4E61-BCC9-ECC21C8D9CDE}" destId="{7F44A836-136D-4483-9A7C-3473ACBA4ED0}" srcOrd="0" destOrd="0" presId="urn:microsoft.com/office/officeart/2005/8/layout/orgChart1"/>
    <dgm:cxn modelId="{89EDA73C-8CA7-4ACD-B774-3956A005178C}" type="presParOf" srcId="{6F83C3A1-4DC2-4E61-BCC9-ECC21C8D9CDE}" destId="{CCEDB5B5-4A8F-4A9F-9D29-7FA5DD8AC83E}" srcOrd="1" destOrd="0" presId="urn:microsoft.com/office/officeart/2005/8/layout/orgChart1"/>
    <dgm:cxn modelId="{266DA234-EE60-4CAB-81FD-8A0DEAB40FAD}" type="presParOf" srcId="{C24C9E32-033D-4470-8B57-69A13EB4C5A6}" destId="{D5EAF509-48A4-469B-B1D1-32AED1C0E8A9}" srcOrd="1" destOrd="0" presId="urn:microsoft.com/office/officeart/2005/8/layout/orgChart1"/>
    <dgm:cxn modelId="{FE73100E-E5B9-47F4-9360-C72328522B36}" type="presParOf" srcId="{D5EAF509-48A4-469B-B1D1-32AED1C0E8A9}" destId="{9AFED01F-EA29-452F-8437-E1FC8203CBB7}" srcOrd="0" destOrd="0" presId="urn:microsoft.com/office/officeart/2005/8/layout/orgChart1"/>
    <dgm:cxn modelId="{5A2B164F-709E-4DD9-84D5-D434389AE292}" type="presParOf" srcId="{D5EAF509-48A4-469B-B1D1-32AED1C0E8A9}" destId="{647EC203-F258-4A17-8E48-D9238FFA96B2}" srcOrd="1" destOrd="0" presId="urn:microsoft.com/office/officeart/2005/8/layout/orgChart1"/>
    <dgm:cxn modelId="{7FD60E3F-1AC2-4D8D-86EF-F2822C434BC2}" type="presParOf" srcId="{647EC203-F258-4A17-8E48-D9238FFA96B2}" destId="{0C49C0A3-5156-4E55-87F7-321FF8C17327}" srcOrd="0" destOrd="0" presId="urn:microsoft.com/office/officeart/2005/8/layout/orgChart1"/>
    <dgm:cxn modelId="{2214A98F-867D-4F31-928D-5D3BCCCE0426}" type="presParOf" srcId="{0C49C0A3-5156-4E55-87F7-321FF8C17327}" destId="{8007B376-B41A-4C8B-9A19-92E369E8912F}" srcOrd="0" destOrd="0" presId="urn:microsoft.com/office/officeart/2005/8/layout/orgChart1"/>
    <dgm:cxn modelId="{0109B97B-420A-4219-A36C-D50BEAEBDA04}" type="presParOf" srcId="{0C49C0A3-5156-4E55-87F7-321FF8C17327}" destId="{999DFD41-4694-4C17-8D49-082978525384}" srcOrd="1" destOrd="0" presId="urn:microsoft.com/office/officeart/2005/8/layout/orgChart1"/>
    <dgm:cxn modelId="{9A84D28C-36AE-4CE0-BA1A-EC9D4F7474F3}" type="presParOf" srcId="{647EC203-F258-4A17-8E48-D9238FFA96B2}" destId="{73A5C3C4-00E6-4D3B-9067-4AB1B126F734}" srcOrd="1" destOrd="0" presId="urn:microsoft.com/office/officeart/2005/8/layout/orgChart1"/>
    <dgm:cxn modelId="{0F91C9DD-A13A-4249-B825-77744E571ECB}" type="presParOf" srcId="{647EC203-F258-4A17-8E48-D9238FFA96B2}" destId="{4FEE14FA-FE95-42F4-9D0D-30DA2FC431AC}" srcOrd="2" destOrd="0" presId="urn:microsoft.com/office/officeart/2005/8/layout/orgChart1"/>
    <dgm:cxn modelId="{14742256-35B5-40AA-92E2-0872B5DE0DA3}" type="presParOf" srcId="{D5EAF509-48A4-469B-B1D1-32AED1C0E8A9}" destId="{AC79BB96-64EB-428C-B658-EC13440F85C6}" srcOrd="2" destOrd="0" presId="urn:microsoft.com/office/officeart/2005/8/layout/orgChart1"/>
    <dgm:cxn modelId="{E0700798-75B7-4085-AC0E-0C41617BA5B1}" type="presParOf" srcId="{D5EAF509-48A4-469B-B1D1-32AED1C0E8A9}" destId="{22FE8C08-05F3-4737-947E-EBA1D92CE9C4}" srcOrd="3" destOrd="0" presId="urn:microsoft.com/office/officeart/2005/8/layout/orgChart1"/>
    <dgm:cxn modelId="{7F44360F-A6E9-4209-9A26-7C314A48811F}" type="presParOf" srcId="{22FE8C08-05F3-4737-947E-EBA1D92CE9C4}" destId="{4E38EB26-0195-49B4-96CC-BCE64B26FCB6}" srcOrd="0" destOrd="0" presId="urn:microsoft.com/office/officeart/2005/8/layout/orgChart1"/>
    <dgm:cxn modelId="{81585ED0-F401-40A5-9BDA-1FD3F5A7EEC2}" type="presParOf" srcId="{4E38EB26-0195-49B4-96CC-BCE64B26FCB6}" destId="{A5572EA4-74AD-418E-A047-4B6313BD6A2C}" srcOrd="0" destOrd="0" presId="urn:microsoft.com/office/officeart/2005/8/layout/orgChart1"/>
    <dgm:cxn modelId="{814E9EAA-8C0D-45B2-9A34-E099F1A46C24}" type="presParOf" srcId="{4E38EB26-0195-49B4-96CC-BCE64B26FCB6}" destId="{649156EA-EEB3-4B00-A932-3652679C9B90}" srcOrd="1" destOrd="0" presId="urn:microsoft.com/office/officeart/2005/8/layout/orgChart1"/>
    <dgm:cxn modelId="{E3E95FD2-C8FE-4C8F-ADF1-367A7AE0AFDE}" type="presParOf" srcId="{22FE8C08-05F3-4737-947E-EBA1D92CE9C4}" destId="{3E6B8B5D-354D-4681-B6D4-B1F985E8B431}" srcOrd="1" destOrd="0" presId="urn:microsoft.com/office/officeart/2005/8/layout/orgChart1"/>
    <dgm:cxn modelId="{05FDB000-A76B-47CF-BC9C-37FADA38D45B}" type="presParOf" srcId="{22FE8C08-05F3-4737-947E-EBA1D92CE9C4}" destId="{CB08EBDA-8DFD-4714-A813-590EDA2A472A}" srcOrd="2" destOrd="0" presId="urn:microsoft.com/office/officeart/2005/8/layout/orgChart1"/>
    <dgm:cxn modelId="{7D0E09D3-64E6-4B93-9BB8-B01672504404}" type="presParOf" srcId="{C24C9E32-033D-4470-8B57-69A13EB4C5A6}" destId="{76D8B635-0EA2-46ED-A8D9-3E63980AE168}" srcOrd="2" destOrd="0" presId="urn:microsoft.com/office/officeart/2005/8/layout/orgChart1"/>
    <dgm:cxn modelId="{FD75ED65-C5B2-456D-B483-A49D39992BEC}" type="presParOf" srcId="{9518D3BC-6D28-4F5A-88EE-CF48F3ECA29A}" destId="{25A2110C-388E-42D4-AEC7-35766F5E6108}" srcOrd="2" destOrd="0" presId="urn:microsoft.com/office/officeart/2005/8/layout/orgChart1"/>
    <dgm:cxn modelId="{4F35B0C4-C985-47B8-8F02-347B603E97CF}" type="presParOf" srcId="{EE25FEE9-C0A4-43A3-BC29-09C1DC02735B}" destId="{64B5CD95-4D6E-4D1A-99C4-82DDC700ABE8}" srcOrd="4" destOrd="0" presId="urn:microsoft.com/office/officeart/2005/8/layout/orgChart1"/>
    <dgm:cxn modelId="{62813851-016C-427F-B078-4A90E1849566}" type="presParOf" srcId="{EE25FEE9-C0A4-43A3-BC29-09C1DC02735B}" destId="{299334A7-86DF-4659-A34A-6F3567013082}" srcOrd="5" destOrd="0" presId="urn:microsoft.com/office/officeart/2005/8/layout/orgChart1"/>
    <dgm:cxn modelId="{3BDB08EC-7170-4526-9505-5ED2D84241AC}" type="presParOf" srcId="{299334A7-86DF-4659-A34A-6F3567013082}" destId="{D3A82B38-058B-429F-BDB9-D618331BC706}" srcOrd="0" destOrd="0" presId="urn:microsoft.com/office/officeart/2005/8/layout/orgChart1"/>
    <dgm:cxn modelId="{72AEAF9B-7BD7-4437-A3C2-D8140F18C591}" type="presParOf" srcId="{D3A82B38-058B-429F-BDB9-D618331BC706}" destId="{D4C84C0C-C6B2-4200-A4EF-526CAF1F096E}" srcOrd="0" destOrd="0" presId="urn:microsoft.com/office/officeart/2005/8/layout/orgChart1"/>
    <dgm:cxn modelId="{555E48C1-C781-4EA5-88E4-180C99E39EEC}" type="presParOf" srcId="{D3A82B38-058B-429F-BDB9-D618331BC706}" destId="{9DDD9186-3EF3-435A-AAE3-B00C0E9C8742}" srcOrd="1" destOrd="0" presId="urn:microsoft.com/office/officeart/2005/8/layout/orgChart1"/>
    <dgm:cxn modelId="{4551A981-C958-4DC7-A578-C7F680C6F488}" type="presParOf" srcId="{299334A7-86DF-4659-A34A-6F3567013082}" destId="{0E70E0DA-1A43-46D9-920A-A72BBB4B4F6A}" srcOrd="1" destOrd="0" presId="urn:microsoft.com/office/officeart/2005/8/layout/orgChart1"/>
    <dgm:cxn modelId="{6A8AF0EF-74D0-4C70-B892-6C255626ABC2}" type="presParOf" srcId="{0E70E0DA-1A43-46D9-920A-A72BBB4B4F6A}" destId="{A6A57727-9E01-447B-AC2A-5AA972EF5C77}" srcOrd="0" destOrd="0" presId="urn:microsoft.com/office/officeart/2005/8/layout/orgChart1"/>
    <dgm:cxn modelId="{42D7C2A5-6744-4B74-82BA-8622185AB1B2}" type="presParOf" srcId="{0E70E0DA-1A43-46D9-920A-A72BBB4B4F6A}" destId="{52CDD022-E568-4E80-A5B7-38BFC7389DBB}" srcOrd="1" destOrd="0" presId="urn:microsoft.com/office/officeart/2005/8/layout/orgChart1"/>
    <dgm:cxn modelId="{3E55CB72-E1B7-41C4-8260-A06B6644CDDA}" type="presParOf" srcId="{52CDD022-E568-4E80-A5B7-38BFC7389DBB}" destId="{6E09398D-981F-4E3F-B873-ACBE2B0F014E}" srcOrd="0" destOrd="0" presId="urn:microsoft.com/office/officeart/2005/8/layout/orgChart1"/>
    <dgm:cxn modelId="{9A071BB0-0BD5-4717-B22E-A00476679A7A}" type="presParOf" srcId="{6E09398D-981F-4E3F-B873-ACBE2B0F014E}" destId="{2D491734-8E93-4140-9859-7F87DE62A2A5}" srcOrd="0" destOrd="0" presId="urn:microsoft.com/office/officeart/2005/8/layout/orgChart1"/>
    <dgm:cxn modelId="{B5C486E4-CABA-484B-BEB9-D881D6DD22B2}" type="presParOf" srcId="{6E09398D-981F-4E3F-B873-ACBE2B0F014E}" destId="{88BB02CA-A67E-42AA-9668-1C015027B685}" srcOrd="1" destOrd="0" presId="urn:microsoft.com/office/officeart/2005/8/layout/orgChart1"/>
    <dgm:cxn modelId="{66A568BF-D9B8-4953-B971-8EEEF991011F}" type="presParOf" srcId="{52CDD022-E568-4E80-A5B7-38BFC7389DBB}" destId="{09F1EEB5-609B-49D1-A35E-5DA8EF41297E}" srcOrd="1" destOrd="0" presId="urn:microsoft.com/office/officeart/2005/8/layout/orgChart1"/>
    <dgm:cxn modelId="{2C359437-CDCC-4887-8539-C91409744F0B}" type="presParOf" srcId="{52CDD022-E568-4E80-A5B7-38BFC7389DBB}" destId="{1BCDD145-A1CB-41BB-B1EA-9059DA269682}" srcOrd="2" destOrd="0" presId="urn:microsoft.com/office/officeart/2005/8/layout/orgChart1"/>
    <dgm:cxn modelId="{74E30662-E549-487F-8FFB-2FAF0E05399E}" type="presParOf" srcId="{0E70E0DA-1A43-46D9-920A-A72BBB4B4F6A}" destId="{7C29E6C0-0C27-4D63-A964-8C69AC6FF785}" srcOrd="2" destOrd="0" presId="urn:microsoft.com/office/officeart/2005/8/layout/orgChart1"/>
    <dgm:cxn modelId="{A2B3B9DB-3D54-4B43-A88C-CAA13D681CE8}" type="presParOf" srcId="{0E70E0DA-1A43-46D9-920A-A72BBB4B4F6A}" destId="{F1C5101E-DBE9-4321-82A3-42B6EC7496B9}" srcOrd="3" destOrd="0" presId="urn:microsoft.com/office/officeart/2005/8/layout/orgChart1"/>
    <dgm:cxn modelId="{58692BA6-736C-401A-8841-3E0F116371F7}" type="presParOf" srcId="{F1C5101E-DBE9-4321-82A3-42B6EC7496B9}" destId="{E85F01DB-4365-4A7A-A7E7-573D07AFF450}" srcOrd="0" destOrd="0" presId="urn:microsoft.com/office/officeart/2005/8/layout/orgChart1"/>
    <dgm:cxn modelId="{DCA44B30-E41F-42AB-9C21-6E9F1337C43D}" type="presParOf" srcId="{E85F01DB-4365-4A7A-A7E7-573D07AFF450}" destId="{9756A470-4026-4084-A57B-8BE2A872325F}" srcOrd="0" destOrd="0" presId="urn:microsoft.com/office/officeart/2005/8/layout/orgChart1"/>
    <dgm:cxn modelId="{3D07E0E3-31E0-4D97-8E45-DFBC00A96480}" type="presParOf" srcId="{E85F01DB-4365-4A7A-A7E7-573D07AFF450}" destId="{F8AB5F61-5C19-4FCF-B257-7F4138739F5C}" srcOrd="1" destOrd="0" presId="urn:microsoft.com/office/officeart/2005/8/layout/orgChart1"/>
    <dgm:cxn modelId="{15D7EB10-FCE5-4C93-AB22-65D1A37ADCD2}" type="presParOf" srcId="{F1C5101E-DBE9-4321-82A3-42B6EC7496B9}" destId="{0AAB4233-3166-4778-AA29-E5FDB1F2F7A2}" srcOrd="1" destOrd="0" presId="urn:microsoft.com/office/officeart/2005/8/layout/orgChart1"/>
    <dgm:cxn modelId="{7E865111-8803-4CC6-9C3D-39ADF70993EC}" type="presParOf" srcId="{F1C5101E-DBE9-4321-82A3-42B6EC7496B9}" destId="{D132EC3E-56F1-41A4-A4C1-93FB9B615F8E}" srcOrd="2" destOrd="0" presId="urn:microsoft.com/office/officeart/2005/8/layout/orgChart1"/>
    <dgm:cxn modelId="{9E440145-3B5D-4B9A-8F47-34222878BF6F}" type="presParOf" srcId="{0E70E0DA-1A43-46D9-920A-A72BBB4B4F6A}" destId="{FC53F0DE-F931-4976-B4F5-D21B343FF8EC}" srcOrd="4" destOrd="0" presId="urn:microsoft.com/office/officeart/2005/8/layout/orgChart1"/>
    <dgm:cxn modelId="{F799B1B0-5822-44B8-BA59-5E93FDFC5062}" type="presParOf" srcId="{0E70E0DA-1A43-46D9-920A-A72BBB4B4F6A}" destId="{0F7DE159-3E02-429B-89D2-AF6F3FEA8B23}" srcOrd="5" destOrd="0" presId="urn:microsoft.com/office/officeart/2005/8/layout/orgChart1"/>
    <dgm:cxn modelId="{BC7B12CA-3A70-455D-BD15-BE9B994D0996}" type="presParOf" srcId="{0F7DE159-3E02-429B-89D2-AF6F3FEA8B23}" destId="{22185098-6F7B-45D3-85B7-4F581101005E}" srcOrd="0" destOrd="0" presId="urn:microsoft.com/office/officeart/2005/8/layout/orgChart1"/>
    <dgm:cxn modelId="{CE3B89DD-A103-4A1C-8F0C-5A4CA20120E7}" type="presParOf" srcId="{22185098-6F7B-45D3-85B7-4F581101005E}" destId="{FF940ED3-C006-4C00-A53C-2C6700A84B0F}" srcOrd="0" destOrd="0" presId="urn:microsoft.com/office/officeart/2005/8/layout/orgChart1"/>
    <dgm:cxn modelId="{D7F35341-F823-40BA-ABC5-379E092FDDFF}" type="presParOf" srcId="{22185098-6F7B-45D3-85B7-4F581101005E}" destId="{95CD4D19-E76E-438F-ABBF-320161A6AF48}" srcOrd="1" destOrd="0" presId="urn:microsoft.com/office/officeart/2005/8/layout/orgChart1"/>
    <dgm:cxn modelId="{8D601D07-8F18-407B-8694-0CA28E95F110}" type="presParOf" srcId="{0F7DE159-3E02-429B-89D2-AF6F3FEA8B23}" destId="{7C1364AD-2C1F-4F9A-8AB5-009AF7870DF5}" srcOrd="1" destOrd="0" presId="urn:microsoft.com/office/officeart/2005/8/layout/orgChart1"/>
    <dgm:cxn modelId="{90BF2274-3C13-4E93-9446-01147DE7A07F}" type="presParOf" srcId="{0F7DE159-3E02-429B-89D2-AF6F3FEA8B23}" destId="{42517C77-8CD1-4097-BB8A-4D8079440037}" srcOrd="2" destOrd="0" presId="urn:microsoft.com/office/officeart/2005/8/layout/orgChart1"/>
    <dgm:cxn modelId="{DC09C3A8-F1C0-4DBC-BC0F-32121B3734F0}" type="presParOf" srcId="{299334A7-86DF-4659-A34A-6F3567013082}" destId="{DCDF8A00-353E-41AA-B83A-19A71B33810D}" srcOrd="2" destOrd="0" presId="urn:microsoft.com/office/officeart/2005/8/layout/orgChart1"/>
    <dgm:cxn modelId="{C400BABC-EA6D-426D-BE33-226F7C77BB97}" type="presParOf" srcId="{EE25FEE9-C0A4-43A3-BC29-09C1DC02735B}" destId="{A6F68A2C-904F-4FDE-91AB-56CDE6D695CE}" srcOrd="6" destOrd="0" presId="urn:microsoft.com/office/officeart/2005/8/layout/orgChart1"/>
    <dgm:cxn modelId="{65BEAB43-DD5A-4899-B862-A8088DB362B1}" type="presParOf" srcId="{EE25FEE9-C0A4-43A3-BC29-09C1DC02735B}" destId="{A9AD4B12-ADA4-4413-A0D3-3FF7FA66021B}" srcOrd="7" destOrd="0" presId="urn:microsoft.com/office/officeart/2005/8/layout/orgChart1"/>
    <dgm:cxn modelId="{2D06A65C-7643-477A-B4B0-2DFF753881A7}" type="presParOf" srcId="{A9AD4B12-ADA4-4413-A0D3-3FF7FA66021B}" destId="{012B8CD9-0B6A-470F-AB48-F0D31D8DF1C3}" srcOrd="0" destOrd="0" presId="urn:microsoft.com/office/officeart/2005/8/layout/orgChart1"/>
    <dgm:cxn modelId="{E9AA198C-03CF-4A51-AA19-BDE23B419D66}" type="presParOf" srcId="{012B8CD9-0B6A-470F-AB48-F0D31D8DF1C3}" destId="{18D074B0-89F5-47F2-8E28-D120D82ADD35}" srcOrd="0" destOrd="0" presId="urn:microsoft.com/office/officeart/2005/8/layout/orgChart1"/>
    <dgm:cxn modelId="{886CF98A-B85B-4E93-9368-9D4D4F8BAFA9}" type="presParOf" srcId="{012B8CD9-0B6A-470F-AB48-F0D31D8DF1C3}" destId="{4BA7EB38-89A8-471F-9193-B3AE37EA6594}" srcOrd="1" destOrd="0" presId="urn:microsoft.com/office/officeart/2005/8/layout/orgChart1"/>
    <dgm:cxn modelId="{3C9B2BAD-8D9F-4E10-891E-0EC37F39964C}" type="presParOf" srcId="{A9AD4B12-ADA4-4413-A0D3-3FF7FA66021B}" destId="{CBB47CF1-D5EB-43C3-9EC0-2928E5CD9E42}" srcOrd="1" destOrd="0" presId="urn:microsoft.com/office/officeart/2005/8/layout/orgChart1"/>
    <dgm:cxn modelId="{D6F7310E-7AE2-42B3-97A5-D35DA0D5C5DF}" type="presParOf" srcId="{CBB47CF1-D5EB-43C3-9EC0-2928E5CD9E42}" destId="{29ED2A1B-7A30-4B58-A99C-D7975DA20049}" srcOrd="0" destOrd="0" presId="urn:microsoft.com/office/officeart/2005/8/layout/orgChart1"/>
    <dgm:cxn modelId="{8AA438F7-93EA-4D4F-9B6D-0027AE4E1C4A}" type="presParOf" srcId="{CBB47CF1-D5EB-43C3-9EC0-2928E5CD9E42}" destId="{A7058C2A-33F0-4A23-B778-0CF076FDDCBF}" srcOrd="1" destOrd="0" presId="urn:microsoft.com/office/officeart/2005/8/layout/orgChart1"/>
    <dgm:cxn modelId="{288A6013-260E-4A1B-9A85-89FFCACBC493}" type="presParOf" srcId="{A7058C2A-33F0-4A23-B778-0CF076FDDCBF}" destId="{5BE430E3-D6DC-422D-BE82-F7E1E7108D5F}" srcOrd="0" destOrd="0" presId="urn:microsoft.com/office/officeart/2005/8/layout/orgChart1"/>
    <dgm:cxn modelId="{0BB8AD47-3375-4F36-A8BD-A782FE830B2D}" type="presParOf" srcId="{5BE430E3-D6DC-422D-BE82-F7E1E7108D5F}" destId="{4D300235-A58A-4AC0-8E60-0882EEE6206B}" srcOrd="0" destOrd="0" presId="urn:microsoft.com/office/officeart/2005/8/layout/orgChart1"/>
    <dgm:cxn modelId="{399BFF03-9C3D-4682-B698-7CCC1F8497D6}" type="presParOf" srcId="{5BE430E3-D6DC-422D-BE82-F7E1E7108D5F}" destId="{D17D5096-07C2-4D49-BEB3-28447C6A8578}" srcOrd="1" destOrd="0" presId="urn:microsoft.com/office/officeart/2005/8/layout/orgChart1"/>
    <dgm:cxn modelId="{5EE926EC-EECE-4D0F-9D47-DC8AD40FEC5D}" type="presParOf" srcId="{A7058C2A-33F0-4A23-B778-0CF076FDDCBF}" destId="{E3A542D1-17C0-452C-8A54-D6C2CD48F41D}" srcOrd="1" destOrd="0" presId="urn:microsoft.com/office/officeart/2005/8/layout/orgChart1"/>
    <dgm:cxn modelId="{518A89D5-E474-4D2A-A786-86FCAEBEAEA4}" type="presParOf" srcId="{A7058C2A-33F0-4A23-B778-0CF076FDDCBF}" destId="{0506455F-431B-4DF1-AA01-B3C859FE98DC}" srcOrd="2" destOrd="0" presId="urn:microsoft.com/office/officeart/2005/8/layout/orgChart1"/>
    <dgm:cxn modelId="{2FB68478-0F7A-4CD7-A1E7-6F8341776C63}" type="presParOf" srcId="{CBB47CF1-D5EB-43C3-9EC0-2928E5CD9E42}" destId="{4FDC7B7E-DBC9-47AF-A420-5658808367D2}" srcOrd="2" destOrd="0" presId="urn:microsoft.com/office/officeart/2005/8/layout/orgChart1"/>
    <dgm:cxn modelId="{05940F5D-1DA3-477F-9E3B-0C1DA1C2965D}" type="presParOf" srcId="{CBB47CF1-D5EB-43C3-9EC0-2928E5CD9E42}" destId="{E8AC09AA-1EB3-4166-BF3B-93058B8B2F18}" srcOrd="3" destOrd="0" presId="urn:microsoft.com/office/officeart/2005/8/layout/orgChart1"/>
    <dgm:cxn modelId="{BCA3490B-3E1A-4D05-8473-0A5B94921A4B}" type="presParOf" srcId="{E8AC09AA-1EB3-4166-BF3B-93058B8B2F18}" destId="{98330DA6-EBE3-4EB9-8318-D0BA9572AA14}" srcOrd="0" destOrd="0" presId="urn:microsoft.com/office/officeart/2005/8/layout/orgChart1"/>
    <dgm:cxn modelId="{D440A9AA-779D-441D-A3AE-F673970A8AFB}" type="presParOf" srcId="{98330DA6-EBE3-4EB9-8318-D0BA9572AA14}" destId="{EE01DC19-3031-4391-96B5-49C72668CAFF}" srcOrd="0" destOrd="0" presId="urn:microsoft.com/office/officeart/2005/8/layout/orgChart1"/>
    <dgm:cxn modelId="{728201D6-65B2-4D3E-8D09-0BFB27ACE368}" type="presParOf" srcId="{98330DA6-EBE3-4EB9-8318-D0BA9572AA14}" destId="{B95C2FF8-C8FB-4B06-88B6-C1F8BD7C6A0F}" srcOrd="1" destOrd="0" presId="urn:microsoft.com/office/officeart/2005/8/layout/orgChart1"/>
    <dgm:cxn modelId="{83C43364-BA00-4BB1-826B-C083BF4C9535}" type="presParOf" srcId="{E8AC09AA-1EB3-4166-BF3B-93058B8B2F18}" destId="{BCD027C3-01AA-4937-8F34-BBD2C8C1F808}" srcOrd="1" destOrd="0" presId="urn:microsoft.com/office/officeart/2005/8/layout/orgChart1"/>
    <dgm:cxn modelId="{F52B7DE7-18D4-48B3-9793-26BC73881647}" type="presParOf" srcId="{E8AC09AA-1EB3-4166-BF3B-93058B8B2F18}" destId="{4CB33C5E-1423-4C31-B405-6D48428C1ACF}" srcOrd="2" destOrd="0" presId="urn:microsoft.com/office/officeart/2005/8/layout/orgChart1"/>
    <dgm:cxn modelId="{3471B061-2AD9-491A-A1D0-A697E71725B9}" type="presParOf" srcId="{A9AD4B12-ADA4-4413-A0D3-3FF7FA66021B}" destId="{17899E30-4F5A-48A6-A5C7-F7D71AE00772}" srcOrd="2" destOrd="0" presId="urn:microsoft.com/office/officeart/2005/8/layout/orgChart1"/>
    <dgm:cxn modelId="{F4AC80A2-8E45-49B8-A4AD-81E4DA9E1A35}" type="presParOf" srcId="{842694ED-63FE-41F5-8205-A2D2ED7AB622}" destId="{7AE4D891-AFDF-47CA-AE12-C9E64E4BC610}" srcOrd="2" destOrd="0" presId="urn:microsoft.com/office/officeart/2005/8/layout/orgChart1"/>
    <dgm:cxn modelId="{967796E2-3E3B-4CCE-8E31-DA5ECCCF3D67}" type="presParOf" srcId="{9098D234-D388-4106-B539-B7C38DD6D81C}" destId="{AB1F82AE-D204-494B-90C7-632A99586039}" srcOrd="2" destOrd="0" presId="urn:microsoft.com/office/officeart/2005/8/layout/orgChart1"/>
    <dgm:cxn modelId="{2B0EACE1-C9DE-489F-BE92-99BC3445CC46}" type="presParOf" srcId="{9098D234-D388-4106-B539-B7C38DD6D81C}" destId="{DC0B2FDF-D839-45FE-9E9A-D22897A1B887}" srcOrd="3" destOrd="0" presId="urn:microsoft.com/office/officeart/2005/8/layout/orgChart1"/>
    <dgm:cxn modelId="{32526F69-3672-4B6E-976F-265A34E7498E}" type="presParOf" srcId="{DC0B2FDF-D839-45FE-9E9A-D22897A1B887}" destId="{1B76E2B1-AF57-455C-83AC-6048046D1721}" srcOrd="0" destOrd="0" presId="urn:microsoft.com/office/officeart/2005/8/layout/orgChart1"/>
    <dgm:cxn modelId="{1F139FA7-CDD7-408B-B0E8-4F7EC916E026}" type="presParOf" srcId="{1B76E2B1-AF57-455C-83AC-6048046D1721}" destId="{78F581A2-A236-4AAE-9594-81595AF744C3}" srcOrd="0" destOrd="0" presId="urn:microsoft.com/office/officeart/2005/8/layout/orgChart1"/>
    <dgm:cxn modelId="{B2C9282E-5BA1-43E1-A875-14EA99C7049D}" type="presParOf" srcId="{1B76E2B1-AF57-455C-83AC-6048046D1721}" destId="{45497D4B-7384-4409-B2DD-8111D10AE21C}" srcOrd="1" destOrd="0" presId="urn:microsoft.com/office/officeart/2005/8/layout/orgChart1"/>
    <dgm:cxn modelId="{347E6146-2FAB-43AF-B1C7-EA2717D74034}" type="presParOf" srcId="{DC0B2FDF-D839-45FE-9E9A-D22897A1B887}" destId="{7655522E-218E-4AD1-9853-C6F4EBC0DDEE}" srcOrd="1" destOrd="0" presId="urn:microsoft.com/office/officeart/2005/8/layout/orgChart1"/>
    <dgm:cxn modelId="{E099F55B-D7B5-4BBA-B9CC-01424AE51BD3}" type="presParOf" srcId="{7655522E-218E-4AD1-9853-C6F4EBC0DDEE}" destId="{472DCCE2-1FA7-4DAD-AE54-F64867885634}" srcOrd="0" destOrd="0" presId="urn:microsoft.com/office/officeart/2005/8/layout/orgChart1"/>
    <dgm:cxn modelId="{D0BAE051-D69E-4554-AFEC-37426585F077}" type="presParOf" srcId="{7655522E-218E-4AD1-9853-C6F4EBC0DDEE}" destId="{7025413C-2C43-4CE4-9C2E-F6EA0BD0A17F}" srcOrd="1" destOrd="0" presId="urn:microsoft.com/office/officeart/2005/8/layout/orgChart1"/>
    <dgm:cxn modelId="{0A58FE6F-8EAC-4406-8A72-4B45F08E4D81}" type="presParOf" srcId="{7025413C-2C43-4CE4-9C2E-F6EA0BD0A17F}" destId="{C9ACD074-3A67-43C9-965A-C37C8BCE3A94}" srcOrd="0" destOrd="0" presId="urn:microsoft.com/office/officeart/2005/8/layout/orgChart1"/>
    <dgm:cxn modelId="{DE85A4BA-F6DE-453A-ACC5-9FF4DB0C53D4}" type="presParOf" srcId="{C9ACD074-3A67-43C9-965A-C37C8BCE3A94}" destId="{EA73D173-5327-450E-80C0-0AAE149E5961}" srcOrd="0" destOrd="0" presId="urn:microsoft.com/office/officeart/2005/8/layout/orgChart1"/>
    <dgm:cxn modelId="{495830C2-C14B-42C3-8FE6-9B7E13F78332}" type="presParOf" srcId="{C9ACD074-3A67-43C9-965A-C37C8BCE3A94}" destId="{549E4907-F5A7-41FF-B42C-24F0D5AD7368}" srcOrd="1" destOrd="0" presId="urn:microsoft.com/office/officeart/2005/8/layout/orgChart1"/>
    <dgm:cxn modelId="{D3CDF149-EE44-413A-8BC2-2C8014717CA0}" type="presParOf" srcId="{7025413C-2C43-4CE4-9C2E-F6EA0BD0A17F}" destId="{846ACA55-6AF3-4A8B-8F6B-8F553734B02B}" srcOrd="1" destOrd="0" presId="urn:microsoft.com/office/officeart/2005/8/layout/orgChart1"/>
    <dgm:cxn modelId="{0EDFA283-7A31-4A1F-B759-83902EC6BBFF}" type="presParOf" srcId="{846ACA55-6AF3-4A8B-8F6B-8F553734B02B}" destId="{ED231CAD-C4E3-4D61-9F39-83EECF06243C}" srcOrd="0" destOrd="0" presId="urn:microsoft.com/office/officeart/2005/8/layout/orgChart1"/>
    <dgm:cxn modelId="{E94E09EE-7E97-43CF-9423-3D2B341E7BE2}" type="presParOf" srcId="{846ACA55-6AF3-4A8B-8F6B-8F553734B02B}" destId="{952E6029-057F-480C-9EFD-416AFD169499}" srcOrd="1" destOrd="0" presId="urn:microsoft.com/office/officeart/2005/8/layout/orgChart1"/>
    <dgm:cxn modelId="{28B76A40-D555-4EE1-8E59-C0D61E0E3755}" type="presParOf" srcId="{952E6029-057F-480C-9EFD-416AFD169499}" destId="{0C244098-EF78-4505-8BCC-AF89C9CA788F}" srcOrd="0" destOrd="0" presId="urn:microsoft.com/office/officeart/2005/8/layout/orgChart1"/>
    <dgm:cxn modelId="{979822EB-16CE-4412-BC26-EB25C8EC062B}" type="presParOf" srcId="{0C244098-EF78-4505-8BCC-AF89C9CA788F}" destId="{6E82626E-D7B9-4C9F-811B-66F36DA67603}" srcOrd="0" destOrd="0" presId="urn:microsoft.com/office/officeart/2005/8/layout/orgChart1"/>
    <dgm:cxn modelId="{5B71499E-85EF-414F-8E63-26E8C4383E04}" type="presParOf" srcId="{0C244098-EF78-4505-8BCC-AF89C9CA788F}" destId="{5EE74AFA-8005-4635-B6BE-7E98EB5FC319}" srcOrd="1" destOrd="0" presId="urn:microsoft.com/office/officeart/2005/8/layout/orgChart1"/>
    <dgm:cxn modelId="{B46DFA62-E4A4-4F41-A09B-E4CCB12EA52F}" type="presParOf" srcId="{952E6029-057F-480C-9EFD-416AFD169499}" destId="{F2EE6978-7D94-46FE-8CEB-C317D81ADB8F}" srcOrd="1" destOrd="0" presId="urn:microsoft.com/office/officeart/2005/8/layout/orgChart1"/>
    <dgm:cxn modelId="{09C8045B-8D33-421E-AC20-33A98F153B6E}" type="presParOf" srcId="{F2EE6978-7D94-46FE-8CEB-C317D81ADB8F}" destId="{55A498E9-04D5-4AA4-934F-779273A2E49B}" srcOrd="0" destOrd="0" presId="urn:microsoft.com/office/officeart/2005/8/layout/orgChart1"/>
    <dgm:cxn modelId="{FCD420BC-1058-476B-813C-96BAAC81F517}" type="presParOf" srcId="{F2EE6978-7D94-46FE-8CEB-C317D81ADB8F}" destId="{8095354F-FB4F-4472-B9DF-AE3563C027DD}" srcOrd="1" destOrd="0" presId="urn:microsoft.com/office/officeart/2005/8/layout/orgChart1"/>
    <dgm:cxn modelId="{61FE1859-FAD1-48A1-BDEC-7CF1AFF3A270}" type="presParOf" srcId="{8095354F-FB4F-4472-B9DF-AE3563C027DD}" destId="{700C290A-37D0-406D-8EE1-35337F757BEF}" srcOrd="0" destOrd="0" presId="urn:microsoft.com/office/officeart/2005/8/layout/orgChart1"/>
    <dgm:cxn modelId="{FA67C896-5DE8-449D-8688-C66EFE8C2577}" type="presParOf" srcId="{700C290A-37D0-406D-8EE1-35337F757BEF}" destId="{B4EC5C35-C04B-4C32-9B84-7143D9F123FE}" srcOrd="0" destOrd="0" presId="urn:microsoft.com/office/officeart/2005/8/layout/orgChart1"/>
    <dgm:cxn modelId="{13AC774E-5DCC-48B4-9525-4FC43361F851}" type="presParOf" srcId="{700C290A-37D0-406D-8EE1-35337F757BEF}" destId="{32F21810-35D4-4F3D-A537-5E19D1463F52}" srcOrd="1" destOrd="0" presId="urn:microsoft.com/office/officeart/2005/8/layout/orgChart1"/>
    <dgm:cxn modelId="{7E00FA47-B3FF-4FDA-A1ED-0A4B5B4FFE66}" type="presParOf" srcId="{8095354F-FB4F-4472-B9DF-AE3563C027DD}" destId="{01657F22-DFF3-413F-9045-94FD821ABFDA}" srcOrd="1" destOrd="0" presId="urn:microsoft.com/office/officeart/2005/8/layout/orgChart1"/>
    <dgm:cxn modelId="{2209CB7A-6386-44F6-98FB-8A4006B55044}" type="presParOf" srcId="{8095354F-FB4F-4472-B9DF-AE3563C027DD}" destId="{B0272CE2-26B6-4A83-87DF-DDE1DFA495C3}" srcOrd="2" destOrd="0" presId="urn:microsoft.com/office/officeart/2005/8/layout/orgChart1"/>
    <dgm:cxn modelId="{BC21C571-89CC-4ABF-A51A-C10FED3E502A}" type="presParOf" srcId="{F2EE6978-7D94-46FE-8CEB-C317D81ADB8F}" destId="{17B63C2B-3F00-4FBA-9C71-E786EEDF669B}" srcOrd="2" destOrd="0" presId="urn:microsoft.com/office/officeart/2005/8/layout/orgChart1"/>
    <dgm:cxn modelId="{37697F4B-5B33-4B66-86B1-367115D82A24}" type="presParOf" srcId="{F2EE6978-7D94-46FE-8CEB-C317D81ADB8F}" destId="{E9576F51-2F8F-4090-A202-B51F5F067784}" srcOrd="3" destOrd="0" presId="urn:microsoft.com/office/officeart/2005/8/layout/orgChart1"/>
    <dgm:cxn modelId="{48789B48-AF19-4670-8792-CEF81A6FB221}" type="presParOf" srcId="{E9576F51-2F8F-4090-A202-B51F5F067784}" destId="{6125E279-BC50-4176-A525-8FAFC7D1A626}" srcOrd="0" destOrd="0" presId="urn:microsoft.com/office/officeart/2005/8/layout/orgChart1"/>
    <dgm:cxn modelId="{4F570882-D239-4EBA-A36C-FDB727E1E576}" type="presParOf" srcId="{6125E279-BC50-4176-A525-8FAFC7D1A626}" destId="{0B11E1DF-476E-4A48-9271-DE56F96232B3}" srcOrd="0" destOrd="0" presId="urn:microsoft.com/office/officeart/2005/8/layout/orgChart1"/>
    <dgm:cxn modelId="{2CC62B0A-9A69-4704-A428-3EB0EF6DF621}" type="presParOf" srcId="{6125E279-BC50-4176-A525-8FAFC7D1A626}" destId="{BAF7CB4B-A08B-4710-813B-4DEDC5BCEDA4}" srcOrd="1" destOrd="0" presId="urn:microsoft.com/office/officeart/2005/8/layout/orgChart1"/>
    <dgm:cxn modelId="{9B74DB71-66C6-43DE-96D7-F4B44CD2C1F0}" type="presParOf" srcId="{E9576F51-2F8F-4090-A202-B51F5F067784}" destId="{A87711EF-86E8-4972-BF2F-BF64E97E6978}" srcOrd="1" destOrd="0" presId="urn:microsoft.com/office/officeart/2005/8/layout/orgChart1"/>
    <dgm:cxn modelId="{8F88DF8D-94FD-4991-8D10-2DDF6183DD16}" type="presParOf" srcId="{E9576F51-2F8F-4090-A202-B51F5F067784}" destId="{CF6156A2-833F-45F0-82E5-55365E2F066C}" srcOrd="2" destOrd="0" presId="urn:microsoft.com/office/officeart/2005/8/layout/orgChart1"/>
    <dgm:cxn modelId="{729BAD25-A9E9-475B-8584-E37CB268A472}" type="presParOf" srcId="{952E6029-057F-480C-9EFD-416AFD169499}" destId="{F08609FF-F4E8-49CC-B601-21940B808A56}" srcOrd="2" destOrd="0" presId="urn:microsoft.com/office/officeart/2005/8/layout/orgChart1"/>
    <dgm:cxn modelId="{D03A69BC-26D0-4D92-8C47-499B908D7724}" type="presParOf" srcId="{846ACA55-6AF3-4A8B-8F6B-8F553734B02B}" destId="{56C046D2-40E6-4E37-98DD-F6BA8C4BA03C}" srcOrd="2" destOrd="0" presId="urn:microsoft.com/office/officeart/2005/8/layout/orgChart1"/>
    <dgm:cxn modelId="{89EEEE43-8607-4E70-958C-A78276B78AAF}" type="presParOf" srcId="{846ACA55-6AF3-4A8B-8F6B-8F553734B02B}" destId="{16EE0CF6-5484-48E5-A4AF-C473D8B464D2}" srcOrd="3" destOrd="0" presId="urn:microsoft.com/office/officeart/2005/8/layout/orgChart1"/>
    <dgm:cxn modelId="{80E67599-AAC1-4126-9A23-B75AB5270465}" type="presParOf" srcId="{16EE0CF6-5484-48E5-A4AF-C473D8B464D2}" destId="{D8686753-2B38-4E18-8CEF-9945789AAAFC}" srcOrd="0" destOrd="0" presId="urn:microsoft.com/office/officeart/2005/8/layout/orgChart1"/>
    <dgm:cxn modelId="{4EA14B6A-C526-4109-A9BF-FEC18ED4102A}" type="presParOf" srcId="{D8686753-2B38-4E18-8CEF-9945789AAAFC}" destId="{6E551E02-1EBF-4338-8829-1997C113F956}" srcOrd="0" destOrd="0" presId="urn:microsoft.com/office/officeart/2005/8/layout/orgChart1"/>
    <dgm:cxn modelId="{F8339AB8-0CF4-4D88-86ED-8030C704112B}" type="presParOf" srcId="{D8686753-2B38-4E18-8CEF-9945789AAAFC}" destId="{B6B86849-9975-42AF-9217-653B4D362799}" srcOrd="1" destOrd="0" presId="urn:microsoft.com/office/officeart/2005/8/layout/orgChart1"/>
    <dgm:cxn modelId="{A3C60EF5-409F-471D-91DB-A323A9F82C74}" type="presParOf" srcId="{16EE0CF6-5484-48E5-A4AF-C473D8B464D2}" destId="{AC2AFBB8-9403-43BD-BEF3-F3F5095F7042}" srcOrd="1" destOrd="0" presId="urn:microsoft.com/office/officeart/2005/8/layout/orgChart1"/>
    <dgm:cxn modelId="{E02591F1-2086-4709-A4A8-20018C4CF0AF}" type="presParOf" srcId="{AC2AFBB8-9403-43BD-BEF3-F3F5095F7042}" destId="{C7B18AE8-80A8-4EEF-9628-EE61A236BD60}" srcOrd="0" destOrd="0" presId="urn:microsoft.com/office/officeart/2005/8/layout/orgChart1"/>
    <dgm:cxn modelId="{E1D69233-0FC9-4604-8DA5-3321A1B917DC}" type="presParOf" srcId="{AC2AFBB8-9403-43BD-BEF3-F3F5095F7042}" destId="{AA441C50-C942-462A-AA89-D21C1C21C30A}" srcOrd="1" destOrd="0" presId="urn:microsoft.com/office/officeart/2005/8/layout/orgChart1"/>
    <dgm:cxn modelId="{AA16ABAE-3927-475F-B305-596AB02914A5}" type="presParOf" srcId="{AA441C50-C942-462A-AA89-D21C1C21C30A}" destId="{E311B36F-284B-492C-A9DF-828F8A100994}" srcOrd="0" destOrd="0" presId="urn:microsoft.com/office/officeart/2005/8/layout/orgChart1"/>
    <dgm:cxn modelId="{E03DAC25-DCCB-40A7-8703-5233087E5775}" type="presParOf" srcId="{E311B36F-284B-492C-A9DF-828F8A100994}" destId="{FC2706C3-7D9A-44BE-BEDF-0EEBFF40B43D}" srcOrd="0" destOrd="0" presId="urn:microsoft.com/office/officeart/2005/8/layout/orgChart1"/>
    <dgm:cxn modelId="{2B4231F0-34C1-4919-AE95-89F03AEC05F4}" type="presParOf" srcId="{E311B36F-284B-492C-A9DF-828F8A100994}" destId="{D6573184-4ED6-454D-B711-647BCE460DA0}" srcOrd="1" destOrd="0" presId="urn:microsoft.com/office/officeart/2005/8/layout/orgChart1"/>
    <dgm:cxn modelId="{19E04060-1766-40E8-9433-83A66812C183}" type="presParOf" srcId="{AA441C50-C942-462A-AA89-D21C1C21C30A}" destId="{BE755D51-1A11-43BD-A91E-96327F818827}" srcOrd="1" destOrd="0" presId="urn:microsoft.com/office/officeart/2005/8/layout/orgChart1"/>
    <dgm:cxn modelId="{F5A867FC-2C42-4F56-AC5E-F744BA6C0E32}" type="presParOf" srcId="{AA441C50-C942-462A-AA89-D21C1C21C30A}" destId="{8730B7DC-8AAB-46AC-B337-456A108C6311}" srcOrd="2" destOrd="0" presId="urn:microsoft.com/office/officeart/2005/8/layout/orgChart1"/>
    <dgm:cxn modelId="{2C44BC27-3E00-4668-B71A-EDF853433B68}" type="presParOf" srcId="{AC2AFBB8-9403-43BD-BEF3-F3F5095F7042}" destId="{24B06CB1-C1D2-4CA2-8B84-4A9EF540EB01}" srcOrd="2" destOrd="0" presId="urn:microsoft.com/office/officeart/2005/8/layout/orgChart1"/>
    <dgm:cxn modelId="{C2E472FA-3D9E-4E3A-BA45-AADA388525BB}" type="presParOf" srcId="{AC2AFBB8-9403-43BD-BEF3-F3F5095F7042}" destId="{4D6D1966-FD93-426A-A92D-B353CA5A4B26}" srcOrd="3" destOrd="0" presId="urn:microsoft.com/office/officeart/2005/8/layout/orgChart1"/>
    <dgm:cxn modelId="{CE45C74F-28D0-487D-AC19-DC97EC03D65D}" type="presParOf" srcId="{4D6D1966-FD93-426A-A92D-B353CA5A4B26}" destId="{9B06B1DC-B4BE-4EA0-8ABB-508C7A9E1D5E}" srcOrd="0" destOrd="0" presId="urn:microsoft.com/office/officeart/2005/8/layout/orgChart1"/>
    <dgm:cxn modelId="{71907C19-A9BB-427D-B36E-5D4836B5E467}" type="presParOf" srcId="{9B06B1DC-B4BE-4EA0-8ABB-508C7A9E1D5E}" destId="{863CA67A-DE38-489A-9A96-C467EB60B249}" srcOrd="0" destOrd="0" presId="urn:microsoft.com/office/officeart/2005/8/layout/orgChart1"/>
    <dgm:cxn modelId="{E31B6320-345D-41E4-AA7E-AF2BD18E6128}" type="presParOf" srcId="{9B06B1DC-B4BE-4EA0-8ABB-508C7A9E1D5E}" destId="{74ABD9AC-55C6-4E74-9E8D-3C7324D61568}" srcOrd="1" destOrd="0" presId="urn:microsoft.com/office/officeart/2005/8/layout/orgChart1"/>
    <dgm:cxn modelId="{840ACA39-E2FE-469A-B586-F7E4B6F10CB0}" type="presParOf" srcId="{4D6D1966-FD93-426A-A92D-B353CA5A4B26}" destId="{CD7544DB-D938-450F-800C-29EC82DD86DB}" srcOrd="1" destOrd="0" presId="urn:microsoft.com/office/officeart/2005/8/layout/orgChart1"/>
    <dgm:cxn modelId="{D4B43FE8-1B99-449D-AB81-D5A0ADC5BB23}" type="presParOf" srcId="{4D6D1966-FD93-426A-A92D-B353CA5A4B26}" destId="{513D52B1-4697-4F40-86ED-7A09682B88B6}" srcOrd="2" destOrd="0" presId="urn:microsoft.com/office/officeart/2005/8/layout/orgChart1"/>
    <dgm:cxn modelId="{FCA83C56-0BC9-47C2-8CC9-736D6E972900}" type="presParOf" srcId="{16EE0CF6-5484-48E5-A4AF-C473D8B464D2}" destId="{96CF3EA3-E64E-48C6-ACEE-71CCF94BCD8C}" srcOrd="2" destOrd="0" presId="urn:microsoft.com/office/officeart/2005/8/layout/orgChart1"/>
    <dgm:cxn modelId="{AEE2D95C-9E63-49B5-BCFA-C3996ADB5ECB}" type="presParOf" srcId="{846ACA55-6AF3-4A8B-8F6B-8F553734B02B}" destId="{41FAA7FA-66D3-4603-B8C0-E7EFF2968B8B}" srcOrd="4" destOrd="0" presId="urn:microsoft.com/office/officeart/2005/8/layout/orgChart1"/>
    <dgm:cxn modelId="{2D4234B0-8BA1-4558-89FC-4860B60F417C}" type="presParOf" srcId="{846ACA55-6AF3-4A8B-8F6B-8F553734B02B}" destId="{2468E165-14B7-43EB-87DF-83114B57E89C}" srcOrd="5" destOrd="0" presId="urn:microsoft.com/office/officeart/2005/8/layout/orgChart1"/>
    <dgm:cxn modelId="{2F0ECFE3-D7D1-438B-8288-D8E8AFCA3061}" type="presParOf" srcId="{2468E165-14B7-43EB-87DF-83114B57E89C}" destId="{68B54E69-64EB-4B54-9F9D-2890E4B92D63}" srcOrd="0" destOrd="0" presId="urn:microsoft.com/office/officeart/2005/8/layout/orgChart1"/>
    <dgm:cxn modelId="{97C75CBD-B2E7-4B7B-A355-A4B310AD8E38}" type="presParOf" srcId="{68B54E69-64EB-4B54-9F9D-2890E4B92D63}" destId="{B446F392-DEA7-4941-9C8F-E027CF6C69AF}" srcOrd="0" destOrd="0" presId="urn:microsoft.com/office/officeart/2005/8/layout/orgChart1"/>
    <dgm:cxn modelId="{901ADBA6-5D1D-497A-AC39-9865EC2F0010}" type="presParOf" srcId="{68B54E69-64EB-4B54-9F9D-2890E4B92D63}" destId="{7282431C-7255-46CB-93A3-CD97C14BB7BF}" srcOrd="1" destOrd="0" presId="urn:microsoft.com/office/officeart/2005/8/layout/orgChart1"/>
    <dgm:cxn modelId="{8D4AE4EA-F1CD-46BF-88A1-3CBA551F7BF2}" type="presParOf" srcId="{2468E165-14B7-43EB-87DF-83114B57E89C}" destId="{7A895811-5C3F-47B6-AC68-BA72315C3E27}" srcOrd="1" destOrd="0" presId="urn:microsoft.com/office/officeart/2005/8/layout/orgChart1"/>
    <dgm:cxn modelId="{3AAA5D89-98D2-4284-82A5-59A285950DD4}" type="presParOf" srcId="{7A895811-5C3F-47B6-AC68-BA72315C3E27}" destId="{233CD284-D8D7-4D41-ACF2-6D32801CD6D8}" srcOrd="0" destOrd="0" presId="urn:microsoft.com/office/officeart/2005/8/layout/orgChart1"/>
    <dgm:cxn modelId="{14D6C4DF-F39F-43B9-A0C4-F8C0B8D8E7AB}" type="presParOf" srcId="{7A895811-5C3F-47B6-AC68-BA72315C3E27}" destId="{0F886003-E3D9-4374-9835-5198670F801B}" srcOrd="1" destOrd="0" presId="urn:microsoft.com/office/officeart/2005/8/layout/orgChart1"/>
    <dgm:cxn modelId="{B2221A96-C0B1-410A-9E7E-20185C61B25C}" type="presParOf" srcId="{0F886003-E3D9-4374-9835-5198670F801B}" destId="{FEE75C6A-665F-40C2-BA0F-3985BD9BA555}" srcOrd="0" destOrd="0" presId="urn:microsoft.com/office/officeart/2005/8/layout/orgChart1"/>
    <dgm:cxn modelId="{436AC889-1E49-432A-9FCD-E6835F1A7387}" type="presParOf" srcId="{FEE75C6A-665F-40C2-BA0F-3985BD9BA555}" destId="{7EEEC67D-84EF-421B-8E3C-34BEA5AC09D3}" srcOrd="0" destOrd="0" presId="urn:microsoft.com/office/officeart/2005/8/layout/orgChart1"/>
    <dgm:cxn modelId="{456EB0C7-5B87-4ED5-9C93-901EB98C870D}" type="presParOf" srcId="{FEE75C6A-665F-40C2-BA0F-3985BD9BA555}" destId="{86337DF5-4C54-47B4-86C3-2535E4234E64}" srcOrd="1" destOrd="0" presId="urn:microsoft.com/office/officeart/2005/8/layout/orgChart1"/>
    <dgm:cxn modelId="{829C3CF2-4603-40F8-A814-950F04857F80}" type="presParOf" srcId="{0F886003-E3D9-4374-9835-5198670F801B}" destId="{9028C4ED-6E29-4E56-98C4-46654BE70D80}" srcOrd="1" destOrd="0" presId="urn:microsoft.com/office/officeart/2005/8/layout/orgChart1"/>
    <dgm:cxn modelId="{B1334B4F-71BC-4150-BC30-726F66ABBB05}" type="presParOf" srcId="{0F886003-E3D9-4374-9835-5198670F801B}" destId="{AB6E4A94-CF6E-4543-9AA7-6E2BF998BF67}" srcOrd="2" destOrd="0" presId="urn:microsoft.com/office/officeart/2005/8/layout/orgChart1"/>
    <dgm:cxn modelId="{3678DC15-9B2D-49FF-87CB-40E33686A0FF}" type="presParOf" srcId="{7A895811-5C3F-47B6-AC68-BA72315C3E27}" destId="{144683CD-74B8-4C98-95A4-786FB99E1A5B}" srcOrd="2" destOrd="0" presId="urn:microsoft.com/office/officeart/2005/8/layout/orgChart1"/>
    <dgm:cxn modelId="{C5D0A3D0-B744-42E6-BD25-1456D7154ABF}" type="presParOf" srcId="{7A895811-5C3F-47B6-AC68-BA72315C3E27}" destId="{72E9BC31-D778-44BC-9167-596334B2A838}" srcOrd="3" destOrd="0" presId="urn:microsoft.com/office/officeart/2005/8/layout/orgChart1"/>
    <dgm:cxn modelId="{E72305EB-2FAA-479B-82FC-E7ED14C55043}" type="presParOf" srcId="{72E9BC31-D778-44BC-9167-596334B2A838}" destId="{161DAFD9-8570-4F92-909E-A7944F678E73}" srcOrd="0" destOrd="0" presId="urn:microsoft.com/office/officeart/2005/8/layout/orgChart1"/>
    <dgm:cxn modelId="{06EBF76D-3504-4793-8EB6-34D30481F446}" type="presParOf" srcId="{161DAFD9-8570-4F92-909E-A7944F678E73}" destId="{4E31A61C-EEB1-450F-B390-E3B31BB478AC}" srcOrd="0" destOrd="0" presId="urn:microsoft.com/office/officeart/2005/8/layout/orgChart1"/>
    <dgm:cxn modelId="{5A3F6436-6237-4438-A739-F0AA576DADCF}" type="presParOf" srcId="{161DAFD9-8570-4F92-909E-A7944F678E73}" destId="{AAC1196B-A45E-4621-96CE-7B6E7899EA71}" srcOrd="1" destOrd="0" presId="urn:microsoft.com/office/officeart/2005/8/layout/orgChart1"/>
    <dgm:cxn modelId="{2D15495E-9F48-4525-9A4B-50FB19E8FD1D}" type="presParOf" srcId="{72E9BC31-D778-44BC-9167-596334B2A838}" destId="{4CE1E8D4-705E-4875-8D25-036BD56700B0}" srcOrd="1" destOrd="0" presId="urn:microsoft.com/office/officeart/2005/8/layout/orgChart1"/>
    <dgm:cxn modelId="{6E2F1BCB-AEA3-4DCC-9A8C-45F86102DC9A}" type="presParOf" srcId="{72E9BC31-D778-44BC-9167-596334B2A838}" destId="{81C97617-75E0-4572-9C00-160BFA4ED381}" srcOrd="2" destOrd="0" presId="urn:microsoft.com/office/officeart/2005/8/layout/orgChart1"/>
    <dgm:cxn modelId="{90850619-E33A-43CB-9C5B-B62A1D478915}" type="presParOf" srcId="{2468E165-14B7-43EB-87DF-83114B57E89C}" destId="{709E3AAE-F1A9-4787-B88B-5E41FA54B744}" srcOrd="2" destOrd="0" presId="urn:microsoft.com/office/officeart/2005/8/layout/orgChart1"/>
    <dgm:cxn modelId="{B5C6E34B-0DB3-40A4-A18A-F0364482ECA5}" type="presParOf" srcId="{7025413C-2C43-4CE4-9C2E-F6EA0BD0A17F}" destId="{9E2B4F79-002C-417E-B3FA-D322DEA5256C}" srcOrd="2" destOrd="0" presId="urn:microsoft.com/office/officeart/2005/8/layout/orgChart1"/>
    <dgm:cxn modelId="{4E11F261-E419-4D38-B17F-40381D6C7B5C}" type="presParOf" srcId="{7655522E-218E-4AD1-9853-C6F4EBC0DDEE}" destId="{284A5039-464F-4657-8485-6EA8B0CC8231}" srcOrd="2" destOrd="0" presId="urn:microsoft.com/office/officeart/2005/8/layout/orgChart1"/>
    <dgm:cxn modelId="{037A7593-F3E8-4584-9838-F686893B529A}" type="presParOf" srcId="{7655522E-218E-4AD1-9853-C6F4EBC0DDEE}" destId="{7131B87A-2279-4992-80B2-F12CD40CE22A}" srcOrd="3" destOrd="0" presId="urn:microsoft.com/office/officeart/2005/8/layout/orgChart1"/>
    <dgm:cxn modelId="{99FB3315-0A2F-416C-B796-57F13B2AF1F7}" type="presParOf" srcId="{7131B87A-2279-4992-80B2-F12CD40CE22A}" destId="{666C5FBE-62F7-4AD3-AC08-BAFDE1BA7E05}" srcOrd="0" destOrd="0" presId="urn:microsoft.com/office/officeart/2005/8/layout/orgChart1"/>
    <dgm:cxn modelId="{F06EDBDC-FA2A-4BFD-AAAB-C2DF4A1DCCC8}" type="presParOf" srcId="{666C5FBE-62F7-4AD3-AC08-BAFDE1BA7E05}" destId="{E326FF25-A38D-4218-A312-C4205A6EEB11}" srcOrd="0" destOrd="0" presId="urn:microsoft.com/office/officeart/2005/8/layout/orgChart1"/>
    <dgm:cxn modelId="{121A6E88-2441-4FCF-B212-78C1F82387BC}" type="presParOf" srcId="{666C5FBE-62F7-4AD3-AC08-BAFDE1BA7E05}" destId="{2D867E0A-16A0-4AD5-818C-B7DFA76EFDD8}" srcOrd="1" destOrd="0" presId="urn:microsoft.com/office/officeart/2005/8/layout/orgChart1"/>
    <dgm:cxn modelId="{FB8996CD-570F-4159-AC22-0324CB9FDDA0}" type="presParOf" srcId="{7131B87A-2279-4992-80B2-F12CD40CE22A}" destId="{F627C16D-BB91-4381-B329-5F4EA09D5461}" srcOrd="1" destOrd="0" presId="urn:microsoft.com/office/officeart/2005/8/layout/orgChart1"/>
    <dgm:cxn modelId="{9EBD42FF-E36E-4EFD-8D32-F63A9D9792AE}" type="presParOf" srcId="{F627C16D-BB91-4381-B329-5F4EA09D5461}" destId="{D4614F11-18DF-47C0-88DB-C6A3D97DA678}" srcOrd="0" destOrd="0" presId="urn:microsoft.com/office/officeart/2005/8/layout/orgChart1"/>
    <dgm:cxn modelId="{269E4878-C728-433A-8B3D-F80B6A9FA461}" type="presParOf" srcId="{F627C16D-BB91-4381-B329-5F4EA09D5461}" destId="{E9AFAF6E-85DA-4956-8B91-AE3D2196E1C4}" srcOrd="1" destOrd="0" presId="urn:microsoft.com/office/officeart/2005/8/layout/orgChart1"/>
    <dgm:cxn modelId="{7A6AD5AA-A237-48AA-B597-5E8A44E19F3F}" type="presParOf" srcId="{E9AFAF6E-85DA-4956-8B91-AE3D2196E1C4}" destId="{228DE3B1-B08A-4D75-9973-729145B57535}" srcOrd="0" destOrd="0" presId="urn:microsoft.com/office/officeart/2005/8/layout/orgChart1"/>
    <dgm:cxn modelId="{10F84A5C-747A-4997-8CB5-B7294253C376}" type="presParOf" srcId="{228DE3B1-B08A-4D75-9973-729145B57535}" destId="{A482EDF3-27F3-42D1-A826-52CE6A18F1F9}" srcOrd="0" destOrd="0" presId="urn:microsoft.com/office/officeart/2005/8/layout/orgChart1"/>
    <dgm:cxn modelId="{C7E9E63A-23E1-4C75-951B-C0BD12E6CFD9}" type="presParOf" srcId="{228DE3B1-B08A-4D75-9973-729145B57535}" destId="{67B63D57-9BA7-4C70-808B-AE89E90CBD01}" srcOrd="1" destOrd="0" presId="urn:microsoft.com/office/officeart/2005/8/layout/orgChart1"/>
    <dgm:cxn modelId="{1BE1B707-0068-4018-9F06-CC677AEE0421}" type="presParOf" srcId="{E9AFAF6E-85DA-4956-8B91-AE3D2196E1C4}" destId="{C9DB366D-CE18-4AAD-A983-5C5881CFAB50}" srcOrd="1" destOrd="0" presId="urn:microsoft.com/office/officeart/2005/8/layout/orgChart1"/>
    <dgm:cxn modelId="{0AB20F2B-7BCA-4786-8421-DE8236F5C3B4}" type="presParOf" srcId="{C9DB366D-CE18-4AAD-A983-5C5881CFAB50}" destId="{A06F480D-4EEC-4374-AAB6-190598DA4A60}" srcOrd="0" destOrd="0" presId="urn:microsoft.com/office/officeart/2005/8/layout/orgChart1"/>
    <dgm:cxn modelId="{219FE422-B579-4EF9-A7E6-C35AC6519EC4}" type="presParOf" srcId="{C9DB366D-CE18-4AAD-A983-5C5881CFAB50}" destId="{A4163527-5D4F-43A0-AA69-53D324A76F42}" srcOrd="1" destOrd="0" presId="urn:microsoft.com/office/officeart/2005/8/layout/orgChart1"/>
    <dgm:cxn modelId="{DEF8F1DE-1A82-46FF-B3D8-E483B479D5D1}" type="presParOf" srcId="{A4163527-5D4F-43A0-AA69-53D324A76F42}" destId="{4E825C18-1827-42BA-A337-87709BB701B6}" srcOrd="0" destOrd="0" presId="urn:microsoft.com/office/officeart/2005/8/layout/orgChart1"/>
    <dgm:cxn modelId="{77CABFA3-EA8F-4BC0-B35A-FD7C0A40E64A}" type="presParOf" srcId="{4E825C18-1827-42BA-A337-87709BB701B6}" destId="{2270B67A-888E-40A4-8940-F784DF43E240}" srcOrd="0" destOrd="0" presId="urn:microsoft.com/office/officeart/2005/8/layout/orgChart1"/>
    <dgm:cxn modelId="{D340597D-9585-4B0D-BE34-94427010F991}" type="presParOf" srcId="{4E825C18-1827-42BA-A337-87709BB701B6}" destId="{0200DF04-88B6-4336-9BE3-760F7E96BBDF}" srcOrd="1" destOrd="0" presId="urn:microsoft.com/office/officeart/2005/8/layout/orgChart1"/>
    <dgm:cxn modelId="{13D51B41-2E47-4F74-8B07-230FC69D6711}" type="presParOf" srcId="{A4163527-5D4F-43A0-AA69-53D324A76F42}" destId="{D44BFCDE-8332-4225-93FE-7CBECDA5EE64}" srcOrd="1" destOrd="0" presId="urn:microsoft.com/office/officeart/2005/8/layout/orgChart1"/>
    <dgm:cxn modelId="{6200EA0B-E592-494A-A768-5A1309E5CFB7}" type="presParOf" srcId="{A4163527-5D4F-43A0-AA69-53D324A76F42}" destId="{70F9EA08-CC74-477C-89CB-3210F64B3123}" srcOrd="2" destOrd="0" presId="urn:microsoft.com/office/officeart/2005/8/layout/orgChart1"/>
    <dgm:cxn modelId="{1F7D3817-1680-4FF6-8EDD-5F9CC4AEA571}" type="presParOf" srcId="{C9DB366D-CE18-4AAD-A983-5C5881CFAB50}" destId="{CD66487D-4A35-45BA-998F-9C8FF0589185}" srcOrd="2" destOrd="0" presId="urn:microsoft.com/office/officeart/2005/8/layout/orgChart1"/>
    <dgm:cxn modelId="{FB4F018B-9854-45EA-89BA-38469C319050}" type="presParOf" srcId="{C9DB366D-CE18-4AAD-A983-5C5881CFAB50}" destId="{26B78E7E-330D-4F1D-950A-01D7A0E5CA5B}" srcOrd="3" destOrd="0" presId="urn:microsoft.com/office/officeart/2005/8/layout/orgChart1"/>
    <dgm:cxn modelId="{D9C85408-B4BF-46A1-A5A4-A084BBC10D2D}" type="presParOf" srcId="{26B78E7E-330D-4F1D-950A-01D7A0E5CA5B}" destId="{2FC722F2-3486-4EFA-8F0D-F845D446AC63}" srcOrd="0" destOrd="0" presId="urn:microsoft.com/office/officeart/2005/8/layout/orgChart1"/>
    <dgm:cxn modelId="{5E7C0476-556E-4BEB-9D28-2D31A575479E}" type="presParOf" srcId="{2FC722F2-3486-4EFA-8F0D-F845D446AC63}" destId="{081E9186-2D17-44CA-A4ED-7288E3430A72}" srcOrd="0" destOrd="0" presId="urn:microsoft.com/office/officeart/2005/8/layout/orgChart1"/>
    <dgm:cxn modelId="{A8259DE9-3685-442A-8BF9-2E3A26787971}" type="presParOf" srcId="{2FC722F2-3486-4EFA-8F0D-F845D446AC63}" destId="{A2F50C83-E6A8-4043-8054-07A931EC519F}" srcOrd="1" destOrd="0" presId="urn:microsoft.com/office/officeart/2005/8/layout/orgChart1"/>
    <dgm:cxn modelId="{FE4C641E-8976-4520-B0F7-B6DFF107452B}" type="presParOf" srcId="{26B78E7E-330D-4F1D-950A-01D7A0E5CA5B}" destId="{C0241D28-E253-4B8C-B159-8D0F7A0E0A81}" srcOrd="1" destOrd="0" presId="urn:microsoft.com/office/officeart/2005/8/layout/orgChart1"/>
    <dgm:cxn modelId="{8BB5F178-C8CA-4CBB-9B8E-60F9F839CE04}" type="presParOf" srcId="{26B78E7E-330D-4F1D-950A-01D7A0E5CA5B}" destId="{EC904E4E-2E02-4CBA-9941-9CC3F06223D1}" srcOrd="2" destOrd="0" presId="urn:microsoft.com/office/officeart/2005/8/layout/orgChart1"/>
    <dgm:cxn modelId="{A3BC6F50-35B9-4549-BF8C-A6619D1A6E84}" type="presParOf" srcId="{E9AFAF6E-85DA-4956-8B91-AE3D2196E1C4}" destId="{AC42E470-B9BB-4CCE-ACA0-E5353C0BA7A9}" srcOrd="2" destOrd="0" presId="urn:microsoft.com/office/officeart/2005/8/layout/orgChart1"/>
    <dgm:cxn modelId="{AFE8999F-A8C1-420D-BAE0-936991CABD51}" type="presParOf" srcId="{F627C16D-BB91-4381-B329-5F4EA09D5461}" destId="{8BBCD64A-20F1-4E9F-9E30-47CAC9A6867E}" srcOrd="2" destOrd="0" presId="urn:microsoft.com/office/officeart/2005/8/layout/orgChart1"/>
    <dgm:cxn modelId="{ADD0103B-F7D1-4C70-9B35-65331054B8F4}" type="presParOf" srcId="{F627C16D-BB91-4381-B329-5F4EA09D5461}" destId="{6EA434FA-8889-4EF5-A902-9158E13DC63D}" srcOrd="3" destOrd="0" presId="urn:microsoft.com/office/officeart/2005/8/layout/orgChart1"/>
    <dgm:cxn modelId="{31C00728-C632-4440-85EC-092E33FD457D}" type="presParOf" srcId="{6EA434FA-8889-4EF5-A902-9158E13DC63D}" destId="{1E6694C9-EA91-4A37-8A1B-A1CBD0FF43D8}" srcOrd="0" destOrd="0" presId="urn:microsoft.com/office/officeart/2005/8/layout/orgChart1"/>
    <dgm:cxn modelId="{D4D678FC-8A9C-4B56-ABD8-CD166F8A76F4}" type="presParOf" srcId="{1E6694C9-EA91-4A37-8A1B-A1CBD0FF43D8}" destId="{C6C0B190-92A2-419B-959C-2FAEC3498A2E}" srcOrd="0" destOrd="0" presId="urn:microsoft.com/office/officeart/2005/8/layout/orgChart1"/>
    <dgm:cxn modelId="{82866AEB-21EE-4C26-BC9C-8CC179C2077A}" type="presParOf" srcId="{1E6694C9-EA91-4A37-8A1B-A1CBD0FF43D8}" destId="{C71F277F-80AC-41E0-B54E-E07BC829F600}" srcOrd="1" destOrd="0" presId="urn:microsoft.com/office/officeart/2005/8/layout/orgChart1"/>
    <dgm:cxn modelId="{37650234-53DA-4FA8-9111-92B227DA8349}" type="presParOf" srcId="{6EA434FA-8889-4EF5-A902-9158E13DC63D}" destId="{E1B34CF0-A976-436D-8745-4691F939DB83}" srcOrd="1" destOrd="0" presId="urn:microsoft.com/office/officeart/2005/8/layout/orgChart1"/>
    <dgm:cxn modelId="{A3AEE5D1-2A53-4A4B-9313-22A76738AB2F}" type="presParOf" srcId="{E1B34CF0-A976-436D-8745-4691F939DB83}" destId="{FC90D4E1-0572-49A7-9BED-B05A4E779A5F}" srcOrd="0" destOrd="0" presId="urn:microsoft.com/office/officeart/2005/8/layout/orgChart1"/>
    <dgm:cxn modelId="{439E14D2-C93B-46D6-8A08-D35469E7199C}" type="presParOf" srcId="{E1B34CF0-A976-436D-8745-4691F939DB83}" destId="{3E55BC63-F8B5-4DB0-B762-7A1AD27DACD4}" srcOrd="1" destOrd="0" presId="urn:microsoft.com/office/officeart/2005/8/layout/orgChart1"/>
    <dgm:cxn modelId="{41CDDA1E-C32B-4D56-9D81-34E6CCB5A857}" type="presParOf" srcId="{3E55BC63-F8B5-4DB0-B762-7A1AD27DACD4}" destId="{7DE53645-D409-4865-80BF-5F5EE246E307}" srcOrd="0" destOrd="0" presId="urn:microsoft.com/office/officeart/2005/8/layout/orgChart1"/>
    <dgm:cxn modelId="{53F3B973-3249-41EE-889E-656111917323}" type="presParOf" srcId="{7DE53645-D409-4865-80BF-5F5EE246E307}" destId="{9E53C8AB-2DB1-470A-B2BB-B696584AFB17}" srcOrd="0" destOrd="0" presId="urn:microsoft.com/office/officeart/2005/8/layout/orgChart1"/>
    <dgm:cxn modelId="{B8855CFA-ED9F-45FF-8A2D-C2BB272691BF}" type="presParOf" srcId="{7DE53645-D409-4865-80BF-5F5EE246E307}" destId="{26AAE61D-9B34-409F-B3CF-F4DD02DFEFFE}" srcOrd="1" destOrd="0" presId="urn:microsoft.com/office/officeart/2005/8/layout/orgChart1"/>
    <dgm:cxn modelId="{39BB1A9E-8718-4197-821F-06DC90904C4B}" type="presParOf" srcId="{3E55BC63-F8B5-4DB0-B762-7A1AD27DACD4}" destId="{D61D7768-993B-4CB9-98E3-A375A46FD880}" srcOrd="1" destOrd="0" presId="urn:microsoft.com/office/officeart/2005/8/layout/orgChart1"/>
    <dgm:cxn modelId="{1035C187-DF20-4B77-B8BF-A5748BE9E36A}" type="presParOf" srcId="{3E55BC63-F8B5-4DB0-B762-7A1AD27DACD4}" destId="{FC7E6783-0633-47D0-9F2E-D158C39713BC}" srcOrd="2" destOrd="0" presId="urn:microsoft.com/office/officeart/2005/8/layout/orgChart1"/>
    <dgm:cxn modelId="{43263954-D91B-4EEC-B5AC-2A4E91A837B5}" type="presParOf" srcId="{E1B34CF0-A976-436D-8745-4691F939DB83}" destId="{19F2F55F-75FC-40CD-BBA6-E1A083F00941}" srcOrd="2" destOrd="0" presId="urn:microsoft.com/office/officeart/2005/8/layout/orgChart1"/>
    <dgm:cxn modelId="{965D04ED-24EA-4306-BFED-5C2BE55A71B8}" type="presParOf" srcId="{E1B34CF0-A976-436D-8745-4691F939DB83}" destId="{B6B118A6-ED21-414C-9AAD-093996746587}" srcOrd="3" destOrd="0" presId="urn:microsoft.com/office/officeart/2005/8/layout/orgChart1"/>
    <dgm:cxn modelId="{E3048DDB-305B-47AE-970A-D4E4F0D25213}" type="presParOf" srcId="{B6B118A6-ED21-414C-9AAD-093996746587}" destId="{D9E48C74-1469-4DAE-9B99-EED7DBE50482}" srcOrd="0" destOrd="0" presId="urn:microsoft.com/office/officeart/2005/8/layout/orgChart1"/>
    <dgm:cxn modelId="{7F261172-D32D-4E9E-A399-345C49DD6EF0}" type="presParOf" srcId="{D9E48C74-1469-4DAE-9B99-EED7DBE50482}" destId="{8CB14094-D15E-4153-ABFD-DE4215152B14}" srcOrd="0" destOrd="0" presId="urn:microsoft.com/office/officeart/2005/8/layout/orgChart1"/>
    <dgm:cxn modelId="{6F445877-0C6C-446B-9DDB-7A6CB89964DC}" type="presParOf" srcId="{D9E48C74-1469-4DAE-9B99-EED7DBE50482}" destId="{54594AA2-04E6-49E9-830D-8D978DF3401E}" srcOrd="1" destOrd="0" presId="urn:microsoft.com/office/officeart/2005/8/layout/orgChart1"/>
    <dgm:cxn modelId="{5EA499BA-62EF-4B9B-B540-098CAC67CE3A}" type="presParOf" srcId="{B6B118A6-ED21-414C-9AAD-093996746587}" destId="{97C2CF93-6A78-43BA-B77E-E4E82714F255}" srcOrd="1" destOrd="0" presId="urn:microsoft.com/office/officeart/2005/8/layout/orgChart1"/>
    <dgm:cxn modelId="{D928CD59-1DA5-4B61-AB6D-32F061002063}" type="presParOf" srcId="{B6B118A6-ED21-414C-9AAD-093996746587}" destId="{EDC6F554-8084-4D75-B9C8-C3B8D5DF3F9D}" srcOrd="2" destOrd="0" presId="urn:microsoft.com/office/officeart/2005/8/layout/orgChart1"/>
    <dgm:cxn modelId="{40E784FC-EF90-4409-8BD1-D66EB5556D27}" type="presParOf" srcId="{6EA434FA-8889-4EF5-A902-9158E13DC63D}" destId="{7E66C3A3-58B4-42AC-876B-89A4589EEFCF}" srcOrd="2" destOrd="0" presId="urn:microsoft.com/office/officeart/2005/8/layout/orgChart1"/>
    <dgm:cxn modelId="{85D4F118-B867-4702-85D1-8897F8D692AE}" type="presParOf" srcId="{7131B87A-2279-4992-80B2-F12CD40CE22A}" destId="{28150106-57EB-4F7B-B316-5DFBBA0E5198}" srcOrd="2" destOrd="0" presId="urn:microsoft.com/office/officeart/2005/8/layout/orgChart1"/>
    <dgm:cxn modelId="{08A52C86-8618-427A-A8FE-D1E8F89B2026}" type="presParOf" srcId="{7655522E-218E-4AD1-9853-C6F4EBC0DDEE}" destId="{BED912F9-BA09-4FCA-B0AF-B0FC55FB52FF}" srcOrd="4" destOrd="0" presId="urn:microsoft.com/office/officeart/2005/8/layout/orgChart1"/>
    <dgm:cxn modelId="{90719137-D850-40FC-A55C-9FAE952BFCD5}" type="presParOf" srcId="{7655522E-218E-4AD1-9853-C6F4EBC0DDEE}" destId="{EF62A2EB-3155-4809-89BE-72A5E1085AD4}" srcOrd="5" destOrd="0" presId="urn:microsoft.com/office/officeart/2005/8/layout/orgChart1"/>
    <dgm:cxn modelId="{DBACA891-B37C-4AFB-A51E-5C060EB0FCAF}" type="presParOf" srcId="{EF62A2EB-3155-4809-89BE-72A5E1085AD4}" destId="{1EEA4C19-3680-432C-99FC-C02FC1BF7CC6}" srcOrd="0" destOrd="0" presId="urn:microsoft.com/office/officeart/2005/8/layout/orgChart1"/>
    <dgm:cxn modelId="{5A0749F7-AE1E-4793-B53F-AFF61CEDFE03}" type="presParOf" srcId="{1EEA4C19-3680-432C-99FC-C02FC1BF7CC6}" destId="{8A5ED476-6D9C-4101-B732-F41CDF31423B}" srcOrd="0" destOrd="0" presId="urn:microsoft.com/office/officeart/2005/8/layout/orgChart1"/>
    <dgm:cxn modelId="{01907BCA-D97F-4036-AFC8-CEECD887EE3C}" type="presParOf" srcId="{1EEA4C19-3680-432C-99FC-C02FC1BF7CC6}" destId="{E6BA3967-0658-4351-B10C-2B8D0176B321}" srcOrd="1" destOrd="0" presId="urn:microsoft.com/office/officeart/2005/8/layout/orgChart1"/>
    <dgm:cxn modelId="{6102935F-A955-443D-968A-08C3DB8B9B0B}" type="presParOf" srcId="{EF62A2EB-3155-4809-89BE-72A5E1085AD4}" destId="{FC2D0DF9-3729-44B2-94DD-6CD5123B3D51}" srcOrd="1" destOrd="0" presId="urn:microsoft.com/office/officeart/2005/8/layout/orgChart1"/>
    <dgm:cxn modelId="{85943215-CCCC-43D1-8B47-EF50853D7F9F}" type="presParOf" srcId="{FC2D0DF9-3729-44B2-94DD-6CD5123B3D51}" destId="{AE9EEF3A-F067-44D8-BCF6-9527F3FC9E8D}" srcOrd="0" destOrd="0" presId="urn:microsoft.com/office/officeart/2005/8/layout/orgChart1"/>
    <dgm:cxn modelId="{891CEB3C-4BFC-41AB-8E9E-3D2E5BC3E921}" type="presParOf" srcId="{FC2D0DF9-3729-44B2-94DD-6CD5123B3D51}" destId="{CD1D00D2-8DA7-4A7E-99BC-5EA86CA7DEDC}" srcOrd="1" destOrd="0" presId="urn:microsoft.com/office/officeart/2005/8/layout/orgChart1"/>
    <dgm:cxn modelId="{D3FBDCF9-B564-4693-9633-254BC25F9024}" type="presParOf" srcId="{CD1D00D2-8DA7-4A7E-99BC-5EA86CA7DEDC}" destId="{A5CC0BD7-84C2-4EDD-885B-1B6FD5F76F38}" srcOrd="0" destOrd="0" presId="urn:microsoft.com/office/officeart/2005/8/layout/orgChart1"/>
    <dgm:cxn modelId="{120440ED-1E99-4C8E-9B62-3A16BE671C2B}" type="presParOf" srcId="{A5CC0BD7-84C2-4EDD-885B-1B6FD5F76F38}" destId="{FB8BB41C-5CA8-4E3B-AA03-E6BFC2DF4962}" srcOrd="0" destOrd="0" presId="urn:microsoft.com/office/officeart/2005/8/layout/orgChart1"/>
    <dgm:cxn modelId="{F73D6442-30F5-4827-82BC-1514A78C7181}" type="presParOf" srcId="{A5CC0BD7-84C2-4EDD-885B-1B6FD5F76F38}" destId="{54DE62E7-9C40-4B87-B497-FF3F7BB3C07B}" srcOrd="1" destOrd="0" presId="urn:microsoft.com/office/officeart/2005/8/layout/orgChart1"/>
    <dgm:cxn modelId="{1D539686-8444-4892-B474-ADBC2F5CDF74}" type="presParOf" srcId="{CD1D00D2-8DA7-4A7E-99BC-5EA86CA7DEDC}" destId="{0200570B-23BB-475A-BDF7-9AF28E24175D}" srcOrd="1" destOrd="0" presId="urn:microsoft.com/office/officeart/2005/8/layout/orgChart1"/>
    <dgm:cxn modelId="{69B41028-F748-4BEA-9F5D-11715D7C5689}" type="presParOf" srcId="{CD1D00D2-8DA7-4A7E-99BC-5EA86CA7DEDC}" destId="{EC016EDD-9024-4138-93FA-7C7AC854569C}" srcOrd="2" destOrd="0" presId="urn:microsoft.com/office/officeart/2005/8/layout/orgChart1"/>
    <dgm:cxn modelId="{FD3F9AEC-BF42-497A-B256-521C55C7B9FE}" type="presParOf" srcId="{FC2D0DF9-3729-44B2-94DD-6CD5123B3D51}" destId="{7F63B448-F501-4223-9D94-FEF73C736570}" srcOrd="2" destOrd="0" presId="urn:microsoft.com/office/officeart/2005/8/layout/orgChart1"/>
    <dgm:cxn modelId="{61575F10-23B3-4FA8-B151-B9F13748C42D}" type="presParOf" srcId="{FC2D0DF9-3729-44B2-94DD-6CD5123B3D51}" destId="{DE1E5C5A-C5AA-44E5-BFF8-913E4149A8A6}" srcOrd="3" destOrd="0" presId="urn:microsoft.com/office/officeart/2005/8/layout/orgChart1"/>
    <dgm:cxn modelId="{296C103C-2C9E-45B6-9646-336B3ABC3880}" type="presParOf" srcId="{DE1E5C5A-C5AA-44E5-BFF8-913E4149A8A6}" destId="{43161816-98BC-495B-A0CF-7AF512C88502}" srcOrd="0" destOrd="0" presId="urn:microsoft.com/office/officeart/2005/8/layout/orgChart1"/>
    <dgm:cxn modelId="{E56E7EEA-5A0D-48A1-9607-149CF3C49075}" type="presParOf" srcId="{43161816-98BC-495B-A0CF-7AF512C88502}" destId="{7EDB92E3-E733-40A6-8B49-214C24A01A6E}" srcOrd="0" destOrd="0" presId="urn:microsoft.com/office/officeart/2005/8/layout/orgChart1"/>
    <dgm:cxn modelId="{3B5B93C1-C450-4B5E-BD82-75C4AE30144E}" type="presParOf" srcId="{43161816-98BC-495B-A0CF-7AF512C88502}" destId="{3DA08CF3-CA88-42E4-A9D5-B1484A599F52}" srcOrd="1" destOrd="0" presId="urn:microsoft.com/office/officeart/2005/8/layout/orgChart1"/>
    <dgm:cxn modelId="{CB66DB52-6118-4A16-BDF9-780526A83791}" type="presParOf" srcId="{DE1E5C5A-C5AA-44E5-BFF8-913E4149A8A6}" destId="{8405E3AF-99BE-429E-824C-820F25ACE105}" srcOrd="1" destOrd="0" presId="urn:microsoft.com/office/officeart/2005/8/layout/orgChart1"/>
    <dgm:cxn modelId="{2EAAC715-F94A-4756-B8DE-6C1AA84106FA}" type="presParOf" srcId="{DE1E5C5A-C5AA-44E5-BFF8-913E4149A8A6}" destId="{17892A4C-1999-4E58-ACC0-12C6784EBF9E}" srcOrd="2" destOrd="0" presId="urn:microsoft.com/office/officeart/2005/8/layout/orgChart1"/>
    <dgm:cxn modelId="{249CA891-7691-4930-A527-B3175BD961C5}" type="presParOf" srcId="{FC2D0DF9-3729-44B2-94DD-6CD5123B3D51}" destId="{5B434D8D-1DD1-47A2-A4E0-11FB170D52FA}" srcOrd="4" destOrd="0" presId="urn:microsoft.com/office/officeart/2005/8/layout/orgChart1"/>
    <dgm:cxn modelId="{674D298E-4C6E-46B0-9556-60163A2C9B31}" type="presParOf" srcId="{FC2D0DF9-3729-44B2-94DD-6CD5123B3D51}" destId="{DFD74403-7ED7-4358-AA51-FCEFDE81850C}" srcOrd="5" destOrd="0" presId="urn:microsoft.com/office/officeart/2005/8/layout/orgChart1"/>
    <dgm:cxn modelId="{0C9DC3E3-49B6-476E-A761-8B17E5625192}" type="presParOf" srcId="{DFD74403-7ED7-4358-AA51-FCEFDE81850C}" destId="{A0C2E627-2793-458C-B51E-3E00516E84DE}" srcOrd="0" destOrd="0" presId="urn:microsoft.com/office/officeart/2005/8/layout/orgChart1"/>
    <dgm:cxn modelId="{7125D27C-AF5B-470D-B5C9-4E38651F9442}" type="presParOf" srcId="{A0C2E627-2793-458C-B51E-3E00516E84DE}" destId="{E9977C7C-A3EC-4A7A-81D5-1EF5938D5C61}" srcOrd="0" destOrd="0" presId="urn:microsoft.com/office/officeart/2005/8/layout/orgChart1"/>
    <dgm:cxn modelId="{F6104209-F5F1-490D-828C-B86B1CCD8DFC}" type="presParOf" srcId="{A0C2E627-2793-458C-B51E-3E00516E84DE}" destId="{48BED553-45C2-4B26-9A96-6D342B157CBE}" srcOrd="1" destOrd="0" presId="urn:microsoft.com/office/officeart/2005/8/layout/orgChart1"/>
    <dgm:cxn modelId="{30A73C28-11CF-4242-AADE-9482FA4ECE95}" type="presParOf" srcId="{DFD74403-7ED7-4358-AA51-FCEFDE81850C}" destId="{93D267E3-251F-4400-AFFD-ABA096132888}" srcOrd="1" destOrd="0" presId="urn:microsoft.com/office/officeart/2005/8/layout/orgChart1"/>
    <dgm:cxn modelId="{B1BB5FB1-2F3A-4342-BE4C-1C5E676B82DC}" type="presParOf" srcId="{DFD74403-7ED7-4358-AA51-FCEFDE81850C}" destId="{17E027C1-8DC8-4BC1-AD67-D8F7C25C1B77}" srcOrd="2" destOrd="0" presId="urn:microsoft.com/office/officeart/2005/8/layout/orgChart1"/>
    <dgm:cxn modelId="{DF0D65C0-34CA-4353-95BC-1547C841983B}" type="presParOf" srcId="{EF62A2EB-3155-4809-89BE-72A5E1085AD4}" destId="{B3B32C8B-CD35-46A5-BFC8-E0225B32D816}" srcOrd="2" destOrd="0" presId="urn:microsoft.com/office/officeart/2005/8/layout/orgChart1"/>
    <dgm:cxn modelId="{26923E52-A524-4B8E-A0DC-C069981C656D}" type="presParOf" srcId="{7655522E-218E-4AD1-9853-C6F4EBC0DDEE}" destId="{DB994A2E-9AEC-433B-8194-4854CA24A636}" srcOrd="6" destOrd="0" presId="urn:microsoft.com/office/officeart/2005/8/layout/orgChart1"/>
    <dgm:cxn modelId="{07BF5504-876E-4576-9905-97DB2482D0C7}" type="presParOf" srcId="{7655522E-218E-4AD1-9853-C6F4EBC0DDEE}" destId="{EE5FC516-791C-49E5-974E-F033BF6F6243}" srcOrd="7" destOrd="0" presId="urn:microsoft.com/office/officeart/2005/8/layout/orgChart1"/>
    <dgm:cxn modelId="{01187894-AA45-4FEF-8F4A-D8AB66730955}" type="presParOf" srcId="{EE5FC516-791C-49E5-974E-F033BF6F6243}" destId="{051DE9BD-A391-43FE-967E-7E5279A1A3A3}" srcOrd="0" destOrd="0" presId="urn:microsoft.com/office/officeart/2005/8/layout/orgChart1"/>
    <dgm:cxn modelId="{2F7ED3C3-6F29-4C0D-94AE-1CEC75A4532C}" type="presParOf" srcId="{051DE9BD-A391-43FE-967E-7E5279A1A3A3}" destId="{3102F3EF-D621-4B9C-9B06-BD9820AC5304}" srcOrd="0" destOrd="0" presId="urn:microsoft.com/office/officeart/2005/8/layout/orgChart1"/>
    <dgm:cxn modelId="{10C579E8-765C-4567-B623-56C70A0A1989}" type="presParOf" srcId="{051DE9BD-A391-43FE-967E-7E5279A1A3A3}" destId="{61FC8C3A-4A6C-463D-9D4B-0353F72EF96B}" srcOrd="1" destOrd="0" presId="urn:microsoft.com/office/officeart/2005/8/layout/orgChart1"/>
    <dgm:cxn modelId="{BC848EF0-51E5-48AB-BBAD-14DDA1D7201E}" type="presParOf" srcId="{EE5FC516-791C-49E5-974E-F033BF6F6243}" destId="{DA7537EB-CCE6-47C4-BF7C-4E5175020673}" srcOrd="1" destOrd="0" presId="urn:microsoft.com/office/officeart/2005/8/layout/orgChart1"/>
    <dgm:cxn modelId="{A1E2F81F-F518-4F18-9A06-6193E27AB64E}" type="presParOf" srcId="{DA7537EB-CCE6-47C4-BF7C-4E5175020673}" destId="{79961C4E-6FE5-4E44-8DDC-E8B6B9582D4E}" srcOrd="0" destOrd="0" presId="urn:microsoft.com/office/officeart/2005/8/layout/orgChart1"/>
    <dgm:cxn modelId="{346A7F70-3A76-4581-BCA3-6FC74DC1EBD9}" type="presParOf" srcId="{DA7537EB-CCE6-47C4-BF7C-4E5175020673}" destId="{6C5D2726-BCD8-4943-8DA8-396101261B54}" srcOrd="1" destOrd="0" presId="urn:microsoft.com/office/officeart/2005/8/layout/orgChart1"/>
    <dgm:cxn modelId="{B1BBECB7-B74B-40B5-8CBF-6A6424D48371}" type="presParOf" srcId="{6C5D2726-BCD8-4943-8DA8-396101261B54}" destId="{B8389C6E-564D-4DCF-97D3-5D00C97687CD}" srcOrd="0" destOrd="0" presId="urn:microsoft.com/office/officeart/2005/8/layout/orgChart1"/>
    <dgm:cxn modelId="{4A643501-7C90-494B-B65C-4BED9200A6F4}" type="presParOf" srcId="{B8389C6E-564D-4DCF-97D3-5D00C97687CD}" destId="{544B1DEB-5B8D-4CB3-B7E7-949EABE6314A}" srcOrd="0" destOrd="0" presId="urn:microsoft.com/office/officeart/2005/8/layout/orgChart1"/>
    <dgm:cxn modelId="{2858A296-9288-46F1-AC68-995D7A0C5006}" type="presParOf" srcId="{B8389C6E-564D-4DCF-97D3-5D00C97687CD}" destId="{44389838-9258-4881-A8CE-641801B53C33}" srcOrd="1" destOrd="0" presId="urn:microsoft.com/office/officeart/2005/8/layout/orgChart1"/>
    <dgm:cxn modelId="{A97B11F8-28EA-4376-97F1-2F9DAA5E389E}" type="presParOf" srcId="{6C5D2726-BCD8-4943-8DA8-396101261B54}" destId="{650C10ED-7DBE-486B-9A0D-5F8EE9DBAF0D}" srcOrd="1" destOrd="0" presId="urn:microsoft.com/office/officeart/2005/8/layout/orgChart1"/>
    <dgm:cxn modelId="{9084AC42-0A95-467F-AC2C-1F8B5737F994}" type="presParOf" srcId="{6C5D2726-BCD8-4943-8DA8-396101261B54}" destId="{FC9D2613-E961-440F-84EC-98E52DF1B3E6}" srcOrd="2" destOrd="0" presId="urn:microsoft.com/office/officeart/2005/8/layout/orgChart1"/>
    <dgm:cxn modelId="{9FCBE908-9352-4E28-925E-C48972859E68}" type="presParOf" srcId="{DA7537EB-CCE6-47C4-BF7C-4E5175020673}" destId="{D0F3064A-28A3-49FD-B7E2-A8F8FBA328A9}" srcOrd="2" destOrd="0" presId="urn:microsoft.com/office/officeart/2005/8/layout/orgChart1"/>
    <dgm:cxn modelId="{FE28DE72-25EC-4BCD-AC5E-A9A8E45FBE5C}" type="presParOf" srcId="{DA7537EB-CCE6-47C4-BF7C-4E5175020673}" destId="{EC128F6E-D7B2-4DD2-8151-EC3D2612D28E}" srcOrd="3" destOrd="0" presId="urn:microsoft.com/office/officeart/2005/8/layout/orgChart1"/>
    <dgm:cxn modelId="{098053C0-C798-46DC-B5AA-85830DB38DC3}" type="presParOf" srcId="{EC128F6E-D7B2-4DD2-8151-EC3D2612D28E}" destId="{9D75C4DF-511C-48DA-A606-666D8BF1ACDC}" srcOrd="0" destOrd="0" presId="urn:microsoft.com/office/officeart/2005/8/layout/orgChart1"/>
    <dgm:cxn modelId="{CAAA6347-D41E-479B-98CC-B042A89BFC71}" type="presParOf" srcId="{9D75C4DF-511C-48DA-A606-666D8BF1ACDC}" destId="{1CB3FE64-7484-4946-BE94-C90948D2D195}" srcOrd="0" destOrd="0" presId="urn:microsoft.com/office/officeart/2005/8/layout/orgChart1"/>
    <dgm:cxn modelId="{C06E731F-E26C-443E-8818-0325F00F4558}" type="presParOf" srcId="{9D75C4DF-511C-48DA-A606-666D8BF1ACDC}" destId="{A2FAABC7-6C4D-44F5-9041-38329A4C9530}" srcOrd="1" destOrd="0" presId="urn:microsoft.com/office/officeart/2005/8/layout/orgChart1"/>
    <dgm:cxn modelId="{0EEAC5F7-A3AE-438F-8981-0982D1CE00E4}" type="presParOf" srcId="{EC128F6E-D7B2-4DD2-8151-EC3D2612D28E}" destId="{FC9805D9-C6C9-4289-B840-591AA7914E14}" srcOrd="1" destOrd="0" presId="urn:microsoft.com/office/officeart/2005/8/layout/orgChart1"/>
    <dgm:cxn modelId="{D896F444-30F8-4BF1-AC88-C9B8DBF06658}" type="presParOf" srcId="{EC128F6E-D7B2-4DD2-8151-EC3D2612D28E}" destId="{EFD6B13B-46E0-4D80-A21D-20AEDDD4EB34}" srcOrd="2" destOrd="0" presId="urn:microsoft.com/office/officeart/2005/8/layout/orgChart1"/>
    <dgm:cxn modelId="{BA64630F-FF93-4F11-874C-E357E6E3253B}" type="presParOf" srcId="{EE5FC516-791C-49E5-974E-F033BF6F6243}" destId="{7819A426-E238-4C5A-819F-854F158A96C0}" srcOrd="2" destOrd="0" presId="urn:microsoft.com/office/officeart/2005/8/layout/orgChart1"/>
    <dgm:cxn modelId="{78FD61C4-0744-42D2-A675-10C55341183E}" type="presParOf" srcId="{DC0B2FDF-D839-45FE-9E9A-D22897A1B887}" destId="{67DAF67C-13D5-4345-A3A2-7B8725F07673}" srcOrd="2" destOrd="0" presId="urn:microsoft.com/office/officeart/2005/8/layout/orgChart1"/>
    <dgm:cxn modelId="{1226C14C-7F1F-4983-BF93-A21CE347FB22}" type="presParOf" srcId="{9098D234-D388-4106-B539-B7C38DD6D81C}" destId="{727B956F-D72C-4AE4-8D9E-D5EAAA044204}" srcOrd="4" destOrd="0" presId="urn:microsoft.com/office/officeart/2005/8/layout/orgChart1"/>
    <dgm:cxn modelId="{4E3EA350-EAF1-4526-9CA5-D2CC10DE9C59}" type="presParOf" srcId="{9098D234-D388-4106-B539-B7C38DD6D81C}" destId="{3F0D928F-C5C6-4209-89C7-2DC22F440C9A}" srcOrd="5" destOrd="0" presId="urn:microsoft.com/office/officeart/2005/8/layout/orgChart1"/>
    <dgm:cxn modelId="{2717CE35-81F0-4A60-95B7-C231CED94C78}" type="presParOf" srcId="{3F0D928F-C5C6-4209-89C7-2DC22F440C9A}" destId="{89A646BC-328E-41A9-8DF1-DCDA6CC3C425}" srcOrd="0" destOrd="0" presId="urn:microsoft.com/office/officeart/2005/8/layout/orgChart1"/>
    <dgm:cxn modelId="{2D23661C-4E63-4B01-8483-052FC3BCD968}" type="presParOf" srcId="{89A646BC-328E-41A9-8DF1-DCDA6CC3C425}" destId="{016EC23A-2D0E-41F6-A49C-4A8A9AA629EE}" srcOrd="0" destOrd="0" presId="urn:microsoft.com/office/officeart/2005/8/layout/orgChart1"/>
    <dgm:cxn modelId="{70E0F40B-B039-460D-8C28-F9407D8882F5}" type="presParOf" srcId="{89A646BC-328E-41A9-8DF1-DCDA6CC3C425}" destId="{CBB73073-E2BE-4561-B51B-94EBAD9E9723}" srcOrd="1" destOrd="0" presId="urn:microsoft.com/office/officeart/2005/8/layout/orgChart1"/>
    <dgm:cxn modelId="{BC2EB7CD-B0F5-4022-B025-A784BFB511B3}" type="presParOf" srcId="{3F0D928F-C5C6-4209-89C7-2DC22F440C9A}" destId="{A2D7CAED-0941-4B4F-8DD4-28606AD9D38D}" srcOrd="1" destOrd="0" presId="urn:microsoft.com/office/officeart/2005/8/layout/orgChart1"/>
    <dgm:cxn modelId="{0247075F-BB7D-43D7-8EAF-3EAC30D03016}" type="presParOf" srcId="{A2D7CAED-0941-4B4F-8DD4-28606AD9D38D}" destId="{8FD8986A-89D1-4AB0-90F1-C4A1CBCF7A0C}" srcOrd="0" destOrd="0" presId="urn:microsoft.com/office/officeart/2005/8/layout/orgChart1"/>
    <dgm:cxn modelId="{67EA7C84-4393-4A0F-81FF-18985272EEEF}" type="presParOf" srcId="{A2D7CAED-0941-4B4F-8DD4-28606AD9D38D}" destId="{B016A183-38BE-435F-AB11-DB6DC0C1B20B}" srcOrd="1" destOrd="0" presId="urn:microsoft.com/office/officeart/2005/8/layout/orgChart1"/>
    <dgm:cxn modelId="{576F1EEB-D713-49FF-AE4F-F0824B312D09}" type="presParOf" srcId="{B016A183-38BE-435F-AB11-DB6DC0C1B20B}" destId="{C767590C-646A-4C4E-B55C-157C9C030643}" srcOrd="0" destOrd="0" presId="urn:microsoft.com/office/officeart/2005/8/layout/orgChart1"/>
    <dgm:cxn modelId="{AB3CC035-9CE4-4759-8A71-A5D6DD55E4D3}" type="presParOf" srcId="{C767590C-646A-4C4E-B55C-157C9C030643}" destId="{D593024A-E896-4B3C-805A-883F983D38BF}" srcOrd="0" destOrd="0" presId="urn:microsoft.com/office/officeart/2005/8/layout/orgChart1"/>
    <dgm:cxn modelId="{AFB4E82D-D69B-499D-91F1-346A7214DD41}" type="presParOf" srcId="{C767590C-646A-4C4E-B55C-157C9C030643}" destId="{44AF99D7-4E20-4B49-AAF2-41B8EB3C2D38}" srcOrd="1" destOrd="0" presId="urn:microsoft.com/office/officeart/2005/8/layout/orgChart1"/>
    <dgm:cxn modelId="{86E25F38-8DF7-4DD2-8D3D-0112AC389785}" type="presParOf" srcId="{B016A183-38BE-435F-AB11-DB6DC0C1B20B}" destId="{A36C534F-651E-483C-947E-B9B28DD9C077}" srcOrd="1" destOrd="0" presId="urn:microsoft.com/office/officeart/2005/8/layout/orgChart1"/>
    <dgm:cxn modelId="{F20E7569-D857-4B98-A064-9786D9028304}" type="presParOf" srcId="{A36C534F-651E-483C-947E-B9B28DD9C077}" destId="{8480AC68-1B3B-4D87-A244-7F15C95F8820}" srcOrd="0" destOrd="0" presId="urn:microsoft.com/office/officeart/2005/8/layout/orgChart1"/>
    <dgm:cxn modelId="{ABC27376-0699-4D40-9E3F-DE6E44B8DDE9}" type="presParOf" srcId="{A36C534F-651E-483C-947E-B9B28DD9C077}" destId="{D4312ECA-FF51-4CC5-8B02-F5EBF3952FD3}" srcOrd="1" destOrd="0" presId="urn:microsoft.com/office/officeart/2005/8/layout/orgChart1"/>
    <dgm:cxn modelId="{9BC0D2AB-6669-4F9D-92F8-5648E5165478}" type="presParOf" srcId="{D4312ECA-FF51-4CC5-8B02-F5EBF3952FD3}" destId="{0A4C21FE-B785-4F4A-85CA-0A3789BE065C}" srcOrd="0" destOrd="0" presId="urn:microsoft.com/office/officeart/2005/8/layout/orgChart1"/>
    <dgm:cxn modelId="{B281F7ED-7DC5-42B3-A3FA-C92CC46905F0}" type="presParOf" srcId="{0A4C21FE-B785-4F4A-85CA-0A3789BE065C}" destId="{B456295B-DE77-4169-99D6-8D0A1087EFB1}" srcOrd="0" destOrd="0" presId="urn:microsoft.com/office/officeart/2005/8/layout/orgChart1"/>
    <dgm:cxn modelId="{3D54C8C0-FE4F-4893-8D54-8E3416CCA834}" type="presParOf" srcId="{0A4C21FE-B785-4F4A-85CA-0A3789BE065C}" destId="{C6405E61-DBC9-4EA0-A901-8F10772BA32F}" srcOrd="1" destOrd="0" presId="urn:microsoft.com/office/officeart/2005/8/layout/orgChart1"/>
    <dgm:cxn modelId="{E3E16812-6553-49D5-BCE5-FB67CFA78F75}" type="presParOf" srcId="{D4312ECA-FF51-4CC5-8B02-F5EBF3952FD3}" destId="{9E9071E5-C29D-4AFA-B999-603C6C5FBA59}" srcOrd="1" destOrd="0" presId="urn:microsoft.com/office/officeart/2005/8/layout/orgChart1"/>
    <dgm:cxn modelId="{EF05EFFF-8656-436A-A217-AB646F57FF82}" type="presParOf" srcId="{9E9071E5-C29D-4AFA-B999-603C6C5FBA59}" destId="{5663B93B-AAF8-4E7D-80CE-E72B21288EDC}" srcOrd="0" destOrd="0" presId="urn:microsoft.com/office/officeart/2005/8/layout/orgChart1"/>
    <dgm:cxn modelId="{E2412FF5-E04C-405F-8A0B-FA485993EB5D}" type="presParOf" srcId="{9E9071E5-C29D-4AFA-B999-603C6C5FBA59}" destId="{3BE665F2-D00D-42F8-85ED-7F21536F2444}" srcOrd="1" destOrd="0" presId="urn:microsoft.com/office/officeart/2005/8/layout/orgChart1"/>
    <dgm:cxn modelId="{C7B33817-2AEE-4398-A77B-9A95F605783A}" type="presParOf" srcId="{3BE665F2-D00D-42F8-85ED-7F21536F2444}" destId="{3C5D7023-391D-4847-8FCD-A18634AA8DE0}" srcOrd="0" destOrd="0" presId="urn:microsoft.com/office/officeart/2005/8/layout/orgChart1"/>
    <dgm:cxn modelId="{03FECB88-6D4E-40CB-84CD-FF87AF7B5726}" type="presParOf" srcId="{3C5D7023-391D-4847-8FCD-A18634AA8DE0}" destId="{4B26F407-6FD9-40D5-ABC0-6F9E3C04743A}" srcOrd="0" destOrd="0" presId="urn:microsoft.com/office/officeart/2005/8/layout/orgChart1"/>
    <dgm:cxn modelId="{C0633A3A-88E9-4421-AFCB-0EB1A160EFAE}" type="presParOf" srcId="{3C5D7023-391D-4847-8FCD-A18634AA8DE0}" destId="{DFBF4D0E-A123-4BAB-92EF-ED5B38265F6D}" srcOrd="1" destOrd="0" presId="urn:microsoft.com/office/officeart/2005/8/layout/orgChart1"/>
    <dgm:cxn modelId="{72FC9FE6-4355-4755-B8C1-8A5B32D2ED4C}" type="presParOf" srcId="{3BE665F2-D00D-42F8-85ED-7F21536F2444}" destId="{1E919803-5648-4870-9CBA-6A11A88A6C5D}" srcOrd="1" destOrd="0" presId="urn:microsoft.com/office/officeart/2005/8/layout/orgChart1"/>
    <dgm:cxn modelId="{20E89335-8072-490B-9D47-8EA7CAF3C0F9}" type="presParOf" srcId="{3BE665F2-D00D-42F8-85ED-7F21536F2444}" destId="{533CC884-FDAB-412E-A271-7D7C0A6D906F}" srcOrd="2" destOrd="0" presId="urn:microsoft.com/office/officeart/2005/8/layout/orgChart1"/>
    <dgm:cxn modelId="{63718994-E583-4C44-AD93-6FB867CFCF99}" type="presParOf" srcId="{9E9071E5-C29D-4AFA-B999-603C6C5FBA59}" destId="{97ACD485-F996-48DE-8627-F5FA58E31110}" srcOrd="2" destOrd="0" presId="urn:microsoft.com/office/officeart/2005/8/layout/orgChart1"/>
    <dgm:cxn modelId="{E4CE6B5A-CE8C-4933-ADCD-75568E0CABAF}" type="presParOf" srcId="{9E9071E5-C29D-4AFA-B999-603C6C5FBA59}" destId="{95967748-F5A5-4F96-AC4E-17C6A1DEFB67}" srcOrd="3" destOrd="0" presId="urn:microsoft.com/office/officeart/2005/8/layout/orgChart1"/>
    <dgm:cxn modelId="{1079EE27-6639-4B7C-95D3-AFEF3B568DAC}" type="presParOf" srcId="{95967748-F5A5-4F96-AC4E-17C6A1DEFB67}" destId="{E6163109-0796-4CC7-A11C-4075850C0984}" srcOrd="0" destOrd="0" presId="urn:microsoft.com/office/officeart/2005/8/layout/orgChart1"/>
    <dgm:cxn modelId="{50B8DFB3-3C73-40F5-9FC6-BFC9C10E09C7}" type="presParOf" srcId="{E6163109-0796-4CC7-A11C-4075850C0984}" destId="{5A7DD9E6-F588-4DA5-8A33-F2E88366BD5E}" srcOrd="0" destOrd="0" presId="urn:microsoft.com/office/officeart/2005/8/layout/orgChart1"/>
    <dgm:cxn modelId="{AE388C85-0C92-4344-AD9F-D81F6597539F}" type="presParOf" srcId="{E6163109-0796-4CC7-A11C-4075850C0984}" destId="{1B99A211-AF66-432A-AE32-114F4CE321E4}" srcOrd="1" destOrd="0" presId="urn:microsoft.com/office/officeart/2005/8/layout/orgChart1"/>
    <dgm:cxn modelId="{FDAD5432-54E0-4DA8-BA10-0E066C198372}" type="presParOf" srcId="{95967748-F5A5-4F96-AC4E-17C6A1DEFB67}" destId="{C6EFB822-17C1-462D-9C21-08D78A2F9821}" srcOrd="1" destOrd="0" presId="urn:microsoft.com/office/officeart/2005/8/layout/orgChart1"/>
    <dgm:cxn modelId="{18C49C06-6217-4295-9411-D9117569DF5D}" type="presParOf" srcId="{95967748-F5A5-4F96-AC4E-17C6A1DEFB67}" destId="{8C516FC8-D671-47D9-963C-5E4732020570}" srcOrd="2" destOrd="0" presId="urn:microsoft.com/office/officeart/2005/8/layout/orgChart1"/>
    <dgm:cxn modelId="{1836F757-57F8-4BB5-8AF8-D5360CB52339}" type="presParOf" srcId="{D4312ECA-FF51-4CC5-8B02-F5EBF3952FD3}" destId="{C18EEBCE-87B0-485F-9C38-0D75FD2D813E}" srcOrd="2" destOrd="0" presId="urn:microsoft.com/office/officeart/2005/8/layout/orgChart1"/>
    <dgm:cxn modelId="{DA7F845A-93D2-4F18-BCE4-C58FD1091B69}" type="presParOf" srcId="{A36C534F-651E-483C-947E-B9B28DD9C077}" destId="{700F9588-463C-4FC9-96C4-4213A9B5F5A9}" srcOrd="2" destOrd="0" presId="urn:microsoft.com/office/officeart/2005/8/layout/orgChart1"/>
    <dgm:cxn modelId="{A8AF9018-7D9C-482E-8D45-1DA4B5D435A0}" type="presParOf" srcId="{A36C534F-651E-483C-947E-B9B28DD9C077}" destId="{112B0151-02A9-47FC-B366-513FD6503F75}" srcOrd="3" destOrd="0" presId="urn:microsoft.com/office/officeart/2005/8/layout/orgChart1"/>
    <dgm:cxn modelId="{3B1275D2-73F1-404F-8ACB-1F17F4003769}" type="presParOf" srcId="{112B0151-02A9-47FC-B366-513FD6503F75}" destId="{B685788F-56A0-40A8-AB35-82D00D361B51}" srcOrd="0" destOrd="0" presId="urn:microsoft.com/office/officeart/2005/8/layout/orgChart1"/>
    <dgm:cxn modelId="{B367F70B-8B77-4FE2-81F6-E921ACE8340D}" type="presParOf" srcId="{B685788F-56A0-40A8-AB35-82D00D361B51}" destId="{43CF62D4-8625-43DB-89BC-C2C3E4C1F7C5}" srcOrd="0" destOrd="0" presId="urn:microsoft.com/office/officeart/2005/8/layout/orgChart1"/>
    <dgm:cxn modelId="{B5E5E6D1-F130-4EA0-B4FC-712E0FE1A9D5}" type="presParOf" srcId="{B685788F-56A0-40A8-AB35-82D00D361B51}" destId="{CE04E893-A023-4B3A-9575-39A55FF556F9}" srcOrd="1" destOrd="0" presId="urn:microsoft.com/office/officeart/2005/8/layout/orgChart1"/>
    <dgm:cxn modelId="{1D55C2C8-1E79-41A7-8874-22471FF1703C}" type="presParOf" srcId="{112B0151-02A9-47FC-B366-513FD6503F75}" destId="{6AF18E0D-78BC-42E9-AEF9-0E18A2DD0C10}" srcOrd="1" destOrd="0" presId="urn:microsoft.com/office/officeart/2005/8/layout/orgChart1"/>
    <dgm:cxn modelId="{78903131-65B3-4954-825C-6DACF32F3609}" type="presParOf" srcId="{6AF18E0D-78BC-42E9-AEF9-0E18A2DD0C10}" destId="{55DEC4A9-FB22-4882-AFA8-B8AFDD50E56C}" srcOrd="0" destOrd="0" presId="urn:microsoft.com/office/officeart/2005/8/layout/orgChart1"/>
    <dgm:cxn modelId="{538545C3-D24F-4114-99AB-F782175A155B}" type="presParOf" srcId="{6AF18E0D-78BC-42E9-AEF9-0E18A2DD0C10}" destId="{FADB56C1-F4E3-469E-8009-C51874A9C225}" srcOrd="1" destOrd="0" presId="urn:microsoft.com/office/officeart/2005/8/layout/orgChart1"/>
    <dgm:cxn modelId="{6D3447D7-76CB-4B55-A56F-3481DA1D47F5}" type="presParOf" srcId="{FADB56C1-F4E3-469E-8009-C51874A9C225}" destId="{3F179E71-0281-4864-B118-49AEDD5D231D}" srcOrd="0" destOrd="0" presId="urn:microsoft.com/office/officeart/2005/8/layout/orgChart1"/>
    <dgm:cxn modelId="{F90C2143-37ED-4AE6-A33B-D2CB7D97AA63}" type="presParOf" srcId="{3F179E71-0281-4864-B118-49AEDD5D231D}" destId="{0696304B-96BF-499C-9B59-7FA01EEF3FA5}" srcOrd="0" destOrd="0" presId="urn:microsoft.com/office/officeart/2005/8/layout/orgChart1"/>
    <dgm:cxn modelId="{57236288-978F-4011-88DB-6D3CD9D80FFF}" type="presParOf" srcId="{3F179E71-0281-4864-B118-49AEDD5D231D}" destId="{22454ECD-409D-40E5-AE0F-D03E5586F554}" srcOrd="1" destOrd="0" presId="urn:microsoft.com/office/officeart/2005/8/layout/orgChart1"/>
    <dgm:cxn modelId="{1640DA13-127B-486B-A3E2-A4516902AFC4}" type="presParOf" srcId="{FADB56C1-F4E3-469E-8009-C51874A9C225}" destId="{606797E6-C8B2-438E-A6E3-C8210A2CE848}" srcOrd="1" destOrd="0" presId="urn:microsoft.com/office/officeart/2005/8/layout/orgChart1"/>
    <dgm:cxn modelId="{10C8063B-7F7F-42E1-AB43-792C0B87AC98}" type="presParOf" srcId="{FADB56C1-F4E3-469E-8009-C51874A9C225}" destId="{283CDB91-9587-40C7-93FC-AA5F1F73DE61}" srcOrd="2" destOrd="0" presId="urn:microsoft.com/office/officeart/2005/8/layout/orgChart1"/>
    <dgm:cxn modelId="{877633A6-DB65-45DB-AC35-ECB9C10EF39E}" type="presParOf" srcId="{6AF18E0D-78BC-42E9-AEF9-0E18A2DD0C10}" destId="{A859E787-B4E1-465C-97DC-0111C675C57F}" srcOrd="2" destOrd="0" presId="urn:microsoft.com/office/officeart/2005/8/layout/orgChart1"/>
    <dgm:cxn modelId="{6CACD6C1-1999-43B8-AC78-FB990FD905BD}" type="presParOf" srcId="{6AF18E0D-78BC-42E9-AEF9-0E18A2DD0C10}" destId="{56B35AFD-FCD1-4962-A573-893FB90FC42E}" srcOrd="3" destOrd="0" presId="urn:microsoft.com/office/officeart/2005/8/layout/orgChart1"/>
    <dgm:cxn modelId="{84A1F7F6-9B0B-4E33-A2A3-96A4360297AE}" type="presParOf" srcId="{56B35AFD-FCD1-4962-A573-893FB90FC42E}" destId="{A44F05CB-713D-4EBE-91BD-DDA08E0C30DD}" srcOrd="0" destOrd="0" presId="urn:microsoft.com/office/officeart/2005/8/layout/orgChart1"/>
    <dgm:cxn modelId="{A2753A88-7118-4F64-8547-779CDE447F51}" type="presParOf" srcId="{A44F05CB-713D-4EBE-91BD-DDA08E0C30DD}" destId="{BFE86900-BC0E-4879-BB80-7829F1A761DF}" srcOrd="0" destOrd="0" presId="urn:microsoft.com/office/officeart/2005/8/layout/orgChart1"/>
    <dgm:cxn modelId="{D297C209-7DB5-40DC-9601-406A5F82934D}" type="presParOf" srcId="{A44F05CB-713D-4EBE-91BD-DDA08E0C30DD}" destId="{EF0770BE-DC79-402C-92A3-F7591697C889}" srcOrd="1" destOrd="0" presId="urn:microsoft.com/office/officeart/2005/8/layout/orgChart1"/>
    <dgm:cxn modelId="{E49BF697-A5E8-4B3F-99E6-239983658ED4}" type="presParOf" srcId="{56B35AFD-FCD1-4962-A573-893FB90FC42E}" destId="{5E520950-5BF5-41BF-BD7A-5B2BF3E7721C}" srcOrd="1" destOrd="0" presId="urn:microsoft.com/office/officeart/2005/8/layout/orgChart1"/>
    <dgm:cxn modelId="{11C8A4C1-4105-4AAD-A1BD-87F48B482645}" type="presParOf" srcId="{56B35AFD-FCD1-4962-A573-893FB90FC42E}" destId="{22DC196C-523F-41E8-B5B0-ADA6CE71C1D1}" srcOrd="2" destOrd="0" presId="urn:microsoft.com/office/officeart/2005/8/layout/orgChart1"/>
    <dgm:cxn modelId="{B36ECBCB-DEA4-4A4F-8705-229361421FBD}" type="presParOf" srcId="{112B0151-02A9-47FC-B366-513FD6503F75}" destId="{0BC9FCEE-5D82-4BE0-A328-95BD84BA33CA}" srcOrd="2" destOrd="0" presId="urn:microsoft.com/office/officeart/2005/8/layout/orgChart1"/>
    <dgm:cxn modelId="{184B7BF6-0318-4472-8B09-1B77CB1284F7}" type="presParOf" srcId="{A36C534F-651E-483C-947E-B9B28DD9C077}" destId="{57039C02-FC2A-4903-8E1F-EAB23304EF07}" srcOrd="4" destOrd="0" presId="urn:microsoft.com/office/officeart/2005/8/layout/orgChart1"/>
    <dgm:cxn modelId="{FEFC5916-409B-4477-89DF-F0D9C0E9A252}" type="presParOf" srcId="{A36C534F-651E-483C-947E-B9B28DD9C077}" destId="{8D629ED5-BE03-4E47-923B-CDD591C18481}" srcOrd="5" destOrd="0" presId="urn:microsoft.com/office/officeart/2005/8/layout/orgChart1"/>
    <dgm:cxn modelId="{FE4DF3B5-1774-430B-82E9-BD20C05D19A0}" type="presParOf" srcId="{8D629ED5-BE03-4E47-923B-CDD591C18481}" destId="{13C1D7B8-C683-4A7F-9F69-35F64439926D}" srcOrd="0" destOrd="0" presId="urn:microsoft.com/office/officeart/2005/8/layout/orgChart1"/>
    <dgm:cxn modelId="{3AEA008B-F929-4176-8FAA-A210A1684682}" type="presParOf" srcId="{13C1D7B8-C683-4A7F-9F69-35F64439926D}" destId="{43ACD511-78B5-4D7B-94C0-B40F201E269E}" srcOrd="0" destOrd="0" presId="urn:microsoft.com/office/officeart/2005/8/layout/orgChart1"/>
    <dgm:cxn modelId="{B66E9662-C249-47B5-9113-48601445892B}" type="presParOf" srcId="{13C1D7B8-C683-4A7F-9F69-35F64439926D}" destId="{5FFF5F41-18A3-41A3-A749-2BED3B8E2EF9}" srcOrd="1" destOrd="0" presId="urn:microsoft.com/office/officeart/2005/8/layout/orgChart1"/>
    <dgm:cxn modelId="{977E0419-74FE-4C7A-BFCB-518D63991684}" type="presParOf" srcId="{8D629ED5-BE03-4E47-923B-CDD591C18481}" destId="{5BDFD369-65AD-435A-A83F-49674FD1FAC4}" srcOrd="1" destOrd="0" presId="urn:microsoft.com/office/officeart/2005/8/layout/orgChart1"/>
    <dgm:cxn modelId="{DDD7259B-4CEC-483F-B668-CB6ED398432A}" type="presParOf" srcId="{5BDFD369-65AD-435A-A83F-49674FD1FAC4}" destId="{41E544FB-9B45-4E4A-A928-B5792E9A2B05}" srcOrd="0" destOrd="0" presId="urn:microsoft.com/office/officeart/2005/8/layout/orgChart1"/>
    <dgm:cxn modelId="{EF29D71B-6183-420B-8C33-4F4883D0EA10}" type="presParOf" srcId="{5BDFD369-65AD-435A-A83F-49674FD1FAC4}" destId="{905498E9-51F1-4AD6-9849-B8FD7A335D32}" srcOrd="1" destOrd="0" presId="urn:microsoft.com/office/officeart/2005/8/layout/orgChart1"/>
    <dgm:cxn modelId="{D8FB459D-5587-4E91-90FF-84CA19DB9975}" type="presParOf" srcId="{905498E9-51F1-4AD6-9849-B8FD7A335D32}" destId="{D580BB1B-91E7-4364-8D07-F1E4DA889129}" srcOrd="0" destOrd="0" presId="urn:microsoft.com/office/officeart/2005/8/layout/orgChart1"/>
    <dgm:cxn modelId="{4C9AFAA2-399D-4006-BFBE-418C0FD63CB6}" type="presParOf" srcId="{D580BB1B-91E7-4364-8D07-F1E4DA889129}" destId="{1ADBD78B-51CA-4C9C-BC12-4CD7FF414B0B}" srcOrd="0" destOrd="0" presId="urn:microsoft.com/office/officeart/2005/8/layout/orgChart1"/>
    <dgm:cxn modelId="{58557290-80E1-4BC4-BC4C-2061A1D58D60}" type="presParOf" srcId="{D580BB1B-91E7-4364-8D07-F1E4DA889129}" destId="{AEB401FB-51AD-41EA-A44E-D0C6406D0920}" srcOrd="1" destOrd="0" presId="urn:microsoft.com/office/officeart/2005/8/layout/orgChart1"/>
    <dgm:cxn modelId="{98A60D8A-0505-4385-BB1E-E588237566A1}" type="presParOf" srcId="{905498E9-51F1-4AD6-9849-B8FD7A335D32}" destId="{5884249E-DAD0-4A3F-8D52-2F68853BD5EF}" srcOrd="1" destOrd="0" presId="urn:microsoft.com/office/officeart/2005/8/layout/orgChart1"/>
    <dgm:cxn modelId="{CA4F0B9A-872E-4D54-B1DD-B60EC170BE79}" type="presParOf" srcId="{905498E9-51F1-4AD6-9849-B8FD7A335D32}" destId="{3E193B5C-059E-4A0B-AD8A-2E95142993EE}" srcOrd="2" destOrd="0" presId="urn:microsoft.com/office/officeart/2005/8/layout/orgChart1"/>
    <dgm:cxn modelId="{786FA615-6BFC-4FD0-8192-9B4EBFF1F39A}" type="presParOf" srcId="{5BDFD369-65AD-435A-A83F-49674FD1FAC4}" destId="{7892FA50-DF6E-430E-815A-99D13E1A0E90}" srcOrd="2" destOrd="0" presId="urn:microsoft.com/office/officeart/2005/8/layout/orgChart1"/>
    <dgm:cxn modelId="{99A31E93-51C2-412A-9CF6-2EF910900332}" type="presParOf" srcId="{5BDFD369-65AD-435A-A83F-49674FD1FAC4}" destId="{4FFFFE5E-27F2-4399-AAF2-95E4848001A8}" srcOrd="3" destOrd="0" presId="urn:microsoft.com/office/officeart/2005/8/layout/orgChart1"/>
    <dgm:cxn modelId="{42E770E2-833E-4770-80E9-2756A9A5DA80}" type="presParOf" srcId="{4FFFFE5E-27F2-4399-AAF2-95E4848001A8}" destId="{F73478C6-B10C-420C-BA2F-B1A13879E286}" srcOrd="0" destOrd="0" presId="urn:microsoft.com/office/officeart/2005/8/layout/orgChart1"/>
    <dgm:cxn modelId="{A988C607-0E56-4C68-8529-B23B6AB71507}" type="presParOf" srcId="{F73478C6-B10C-420C-BA2F-B1A13879E286}" destId="{9858A74E-6705-4979-BDF0-0DE11ADC62C4}" srcOrd="0" destOrd="0" presId="urn:microsoft.com/office/officeart/2005/8/layout/orgChart1"/>
    <dgm:cxn modelId="{91D059F9-6BFF-4BA0-A720-BC9F72921C08}" type="presParOf" srcId="{F73478C6-B10C-420C-BA2F-B1A13879E286}" destId="{CB12CDF1-8B6E-4AC9-9A73-DA10A10BECED}" srcOrd="1" destOrd="0" presId="urn:microsoft.com/office/officeart/2005/8/layout/orgChart1"/>
    <dgm:cxn modelId="{3A1B2E4D-29C4-4DB2-8551-7F58ECFD66E0}" type="presParOf" srcId="{4FFFFE5E-27F2-4399-AAF2-95E4848001A8}" destId="{A4CBAA2D-7022-4F81-B40C-2FFEFE07E426}" srcOrd="1" destOrd="0" presId="urn:microsoft.com/office/officeart/2005/8/layout/orgChart1"/>
    <dgm:cxn modelId="{BBF08D5A-431B-44F4-B341-70E7EF3BBBBA}" type="presParOf" srcId="{4FFFFE5E-27F2-4399-AAF2-95E4848001A8}" destId="{B591D25B-0E4B-4392-9D49-BC6D4436410F}" srcOrd="2" destOrd="0" presId="urn:microsoft.com/office/officeart/2005/8/layout/orgChart1"/>
    <dgm:cxn modelId="{CADE37E7-E629-41A2-860D-6FBD10392142}" type="presParOf" srcId="{8D629ED5-BE03-4E47-923B-CDD591C18481}" destId="{BF901642-9F68-4BC6-9520-E4A3DBCB4850}" srcOrd="2" destOrd="0" presId="urn:microsoft.com/office/officeart/2005/8/layout/orgChart1"/>
    <dgm:cxn modelId="{079594EA-B85B-482B-A0B3-53DF95EDB29F}" type="presParOf" srcId="{B016A183-38BE-435F-AB11-DB6DC0C1B20B}" destId="{7A070403-D2E4-4A7B-94F2-8CB549B95927}" srcOrd="2" destOrd="0" presId="urn:microsoft.com/office/officeart/2005/8/layout/orgChart1"/>
    <dgm:cxn modelId="{CA6C150E-7720-441E-BBD3-90DD4E444B0E}" type="presParOf" srcId="{A2D7CAED-0941-4B4F-8DD4-28606AD9D38D}" destId="{8ADA8526-758D-4DFD-855E-46991217F0E9}" srcOrd="2" destOrd="0" presId="urn:microsoft.com/office/officeart/2005/8/layout/orgChart1"/>
    <dgm:cxn modelId="{D012D57E-0F1B-471B-93C9-D85E652D12D0}" type="presParOf" srcId="{A2D7CAED-0941-4B4F-8DD4-28606AD9D38D}" destId="{3C2369BC-0DBF-4EE0-8418-E325D3C48C04}" srcOrd="3" destOrd="0" presId="urn:microsoft.com/office/officeart/2005/8/layout/orgChart1"/>
    <dgm:cxn modelId="{D3EC6F68-8366-4419-9478-F93E10C38B3C}" type="presParOf" srcId="{3C2369BC-0DBF-4EE0-8418-E325D3C48C04}" destId="{F9FEECE8-6F19-420D-852D-EA7FF48D3448}" srcOrd="0" destOrd="0" presId="urn:microsoft.com/office/officeart/2005/8/layout/orgChart1"/>
    <dgm:cxn modelId="{3E82CFF8-7073-4E53-94D1-716E0DF91B60}" type="presParOf" srcId="{F9FEECE8-6F19-420D-852D-EA7FF48D3448}" destId="{054845E0-1595-4919-84D7-8171D626E127}" srcOrd="0" destOrd="0" presId="urn:microsoft.com/office/officeart/2005/8/layout/orgChart1"/>
    <dgm:cxn modelId="{2783DC68-EE64-4C21-B427-4C2512DE50C0}" type="presParOf" srcId="{F9FEECE8-6F19-420D-852D-EA7FF48D3448}" destId="{D040910B-8905-4B8E-9ED2-9E8B21C3AFC8}" srcOrd="1" destOrd="0" presId="urn:microsoft.com/office/officeart/2005/8/layout/orgChart1"/>
    <dgm:cxn modelId="{5B59A1D5-DD20-483D-AF63-5C10A1375DEF}" type="presParOf" srcId="{3C2369BC-0DBF-4EE0-8418-E325D3C48C04}" destId="{8023C643-51EE-45B9-BC6C-789CDD21FB69}" srcOrd="1" destOrd="0" presId="urn:microsoft.com/office/officeart/2005/8/layout/orgChart1"/>
    <dgm:cxn modelId="{FF53F425-E65B-4BA6-927E-AABB75BE74CB}" type="presParOf" srcId="{8023C643-51EE-45B9-BC6C-789CDD21FB69}" destId="{28AF779C-2A00-493F-8C9D-9861DB3F8D2E}" srcOrd="0" destOrd="0" presId="urn:microsoft.com/office/officeart/2005/8/layout/orgChart1"/>
    <dgm:cxn modelId="{31C5E729-CD52-4E78-98C3-FEB8E740E67B}" type="presParOf" srcId="{8023C643-51EE-45B9-BC6C-789CDD21FB69}" destId="{C6F84AB4-DDE4-4FD4-9EB8-31E8F0D093E6}" srcOrd="1" destOrd="0" presId="urn:microsoft.com/office/officeart/2005/8/layout/orgChart1"/>
    <dgm:cxn modelId="{3F0C46C3-AFAD-49BE-876B-60489CDCE50F}" type="presParOf" srcId="{C6F84AB4-DDE4-4FD4-9EB8-31E8F0D093E6}" destId="{271F0FC4-566F-4359-8930-ED7263B7851C}" srcOrd="0" destOrd="0" presId="urn:microsoft.com/office/officeart/2005/8/layout/orgChart1"/>
    <dgm:cxn modelId="{BBD8471D-328A-4E27-9608-B1CE741467AB}" type="presParOf" srcId="{271F0FC4-566F-4359-8930-ED7263B7851C}" destId="{4162A5E2-064D-4C19-9DB1-0D9D69544A18}" srcOrd="0" destOrd="0" presId="urn:microsoft.com/office/officeart/2005/8/layout/orgChart1"/>
    <dgm:cxn modelId="{31FC50B4-0012-41E5-90A7-55AF0C6667E0}" type="presParOf" srcId="{271F0FC4-566F-4359-8930-ED7263B7851C}" destId="{FC7E4076-413A-4981-9D30-0AE576D2B572}" srcOrd="1" destOrd="0" presId="urn:microsoft.com/office/officeart/2005/8/layout/orgChart1"/>
    <dgm:cxn modelId="{947EF0DA-8F2C-423B-B1B0-A4E6362AFF4E}" type="presParOf" srcId="{C6F84AB4-DDE4-4FD4-9EB8-31E8F0D093E6}" destId="{98014630-6F7F-4A47-AA0E-BEF23145D573}" srcOrd="1" destOrd="0" presId="urn:microsoft.com/office/officeart/2005/8/layout/orgChart1"/>
    <dgm:cxn modelId="{6270D564-7F08-4598-B3A3-5B44658E317F}" type="presParOf" srcId="{C6F84AB4-DDE4-4FD4-9EB8-31E8F0D093E6}" destId="{84EA856C-DC7C-4D3D-A25C-106A2727735C}" srcOrd="2" destOrd="0" presId="urn:microsoft.com/office/officeart/2005/8/layout/orgChart1"/>
    <dgm:cxn modelId="{98FBB7FB-FAB8-4CB6-AF2C-26FA03A8F927}" type="presParOf" srcId="{8023C643-51EE-45B9-BC6C-789CDD21FB69}" destId="{0BF88353-DDFA-40D1-9C37-2B7EB5F731CF}" srcOrd="2" destOrd="0" presId="urn:microsoft.com/office/officeart/2005/8/layout/orgChart1"/>
    <dgm:cxn modelId="{9814F90B-D345-44DB-9E70-EBBFC11EFE9E}" type="presParOf" srcId="{8023C643-51EE-45B9-BC6C-789CDD21FB69}" destId="{D6761FA1-397D-4593-A076-AACA22E9592D}" srcOrd="3" destOrd="0" presId="urn:microsoft.com/office/officeart/2005/8/layout/orgChart1"/>
    <dgm:cxn modelId="{A1F12E68-2875-4E30-AA07-05A3E50E6F9C}" type="presParOf" srcId="{D6761FA1-397D-4593-A076-AACA22E9592D}" destId="{6BF85189-D8B4-463F-95C2-E6BE8462A18E}" srcOrd="0" destOrd="0" presId="urn:microsoft.com/office/officeart/2005/8/layout/orgChart1"/>
    <dgm:cxn modelId="{C41C6678-3B28-482B-94F4-2B5DBA07B994}" type="presParOf" srcId="{6BF85189-D8B4-463F-95C2-E6BE8462A18E}" destId="{F0361C09-18C9-469D-BC54-0B1FED0E9746}" srcOrd="0" destOrd="0" presId="urn:microsoft.com/office/officeart/2005/8/layout/orgChart1"/>
    <dgm:cxn modelId="{98AC5087-0BF3-404E-B1D9-EE492F169C84}" type="presParOf" srcId="{6BF85189-D8B4-463F-95C2-E6BE8462A18E}" destId="{B9CAED5E-0CA5-46BB-AF6C-70A00D6A4E3B}" srcOrd="1" destOrd="0" presId="urn:microsoft.com/office/officeart/2005/8/layout/orgChart1"/>
    <dgm:cxn modelId="{DB2C6608-47CF-491B-9CA3-D63FAE4EA1E1}" type="presParOf" srcId="{D6761FA1-397D-4593-A076-AACA22E9592D}" destId="{E15CA15B-BD4E-4DD3-9C0A-0230D6E1E87D}" srcOrd="1" destOrd="0" presId="urn:microsoft.com/office/officeart/2005/8/layout/orgChart1"/>
    <dgm:cxn modelId="{3287077F-882D-4E20-84CF-57E4E165DA4F}" type="presParOf" srcId="{D6761FA1-397D-4593-A076-AACA22E9592D}" destId="{2F4F5D32-5929-49EE-ACDC-8E4D6C5F124C}" srcOrd="2" destOrd="0" presId="urn:microsoft.com/office/officeart/2005/8/layout/orgChart1"/>
    <dgm:cxn modelId="{1EF8A187-3C00-46F9-B6E7-8EFAF179D435}" type="presParOf" srcId="{3C2369BC-0DBF-4EE0-8418-E325D3C48C04}" destId="{9DABED32-6B77-4855-B265-A33E4643E692}" srcOrd="2" destOrd="0" presId="urn:microsoft.com/office/officeart/2005/8/layout/orgChart1"/>
    <dgm:cxn modelId="{852457A6-E6FF-4E77-AD31-60A83558B1E9}" type="presParOf" srcId="{A2D7CAED-0941-4B4F-8DD4-28606AD9D38D}" destId="{FBD1B778-84AE-48C7-B2CB-DA211C6A3487}" srcOrd="4" destOrd="0" presId="urn:microsoft.com/office/officeart/2005/8/layout/orgChart1"/>
    <dgm:cxn modelId="{67E3895D-E2DA-4C5B-BDD4-2AEDB63119DB}" type="presParOf" srcId="{A2D7CAED-0941-4B4F-8DD4-28606AD9D38D}" destId="{61FB9F7C-CAAC-4FF1-BAF5-CC6C35EA9873}" srcOrd="5" destOrd="0" presId="urn:microsoft.com/office/officeart/2005/8/layout/orgChart1"/>
    <dgm:cxn modelId="{3E8DA540-30A1-439B-A12A-1E6195800A57}" type="presParOf" srcId="{61FB9F7C-CAAC-4FF1-BAF5-CC6C35EA9873}" destId="{EE787569-D5F5-40FA-B2DE-E65A89B5DCB7}" srcOrd="0" destOrd="0" presId="urn:microsoft.com/office/officeart/2005/8/layout/orgChart1"/>
    <dgm:cxn modelId="{9B4795E3-A95F-4E5F-BB82-D2C07872FF65}" type="presParOf" srcId="{EE787569-D5F5-40FA-B2DE-E65A89B5DCB7}" destId="{3C360F7E-7844-4739-8475-E996CB1CA7A9}" srcOrd="0" destOrd="0" presId="urn:microsoft.com/office/officeart/2005/8/layout/orgChart1"/>
    <dgm:cxn modelId="{C75B525E-1F9B-41A4-9F97-222D8CD6097C}" type="presParOf" srcId="{EE787569-D5F5-40FA-B2DE-E65A89B5DCB7}" destId="{62837A37-3264-47AA-91A7-4AC041749F74}" srcOrd="1" destOrd="0" presId="urn:microsoft.com/office/officeart/2005/8/layout/orgChart1"/>
    <dgm:cxn modelId="{CACC93A8-F8D3-4E6D-B693-E08740ADA0A1}" type="presParOf" srcId="{61FB9F7C-CAAC-4FF1-BAF5-CC6C35EA9873}" destId="{E310C11F-F3EC-4152-8FF2-184AC0578D56}" srcOrd="1" destOrd="0" presId="urn:microsoft.com/office/officeart/2005/8/layout/orgChart1"/>
    <dgm:cxn modelId="{5CE51760-763D-4DEF-991B-FF3700B924F0}" type="presParOf" srcId="{E310C11F-F3EC-4152-8FF2-184AC0578D56}" destId="{6472162A-AF1E-4067-AC75-E04F8D508A44}" srcOrd="0" destOrd="0" presId="urn:microsoft.com/office/officeart/2005/8/layout/orgChart1"/>
    <dgm:cxn modelId="{40AE7257-A826-4B49-947E-0ACC3A59F3F0}" type="presParOf" srcId="{E310C11F-F3EC-4152-8FF2-184AC0578D56}" destId="{B1AD00C0-255E-4577-82C8-42ECBDD6D53C}" srcOrd="1" destOrd="0" presId="urn:microsoft.com/office/officeart/2005/8/layout/orgChart1"/>
    <dgm:cxn modelId="{F18ECBF5-0B10-46C2-B339-ECA80E841ED9}" type="presParOf" srcId="{B1AD00C0-255E-4577-82C8-42ECBDD6D53C}" destId="{D9BD9AF8-E272-4635-A80D-B4D1284EE1A0}" srcOrd="0" destOrd="0" presId="urn:microsoft.com/office/officeart/2005/8/layout/orgChart1"/>
    <dgm:cxn modelId="{206510A3-B855-44A1-A809-A84DCBC7B92B}" type="presParOf" srcId="{D9BD9AF8-E272-4635-A80D-B4D1284EE1A0}" destId="{30E49AD9-CACE-440D-891B-13B4B93FF398}" srcOrd="0" destOrd="0" presId="urn:microsoft.com/office/officeart/2005/8/layout/orgChart1"/>
    <dgm:cxn modelId="{62A03C15-A362-4A68-8596-6934D34E3218}" type="presParOf" srcId="{D9BD9AF8-E272-4635-A80D-B4D1284EE1A0}" destId="{CE4CC1B3-1F4A-4C8E-BC80-3D7944932534}" srcOrd="1" destOrd="0" presId="urn:microsoft.com/office/officeart/2005/8/layout/orgChart1"/>
    <dgm:cxn modelId="{4D111F44-4357-439E-B11A-1F2F9A87ECDF}" type="presParOf" srcId="{B1AD00C0-255E-4577-82C8-42ECBDD6D53C}" destId="{3C998ED5-ADF0-40C3-91D8-1AFC3995E9CB}" srcOrd="1" destOrd="0" presId="urn:microsoft.com/office/officeart/2005/8/layout/orgChart1"/>
    <dgm:cxn modelId="{A3C93B27-C01A-47E3-A5F1-08E4AA23CE61}" type="presParOf" srcId="{B1AD00C0-255E-4577-82C8-42ECBDD6D53C}" destId="{39429BD4-0981-4A01-851F-109BEA5573DD}" srcOrd="2" destOrd="0" presId="urn:microsoft.com/office/officeart/2005/8/layout/orgChart1"/>
    <dgm:cxn modelId="{3CD7DF01-C2C8-4285-80CB-36FDEDCC187C}" type="presParOf" srcId="{E310C11F-F3EC-4152-8FF2-184AC0578D56}" destId="{A7065461-6606-4469-85B0-E48F59A397DA}" srcOrd="2" destOrd="0" presId="urn:microsoft.com/office/officeart/2005/8/layout/orgChart1"/>
    <dgm:cxn modelId="{4593AD20-5A30-4249-9066-1FBAFF6AF352}" type="presParOf" srcId="{E310C11F-F3EC-4152-8FF2-184AC0578D56}" destId="{7C6777EC-0E78-429F-BD5F-BF6E13916433}" srcOrd="3" destOrd="0" presId="urn:microsoft.com/office/officeart/2005/8/layout/orgChart1"/>
    <dgm:cxn modelId="{640C5AE2-8B47-4E6D-98C6-B686DA876B2A}" type="presParOf" srcId="{7C6777EC-0E78-429F-BD5F-BF6E13916433}" destId="{DA8DF59D-BB56-4819-B45A-31D4B23E5740}" srcOrd="0" destOrd="0" presId="urn:microsoft.com/office/officeart/2005/8/layout/orgChart1"/>
    <dgm:cxn modelId="{DD6BF7E2-7B45-49CC-97BA-9E308018107B}" type="presParOf" srcId="{DA8DF59D-BB56-4819-B45A-31D4B23E5740}" destId="{D8522895-FAE2-4C3E-8226-25C7A2C38678}" srcOrd="0" destOrd="0" presId="urn:microsoft.com/office/officeart/2005/8/layout/orgChart1"/>
    <dgm:cxn modelId="{8E058742-89C9-4F19-A537-0B682248CF2D}" type="presParOf" srcId="{DA8DF59D-BB56-4819-B45A-31D4B23E5740}" destId="{1E2716ED-5789-4DAC-A095-81ADF951A529}" srcOrd="1" destOrd="0" presId="urn:microsoft.com/office/officeart/2005/8/layout/orgChart1"/>
    <dgm:cxn modelId="{7EE47AE1-D2F8-4520-A882-FF50071F2533}" type="presParOf" srcId="{7C6777EC-0E78-429F-BD5F-BF6E13916433}" destId="{BB2A4A77-13DC-4291-ACC1-FF2F3E43E40A}" srcOrd="1" destOrd="0" presId="urn:microsoft.com/office/officeart/2005/8/layout/orgChart1"/>
    <dgm:cxn modelId="{C190FE89-82E0-4D42-B858-5B8035E75E06}" type="presParOf" srcId="{7C6777EC-0E78-429F-BD5F-BF6E13916433}" destId="{50FCEF41-09CB-4E5A-B02A-D0DBC0AA5C81}" srcOrd="2" destOrd="0" presId="urn:microsoft.com/office/officeart/2005/8/layout/orgChart1"/>
    <dgm:cxn modelId="{330A5391-B387-426D-A2CC-66EBA6076B92}" type="presParOf" srcId="{E310C11F-F3EC-4152-8FF2-184AC0578D56}" destId="{7F2732D5-0590-4AD5-93EF-EC88406D31CD}" srcOrd="4" destOrd="0" presId="urn:microsoft.com/office/officeart/2005/8/layout/orgChart1"/>
    <dgm:cxn modelId="{F58A2460-66B1-4F9D-B8AA-DC17C0A993F9}" type="presParOf" srcId="{E310C11F-F3EC-4152-8FF2-184AC0578D56}" destId="{20BE8731-BBBD-4DB1-9F62-194AAFE49210}" srcOrd="5" destOrd="0" presId="urn:microsoft.com/office/officeart/2005/8/layout/orgChart1"/>
    <dgm:cxn modelId="{F2E4B4A0-F7B7-420A-BBB9-38F6726B50DF}" type="presParOf" srcId="{20BE8731-BBBD-4DB1-9F62-194AAFE49210}" destId="{188B3140-C9A3-49C5-A168-276375EFF616}" srcOrd="0" destOrd="0" presId="urn:microsoft.com/office/officeart/2005/8/layout/orgChart1"/>
    <dgm:cxn modelId="{97A0470F-A113-4AA5-92A7-8276D6A5491E}" type="presParOf" srcId="{188B3140-C9A3-49C5-A168-276375EFF616}" destId="{4DD6A26B-01D2-4F61-BFE6-A3432E7DBC80}" srcOrd="0" destOrd="0" presId="urn:microsoft.com/office/officeart/2005/8/layout/orgChart1"/>
    <dgm:cxn modelId="{24AE2750-B44C-4102-B5A7-775B71227DAD}" type="presParOf" srcId="{188B3140-C9A3-49C5-A168-276375EFF616}" destId="{1B8F0B77-A4E1-47DC-B0A0-8C634C5A0324}" srcOrd="1" destOrd="0" presId="urn:microsoft.com/office/officeart/2005/8/layout/orgChart1"/>
    <dgm:cxn modelId="{9D1F6AEC-C4D1-4741-86FE-CE950EE97C51}" type="presParOf" srcId="{20BE8731-BBBD-4DB1-9F62-194AAFE49210}" destId="{958A1EE4-9C50-4BB8-9F2E-1B992103EFE7}" srcOrd="1" destOrd="0" presId="urn:microsoft.com/office/officeart/2005/8/layout/orgChart1"/>
    <dgm:cxn modelId="{B21EA600-0185-4687-B484-9BCE139B1B9E}" type="presParOf" srcId="{20BE8731-BBBD-4DB1-9F62-194AAFE49210}" destId="{6B863652-407A-45B4-9DF1-26AE070FACA0}" srcOrd="2" destOrd="0" presId="urn:microsoft.com/office/officeart/2005/8/layout/orgChart1"/>
    <dgm:cxn modelId="{B3A8F75A-814C-4DFC-80A5-FE54AB54B37F}" type="presParOf" srcId="{61FB9F7C-CAAC-4FF1-BAF5-CC6C35EA9873}" destId="{B412F95B-A6F3-451D-BBF3-75CB460780A6}" srcOrd="2" destOrd="0" presId="urn:microsoft.com/office/officeart/2005/8/layout/orgChart1"/>
    <dgm:cxn modelId="{1E8D6705-AEDC-49A4-A762-FAE0CCDF5FFA}" type="presParOf" srcId="{A2D7CAED-0941-4B4F-8DD4-28606AD9D38D}" destId="{DDD8FC84-0B7D-40EC-BE88-BF89E36A1CDB}" srcOrd="6" destOrd="0" presId="urn:microsoft.com/office/officeart/2005/8/layout/orgChart1"/>
    <dgm:cxn modelId="{4B209A7A-E735-4141-8474-C797CCF5C321}" type="presParOf" srcId="{A2D7CAED-0941-4B4F-8DD4-28606AD9D38D}" destId="{737A66FC-6824-4D8E-B4E8-182D0B6A2D15}" srcOrd="7" destOrd="0" presId="urn:microsoft.com/office/officeart/2005/8/layout/orgChart1"/>
    <dgm:cxn modelId="{3DF85CD9-52AB-4901-A48C-30A5F0222EC9}" type="presParOf" srcId="{737A66FC-6824-4D8E-B4E8-182D0B6A2D15}" destId="{414D85E9-D3E6-4618-ACEC-DEDA840A8B99}" srcOrd="0" destOrd="0" presId="urn:microsoft.com/office/officeart/2005/8/layout/orgChart1"/>
    <dgm:cxn modelId="{5ED62292-F668-4101-95F6-CA2C0F66AC77}" type="presParOf" srcId="{414D85E9-D3E6-4618-ACEC-DEDA840A8B99}" destId="{9826BB66-FFD0-4B30-9703-57BC03545FDC}" srcOrd="0" destOrd="0" presId="urn:microsoft.com/office/officeart/2005/8/layout/orgChart1"/>
    <dgm:cxn modelId="{BC73C66E-5149-49A0-9DC1-4C9896A3C408}" type="presParOf" srcId="{414D85E9-D3E6-4618-ACEC-DEDA840A8B99}" destId="{B91877F7-7310-415A-9A14-3F29473192F0}" srcOrd="1" destOrd="0" presId="urn:microsoft.com/office/officeart/2005/8/layout/orgChart1"/>
    <dgm:cxn modelId="{EF8D1BDA-A54D-4308-899F-E8720BD02A34}" type="presParOf" srcId="{737A66FC-6824-4D8E-B4E8-182D0B6A2D15}" destId="{7BC44748-D1B4-47D9-949E-55CD8A69F5F6}" srcOrd="1" destOrd="0" presId="urn:microsoft.com/office/officeart/2005/8/layout/orgChart1"/>
    <dgm:cxn modelId="{C0B70A9D-AFE4-4F67-8AA3-95EC81618BAD}" type="presParOf" srcId="{7BC44748-D1B4-47D9-949E-55CD8A69F5F6}" destId="{3036FD49-F4E8-4020-ADFC-94E1642749F5}" srcOrd="0" destOrd="0" presId="urn:microsoft.com/office/officeart/2005/8/layout/orgChart1"/>
    <dgm:cxn modelId="{2A213088-1610-48DA-A9FB-7AEE05A90200}" type="presParOf" srcId="{7BC44748-D1B4-47D9-949E-55CD8A69F5F6}" destId="{B01BCD43-05DC-42A1-86AE-00C11225F79D}" srcOrd="1" destOrd="0" presId="urn:microsoft.com/office/officeart/2005/8/layout/orgChart1"/>
    <dgm:cxn modelId="{08001CB3-4DEA-41FC-9C11-67C878D2D6EC}" type="presParOf" srcId="{B01BCD43-05DC-42A1-86AE-00C11225F79D}" destId="{6D46B5D7-0D64-43D0-9631-855219F2D0C9}" srcOrd="0" destOrd="0" presId="urn:microsoft.com/office/officeart/2005/8/layout/orgChart1"/>
    <dgm:cxn modelId="{0247FDED-73A3-4878-A4D5-16DFD9D4BE0E}" type="presParOf" srcId="{6D46B5D7-0D64-43D0-9631-855219F2D0C9}" destId="{8A8E8921-B9A1-444D-A933-0069B988EEE7}" srcOrd="0" destOrd="0" presId="urn:microsoft.com/office/officeart/2005/8/layout/orgChart1"/>
    <dgm:cxn modelId="{9CFC633F-D79E-43E4-959C-47BC21D6D873}" type="presParOf" srcId="{6D46B5D7-0D64-43D0-9631-855219F2D0C9}" destId="{5BCC02F3-42D3-4A04-BBE1-3D166453CECA}" srcOrd="1" destOrd="0" presId="urn:microsoft.com/office/officeart/2005/8/layout/orgChart1"/>
    <dgm:cxn modelId="{8F13EFB5-A4E2-4020-8878-C64B3EB6EA93}" type="presParOf" srcId="{B01BCD43-05DC-42A1-86AE-00C11225F79D}" destId="{44206C67-0E98-4B88-B047-7B9A9811E520}" srcOrd="1" destOrd="0" presId="urn:microsoft.com/office/officeart/2005/8/layout/orgChart1"/>
    <dgm:cxn modelId="{B370E6A9-F797-4AF5-AF02-27DCA40525A3}" type="presParOf" srcId="{B01BCD43-05DC-42A1-86AE-00C11225F79D}" destId="{013C5632-AEE7-4BC1-8017-3700815374CD}" srcOrd="2" destOrd="0" presId="urn:microsoft.com/office/officeart/2005/8/layout/orgChart1"/>
    <dgm:cxn modelId="{1D3368E6-8752-4909-8E72-62ED6A3008BE}" type="presParOf" srcId="{7BC44748-D1B4-47D9-949E-55CD8A69F5F6}" destId="{C99748F2-7FA7-436F-A1FE-B5FB2683E600}" srcOrd="2" destOrd="0" presId="urn:microsoft.com/office/officeart/2005/8/layout/orgChart1"/>
    <dgm:cxn modelId="{4A2D7618-93AB-43DF-8D06-86381AD1DB71}" type="presParOf" srcId="{7BC44748-D1B4-47D9-949E-55CD8A69F5F6}" destId="{2A95AD2F-5B07-4D2B-A9C6-837401E93AC5}" srcOrd="3" destOrd="0" presId="urn:microsoft.com/office/officeart/2005/8/layout/orgChart1"/>
    <dgm:cxn modelId="{9E57F03B-B895-45F2-9561-D907E3146398}" type="presParOf" srcId="{2A95AD2F-5B07-4D2B-A9C6-837401E93AC5}" destId="{6C66D08E-7EE1-44BE-B7CE-BCF815899A27}" srcOrd="0" destOrd="0" presId="urn:microsoft.com/office/officeart/2005/8/layout/orgChart1"/>
    <dgm:cxn modelId="{9FAB5E20-4845-48EA-8E54-CDDB7D4FA321}" type="presParOf" srcId="{6C66D08E-7EE1-44BE-B7CE-BCF815899A27}" destId="{7DDDDA8A-553A-4F68-A47B-2ACC7F9DF863}" srcOrd="0" destOrd="0" presId="urn:microsoft.com/office/officeart/2005/8/layout/orgChart1"/>
    <dgm:cxn modelId="{10486514-4FF3-43CB-8ACE-68AA365B6B59}" type="presParOf" srcId="{6C66D08E-7EE1-44BE-B7CE-BCF815899A27}" destId="{DAF8D242-0FBF-44BA-8B2A-B69745A5F5DC}" srcOrd="1" destOrd="0" presId="urn:microsoft.com/office/officeart/2005/8/layout/orgChart1"/>
    <dgm:cxn modelId="{CB66E0CA-C444-40F2-9FB4-35C50EC3AB2E}" type="presParOf" srcId="{2A95AD2F-5B07-4D2B-A9C6-837401E93AC5}" destId="{31CEE6B7-A6A8-4D1B-AF94-E1BC515A98BB}" srcOrd="1" destOrd="0" presId="urn:microsoft.com/office/officeart/2005/8/layout/orgChart1"/>
    <dgm:cxn modelId="{203499CA-FDF3-4B15-A8A2-46CE0813FB8E}" type="presParOf" srcId="{2A95AD2F-5B07-4D2B-A9C6-837401E93AC5}" destId="{E125B69F-C0E7-4853-959D-4B940AE86BE1}" srcOrd="2" destOrd="0" presId="urn:microsoft.com/office/officeart/2005/8/layout/orgChart1"/>
    <dgm:cxn modelId="{8498E907-39F6-401F-BEA1-B309646E6D7F}" type="presParOf" srcId="{737A66FC-6824-4D8E-B4E8-182D0B6A2D15}" destId="{77827E64-B480-4EBD-9428-68157D3899EC}" srcOrd="2" destOrd="0" presId="urn:microsoft.com/office/officeart/2005/8/layout/orgChart1"/>
    <dgm:cxn modelId="{8E61FE00-7549-4FFF-B42D-E6FDEFADBEDB}" type="presParOf" srcId="{3F0D928F-C5C6-4209-89C7-2DC22F440C9A}" destId="{06DD9A92-3EBE-4509-A0B6-B94B2A043EB1}" srcOrd="2" destOrd="0" presId="urn:microsoft.com/office/officeart/2005/8/layout/orgChart1"/>
    <dgm:cxn modelId="{B1F64BBE-0E4B-4DB0-BED0-E85B49F92B04}" type="presParOf" srcId="{3AF247A6-5907-446E-AA6F-4BAC28FD9F2C}" destId="{6192D81C-FD83-484A-8948-A0EBD03E85B6}"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0922304-28F5-4E2F-ADAE-87C9769F258D}"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7F4AE3D8-8860-4667-964B-1EB4F2C3B185}">
      <dgm:prSet/>
      <dgm:spPr/>
      <dgm:t>
        <a:bodyPr/>
        <a:lstStyle/>
        <a:p>
          <a:r>
            <a:rPr lang="en-AU"/>
            <a:t>Payment Data Governance, Model and Ownership</a:t>
          </a:r>
          <a:endParaRPr lang="en-US"/>
        </a:p>
      </dgm:t>
    </dgm:pt>
    <dgm:pt modelId="{2E0F26D7-A18D-454E-844C-93CE5CCBF1FB}" type="parTrans" cxnId="{375233D0-93B9-479D-A482-77B1919282D7}">
      <dgm:prSet/>
      <dgm:spPr/>
      <dgm:t>
        <a:bodyPr/>
        <a:lstStyle/>
        <a:p>
          <a:endParaRPr lang="en-US"/>
        </a:p>
      </dgm:t>
    </dgm:pt>
    <dgm:pt modelId="{1384A73B-B854-4EF5-8831-8CB57385C6E5}" type="sibTrans" cxnId="{375233D0-93B9-479D-A482-77B1919282D7}">
      <dgm:prSet/>
      <dgm:spPr/>
      <dgm:t>
        <a:bodyPr/>
        <a:lstStyle/>
        <a:p>
          <a:endParaRPr lang="en-US"/>
        </a:p>
      </dgm:t>
    </dgm:pt>
    <dgm:pt modelId="{571FD965-9BBC-4C90-8CE9-DDC677ED86FA}">
      <dgm:prSet/>
      <dgm:spPr/>
      <dgm:t>
        <a:bodyPr/>
        <a:lstStyle/>
        <a:p>
          <a:r>
            <a:rPr lang="en-US"/>
            <a:t>Customer Refunds</a:t>
          </a:r>
        </a:p>
      </dgm:t>
    </dgm:pt>
    <dgm:pt modelId="{A9DBD920-66B2-4A3C-AB5D-C9C32B866828}" type="parTrans" cxnId="{14AA7D56-9BB2-46B5-9102-E4E97F382825}">
      <dgm:prSet/>
      <dgm:spPr/>
      <dgm:t>
        <a:bodyPr/>
        <a:lstStyle/>
        <a:p>
          <a:endParaRPr lang="en-US"/>
        </a:p>
      </dgm:t>
    </dgm:pt>
    <dgm:pt modelId="{0184E1C5-1958-4D45-9E17-AA5978DED2A6}" type="sibTrans" cxnId="{14AA7D56-9BB2-46B5-9102-E4E97F382825}">
      <dgm:prSet/>
      <dgm:spPr/>
      <dgm:t>
        <a:bodyPr/>
        <a:lstStyle/>
        <a:p>
          <a:endParaRPr lang="en-US"/>
        </a:p>
      </dgm:t>
    </dgm:pt>
    <dgm:pt modelId="{D8061FE5-A3D7-4C37-AE1D-6A715FA945FE}">
      <dgm:prSet/>
      <dgm:spPr/>
      <dgm:t>
        <a:bodyPr/>
        <a:lstStyle/>
        <a:p>
          <a:r>
            <a:rPr lang="en-AU"/>
            <a:t>New ways to pay</a:t>
          </a:r>
          <a:endParaRPr lang="en-US"/>
        </a:p>
      </dgm:t>
    </dgm:pt>
    <dgm:pt modelId="{4B02EFE2-EB8D-447F-9495-827F176C2F91}" type="parTrans" cxnId="{51F8789D-20F3-4316-BDE0-69883CDA8C5A}">
      <dgm:prSet/>
      <dgm:spPr/>
      <dgm:t>
        <a:bodyPr/>
        <a:lstStyle/>
        <a:p>
          <a:endParaRPr lang="en-US"/>
        </a:p>
      </dgm:t>
    </dgm:pt>
    <dgm:pt modelId="{A3EF0350-5D0A-4B24-85FD-2A270FD43124}" type="sibTrans" cxnId="{51F8789D-20F3-4316-BDE0-69883CDA8C5A}">
      <dgm:prSet/>
      <dgm:spPr/>
      <dgm:t>
        <a:bodyPr/>
        <a:lstStyle/>
        <a:p>
          <a:endParaRPr lang="en-US"/>
        </a:p>
      </dgm:t>
    </dgm:pt>
    <dgm:pt modelId="{39181193-B09D-406D-88D0-A13646CDC363}">
      <dgm:prSet phldrT="[Text]" phldr="0"/>
      <dgm:spPr/>
      <dgm:t>
        <a:bodyPr/>
        <a:lstStyle/>
        <a:p>
          <a:r>
            <a:rPr lang="en-AU"/>
            <a:t>Subsid Ledger</a:t>
          </a:r>
        </a:p>
      </dgm:t>
    </dgm:pt>
    <dgm:pt modelId="{634A4C87-B630-42E2-AD7F-91ADBB417FD9}" type="parTrans" cxnId="{56308B26-D501-46CD-9731-A43D1DF93AD9}">
      <dgm:prSet/>
      <dgm:spPr/>
      <dgm:t>
        <a:bodyPr/>
        <a:lstStyle/>
        <a:p>
          <a:endParaRPr lang="en-AU"/>
        </a:p>
      </dgm:t>
    </dgm:pt>
    <dgm:pt modelId="{2A2D9F32-6C12-4FE2-BB90-58E44855B2AB}" type="sibTrans" cxnId="{56308B26-D501-46CD-9731-A43D1DF93AD9}">
      <dgm:prSet/>
      <dgm:spPr/>
      <dgm:t>
        <a:bodyPr/>
        <a:lstStyle/>
        <a:p>
          <a:endParaRPr lang="en-AU"/>
        </a:p>
      </dgm:t>
    </dgm:pt>
    <dgm:pt modelId="{F665899C-C1CA-4564-AAAE-FD1648DE519F}">
      <dgm:prSet phldrT="[Text]" phldr="0"/>
      <dgm:spPr/>
      <dgm:t>
        <a:bodyPr/>
        <a:lstStyle/>
        <a:p>
          <a:r>
            <a:rPr lang="en-AU"/>
            <a:t>Customer Account</a:t>
          </a:r>
        </a:p>
      </dgm:t>
    </dgm:pt>
    <dgm:pt modelId="{9A113931-0449-4FB3-A617-E265F9580D5F}" type="parTrans" cxnId="{F77886AF-7976-4A77-8AB4-10CF0AA75698}">
      <dgm:prSet/>
      <dgm:spPr/>
      <dgm:t>
        <a:bodyPr/>
        <a:lstStyle/>
        <a:p>
          <a:endParaRPr lang="en-AU"/>
        </a:p>
      </dgm:t>
    </dgm:pt>
    <dgm:pt modelId="{F88C65F1-2606-42AB-AA22-61E504ACF5BE}" type="sibTrans" cxnId="{F77886AF-7976-4A77-8AB4-10CF0AA75698}">
      <dgm:prSet/>
      <dgm:spPr/>
      <dgm:t>
        <a:bodyPr/>
        <a:lstStyle/>
        <a:p>
          <a:endParaRPr lang="en-AU"/>
        </a:p>
      </dgm:t>
    </dgm:pt>
    <dgm:pt modelId="{525A671B-D066-4203-A1F1-62D8E33D036D}">
      <dgm:prSet phldrT="[Text]" phldr="0"/>
      <dgm:spPr/>
      <dgm:t>
        <a:bodyPr/>
        <a:lstStyle/>
        <a:p>
          <a:r>
            <a:rPr lang="en-AU"/>
            <a:t>Pricing engine fee management</a:t>
          </a:r>
        </a:p>
      </dgm:t>
    </dgm:pt>
    <dgm:pt modelId="{1F087A53-AEE3-4E82-90E2-9208E7A69FEB}" type="parTrans" cxnId="{E728499D-D1D6-496B-A658-AD5E919CF376}">
      <dgm:prSet/>
      <dgm:spPr/>
      <dgm:t>
        <a:bodyPr/>
        <a:lstStyle/>
        <a:p>
          <a:endParaRPr lang="en-AU"/>
        </a:p>
      </dgm:t>
    </dgm:pt>
    <dgm:pt modelId="{EF9900D9-E164-46CC-A057-6BD723E09EDF}" type="sibTrans" cxnId="{E728499D-D1D6-496B-A658-AD5E919CF376}">
      <dgm:prSet/>
      <dgm:spPr/>
      <dgm:t>
        <a:bodyPr/>
        <a:lstStyle/>
        <a:p>
          <a:endParaRPr lang="en-AU"/>
        </a:p>
      </dgm:t>
    </dgm:pt>
    <dgm:pt modelId="{11285943-6C77-4248-B2AB-239139674C40}">
      <dgm:prSet phldrT="[Text]" phldr="0"/>
      <dgm:spPr/>
      <dgm:t>
        <a:bodyPr/>
        <a:lstStyle/>
        <a:p>
          <a:r>
            <a:rPr lang="en-AU"/>
            <a:t>Quote tool PoC</a:t>
          </a:r>
        </a:p>
      </dgm:t>
    </dgm:pt>
    <dgm:pt modelId="{75AC7E39-3C5B-421F-8544-5991DC406C9C}" type="parTrans" cxnId="{6F65CE39-5158-4C40-AD86-A528806126CD}">
      <dgm:prSet/>
      <dgm:spPr/>
      <dgm:t>
        <a:bodyPr/>
        <a:lstStyle/>
        <a:p>
          <a:endParaRPr lang="en-AU"/>
        </a:p>
      </dgm:t>
    </dgm:pt>
    <dgm:pt modelId="{FD41F31C-7DD2-4842-B3E6-4C11DA6CEC8D}" type="sibTrans" cxnId="{6F65CE39-5158-4C40-AD86-A528806126CD}">
      <dgm:prSet/>
      <dgm:spPr/>
      <dgm:t>
        <a:bodyPr/>
        <a:lstStyle/>
        <a:p>
          <a:endParaRPr lang="en-AU"/>
        </a:p>
      </dgm:t>
    </dgm:pt>
    <dgm:pt modelId="{198E6693-6F31-48C9-A548-E48CC9528119}" type="pres">
      <dgm:prSet presAssocID="{E0922304-28F5-4E2F-ADAE-87C9769F258D}" presName="linear" presStyleCnt="0">
        <dgm:presLayoutVars>
          <dgm:animLvl val="lvl"/>
          <dgm:resizeHandles val="exact"/>
        </dgm:presLayoutVars>
      </dgm:prSet>
      <dgm:spPr/>
    </dgm:pt>
    <dgm:pt modelId="{7E9F980D-1625-4680-A60F-669D153BD48C}" type="pres">
      <dgm:prSet presAssocID="{7F4AE3D8-8860-4667-964B-1EB4F2C3B185}" presName="parentText" presStyleLbl="node1" presStyleIdx="0" presStyleCnt="7">
        <dgm:presLayoutVars>
          <dgm:chMax val="0"/>
          <dgm:bulletEnabled val="1"/>
        </dgm:presLayoutVars>
      </dgm:prSet>
      <dgm:spPr/>
    </dgm:pt>
    <dgm:pt modelId="{221DB597-6CEC-485A-88C9-1DAEC5943272}" type="pres">
      <dgm:prSet presAssocID="{1384A73B-B854-4EF5-8831-8CB57385C6E5}" presName="spacer" presStyleCnt="0"/>
      <dgm:spPr/>
    </dgm:pt>
    <dgm:pt modelId="{A467622C-4471-4284-A909-3057EF570ECD}" type="pres">
      <dgm:prSet presAssocID="{571FD965-9BBC-4C90-8CE9-DDC677ED86FA}" presName="parentText" presStyleLbl="node1" presStyleIdx="1" presStyleCnt="7">
        <dgm:presLayoutVars>
          <dgm:chMax val="0"/>
          <dgm:bulletEnabled val="1"/>
        </dgm:presLayoutVars>
      </dgm:prSet>
      <dgm:spPr/>
    </dgm:pt>
    <dgm:pt modelId="{A889697D-740F-48DB-92A3-5CF31DC0F57D}" type="pres">
      <dgm:prSet presAssocID="{0184E1C5-1958-4D45-9E17-AA5978DED2A6}" presName="spacer" presStyleCnt="0"/>
      <dgm:spPr/>
    </dgm:pt>
    <dgm:pt modelId="{CAECEB6B-BCBE-4898-934C-FFD403FDA405}" type="pres">
      <dgm:prSet presAssocID="{D8061FE5-A3D7-4C37-AE1D-6A715FA945FE}" presName="parentText" presStyleLbl="node1" presStyleIdx="2" presStyleCnt="7">
        <dgm:presLayoutVars>
          <dgm:chMax val="0"/>
          <dgm:bulletEnabled val="1"/>
        </dgm:presLayoutVars>
      </dgm:prSet>
      <dgm:spPr/>
    </dgm:pt>
    <dgm:pt modelId="{31297327-3B50-444D-895D-7C47447A30D7}" type="pres">
      <dgm:prSet presAssocID="{A3EF0350-5D0A-4B24-85FD-2A270FD43124}" presName="spacer" presStyleCnt="0"/>
      <dgm:spPr/>
    </dgm:pt>
    <dgm:pt modelId="{6C149D5F-898A-44C1-A80E-5D976CA7817E}" type="pres">
      <dgm:prSet presAssocID="{39181193-B09D-406D-88D0-A13646CDC363}" presName="parentText" presStyleLbl="node1" presStyleIdx="3" presStyleCnt="7">
        <dgm:presLayoutVars>
          <dgm:chMax val="0"/>
          <dgm:bulletEnabled val="1"/>
        </dgm:presLayoutVars>
      </dgm:prSet>
      <dgm:spPr/>
    </dgm:pt>
    <dgm:pt modelId="{CF25529A-9DA8-4B59-AAA2-A9F0DC2E6414}" type="pres">
      <dgm:prSet presAssocID="{2A2D9F32-6C12-4FE2-BB90-58E44855B2AB}" presName="spacer" presStyleCnt="0"/>
      <dgm:spPr/>
    </dgm:pt>
    <dgm:pt modelId="{8199B629-2584-416C-9924-80AAF41B3CDC}" type="pres">
      <dgm:prSet presAssocID="{F665899C-C1CA-4564-AAAE-FD1648DE519F}" presName="parentText" presStyleLbl="node1" presStyleIdx="4" presStyleCnt="7">
        <dgm:presLayoutVars>
          <dgm:chMax val="0"/>
          <dgm:bulletEnabled val="1"/>
        </dgm:presLayoutVars>
      </dgm:prSet>
      <dgm:spPr/>
    </dgm:pt>
    <dgm:pt modelId="{50B813D2-1064-4B30-9261-4C1FCD6F15A0}" type="pres">
      <dgm:prSet presAssocID="{F88C65F1-2606-42AB-AA22-61E504ACF5BE}" presName="spacer" presStyleCnt="0"/>
      <dgm:spPr/>
    </dgm:pt>
    <dgm:pt modelId="{AAB76878-5FAE-47BD-931C-C3B66048E41F}" type="pres">
      <dgm:prSet presAssocID="{525A671B-D066-4203-A1F1-62D8E33D036D}" presName="parentText" presStyleLbl="node1" presStyleIdx="5" presStyleCnt="7">
        <dgm:presLayoutVars>
          <dgm:chMax val="0"/>
          <dgm:bulletEnabled val="1"/>
        </dgm:presLayoutVars>
      </dgm:prSet>
      <dgm:spPr/>
    </dgm:pt>
    <dgm:pt modelId="{342DA3F7-DBF3-49E8-9443-3D1F32DD58AA}" type="pres">
      <dgm:prSet presAssocID="{EF9900D9-E164-46CC-A057-6BD723E09EDF}" presName="spacer" presStyleCnt="0"/>
      <dgm:spPr/>
    </dgm:pt>
    <dgm:pt modelId="{807DFF51-02FC-43BA-96D7-DEEB70DE4392}" type="pres">
      <dgm:prSet presAssocID="{11285943-6C77-4248-B2AB-239139674C40}" presName="parentText" presStyleLbl="node1" presStyleIdx="6" presStyleCnt="7">
        <dgm:presLayoutVars>
          <dgm:chMax val="0"/>
          <dgm:bulletEnabled val="1"/>
        </dgm:presLayoutVars>
      </dgm:prSet>
      <dgm:spPr/>
    </dgm:pt>
  </dgm:ptLst>
  <dgm:cxnLst>
    <dgm:cxn modelId="{F2AE7F1F-4E93-4DD1-A6D4-B03A8354048B}" type="presOf" srcId="{7F4AE3D8-8860-4667-964B-1EB4F2C3B185}" destId="{7E9F980D-1625-4680-A60F-669D153BD48C}" srcOrd="0" destOrd="0" presId="urn:microsoft.com/office/officeart/2005/8/layout/vList2"/>
    <dgm:cxn modelId="{56308B26-D501-46CD-9731-A43D1DF93AD9}" srcId="{E0922304-28F5-4E2F-ADAE-87C9769F258D}" destId="{39181193-B09D-406D-88D0-A13646CDC363}" srcOrd="3" destOrd="0" parTransId="{634A4C87-B630-42E2-AD7F-91ADBB417FD9}" sibTransId="{2A2D9F32-6C12-4FE2-BB90-58E44855B2AB}"/>
    <dgm:cxn modelId="{08BF3230-A0B5-4CD2-90F7-D32E53B25373}" type="presOf" srcId="{39181193-B09D-406D-88D0-A13646CDC363}" destId="{6C149D5F-898A-44C1-A80E-5D976CA7817E}" srcOrd="0" destOrd="0" presId="urn:microsoft.com/office/officeart/2005/8/layout/vList2"/>
    <dgm:cxn modelId="{6F65CE39-5158-4C40-AD86-A528806126CD}" srcId="{E0922304-28F5-4E2F-ADAE-87C9769F258D}" destId="{11285943-6C77-4248-B2AB-239139674C40}" srcOrd="6" destOrd="0" parTransId="{75AC7E39-3C5B-421F-8544-5991DC406C9C}" sibTransId="{FD41F31C-7DD2-4842-B3E6-4C11DA6CEC8D}"/>
    <dgm:cxn modelId="{C35DF45C-7E4D-416A-94F0-BA58CF8A902E}" type="presOf" srcId="{D8061FE5-A3D7-4C37-AE1D-6A715FA945FE}" destId="{CAECEB6B-BCBE-4898-934C-FFD403FDA405}" srcOrd="0" destOrd="0" presId="urn:microsoft.com/office/officeart/2005/8/layout/vList2"/>
    <dgm:cxn modelId="{42279D42-468A-4011-9E55-6D4E83C2468B}" type="presOf" srcId="{571FD965-9BBC-4C90-8CE9-DDC677ED86FA}" destId="{A467622C-4471-4284-A909-3057EF570ECD}" srcOrd="0" destOrd="0" presId="urn:microsoft.com/office/officeart/2005/8/layout/vList2"/>
    <dgm:cxn modelId="{94E6E343-885C-4A85-975A-1F3ABF412A34}" type="presOf" srcId="{11285943-6C77-4248-B2AB-239139674C40}" destId="{807DFF51-02FC-43BA-96D7-DEEB70DE4392}" srcOrd="0" destOrd="0" presId="urn:microsoft.com/office/officeart/2005/8/layout/vList2"/>
    <dgm:cxn modelId="{29E7FC6A-4701-482E-BAF7-1C8C82EB5730}" type="presOf" srcId="{F665899C-C1CA-4564-AAAE-FD1648DE519F}" destId="{8199B629-2584-416C-9924-80AAF41B3CDC}" srcOrd="0" destOrd="0" presId="urn:microsoft.com/office/officeart/2005/8/layout/vList2"/>
    <dgm:cxn modelId="{14AA7D56-9BB2-46B5-9102-E4E97F382825}" srcId="{E0922304-28F5-4E2F-ADAE-87C9769F258D}" destId="{571FD965-9BBC-4C90-8CE9-DDC677ED86FA}" srcOrd="1" destOrd="0" parTransId="{A9DBD920-66B2-4A3C-AB5D-C9C32B866828}" sibTransId="{0184E1C5-1958-4D45-9E17-AA5978DED2A6}"/>
    <dgm:cxn modelId="{E728499D-D1D6-496B-A658-AD5E919CF376}" srcId="{E0922304-28F5-4E2F-ADAE-87C9769F258D}" destId="{525A671B-D066-4203-A1F1-62D8E33D036D}" srcOrd="5" destOrd="0" parTransId="{1F087A53-AEE3-4E82-90E2-9208E7A69FEB}" sibTransId="{EF9900D9-E164-46CC-A057-6BD723E09EDF}"/>
    <dgm:cxn modelId="{51F8789D-20F3-4316-BDE0-69883CDA8C5A}" srcId="{E0922304-28F5-4E2F-ADAE-87C9769F258D}" destId="{D8061FE5-A3D7-4C37-AE1D-6A715FA945FE}" srcOrd="2" destOrd="0" parTransId="{4B02EFE2-EB8D-447F-9495-827F176C2F91}" sibTransId="{A3EF0350-5D0A-4B24-85FD-2A270FD43124}"/>
    <dgm:cxn modelId="{F77886AF-7976-4A77-8AB4-10CF0AA75698}" srcId="{E0922304-28F5-4E2F-ADAE-87C9769F258D}" destId="{F665899C-C1CA-4564-AAAE-FD1648DE519F}" srcOrd="4" destOrd="0" parTransId="{9A113931-0449-4FB3-A617-E265F9580D5F}" sibTransId="{F88C65F1-2606-42AB-AA22-61E504ACF5BE}"/>
    <dgm:cxn modelId="{93954BB3-D48E-4C97-8C21-E0658AE3B46B}" type="presOf" srcId="{E0922304-28F5-4E2F-ADAE-87C9769F258D}" destId="{198E6693-6F31-48C9-A548-E48CC9528119}" srcOrd="0" destOrd="0" presId="urn:microsoft.com/office/officeart/2005/8/layout/vList2"/>
    <dgm:cxn modelId="{EC3F85BC-0714-412E-AE9E-00B32DF92A92}" type="presOf" srcId="{525A671B-D066-4203-A1F1-62D8E33D036D}" destId="{AAB76878-5FAE-47BD-931C-C3B66048E41F}" srcOrd="0" destOrd="0" presId="urn:microsoft.com/office/officeart/2005/8/layout/vList2"/>
    <dgm:cxn modelId="{375233D0-93B9-479D-A482-77B1919282D7}" srcId="{E0922304-28F5-4E2F-ADAE-87C9769F258D}" destId="{7F4AE3D8-8860-4667-964B-1EB4F2C3B185}" srcOrd="0" destOrd="0" parTransId="{2E0F26D7-A18D-454E-844C-93CE5CCBF1FB}" sibTransId="{1384A73B-B854-4EF5-8831-8CB57385C6E5}"/>
    <dgm:cxn modelId="{6DDAA43C-5591-45C1-87AD-B9CB02BB2B61}" type="presParOf" srcId="{198E6693-6F31-48C9-A548-E48CC9528119}" destId="{7E9F980D-1625-4680-A60F-669D153BD48C}" srcOrd="0" destOrd="0" presId="urn:microsoft.com/office/officeart/2005/8/layout/vList2"/>
    <dgm:cxn modelId="{65E52C6D-E577-472F-9DC3-2CEEBBC2F5A1}" type="presParOf" srcId="{198E6693-6F31-48C9-A548-E48CC9528119}" destId="{221DB597-6CEC-485A-88C9-1DAEC5943272}" srcOrd="1" destOrd="0" presId="urn:microsoft.com/office/officeart/2005/8/layout/vList2"/>
    <dgm:cxn modelId="{13506B15-8B31-4F8F-9F37-6848DBAA1B23}" type="presParOf" srcId="{198E6693-6F31-48C9-A548-E48CC9528119}" destId="{A467622C-4471-4284-A909-3057EF570ECD}" srcOrd="2" destOrd="0" presId="urn:microsoft.com/office/officeart/2005/8/layout/vList2"/>
    <dgm:cxn modelId="{497806CF-F4EE-481C-8B3A-8064BF8E8A78}" type="presParOf" srcId="{198E6693-6F31-48C9-A548-E48CC9528119}" destId="{A889697D-740F-48DB-92A3-5CF31DC0F57D}" srcOrd="3" destOrd="0" presId="urn:microsoft.com/office/officeart/2005/8/layout/vList2"/>
    <dgm:cxn modelId="{5ADAA1EB-F209-4B5A-A12F-8B83578BAD1F}" type="presParOf" srcId="{198E6693-6F31-48C9-A548-E48CC9528119}" destId="{CAECEB6B-BCBE-4898-934C-FFD403FDA405}" srcOrd="4" destOrd="0" presId="urn:microsoft.com/office/officeart/2005/8/layout/vList2"/>
    <dgm:cxn modelId="{373C7BF2-99FD-446B-BFD4-1BE7E6387C0C}" type="presParOf" srcId="{198E6693-6F31-48C9-A548-E48CC9528119}" destId="{31297327-3B50-444D-895D-7C47447A30D7}" srcOrd="5" destOrd="0" presId="urn:microsoft.com/office/officeart/2005/8/layout/vList2"/>
    <dgm:cxn modelId="{B5C92833-0C42-4FD0-8537-87120816C95E}" type="presParOf" srcId="{198E6693-6F31-48C9-A548-E48CC9528119}" destId="{6C149D5F-898A-44C1-A80E-5D976CA7817E}" srcOrd="6" destOrd="0" presId="urn:microsoft.com/office/officeart/2005/8/layout/vList2"/>
    <dgm:cxn modelId="{0119358E-B221-4571-895D-45C6D1279C58}" type="presParOf" srcId="{198E6693-6F31-48C9-A548-E48CC9528119}" destId="{CF25529A-9DA8-4B59-AAA2-A9F0DC2E6414}" srcOrd="7" destOrd="0" presId="urn:microsoft.com/office/officeart/2005/8/layout/vList2"/>
    <dgm:cxn modelId="{CD1600ED-E106-4C16-B56E-18FABAC9C739}" type="presParOf" srcId="{198E6693-6F31-48C9-A548-E48CC9528119}" destId="{8199B629-2584-416C-9924-80AAF41B3CDC}" srcOrd="8" destOrd="0" presId="urn:microsoft.com/office/officeart/2005/8/layout/vList2"/>
    <dgm:cxn modelId="{FA45CE87-F023-4FD8-8092-52BB97C16E18}" type="presParOf" srcId="{198E6693-6F31-48C9-A548-E48CC9528119}" destId="{50B813D2-1064-4B30-9261-4C1FCD6F15A0}" srcOrd="9" destOrd="0" presId="urn:microsoft.com/office/officeart/2005/8/layout/vList2"/>
    <dgm:cxn modelId="{F6DA0A4D-BA41-44AD-833A-8C9F44CEEEFD}" type="presParOf" srcId="{198E6693-6F31-48C9-A548-E48CC9528119}" destId="{AAB76878-5FAE-47BD-931C-C3B66048E41F}" srcOrd="10" destOrd="0" presId="urn:microsoft.com/office/officeart/2005/8/layout/vList2"/>
    <dgm:cxn modelId="{1AF66681-DCF4-4C50-9054-9C8D433567DF}" type="presParOf" srcId="{198E6693-6F31-48C9-A548-E48CC9528119}" destId="{342DA3F7-DBF3-49E8-9443-3D1F32DD58AA}" srcOrd="11" destOrd="0" presId="urn:microsoft.com/office/officeart/2005/8/layout/vList2"/>
    <dgm:cxn modelId="{36824EFD-8ED0-4D01-8F87-FC71AB97CADF}" type="presParOf" srcId="{198E6693-6F31-48C9-A548-E48CC9528119}" destId="{807DFF51-02FC-43BA-96D7-DEEB70DE4392}"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BEA68D6-E158-4934-BAF2-CD3B153353BA}" type="doc">
      <dgm:prSet loTypeId="urn:microsoft.com/office/officeart/2005/8/layout/orgChart1" loCatId="hierarchy" qsTypeId="urn:microsoft.com/office/officeart/2005/8/quickstyle/simple2" qsCatId="simple" csTypeId="urn:microsoft.com/office/officeart/2005/8/colors/accent0_3" csCatId="mainScheme" phldr="1"/>
      <dgm:spPr/>
      <dgm:t>
        <a:bodyPr/>
        <a:lstStyle/>
        <a:p>
          <a:endParaRPr lang="en-AU"/>
        </a:p>
      </dgm:t>
    </dgm:pt>
    <dgm:pt modelId="{10A0EA3D-3AD4-4A16-AC66-3525B6400D15}">
      <dgm:prSet phldrT="[Text]" phldr="0" custT="1"/>
      <dgm:spPr>
        <a:solidFill>
          <a:srgbClr val="002060"/>
        </a:solidFill>
      </dgm:spPr>
      <dgm:t>
        <a:bodyPr/>
        <a:lstStyle/>
        <a:p>
          <a:r>
            <a:rPr lang="en-AU" sz="2400"/>
            <a:t>Payment Modernisation</a:t>
          </a:r>
        </a:p>
      </dgm:t>
    </dgm:pt>
    <dgm:pt modelId="{C9D49A3E-3F67-4AE3-9FDA-6F9BB1AF9BD8}" type="parTrans" cxnId="{16F7F54E-B0C2-4129-B92D-8DE372385E3B}">
      <dgm:prSet/>
      <dgm:spPr/>
      <dgm:t>
        <a:bodyPr/>
        <a:lstStyle/>
        <a:p>
          <a:endParaRPr lang="en-AU"/>
        </a:p>
      </dgm:t>
    </dgm:pt>
    <dgm:pt modelId="{E0ACF1AB-2B68-4A49-8ADA-3E481ED4AF09}" type="sibTrans" cxnId="{16F7F54E-B0C2-4129-B92D-8DE372385E3B}">
      <dgm:prSet/>
      <dgm:spPr/>
      <dgm:t>
        <a:bodyPr/>
        <a:lstStyle/>
        <a:p>
          <a:endParaRPr lang="en-AU"/>
        </a:p>
      </dgm:t>
    </dgm:pt>
    <dgm:pt modelId="{145D55AA-61E0-495C-8F2D-EE36475B0338}">
      <dgm:prSet phldrT="[Text]" phldr="0"/>
      <dgm:spPr>
        <a:solidFill>
          <a:schemeClr val="tx2">
            <a:lumMod val="75000"/>
            <a:lumOff val="25000"/>
          </a:schemeClr>
        </a:solidFill>
      </dgm:spPr>
      <dgm:t>
        <a:bodyPr/>
        <a:lstStyle/>
        <a:p>
          <a:r>
            <a:rPr lang="en-AU"/>
            <a:t>Business Process &amp; Operating Model</a:t>
          </a:r>
        </a:p>
      </dgm:t>
    </dgm:pt>
    <dgm:pt modelId="{0C9BCA1A-676D-4632-848E-0829D4E5185A}" type="parTrans" cxnId="{B122E7C2-6E03-4A33-83BE-FB576B3891B7}">
      <dgm:prSet/>
      <dgm:spPr/>
      <dgm:t>
        <a:bodyPr/>
        <a:lstStyle/>
        <a:p>
          <a:endParaRPr lang="en-AU"/>
        </a:p>
      </dgm:t>
    </dgm:pt>
    <dgm:pt modelId="{DE2925A3-7D6A-483F-AED9-5E2A830936B3}" type="sibTrans" cxnId="{B122E7C2-6E03-4A33-83BE-FB576B3891B7}">
      <dgm:prSet/>
      <dgm:spPr/>
      <dgm:t>
        <a:bodyPr/>
        <a:lstStyle/>
        <a:p>
          <a:endParaRPr lang="en-AU"/>
        </a:p>
      </dgm:t>
    </dgm:pt>
    <dgm:pt modelId="{C5037945-930F-4B75-858B-B894823169CF}">
      <dgm:prSet/>
      <dgm:spPr>
        <a:solidFill>
          <a:schemeClr val="tx2">
            <a:lumMod val="75000"/>
            <a:lumOff val="25000"/>
          </a:schemeClr>
        </a:solidFill>
      </dgm:spPr>
      <dgm:t>
        <a:bodyPr/>
        <a:lstStyle/>
        <a:p>
          <a:r>
            <a:rPr lang="en-AU"/>
            <a:t>Product Management &amp; Governance</a:t>
          </a:r>
        </a:p>
      </dgm:t>
    </dgm:pt>
    <dgm:pt modelId="{D4470D27-09CC-41EB-BA1A-CCC1BA5C0E27}" type="parTrans" cxnId="{01E80BCF-1ECB-430D-A350-FE3C8C51032F}">
      <dgm:prSet/>
      <dgm:spPr/>
      <dgm:t>
        <a:bodyPr/>
        <a:lstStyle/>
        <a:p>
          <a:endParaRPr lang="en-AU"/>
        </a:p>
      </dgm:t>
    </dgm:pt>
    <dgm:pt modelId="{1E8234E8-902F-4E23-8B68-776EF1344419}" type="sibTrans" cxnId="{01E80BCF-1ECB-430D-A350-FE3C8C51032F}">
      <dgm:prSet/>
      <dgm:spPr/>
      <dgm:t>
        <a:bodyPr/>
        <a:lstStyle/>
        <a:p>
          <a:endParaRPr lang="en-AU"/>
        </a:p>
      </dgm:t>
    </dgm:pt>
    <dgm:pt modelId="{26763262-632B-46CC-BA82-DA9DFC8A319D}">
      <dgm:prSet/>
      <dgm:spPr>
        <a:solidFill>
          <a:schemeClr val="tx2">
            <a:lumMod val="75000"/>
            <a:lumOff val="25000"/>
          </a:schemeClr>
        </a:solidFill>
      </dgm:spPr>
      <dgm:t>
        <a:bodyPr/>
        <a:lstStyle/>
        <a:p>
          <a:r>
            <a:rPr lang="en-AU"/>
            <a:t>Requirements &amp; Design</a:t>
          </a:r>
        </a:p>
      </dgm:t>
    </dgm:pt>
    <dgm:pt modelId="{33FD4574-5FBE-445D-A451-69994E30F552}" type="parTrans" cxnId="{CBD31DC1-FA84-4991-BF96-345E844ED7E9}">
      <dgm:prSet/>
      <dgm:spPr/>
      <dgm:t>
        <a:bodyPr/>
        <a:lstStyle/>
        <a:p>
          <a:endParaRPr lang="en-AU"/>
        </a:p>
      </dgm:t>
    </dgm:pt>
    <dgm:pt modelId="{84C37D61-B689-4A7F-B29B-92B77CD3E11A}" type="sibTrans" cxnId="{CBD31DC1-FA84-4991-BF96-345E844ED7E9}">
      <dgm:prSet/>
      <dgm:spPr/>
      <dgm:t>
        <a:bodyPr/>
        <a:lstStyle/>
        <a:p>
          <a:endParaRPr lang="en-AU"/>
        </a:p>
      </dgm:t>
    </dgm:pt>
    <dgm:pt modelId="{75DFC915-9462-4A30-AE1F-37CE18B3C6D2}">
      <dgm:prSet phldrT="[Text]" phldr="0"/>
      <dgm:spPr>
        <a:solidFill>
          <a:schemeClr val="tx2">
            <a:lumMod val="75000"/>
            <a:lumOff val="25000"/>
          </a:schemeClr>
        </a:solidFill>
      </dgm:spPr>
      <dgm:t>
        <a:bodyPr/>
        <a:lstStyle/>
        <a:p>
          <a:r>
            <a:rPr lang="en-AU"/>
            <a:t>Change Impact &amp; Business Readiness</a:t>
          </a:r>
        </a:p>
      </dgm:t>
    </dgm:pt>
    <dgm:pt modelId="{F8130828-F801-48B7-A83D-32C060147E31}" type="parTrans" cxnId="{5F5F20C9-F4E0-4374-8747-B7F46FEC88D8}">
      <dgm:prSet/>
      <dgm:spPr/>
      <dgm:t>
        <a:bodyPr/>
        <a:lstStyle/>
        <a:p>
          <a:endParaRPr lang="en-AU"/>
        </a:p>
      </dgm:t>
    </dgm:pt>
    <dgm:pt modelId="{727CFFC1-D6CC-4121-8182-E56D6E59AF3A}" type="sibTrans" cxnId="{5F5F20C9-F4E0-4374-8747-B7F46FEC88D8}">
      <dgm:prSet/>
      <dgm:spPr/>
      <dgm:t>
        <a:bodyPr/>
        <a:lstStyle/>
        <a:p>
          <a:endParaRPr lang="en-AU"/>
        </a:p>
      </dgm:t>
    </dgm:pt>
    <dgm:pt modelId="{CFBF96BE-57AC-4278-BEE8-4529105B485E}">
      <dgm:prSet phldrT="[Text]" phldr="0"/>
      <dgm:spPr>
        <a:solidFill>
          <a:schemeClr val="tx2">
            <a:lumMod val="75000"/>
            <a:lumOff val="25000"/>
          </a:schemeClr>
        </a:solidFill>
      </dgm:spPr>
      <dgm:t>
        <a:bodyPr/>
        <a:lstStyle/>
        <a:p>
          <a:r>
            <a:rPr lang="en-AU"/>
            <a:t>Benefits Realisation</a:t>
          </a:r>
        </a:p>
      </dgm:t>
    </dgm:pt>
    <dgm:pt modelId="{E93B594F-0000-4F1E-9B42-4CBD54251AE9}" type="parTrans" cxnId="{EFCDE451-2354-4EFE-B526-56B196DC5C32}">
      <dgm:prSet/>
      <dgm:spPr/>
      <dgm:t>
        <a:bodyPr/>
        <a:lstStyle/>
        <a:p>
          <a:endParaRPr lang="en-AU"/>
        </a:p>
      </dgm:t>
    </dgm:pt>
    <dgm:pt modelId="{193FE8D6-E354-43F8-A281-6AE4CE481BEC}" type="sibTrans" cxnId="{EFCDE451-2354-4EFE-B526-56B196DC5C32}">
      <dgm:prSet/>
      <dgm:spPr/>
      <dgm:t>
        <a:bodyPr/>
        <a:lstStyle/>
        <a:p>
          <a:endParaRPr lang="en-AU"/>
        </a:p>
      </dgm:t>
    </dgm:pt>
    <dgm:pt modelId="{950DF26E-17D9-4CD6-BA22-3B12B191F0B1}">
      <dgm:prSet phldrT="[Text]" phldr="0"/>
      <dgm:spPr>
        <a:solidFill>
          <a:schemeClr val="bg2">
            <a:lumMod val="25000"/>
          </a:schemeClr>
        </a:solidFill>
      </dgm:spPr>
      <dgm:t>
        <a:bodyPr/>
        <a:lstStyle/>
        <a:p>
          <a:r>
            <a:rPr lang="en-AU"/>
            <a:t>Planning &amp; Control</a:t>
          </a:r>
        </a:p>
      </dgm:t>
    </dgm:pt>
    <dgm:pt modelId="{8B435217-472D-41FB-B90A-51F67EEBBD13}" type="parTrans" cxnId="{18BCA797-5F65-49B1-8AEA-2FB4844D84F8}">
      <dgm:prSet/>
      <dgm:spPr/>
      <dgm:t>
        <a:bodyPr/>
        <a:lstStyle/>
        <a:p>
          <a:endParaRPr lang="en-AU"/>
        </a:p>
      </dgm:t>
    </dgm:pt>
    <dgm:pt modelId="{3496055C-9922-4C65-AC08-2AF91F9C60B6}" type="sibTrans" cxnId="{18BCA797-5F65-49B1-8AEA-2FB4844D84F8}">
      <dgm:prSet/>
      <dgm:spPr/>
      <dgm:t>
        <a:bodyPr/>
        <a:lstStyle/>
        <a:p>
          <a:endParaRPr lang="en-AU"/>
        </a:p>
      </dgm:t>
    </dgm:pt>
    <dgm:pt modelId="{4ED5C0B1-92B0-476D-A064-D707F3607BE3}">
      <dgm:prSet phldrT="[Text]" phldr="0"/>
      <dgm:spPr>
        <a:solidFill>
          <a:schemeClr val="bg2">
            <a:lumMod val="75000"/>
          </a:schemeClr>
        </a:solidFill>
      </dgm:spPr>
      <dgm:t>
        <a:bodyPr/>
        <a:lstStyle/>
        <a:p>
          <a:r>
            <a:rPr lang="en-AU"/>
            <a:t>Product Description</a:t>
          </a:r>
        </a:p>
      </dgm:t>
    </dgm:pt>
    <dgm:pt modelId="{17C83013-93B6-4299-822D-850CD1F8E1C4}" type="parTrans" cxnId="{8CFD9902-76DB-4D53-91D0-7D582C045FF2}">
      <dgm:prSet/>
      <dgm:spPr/>
      <dgm:t>
        <a:bodyPr/>
        <a:lstStyle/>
        <a:p>
          <a:endParaRPr lang="en-AU"/>
        </a:p>
      </dgm:t>
    </dgm:pt>
    <dgm:pt modelId="{A5A166A9-7ADF-4C77-893B-1E0CB3D4B3BB}" type="sibTrans" cxnId="{8CFD9902-76DB-4D53-91D0-7D582C045FF2}">
      <dgm:prSet/>
      <dgm:spPr/>
      <dgm:t>
        <a:bodyPr/>
        <a:lstStyle/>
        <a:p>
          <a:endParaRPr lang="en-AU"/>
        </a:p>
      </dgm:t>
    </dgm:pt>
    <dgm:pt modelId="{92162928-B373-4802-B988-4C318FAE4B4C}">
      <dgm:prSet phldrT="[Text]" phldr="0"/>
      <dgm:spPr>
        <a:solidFill>
          <a:schemeClr val="bg2">
            <a:lumMod val="25000"/>
          </a:schemeClr>
        </a:solidFill>
      </dgm:spPr>
      <dgm:t>
        <a:bodyPr/>
        <a:lstStyle/>
        <a:p>
          <a:r>
            <a:rPr lang="en-AU"/>
            <a:t>Risk, Issue &amp; Assurance</a:t>
          </a:r>
        </a:p>
      </dgm:t>
    </dgm:pt>
    <dgm:pt modelId="{691118F6-AAF5-40E0-AD6D-235FADC018C0}" type="parTrans" cxnId="{49A02DA8-92BB-429F-A755-417A2EC3E9B9}">
      <dgm:prSet/>
      <dgm:spPr/>
      <dgm:t>
        <a:bodyPr/>
        <a:lstStyle/>
        <a:p>
          <a:endParaRPr lang="en-AU"/>
        </a:p>
      </dgm:t>
    </dgm:pt>
    <dgm:pt modelId="{7F58E25C-EE12-4CC1-9C39-BC755918B106}" type="sibTrans" cxnId="{49A02DA8-92BB-429F-A755-417A2EC3E9B9}">
      <dgm:prSet/>
      <dgm:spPr/>
      <dgm:t>
        <a:bodyPr/>
        <a:lstStyle/>
        <a:p>
          <a:endParaRPr lang="en-AU"/>
        </a:p>
      </dgm:t>
    </dgm:pt>
    <dgm:pt modelId="{986A668E-B947-4E9B-BC49-750AC65155F3}">
      <dgm:prSet phldrT="[Text]" phldr="0"/>
      <dgm:spPr>
        <a:solidFill>
          <a:schemeClr val="bg2">
            <a:lumMod val="25000"/>
          </a:schemeClr>
        </a:solidFill>
      </dgm:spPr>
      <dgm:t>
        <a:bodyPr/>
        <a:lstStyle/>
        <a:p>
          <a:r>
            <a:rPr lang="en-AU"/>
            <a:t>Change &amp; Configuration Control</a:t>
          </a:r>
        </a:p>
      </dgm:t>
    </dgm:pt>
    <dgm:pt modelId="{D05A1DE1-7189-4112-B5BB-9BF305C53705}" type="parTrans" cxnId="{CEEB7152-37E6-47BF-BC73-F208623103A5}">
      <dgm:prSet/>
      <dgm:spPr/>
      <dgm:t>
        <a:bodyPr/>
        <a:lstStyle/>
        <a:p>
          <a:endParaRPr lang="en-AU"/>
        </a:p>
      </dgm:t>
    </dgm:pt>
    <dgm:pt modelId="{E23EDDC4-137D-4726-B038-398AA676BF49}" type="sibTrans" cxnId="{CEEB7152-37E6-47BF-BC73-F208623103A5}">
      <dgm:prSet/>
      <dgm:spPr/>
      <dgm:t>
        <a:bodyPr/>
        <a:lstStyle/>
        <a:p>
          <a:endParaRPr lang="en-AU"/>
        </a:p>
      </dgm:t>
    </dgm:pt>
    <dgm:pt modelId="{A2074807-3C28-4B33-9EEB-412E5A1AA954}">
      <dgm:prSet phldrT="[Text]" phldr="0"/>
      <dgm:spPr>
        <a:solidFill>
          <a:schemeClr val="bg2">
            <a:lumMod val="25000"/>
          </a:schemeClr>
        </a:solidFill>
      </dgm:spPr>
      <dgm:t>
        <a:bodyPr/>
        <a:lstStyle/>
        <a:p>
          <a:r>
            <a:rPr lang="en-AU"/>
            <a:t>Closure &amp; Continuous Improvement</a:t>
          </a:r>
        </a:p>
      </dgm:t>
    </dgm:pt>
    <dgm:pt modelId="{CA54F505-FAAD-4FFF-AE99-F02D8805AA90}" type="parTrans" cxnId="{FF52CBED-35A2-4EC8-90B0-070F59F53CEF}">
      <dgm:prSet/>
      <dgm:spPr/>
      <dgm:t>
        <a:bodyPr/>
        <a:lstStyle/>
        <a:p>
          <a:endParaRPr lang="en-AU"/>
        </a:p>
      </dgm:t>
    </dgm:pt>
    <dgm:pt modelId="{C0480748-AD54-45DF-99A7-51B5C002D86D}" type="sibTrans" cxnId="{FF52CBED-35A2-4EC8-90B0-070F59F53CEF}">
      <dgm:prSet/>
      <dgm:spPr/>
      <dgm:t>
        <a:bodyPr/>
        <a:lstStyle/>
        <a:p>
          <a:endParaRPr lang="en-AU"/>
        </a:p>
      </dgm:t>
    </dgm:pt>
    <dgm:pt modelId="{54A214D2-D44C-4CCE-9AEB-B812186FBE9F}">
      <dgm:prSet phldrT="[Text]" phldr="0"/>
      <dgm:spPr>
        <a:solidFill>
          <a:schemeClr val="bg2">
            <a:lumMod val="25000"/>
          </a:schemeClr>
        </a:solidFill>
      </dgm:spPr>
      <dgm:t>
        <a:bodyPr/>
        <a:lstStyle/>
        <a:p>
          <a:r>
            <a:rPr lang="en-AU"/>
            <a:t>Current State &amp; Requirements</a:t>
          </a:r>
        </a:p>
      </dgm:t>
    </dgm:pt>
    <dgm:pt modelId="{C08DA14E-AC2A-41C9-8939-B45B3C4534E7}" type="parTrans" cxnId="{9F53E5A3-9B19-4FC1-8589-24E20C15421E}">
      <dgm:prSet/>
      <dgm:spPr/>
      <dgm:t>
        <a:bodyPr/>
        <a:lstStyle/>
        <a:p>
          <a:endParaRPr lang="en-AU"/>
        </a:p>
      </dgm:t>
    </dgm:pt>
    <dgm:pt modelId="{FBCA2515-4244-4CFE-A263-81F118C8D283}" type="sibTrans" cxnId="{9F53E5A3-9B19-4FC1-8589-24E20C15421E}">
      <dgm:prSet/>
      <dgm:spPr/>
      <dgm:t>
        <a:bodyPr/>
        <a:lstStyle/>
        <a:p>
          <a:endParaRPr lang="en-AU"/>
        </a:p>
      </dgm:t>
    </dgm:pt>
    <dgm:pt modelId="{E6F20497-E36F-4F26-9883-A4BC83ABA34F}">
      <dgm:prSet phldrT="[Text]" phldr="0"/>
      <dgm:spPr>
        <a:solidFill>
          <a:schemeClr val="bg2">
            <a:lumMod val="75000"/>
          </a:schemeClr>
        </a:solidFill>
      </dgm:spPr>
      <dgm:t>
        <a:bodyPr/>
        <a:lstStyle/>
        <a:p>
          <a:r>
            <a:rPr lang="en-AU"/>
            <a:t>Delivery Plan</a:t>
          </a:r>
        </a:p>
      </dgm:t>
    </dgm:pt>
    <dgm:pt modelId="{D0C79BF9-EA6A-470B-B112-99598FC4D66F}" type="parTrans" cxnId="{D300E039-74EF-424B-BEE3-74A835BF10D4}">
      <dgm:prSet/>
      <dgm:spPr/>
      <dgm:t>
        <a:bodyPr/>
        <a:lstStyle/>
        <a:p>
          <a:endParaRPr lang="en-AU"/>
        </a:p>
      </dgm:t>
    </dgm:pt>
    <dgm:pt modelId="{8F328C89-2759-432D-B287-2DED491F5A0E}" type="sibTrans" cxnId="{D300E039-74EF-424B-BEE3-74A835BF10D4}">
      <dgm:prSet/>
      <dgm:spPr/>
      <dgm:t>
        <a:bodyPr/>
        <a:lstStyle/>
        <a:p>
          <a:endParaRPr lang="en-AU"/>
        </a:p>
      </dgm:t>
    </dgm:pt>
    <dgm:pt modelId="{E670956E-23BE-4CCF-9CC8-C73CE9824EFC}">
      <dgm:prSet phldrT="[Text]" phldr="0"/>
      <dgm:spPr>
        <a:solidFill>
          <a:schemeClr val="bg2">
            <a:lumMod val="25000"/>
          </a:schemeClr>
        </a:solidFill>
      </dgm:spPr>
      <dgm:t>
        <a:bodyPr/>
        <a:lstStyle/>
        <a:p>
          <a:r>
            <a:rPr lang="en-AU"/>
            <a:t>Solution Design</a:t>
          </a:r>
        </a:p>
      </dgm:t>
    </dgm:pt>
    <dgm:pt modelId="{F03F1325-F889-4151-B190-44DECF7357FE}" type="parTrans" cxnId="{E903745C-04D3-47FF-938C-B6D4E7A3591C}">
      <dgm:prSet/>
      <dgm:spPr/>
      <dgm:t>
        <a:bodyPr/>
        <a:lstStyle/>
        <a:p>
          <a:endParaRPr lang="en-AU"/>
        </a:p>
      </dgm:t>
    </dgm:pt>
    <dgm:pt modelId="{D688AB0F-0A4C-420E-A0DD-5A1ABD285209}" type="sibTrans" cxnId="{E903745C-04D3-47FF-938C-B6D4E7A3591C}">
      <dgm:prSet/>
      <dgm:spPr/>
      <dgm:t>
        <a:bodyPr/>
        <a:lstStyle/>
        <a:p>
          <a:endParaRPr lang="en-AU"/>
        </a:p>
      </dgm:t>
    </dgm:pt>
    <dgm:pt modelId="{E72F02CF-18B3-473D-BA51-A3A921F54BCB}">
      <dgm:prSet phldrT="[Text]" phldr="0"/>
      <dgm:spPr>
        <a:solidFill>
          <a:schemeClr val="bg2">
            <a:lumMod val="25000"/>
          </a:schemeClr>
        </a:solidFill>
      </dgm:spPr>
      <dgm:t>
        <a:bodyPr/>
        <a:lstStyle/>
        <a:p>
          <a:r>
            <a:rPr lang="en-AU"/>
            <a:t>Process Design</a:t>
          </a:r>
        </a:p>
      </dgm:t>
    </dgm:pt>
    <dgm:pt modelId="{DAAB9B73-0654-44F2-BFB2-2A12E0C8324D}" type="parTrans" cxnId="{78316D8E-AFC5-47D8-AF85-1A8537C54658}">
      <dgm:prSet/>
      <dgm:spPr/>
      <dgm:t>
        <a:bodyPr/>
        <a:lstStyle/>
        <a:p>
          <a:endParaRPr lang="en-AU"/>
        </a:p>
      </dgm:t>
    </dgm:pt>
    <dgm:pt modelId="{97E97D14-2633-4446-81A4-AB6C3142C0CC}" type="sibTrans" cxnId="{78316D8E-AFC5-47D8-AF85-1A8537C54658}">
      <dgm:prSet/>
      <dgm:spPr/>
      <dgm:t>
        <a:bodyPr/>
        <a:lstStyle/>
        <a:p>
          <a:endParaRPr lang="en-AU"/>
        </a:p>
      </dgm:t>
    </dgm:pt>
    <dgm:pt modelId="{52C3973C-B7F3-447F-8C8A-6D0C97AC7D87}">
      <dgm:prSet phldrT="[Text]" phldr="0"/>
      <dgm:spPr>
        <a:solidFill>
          <a:schemeClr val="bg2">
            <a:lumMod val="25000"/>
          </a:schemeClr>
        </a:solidFill>
      </dgm:spPr>
      <dgm:t>
        <a:bodyPr/>
        <a:lstStyle/>
        <a:p>
          <a:r>
            <a:rPr lang="en-AU"/>
            <a:t>Policy, Structure &amp; Procedures</a:t>
          </a:r>
        </a:p>
      </dgm:t>
    </dgm:pt>
    <dgm:pt modelId="{CD9829E7-840B-4B2B-A393-F04E987952D6}" type="parTrans" cxnId="{8CF4515B-ECB6-46A2-BFB8-7C8714F6BF94}">
      <dgm:prSet/>
      <dgm:spPr/>
      <dgm:t>
        <a:bodyPr/>
        <a:lstStyle/>
        <a:p>
          <a:endParaRPr lang="en-AU"/>
        </a:p>
      </dgm:t>
    </dgm:pt>
    <dgm:pt modelId="{FD3C11DA-8337-4E02-AF54-1922BD386F80}" type="sibTrans" cxnId="{8CF4515B-ECB6-46A2-BFB8-7C8714F6BF94}">
      <dgm:prSet/>
      <dgm:spPr/>
      <dgm:t>
        <a:bodyPr/>
        <a:lstStyle/>
        <a:p>
          <a:endParaRPr lang="en-AU"/>
        </a:p>
      </dgm:t>
    </dgm:pt>
    <dgm:pt modelId="{05459587-4988-4521-A172-715582190CFB}">
      <dgm:prSet phldrT="[Text]" phldr="0"/>
      <dgm:spPr>
        <a:solidFill>
          <a:schemeClr val="bg2">
            <a:lumMod val="25000"/>
          </a:schemeClr>
        </a:solidFill>
      </dgm:spPr>
      <dgm:t>
        <a:bodyPr/>
        <a:lstStyle/>
        <a:p>
          <a:r>
            <a:rPr lang="en-AU"/>
            <a:t>Impact Assessment</a:t>
          </a:r>
        </a:p>
      </dgm:t>
    </dgm:pt>
    <dgm:pt modelId="{81DA8363-0B62-47BB-A1C0-276F95F61685}" type="parTrans" cxnId="{070420DA-0A98-4971-91C5-329C2B47EDBD}">
      <dgm:prSet/>
      <dgm:spPr/>
      <dgm:t>
        <a:bodyPr/>
        <a:lstStyle/>
        <a:p>
          <a:endParaRPr lang="en-AU"/>
        </a:p>
      </dgm:t>
    </dgm:pt>
    <dgm:pt modelId="{BB821CFB-ECAB-4AFD-84D7-F610E819B777}" type="sibTrans" cxnId="{070420DA-0A98-4971-91C5-329C2B47EDBD}">
      <dgm:prSet/>
      <dgm:spPr/>
      <dgm:t>
        <a:bodyPr/>
        <a:lstStyle/>
        <a:p>
          <a:endParaRPr lang="en-AU"/>
        </a:p>
      </dgm:t>
    </dgm:pt>
    <dgm:pt modelId="{1B6E74F3-B5A8-441C-AB65-775DCB44F666}">
      <dgm:prSet phldrT="[Text]" phldr="0"/>
      <dgm:spPr>
        <a:solidFill>
          <a:schemeClr val="bg2">
            <a:lumMod val="25000"/>
          </a:schemeClr>
        </a:solidFill>
      </dgm:spPr>
      <dgm:t>
        <a:bodyPr/>
        <a:lstStyle/>
        <a:p>
          <a:r>
            <a:rPr lang="en-AU"/>
            <a:t>Readiness &amp; Adoption</a:t>
          </a:r>
        </a:p>
      </dgm:t>
    </dgm:pt>
    <dgm:pt modelId="{3C79FE37-D072-433C-85E3-76D9529FB2A4}" type="parTrans" cxnId="{23B9B1D3-27DD-4CC3-A22E-88440AA4E8B1}">
      <dgm:prSet/>
      <dgm:spPr/>
      <dgm:t>
        <a:bodyPr/>
        <a:lstStyle/>
        <a:p>
          <a:endParaRPr lang="en-AU"/>
        </a:p>
      </dgm:t>
    </dgm:pt>
    <dgm:pt modelId="{43F121AF-991F-4E24-85F2-84A4E19BC598}" type="sibTrans" cxnId="{23B9B1D3-27DD-4CC3-A22E-88440AA4E8B1}">
      <dgm:prSet/>
      <dgm:spPr/>
      <dgm:t>
        <a:bodyPr/>
        <a:lstStyle/>
        <a:p>
          <a:endParaRPr lang="en-AU"/>
        </a:p>
      </dgm:t>
    </dgm:pt>
    <dgm:pt modelId="{435BDAA4-6C6D-4BA3-863B-6A6502930384}">
      <dgm:prSet phldrT="[Text]" phldr="0"/>
      <dgm:spPr>
        <a:solidFill>
          <a:schemeClr val="bg2">
            <a:lumMod val="25000"/>
          </a:schemeClr>
        </a:solidFill>
      </dgm:spPr>
      <dgm:t>
        <a:bodyPr/>
        <a:lstStyle/>
        <a:p>
          <a:r>
            <a:rPr lang="en-AU"/>
            <a:t>Benefits Planning</a:t>
          </a:r>
        </a:p>
      </dgm:t>
    </dgm:pt>
    <dgm:pt modelId="{B8FCF6F9-076B-4699-9E4E-2CA4C23B8C97}" type="parTrans" cxnId="{8B4D044C-C205-44CB-ABBF-D0B5206485D0}">
      <dgm:prSet/>
      <dgm:spPr/>
      <dgm:t>
        <a:bodyPr/>
        <a:lstStyle/>
        <a:p>
          <a:endParaRPr lang="en-AU"/>
        </a:p>
      </dgm:t>
    </dgm:pt>
    <dgm:pt modelId="{12E3D8B8-8157-4E1C-A5EB-5A67975F36DC}" type="sibTrans" cxnId="{8B4D044C-C205-44CB-ABBF-D0B5206485D0}">
      <dgm:prSet/>
      <dgm:spPr/>
      <dgm:t>
        <a:bodyPr/>
        <a:lstStyle/>
        <a:p>
          <a:endParaRPr lang="en-AU"/>
        </a:p>
      </dgm:t>
    </dgm:pt>
    <dgm:pt modelId="{148B9544-AAE4-4F82-A7BD-B12D32E93924}">
      <dgm:prSet/>
      <dgm:spPr>
        <a:solidFill>
          <a:schemeClr val="bg2">
            <a:lumMod val="75000"/>
          </a:schemeClr>
        </a:solidFill>
      </dgm:spPr>
      <dgm:t>
        <a:bodyPr/>
        <a:lstStyle/>
        <a:p>
          <a:r>
            <a:rPr lang="en-AU"/>
            <a:t>Risk Register</a:t>
          </a:r>
        </a:p>
      </dgm:t>
    </dgm:pt>
    <dgm:pt modelId="{4AB04E85-FE6A-4EA2-B818-06ED39A51C26}" type="parTrans" cxnId="{309B0C38-5738-4584-91AD-776BDC6BBA17}">
      <dgm:prSet/>
      <dgm:spPr/>
      <dgm:t>
        <a:bodyPr/>
        <a:lstStyle/>
        <a:p>
          <a:endParaRPr lang="en-AU"/>
        </a:p>
      </dgm:t>
    </dgm:pt>
    <dgm:pt modelId="{12357A0A-4A06-4BB5-AEEA-CDCA769E472E}" type="sibTrans" cxnId="{309B0C38-5738-4584-91AD-776BDC6BBA17}">
      <dgm:prSet/>
      <dgm:spPr/>
      <dgm:t>
        <a:bodyPr/>
        <a:lstStyle/>
        <a:p>
          <a:endParaRPr lang="en-AU"/>
        </a:p>
      </dgm:t>
    </dgm:pt>
    <dgm:pt modelId="{00AC022C-23A1-48BC-BDFF-3F7F28B476E7}">
      <dgm:prSet/>
      <dgm:spPr>
        <a:solidFill>
          <a:schemeClr val="bg2">
            <a:lumMod val="75000"/>
          </a:schemeClr>
        </a:solidFill>
      </dgm:spPr>
      <dgm:t>
        <a:bodyPr/>
        <a:lstStyle/>
        <a:p>
          <a:r>
            <a:rPr lang="en-AU"/>
            <a:t>Issue Register</a:t>
          </a:r>
        </a:p>
      </dgm:t>
    </dgm:pt>
    <dgm:pt modelId="{5AFEA85B-003E-4014-9827-C634609F3F12}" type="parTrans" cxnId="{DF2E5698-5B4A-4B41-9C80-E28878EDB7DF}">
      <dgm:prSet/>
      <dgm:spPr/>
      <dgm:t>
        <a:bodyPr/>
        <a:lstStyle/>
        <a:p>
          <a:endParaRPr lang="en-AU"/>
        </a:p>
      </dgm:t>
    </dgm:pt>
    <dgm:pt modelId="{88B58C69-EE3A-4081-B4A3-39CAD80B4C51}" type="sibTrans" cxnId="{DF2E5698-5B4A-4B41-9C80-E28878EDB7DF}">
      <dgm:prSet/>
      <dgm:spPr/>
      <dgm:t>
        <a:bodyPr/>
        <a:lstStyle/>
        <a:p>
          <a:endParaRPr lang="en-AU"/>
        </a:p>
      </dgm:t>
    </dgm:pt>
    <dgm:pt modelId="{176CD464-A480-4D5E-8CA9-ECC3F2A9DDFC}">
      <dgm:prSet/>
      <dgm:spPr>
        <a:solidFill>
          <a:schemeClr val="bg2">
            <a:lumMod val="75000"/>
          </a:schemeClr>
        </a:solidFill>
      </dgm:spPr>
      <dgm:t>
        <a:bodyPr/>
        <a:lstStyle/>
        <a:p>
          <a:r>
            <a:rPr lang="en-AU"/>
            <a:t>Quality Register</a:t>
          </a:r>
        </a:p>
      </dgm:t>
    </dgm:pt>
    <dgm:pt modelId="{9F4895CA-DAB9-4588-8D38-7BD099F5583E}" type="parTrans" cxnId="{7FCDE794-8304-44A3-A38E-F0FDF2DD2753}">
      <dgm:prSet/>
      <dgm:spPr/>
      <dgm:t>
        <a:bodyPr/>
        <a:lstStyle/>
        <a:p>
          <a:endParaRPr lang="en-AU"/>
        </a:p>
      </dgm:t>
    </dgm:pt>
    <dgm:pt modelId="{01A383FF-6FCA-4891-BA9D-7AD5E2B4EC2E}" type="sibTrans" cxnId="{7FCDE794-8304-44A3-A38E-F0FDF2DD2753}">
      <dgm:prSet/>
      <dgm:spPr/>
      <dgm:t>
        <a:bodyPr/>
        <a:lstStyle/>
        <a:p>
          <a:endParaRPr lang="en-AU"/>
        </a:p>
      </dgm:t>
    </dgm:pt>
    <dgm:pt modelId="{0C099BB8-4A5F-4B8A-B703-DCB7480DDD44}">
      <dgm:prSet/>
      <dgm:spPr>
        <a:solidFill>
          <a:schemeClr val="bg2">
            <a:lumMod val="75000"/>
          </a:schemeClr>
        </a:solidFill>
      </dgm:spPr>
      <dgm:t>
        <a:bodyPr/>
        <a:lstStyle/>
        <a:p>
          <a:r>
            <a:rPr lang="en-AU"/>
            <a:t>Assumptions Log</a:t>
          </a:r>
        </a:p>
      </dgm:t>
    </dgm:pt>
    <dgm:pt modelId="{9FADCBC3-F229-4620-B60A-FB762FF9A001}" type="parTrans" cxnId="{3B6E69F6-2D97-42FB-80C9-90F0D7B7D2A6}">
      <dgm:prSet/>
      <dgm:spPr/>
      <dgm:t>
        <a:bodyPr/>
        <a:lstStyle/>
        <a:p>
          <a:endParaRPr lang="en-AU"/>
        </a:p>
      </dgm:t>
    </dgm:pt>
    <dgm:pt modelId="{1247D2A4-C4C8-4C39-BE98-B29DD737739E}" type="sibTrans" cxnId="{3B6E69F6-2D97-42FB-80C9-90F0D7B7D2A6}">
      <dgm:prSet/>
      <dgm:spPr/>
      <dgm:t>
        <a:bodyPr/>
        <a:lstStyle/>
        <a:p>
          <a:endParaRPr lang="en-AU"/>
        </a:p>
      </dgm:t>
    </dgm:pt>
    <dgm:pt modelId="{ADAD034A-1C03-496E-B3DA-20F322473142}">
      <dgm:prSet/>
      <dgm:spPr>
        <a:solidFill>
          <a:schemeClr val="bg2">
            <a:lumMod val="75000"/>
          </a:schemeClr>
        </a:solidFill>
      </dgm:spPr>
      <dgm:t>
        <a:bodyPr/>
        <a:lstStyle/>
        <a:p>
          <a:pPr>
            <a:buNone/>
          </a:pPr>
          <a:r>
            <a:rPr lang="en-AU" b="0" i="0" u="none"/>
            <a:t>Configuration Item Record</a:t>
          </a:r>
          <a:r>
            <a:rPr lang="en-AU"/>
            <a:t> </a:t>
          </a:r>
        </a:p>
      </dgm:t>
    </dgm:pt>
    <dgm:pt modelId="{905C034C-7C39-4940-8EF1-996096FC5C92}" type="parTrans" cxnId="{1CB9ED65-78F7-4A03-8E9A-7C48AFF738D2}">
      <dgm:prSet/>
      <dgm:spPr/>
      <dgm:t>
        <a:bodyPr/>
        <a:lstStyle/>
        <a:p>
          <a:endParaRPr lang="en-AU"/>
        </a:p>
      </dgm:t>
    </dgm:pt>
    <dgm:pt modelId="{0D4CB279-A65C-4060-B37F-7BD7BA178BA0}" type="sibTrans" cxnId="{1CB9ED65-78F7-4A03-8E9A-7C48AFF738D2}">
      <dgm:prSet/>
      <dgm:spPr/>
      <dgm:t>
        <a:bodyPr/>
        <a:lstStyle/>
        <a:p>
          <a:endParaRPr lang="en-AU"/>
        </a:p>
      </dgm:t>
    </dgm:pt>
    <dgm:pt modelId="{9686FD60-0C64-4E7A-B65B-577F4EBB370B}">
      <dgm:prSet/>
      <dgm:spPr>
        <a:solidFill>
          <a:schemeClr val="bg2">
            <a:lumMod val="75000"/>
          </a:schemeClr>
        </a:solidFill>
      </dgm:spPr>
      <dgm:t>
        <a:bodyPr/>
        <a:lstStyle/>
        <a:p>
          <a:pPr>
            <a:buNone/>
          </a:pPr>
          <a:r>
            <a:rPr lang="en-AU" b="0" i="0" u="none"/>
            <a:t>Change Register</a:t>
          </a:r>
          <a:r>
            <a:rPr lang="en-AU"/>
            <a:t> </a:t>
          </a:r>
        </a:p>
      </dgm:t>
    </dgm:pt>
    <dgm:pt modelId="{871A2A53-1159-46DE-9E54-4CBCCDE56CC6}" type="parTrans" cxnId="{35F3BBF5-AA37-443A-BAA7-2249199E6C90}">
      <dgm:prSet/>
      <dgm:spPr/>
      <dgm:t>
        <a:bodyPr/>
        <a:lstStyle/>
        <a:p>
          <a:endParaRPr lang="en-AU"/>
        </a:p>
      </dgm:t>
    </dgm:pt>
    <dgm:pt modelId="{7AC05B58-F1D9-4A94-A86B-BF0C8A114FD0}" type="sibTrans" cxnId="{35F3BBF5-AA37-443A-BAA7-2249199E6C90}">
      <dgm:prSet/>
      <dgm:spPr/>
      <dgm:t>
        <a:bodyPr/>
        <a:lstStyle/>
        <a:p>
          <a:endParaRPr lang="en-AU"/>
        </a:p>
      </dgm:t>
    </dgm:pt>
    <dgm:pt modelId="{B34D544A-1EDE-483B-B4CE-765BD1DC6DC0}">
      <dgm:prSet/>
      <dgm:spPr>
        <a:solidFill>
          <a:schemeClr val="bg2">
            <a:lumMod val="75000"/>
          </a:schemeClr>
        </a:solidFill>
      </dgm:spPr>
      <dgm:t>
        <a:bodyPr/>
        <a:lstStyle/>
        <a:p>
          <a:r>
            <a:rPr lang="en-AU"/>
            <a:t>Acceptance / Sign-off Record</a:t>
          </a:r>
        </a:p>
      </dgm:t>
    </dgm:pt>
    <dgm:pt modelId="{3268CC1B-A8C4-48DA-9546-3CC229468C0D}" type="parTrans" cxnId="{A75BC499-0D7B-4D2D-ABD1-C71DE704BC6B}">
      <dgm:prSet/>
      <dgm:spPr/>
      <dgm:t>
        <a:bodyPr/>
        <a:lstStyle/>
        <a:p>
          <a:endParaRPr lang="en-AU"/>
        </a:p>
      </dgm:t>
    </dgm:pt>
    <dgm:pt modelId="{92F070E4-9A18-4EE5-A878-96774D9B6DF2}" type="sibTrans" cxnId="{A75BC499-0D7B-4D2D-ABD1-C71DE704BC6B}">
      <dgm:prSet/>
      <dgm:spPr/>
      <dgm:t>
        <a:bodyPr/>
        <a:lstStyle/>
        <a:p>
          <a:endParaRPr lang="en-AU"/>
        </a:p>
      </dgm:t>
    </dgm:pt>
    <dgm:pt modelId="{783A28AA-F493-4D52-B315-F24AFF5BD00E}">
      <dgm:prSet/>
      <dgm:spPr>
        <a:solidFill>
          <a:schemeClr val="bg2">
            <a:lumMod val="75000"/>
          </a:schemeClr>
        </a:solidFill>
      </dgm:spPr>
      <dgm:t>
        <a:bodyPr/>
        <a:lstStyle/>
        <a:p>
          <a:r>
            <a:rPr lang="en-AU"/>
            <a:t>Lessons Learned Log</a:t>
          </a:r>
        </a:p>
      </dgm:t>
    </dgm:pt>
    <dgm:pt modelId="{8EA19B09-4081-4C75-BE6F-B89FC9122F02}" type="parTrans" cxnId="{9F301A46-7973-4139-BE8B-3C19FAA8EFA3}">
      <dgm:prSet/>
      <dgm:spPr/>
      <dgm:t>
        <a:bodyPr/>
        <a:lstStyle/>
        <a:p>
          <a:endParaRPr lang="en-AU"/>
        </a:p>
      </dgm:t>
    </dgm:pt>
    <dgm:pt modelId="{7DE26770-A485-41B9-8439-C2200821D1D8}" type="sibTrans" cxnId="{9F301A46-7973-4139-BE8B-3C19FAA8EFA3}">
      <dgm:prSet/>
      <dgm:spPr/>
      <dgm:t>
        <a:bodyPr/>
        <a:lstStyle/>
        <a:p>
          <a:endParaRPr lang="en-AU"/>
        </a:p>
      </dgm:t>
    </dgm:pt>
    <dgm:pt modelId="{0F02B370-286F-4E1B-80A8-B2AD40265B7C}">
      <dgm:prSet/>
      <dgm:spPr>
        <a:solidFill>
          <a:schemeClr val="bg2">
            <a:lumMod val="75000"/>
          </a:schemeClr>
        </a:solidFill>
      </dgm:spPr>
      <dgm:t>
        <a:bodyPr/>
        <a:lstStyle/>
        <a:p>
          <a:r>
            <a:rPr lang="en-AU"/>
            <a:t>Current State Assessment</a:t>
          </a:r>
        </a:p>
      </dgm:t>
    </dgm:pt>
    <dgm:pt modelId="{F967AC73-60EA-4945-AEC1-1AE5D8629C87}" type="parTrans" cxnId="{BDFC4F4B-7595-4E87-A369-BB1EF6A5A005}">
      <dgm:prSet/>
      <dgm:spPr/>
      <dgm:t>
        <a:bodyPr/>
        <a:lstStyle/>
        <a:p>
          <a:endParaRPr lang="en-AU"/>
        </a:p>
      </dgm:t>
    </dgm:pt>
    <dgm:pt modelId="{50FF85E0-74FC-459E-B8CB-53E1D88D20DF}" type="sibTrans" cxnId="{BDFC4F4B-7595-4E87-A369-BB1EF6A5A005}">
      <dgm:prSet/>
      <dgm:spPr/>
      <dgm:t>
        <a:bodyPr/>
        <a:lstStyle/>
        <a:p>
          <a:endParaRPr lang="en-AU"/>
        </a:p>
      </dgm:t>
    </dgm:pt>
    <dgm:pt modelId="{52C3BCD1-2F5D-456B-ABDD-1FD281CCF16A}">
      <dgm:prSet/>
      <dgm:spPr>
        <a:solidFill>
          <a:schemeClr val="bg2">
            <a:lumMod val="75000"/>
          </a:schemeClr>
        </a:solidFill>
      </dgm:spPr>
      <dgm:t>
        <a:bodyPr/>
        <a:lstStyle/>
        <a:p>
          <a:r>
            <a:rPr lang="en-AU"/>
            <a:t>Business Requirements</a:t>
          </a:r>
        </a:p>
      </dgm:t>
    </dgm:pt>
    <dgm:pt modelId="{1FA59B25-B97D-4856-89A0-8C3B6E523A3D}" type="parTrans" cxnId="{174CD86A-A5D9-440E-8BFA-A913F11DC17E}">
      <dgm:prSet/>
      <dgm:spPr/>
      <dgm:t>
        <a:bodyPr/>
        <a:lstStyle/>
        <a:p>
          <a:endParaRPr lang="en-AU"/>
        </a:p>
      </dgm:t>
    </dgm:pt>
    <dgm:pt modelId="{5CFA36C9-87A7-4E3E-B018-4BB5568D455C}" type="sibTrans" cxnId="{174CD86A-A5D9-440E-8BFA-A913F11DC17E}">
      <dgm:prSet/>
      <dgm:spPr/>
      <dgm:t>
        <a:bodyPr/>
        <a:lstStyle/>
        <a:p>
          <a:endParaRPr lang="en-AU"/>
        </a:p>
      </dgm:t>
    </dgm:pt>
    <dgm:pt modelId="{044DC898-7245-4442-9BD3-48FE3ED2D3B1}">
      <dgm:prSet/>
      <dgm:spPr>
        <a:solidFill>
          <a:schemeClr val="bg2">
            <a:lumMod val="75000"/>
          </a:schemeClr>
        </a:solidFill>
      </dgm:spPr>
      <dgm:t>
        <a:bodyPr/>
        <a:lstStyle/>
        <a:p>
          <a:r>
            <a:rPr lang="en-AU"/>
            <a:t>Functional Specification</a:t>
          </a:r>
        </a:p>
      </dgm:t>
    </dgm:pt>
    <dgm:pt modelId="{7649E386-3A39-4F9D-919B-A92095CAA640}" type="parTrans" cxnId="{4D017340-DD0A-442C-BE3F-60121FF362E5}">
      <dgm:prSet/>
      <dgm:spPr/>
      <dgm:t>
        <a:bodyPr/>
        <a:lstStyle/>
        <a:p>
          <a:endParaRPr lang="en-AU"/>
        </a:p>
      </dgm:t>
    </dgm:pt>
    <dgm:pt modelId="{F321AB74-4AA7-4A03-AE8E-0006B8F869A1}" type="sibTrans" cxnId="{4D017340-DD0A-442C-BE3F-60121FF362E5}">
      <dgm:prSet/>
      <dgm:spPr/>
      <dgm:t>
        <a:bodyPr/>
        <a:lstStyle/>
        <a:p>
          <a:endParaRPr lang="en-AU"/>
        </a:p>
      </dgm:t>
    </dgm:pt>
    <dgm:pt modelId="{4DF2D60D-23A1-4D1B-9910-B7405AEF1AF9}">
      <dgm:prSet/>
      <dgm:spPr>
        <a:solidFill>
          <a:schemeClr val="bg2">
            <a:lumMod val="75000"/>
          </a:schemeClr>
        </a:solidFill>
      </dgm:spPr>
      <dgm:t>
        <a:bodyPr/>
        <a:lstStyle/>
        <a:p>
          <a:r>
            <a:rPr lang="en-AU"/>
            <a:t>Technical Specification</a:t>
          </a:r>
        </a:p>
      </dgm:t>
    </dgm:pt>
    <dgm:pt modelId="{C9029BB1-6D2B-4E61-AFD3-13881B4AF078}" type="parTrans" cxnId="{274E8A48-958B-4B2B-83B4-294A055EE3CD}">
      <dgm:prSet/>
      <dgm:spPr/>
      <dgm:t>
        <a:bodyPr/>
        <a:lstStyle/>
        <a:p>
          <a:endParaRPr lang="en-AU"/>
        </a:p>
      </dgm:t>
    </dgm:pt>
    <dgm:pt modelId="{FFCE032D-29BA-4D7E-B32A-80869A8FFBAF}" type="sibTrans" cxnId="{274E8A48-958B-4B2B-83B4-294A055EE3CD}">
      <dgm:prSet/>
      <dgm:spPr/>
      <dgm:t>
        <a:bodyPr/>
        <a:lstStyle/>
        <a:p>
          <a:endParaRPr lang="en-AU"/>
        </a:p>
      </dgm:t>
    </dgm:pt>
    <dgm:pt modelId="{DA630805-589F-40FE-B4A9-A3C7971583FB}">
      <dgm:prSet/>
      <dgm:spPr>
        <a:solidFill>
          <a:schemeClr val="bg2">
            <a:lumMod val="75000"/>
          </a:schemeClr>
        </a:solidFill>
      </dgm:spPr>
      <dgm:t>
        <a:bodyPr/>
        <a:lstStyle/>
        <a:p>
          <a:r>
            <a:rPr lang="en-AU"/>
            <a:t>Business Process Maps</a:t>
          </a:r>
        </a:p>
      </dgm:t>
    </dgm:pt>
    <dgm:pt modelId="{21D2D3E8-ED16-4668-8A50-BA9C625F6C75}" type="parTrans" cxnId="{0ECAC545-A10E-4A1D-9B83-461095219625}">
      <dgm:prSet/>
      <dgm:spPr/>
      <dgm:t>
        <a:bodyPr/>
        <a:lstStyle/>
        <a:p>
          <a:endParaRPr lang="en-AU"/>
        </a:p>
      </dgm:t>
    </dgm:pt>
    <dgm:pt modelId="{7DD32041-1F6D-43CF-86D9-B3A357D8B036}" type="sibTrans" cxnId="{0ECAC545-A10E-4A1D-9B83-461095219625}">
      <dgm:prSet/>
      <dgm:spPr/>
      <dgm:t>
        <a:bodyPr/>
        <a:lstStyle/>
        <a:p>
          <a:endParaRPr lang="en-AU"/>
        </a:p>
      </dgm:t>
    </dgm:pt>
    <dgm:pt modelId="{DF9E427A-F061-4D73-876E-50DFE6A2B7E5}">
      <dgm:prSet/>
      <dgm:spPr>
        <a:solidFill>
          <a:schemeClr val="bg2">
            <a:lumMod val="75000"/>
          </a:schemeClr>
        </a:solidFill>
      </dgm:spPr>
      <dgm:t>
        <a:bodyPr/>
        <a:lstStyle/>
        <a:p>
          <a:r>
            <a:rPr lang="en-AU"/>
            <a:t>Target Operating Model</a:t>
          </a:r>
        </a:p>
      </dgm:t>
    </dgm:pt>
    <dgm:pt modelId="{0A2748D7-A676-47D0-86C9-1C95FAEAC323}" type="parTrans" cxnId="{11EB690B-E4FE-4F67-AE1F-18BDE3A0C068}">
      <dgm:prSet/>
      <dgm:spPr/>
      <dgm:t>
        <a:bodyPr/>
        <a:lstStyle/>
        <a:p>
          <a:endParaRPr lang="en-AU"/>
        </a:p>
      </dgm:t>
    </dgm:pt>
    <dgm:pt modelId="{976951EB-5A6F-4FE6-946C-BA2364294F13}" type="sibTrans" cxnId="{11EB690B-E4FE-4F67-AE1F-18BDE3A0C068}">
      <dgm:prSet/>
      <dgm:spPr/>
      <dgm:t>
        <a:bodyPr/>
        <a:lstStyle/>
        <a:p>
          <a:endParaRPr lang="en-AU"/>
        </a:p>
      </dgm:t>
    </dgm:pt>
    <dgm:pt modelId="{6179B0DF-E47A-4DC1-A6E5-35A2A8035506}">
      <dgm:prSet/>
      <dgm:spPr>
        <a:solidFill>
          <a:schemeClr val="bg2">
            <a:lumMod val="75000"/>
          </a:schemeClr>
        </a:solidFill>
      </dgm:spPr>
      <dgm:t>
        <a:bodyPr/>
        <a:lstStyle/>
        <a:p>
          <a:r>
            <a:rPr lang="en-AU"/>
            <a:t>Revised Policies &amp; Procedures</a:t>
          </a:r>
        </a:p>
      </dgm:t>
    </dgm:pt>
    <dgm:pt modelId="{7503258F-CB4C-4821-9D8D-C5A58C1571DE}" type="parTrans" cxnId="{34555928-D684-4C54-88AD-6477A968AE47}">
      <dgm:prSet/>
      <dgm:spPr/>
      <dgm:t>
        <a:bodyPr/>
        <a:lstStyle/>
        <a:p>
          <a:endParaRPr lang="en-AU"/>
        </a:p>
      </dgm:t>
    </dgm:pt>
    <dgm:pt modelId="{4AA92FAA-660E-4451-AAED-C02C3ABD0A79}" type="sibTrans" cxnId="{34555928-D684-4C54-88AD-6477A968AE47}">
      <dgm:prSet/>
      <dgm:spPr/>
      <dgm:t>
        <a:bodyPr/>
        <a:lstStyle/>
        <a:p>
          <a:endParaRPr lang="en-AU"/>
        </a:p>
      </dgm:t>
    </dgm:pt>
    <dgm:pt modelId="{63C0A874-E3F2-452F-95FF-C800D865E671}">
      <dgm:prSet/>
      <dgm:spPr>
        <a:solidFill>
          <a:schemeClr val="bg2">
            <a:lumMod val="75000"/>
          </a:schemeClr>
        </a:solidFill>
      </dgm:spPr>
      <dgm:t>
        <a:bodyPr/>
        <a:lstStyle/>
        <a:p>
          <a:r>
            <a:rPr lang="en-AU"/>
            <a:t>Org Structure &amp; RACI Changes</a:t>
          </a:r>
        </a:p>
      </dgm:t>
    </dgm:pt>
    <dgm:pt modelId="{FB0EDD93-3471-4BEA-9C74-D18C3A65BE60}" type="parTrans" cxnId="{93913021-D7BD-48AB-A6A2-0520C516965E}">
      <dgm:prSet/>
      <dgm:spPr/>
      <dgm:t>
        <a:bodyPr/>
        <a:lstStyle/>
        <a:p>
          <a:endParaRPr lang="en-AU"/>
        </a:p>
      </dgm:t>
    </dgm:pt>
    <dgm:pt modelId="{006E42A9-4AAD-4565-A98E-A6F4AE99926A}" type="sibTrans" cxnId="{93913021-D7BD-48AB-A6A2-0520C516965E}">
      <dgm:prSet/>
      <dgm:spPr/>
      <dgm:t>
        <a:bodyPr/>
        <a:lstStyle/>
        <a:p>
          <a:endParaRPr lang="en-AU"/>
        </a:p>
      </dgm:t>
    </dgm:pt>
    <dgm:pt modelId="{64C84F6C-4C89-42C9-BBFB-E3A9FEECB53C}">
      <dgm:prSet/>
      <dgm:spPr>
        <a:solidFill>
          <a:schemeClr val="bg2">
            <a:lumMod val="75000"/>
          </a:schemeClr>
        </a:solidFill>
      </dgm:spPr>
      <dgm:t>
        <a:bodyPr/>
        <a:lstStyle/>
        <a:p>
          <a:r>
            <a:rPr lang="en-AU"/>
            <a:t>Change Impact Assessment</a:t>
          </a:r>
        </a:p>
      </dgm:t>
    </dgm:pt>
    <dgm:pt modelId="{2CEDF25F-6939-4F31-AEE1-81814F018153}" type="parTrans" cxnId="{9AC74D6E-DDE6-4625-B9D0-EC31B2E681A7}">
      <dgm:prSet/>
      <dgm:spPr/>
      <dgm:t>
        <a:bodyPr/>
        <a:lstStyle/>
        <a:p>
          <a:endParaRPr lang="en-AU"/>
        </a:p>
      </dgm:t>
    </dgm:pt>
    <dgm:pt modelId="{96EF7CCA-67E8-418B-B4A5-1515FA510C91}" type="sibTrans" cxnId="{9AC74D6E-DDE6-4625-B9D0-EC31B2E681A7}">
      <dgm:prSet/>
      <dgm:spPr/>
      <dgm:t>
        <a:bodyPr/>
        <a:lstStyle/>
        <a:p>
          <a:endParaRPr lang="en-AU"/>
        </a:p>
      </dgm:t>
    </dgm:pt>
    <dgm:pt modelId="{BB5616D0-CD6B-4AFA-914E-D4A64560E1D3}">
      <dgm:prSet/>
      <dgm:spPr>
        <a:solidFill>
          <a:schemeClr val="bg2">
            <a:lumMod val="75000"/>
          </a:schemeClr>
        </a:solidFill>
      </dgm:spPr>
      <dgm:t>
        <a:bodyPr/>
        <a:lstStyle/>
        <a:p>
          <a:r>
            <a:rPr lang="en-AU"/>
            <a:t>Business Readiness Assessment</a:t>
          </a:r>
        </a:p>
      </dgm:t>
    </dgm:pt>
    <dgm:pt modelId="{260C4ED7-3608-4DAA-8893-2CC8555D359C}" type="parTrans" cxnId="{5E53D053-18B7-4747-8CDF-101EB837E805}">
      <dgm:prSet/>
      <dgm:spPr/>
      <dgm:t>
        <a:bodyPr/>
        <a:lstStyle/>
        <a:p>
          <a:endParaRPr lang="en-AU"/>
        </a:p>
      </dgm:t>
    </dgm:pt>
    <dgm:pt modelId="{A13C9B28-DDD2-48E8-855B-074BBF92BA43}" type="sibTrans" cxnId="{5E53D053-18B7-4747-8CDF-101EB837E805}">
      <dgm:prSet/>
      <dgm:spPr/>
      <dgm:t>
        <a:bodyPr/>
        <a:lstStyle/>
        <a:p>
          <a:endParaRPr lang="en-AU"/>
        </a:p>
      </dgm:t>
    </dgm:pt>
    <dgm:pt modelId="{F35FFE74-4990-45D5-A4CB-80872A2AC027}">
      <dgm:prSet/>
      <dgm:spPr>
        <a:solidFill>
          <a:schemeClr val="bg2">
            <a:lumMod val="75000"/>
          </a:schemeClr>
        </a:solidFill>
      </dgm:spPr>
      <dgm:t>
        <a:bodyPr/>
        <a:lstStyle/>
        <a:p>
          <a:r>
            <a:rPr lang="en-AU"/>
            <a:t>User Work Instructions</a:t>
          </a:r>
        </a:p>
      </dgm:t>
    </dgm:pt>
    <dgm:pt modelId="{226E3F2A-149C-4E31-AF49-05035199D23B}" type="parTrans" cxnId="{ED169712-C172-4CBC-A84A-C637484FCFBB}">
      <dgm:prSet/>
      <dgm:spPr/>
      <dgm:t>
        <a:bodyPr/>
        <a:lstStyle/>
        <a:p>
          <a:endParaRPr lang="en-AU"/>
        </a:p>
      </dgm:t>
    </dgm:pt>
    <dgm:pt modelId="{BE5983D3-2057-400F-8490-A4413F6061A4}" type="sibTrans" cxnId="{ED169712-C172-4CBC-A84A-C637484FCFBB}">
      <dgm:prSet/>
      <dgm:spPr/>
      <dgm:t>
        <a:bodyPr/>
        <a:lstStyle/>
        <a:p>
          <a:endParaRPr lang="en-AU"/>
        </a:p>
      </dgm:t>
    </dgm:pt>
    <dgm:pt modelId="{6AE7F5F1-29A0-46DF-AACF-A442207EF17A}">
      <dgm:prSet/>
      <dgm:spPr>
        <a:solidFill>
          <a:schemeClr val="bg2">
            <a:lumMod val="75000"/>
          </a:schemeClr>
        </a:solidFill>
      </dgm:spPr>
      <dgm:t>
        <a:bodyPr/>
        <a:lstStyle/>
        <a:p>
          <a:r>
            <a:rPr lang="en-AU"/>
            <a:t>Benefits Realisation Plan</a:t>
          </a:r>
        </a:p>
      </dgm:t>
    </dgm:pt>
    <dgm:pt modelId="{20C93597-4DC1-4325-8363-E7CD2A9D1B4A}" type="parTrans" cxnId="{040CB06B-F1C0-4D6A-AE67-F6E6833EF74C}">
      <dgm:prSet/>
      <dgm:spPr/>
      <dgm:t>
        <a:bodyPr/>
        <a:lstStyle/>
        <a:p>
          <a:endParaRPr lang="en-AU"/>
        </a:p>
      </dgm:t>
    </dgm:pt>
    <dgm:pt modelId="{D236264C-7958-4241-9268-87FADE28B6BC}" type="sibTrans" cxnId="{040CB06B-F1C0-4D6A-AE67-F6E6833EF74C}">
      <dgm:prSet/>
      <dgm:spPr/>
      <dgm:t>
        <a:bodyPr/>
        <a:lstStyle/>
        <a:p>
          <a:endParaRPr lang="en-AU"/>
        </a:p>
      </dgm:t>
    </dgm:pt>
    <dgm:pt modelId="{447A1B5D-8039-45F0-9ECE-261F036D13DA}" type="asst">
      <dgm:prSet phldrT="[Text]" phldr="0"/>
      <dgm:spPr>
        <a:solidFill>
          <a:schemeClr val="accent5">
            <a:lumMod val="40000"/>
            <a:lumOff val="60000"/>
          </a:schemeClr>
        </a:solidFill>
      </dgm:spPr>
      <dgm:t>
        <a:bodyPr/>
        <a:lstStyle/>
        <a:p>
          <a:r>
            <a:rPr lang="en-AU"/>
            <a:t>Payment Data Governance, Model &amp; Ownership</a:t>
          </a:r>
        </a:p>
      </dgm:t>
    </dgm:pt>
    <dgm:pt modelId="{512D1E28-3768-40E2-87B5-0BB9D809078E}" type="parTrans" cxnId="{1A0F00F4-6F02-4A68-BB70-D598F042C05D}">
      <dgm:prSet/>
      <dgm:spPr/>
      <dgm:t>
        <a:bodyPr/>
        <a:lstStyle/>
        <a:p>
          <a:endParaRPr lang="en-AU"/>
        </a:p>
      </dgm:t>
    </dgm:pt>
    <dgm:pt modelId="{E58B7B18-21B4-4E89-BC2D-D276B54A22FE}" type="sibTrans" cxnId="{1A0F00F4-6F02-4A68-BB70-D598F042C05D}">
      <dgm:prSet/>
      <dgm:spPr/>
      <dgm:t>
        <a:bodyPr/>
        <a:lstStyle/>
        <a:p>
          <a:endParaRPr lang="en-AU"/>
        </a:p>
      </dgm:t>
    </dgm:pt>
    <dgm:pt modelId="{A28E6685-E150-4D33-9D03-232369944133}" type="asst">
      <dgm:prSet phldrT="[Text]" phldr="0"/>
      <dgm:spPr>
        <a:solidFill>
          <a:schemeClr val="accent5">
            <a:lumMod val="40000"/>
            <a:lumOff val="60000"/>
          </a:schemeClr>
        </a:solidFill>
      </dgm:spPr>
      <dgm:t>
        <a:bodyPr/>
        <a:lstStyle/>
        <a:p>
          <a:r>
            <a:rPr lang="en-AU"/>
            <a:t>Customer Refunds</a:t>
          </a:r>
        </a:p>
      </dgm:t>
    </dgm:pt>
    <dgm:pt modelId="{3CAFDF62-99E3-46A6-9EA1-60E955329A78}" type="parTrans" cxnId="{6E3B4D7C-5E59-46D0-8E4E-CFFC4C67795C}">
      <dgm:prSet/>
      <dgm:spPr/>
      <dgm:t>
        <a:bodyPr/>
        <a:lstStyle/>
        <a:p>
          <a:endParaRPr lang="en-AU"/>
        </a:p>
      </dgm:t>
    </dgm:pt>
    <dgm:pt modelId="{0162C5AF-E8B2-47DF-B25B-A10D3413E445}" type="sibTrans" cxnId="{6E3B4D7C-5E59-46D0-8E4E-CFFC4C67795C}">
      <dgm:prSet/>
      <dgm:spPr/>
      <dgm:t>
        <a:bodyPr/>
        <a:lstStyle/>
        <a:p>
          <a:endParaRPr lang="en-AU"/>
        </a:p>
      </dgm:t>
    </dgm:pt>
    <dgm:pt modelId="{B5A6FD4E-C317-412A-BF80-A4DD6388AE1E}" type="asst">
      <dgm:prSet phldrT="[Text]" phldr="0"/>
      <dgm:spPr>
        <a:solidFill>
          <a:schemeClr val="accent5">
            <a:lumMod val="40000"/>
            <a:lumOff val="60000"/>
          </a:schemeClr>
        </a:solidFill>
      </dgm:spPr>
      <dgm:t>
        <a:bodyPr/>
        <a:lstStyle/>
        <a:p>
          <a:r>
            <a:rPr lang="en-AU"/>
            <a:t>New ways to pay</a:t>
          </a:r>
        </a:p>
      </dgm:t>
    </dgm:pt>
    <dgm:pt modelId="{E006E71E-4678-41C1-BD35-AA1907F3E3E1}" type="parTrans" cxnId="{1C46E69A-155E-4163-AF9A-252B4DF797F0}">
      <dgm:prSet/>
      <dgm:spPr/>
      <dgm:t>
        <a:bodyPr/>
        <a:lstStyle/>
        <a:p>
          <a:endParaRPr lang="en-AU"/>
        </a:p>
      </dgm:t>
    </dgm:pt>
    <dgm:pt modelId="{AF988319-8752-4879-8F5C-E1D42309B7C5}" type="sibTrans" cxnId="{1C46E69A-155E-4163-AF9A-252B4DF797F0}">
      <dgm:prSet/>
      <dgm:spPr/>
      <dgm:t>
        <a:bodyPr/>
        <a:lstStyle/>
        <a:p>
          <a:endParaRPr lang="en-AU"/>
        </a:p>
      </dgm:t>
    </dgm:pt>
    <dgm:pt modelId="{4491E0E7-6315-42FC-B39B-E70BA8CB8B7D}" type="asst">
      <dgm:prSet phldrT="[Text]" phldr="0"/>
      <dgm:spPr>
        <a:solidFill>
          <a:schemeClr val="accent5">
            <a:lumMod val="40000"/>
            <a:lumOff val="60000"/>
          </a:schemeClr>
        </a:solidFill>
      </dgm:spPr>
      <dgm:t>
        <a:bodyPr/>
        <a:lstStyle/>
        <a:p>
          <a:r>
            <a:rPr lang="en-AU"/>
            <a:t>Subsid ledger</a:t>
          </a:r>
        </a:p>
      </dgm:t>
    </dgm:pt>
    <dgm:pt modelId="{541C7232-16D3-4C11-9150-22C685CE3B13}" type="parTrans" cxnId="{681EC794-A7C8-4F0E-8830-3557DB2B4A79}">
      <dgm:prSet/>
      <dgm:spPr/>
      <dgm:t>
        <a:bodyPr/>
        <a:lstStyle/>
        <a:p>
          <a:endParaRPr lang="en-AU"/>
        </a:p>
      </dgm:t>
    </dgm:pt>
    <dgm:pt modelId="{291DCB87-1308-4082-B393-848901E37794}" type="sibTrans" cxnId="{681EC794-A7C8-4F0E-8830-3557DB2B4A79}">
      <dgm:prSet/>
      <dgm:spPr/>
      <dgm:t>
        <a:bodyPr/>
        <a:lstStyle/>
        <a:p>
          <a:endParaRPr lang="en-AU"/>
        </a:p>
      </dgm:t>
    </dgm:pt>
    <dgm:pt modelId="{CC8CCEFD-8FD2-4C2E-B120-95D4439FE1FB}" type="asst">
      <dgm:prSet phldrT="[Text]" phldr="0"/>
      <dgm:spPr>
        <a:solidFill>
          <a:schemeClr val="accent5">
            <a:lumMod val="40000"/>
            <a:lumOff val="60000"/>
          </a:schemeClr>
        </a:solidFill>
      </dgm:spPr>
      <dgm:t>
        <a:bodyPr/>
        <a:lstStyle/>
        <a:p>
          <a:r>
            <a:rPr lang="en-AU"/>
            <a:t>Customer Account</a:t>
          </a:r>
        </a:p>
      </dgm:t>
    </dgm:pt>
    <dgm:pt modelId="{FEE8071C-10FB-47DF-BD43-0E8880FB587B}" type="parTrans" cxnId="{769BF069-6841-4B2E-BCB2-6734CE178336}">
      <dgm:prSet/>
      <dgm:spPr/>
      <dgm:t>
        <a:bodyPr/>
        <a:lstStyle/>
        <a:p>
          <a:endParaRPr lang="en-AU"/>
        </a:p>
      </dgm:t>
    </dgm:pt>
    <dgm:pt modelId="{E2EFB108-CBC6-48B6-A1AB-D479ED66F1CD}" type="sibTrans" cxnId="{769BF069-6841-4B2E-BCB2-6734CE178336}">
      <dgm:prSet/>
      <dgm:spPr/>
      <dgm:t>
        <a:bodyPr/>
        <a:lstStyle/>
        <a:p>
          <a:endParaRPr lang="en-AU"/>
        </a:p>
      </dgm:t>
    </dgm:pt>
    <dgm:pt modelId="{F574DF73-D72C-476A-9C37-A1A529EDE792}" type="asst">
      <dgm:prSet phldrT="[Text]" phldr="0"/>
      <dgm:spPr>
        <a:solidFill>
          <a:schemeClr val="accent5">
            <a:lumMod val="40000"/>
            <a:lumOff val="60000"/>
          </a:schemeClr>
        </a:solidFill>
      </dgm:spPr>
      <dgm:t>
        <a:bodyPr/>
        <a:lstStyle/>
        <a:p>
          <a:r>
            <a:rPr lang="en-AU"/>
            <a:t>Pricing engine fee management</a:t>
          </a:r>
        </a:p>
      </dgm:t>
    </dgm:pt>
    <dgm:pt modelId="{1E06FCCE-8C0D-44D4-B9ED-1DEEDE98627C}" type="parTrans" cxnId="{E177EDB9-264A-4272-963C-54EB1F5EA2F1}">
      <dgm:prSet/>
      <dgm:spPr/>
      <dgm:t>
        <a:bodyPr/>
        <a:lstStyle/>
        <a:p>
          <a:endParaRPr lang="en-AU"/>
        </a:p>
      </dgm:t>
    </dgm:pt>
    <dgm:pt modelId="{00AC709F-2AEF-4A9C-A1B8-F387290D9692}" type="sibTrans" cxnId="{E177EDB9-264A-4272-963C-54EB1F5EA2F1}">
      <dgm:prSet/>
      <dgm:spPr/>
      <dgm:t>
        <a:bodyPr/>
        <a:lstStyle/>
        <a:p>
          <a:endParaRPr lang="en-AU"/>
        </a:p>
      </dgm:t>
    </dgm:pt>
    <dgm:pt modelId="{23DEA2ED-AE8E-43E6-8AE6-F9DB31DBAD76}" type="asst">
      <dgm:prSet phldrT="[Text]" phldr="0"/>
      <dgm:spPr>
        <a:solidFill>
          <a:schemeClr val="accent5">
            <a:lumMod val="40000"/>
            <a:lumOff val="60000"/>
          </a:schemeClr>
        </a:solidFill>
      </dgm:spPr>
      <dgm:t>
        <a:bodyPr/>
        <a:lstStyle/>
        <a:p>
          <a:r>
            <a:rPr lang="en-AU"/>
            <a:t>Quote tool PoC</a:t>
          </a:r>
        </a:p>
      </dgm:t>
    </dgm:pt>
    <dgm:pt modelId="{E8BBC249-8CBA-463C-AB27-B6484B08E1AC}" type="parTrans" cxnId="{10DE480A-F6BC-4FFA-AE26-51E01FEC147A}">
      <dgm:prSet/>
      <dgm:spPr/>
      <dgm:t>
        <a:bodyPr/>
        <a:lstStyle/>
        <a:p>
          <a:endParaRPr lang="en-AU"/>
        </a:p>
      </dgm:t>
    </dgm:pt>
    <dgm:pt modelId="{1A92F092-71F3-4636-A77D-BD70015E21D5}" type="sibTrans" cxnId="{10DE480A-F6BC-4FFA-AE26-51E01FEC147A}">
      <dgm:prSet/>
      <dgm:spPr/>
      <dgm:t>
        <a:bodyPr/>
        <a:lstStyle/>
        <a:p>
          <a:endParaRPr lang="en-AU"/>
        </a:p>
      </dgm:t>
    </dgm:pt>
    <dgm:pt modelId="{CE01B670-1EEA-4848-90D3-DFD1C7C7F55F}" type="pres">
      <dgm:prSet presAssocID="{DBEA68D6-E158-4934-BAF2-CD3B153353BA}" presName="hierChild1" presStyleCnt="0">
        <dgm:presLayoutVars>
          <dgm:orgChart val="1"/>
          <dgm:chPref val="1"/>
          <dgm:dir/>
          <dgm:animOne val="branch"/>
          <dgm:animLvl val="lvl"/>
          <dgm:resizeHandles/>
        </dgm:presLayoutVars>
      </dgm:prSet>
      <dgm:spPr/>
    </dgm:pt>
    <dgm:pt modelId="{90DD1432-594A-402F-BA90-BF3AD7D3805E}" type="pres">
      <dgm:prSet presAssocID="{10A0EA3D-3AD4-4A16-AC66-3525B6400D15}" presName="hierRoot1" presStyleCnt="0">
        <dgm:presLayoutVars>
          <dgm:hierBranch val="init"/>
        </dgm:presLayoutVars>
      </dgm:prSet>
      <dgm:spPr/>
    </dgm:pt>
    <dgm:pt modelId="{435A436E-4C62-4EA4-BCE3-82AF2D66BD97}" type="pres">
      <dgm:prSet presAssocID="{10A0EA3D-3AD4-4A16-AC66-3525B6400D15}" presName="rootComposite1" presStyleCnt="0"/>
      <dgm:spPr/>
    </dgm:pt>
    <dgm:pt modelId="{228A01CC-3BEE-415F-A2AB-98EE968D4C9E}" type="pres">
      <dgm:prSet presAssocID="{10A0EA3D-3AD4-4A16-AC66-3525B6400D15}" presName="rootText1" presStyleLbl="node0" presStyleIdx="0" presStyleCnt="1" custScaleX="1315402">
        <dgm:presLayoutVars>
          <dgm:chPref val="3"/>
        </dgm:presLayoutVars>
      </dgm:prSet>
      <dgm:spPr/>
    </dgm:pt>
    <dgm:pt modelId="{5265131C-4C0A-45D5-A034-D2AF2599472B}" type="pres">
      <dgm:prSet presAssocID="{10A0EA3D-3AD4-4A16-AC66-3525B6400D15}" presName="rootConnector1" presStyleLbl="node1" presStyleIdx="0" presStyleCnt="0"/>
      <dgm:spPr/>
    </dgm:pt>
    <dgm:pt modelId="{65D6C5B1-00A1-4204-9741-CA885FE72364}" type="pres">
      <dgm:prSet presAssocID="{10A0EA3D-3AD4-4A16-AC66-3525B6400D15}" presName="hierChild2" presStyleCnt="0"/>
      <dgm:spPr/>
    </dgm:pt>
    <dgm:pt modelId="{B9DD715D-069C-4BC2-A1E9-3705206A9E7E}" type="pres">
      <dgm:prSet presAssocID="{D4470D27-09CC-41EB-BA1A-CCC1BA5C0E27}" presName="Name37" presStyleLbl="parChTrans1D2" presStyleIdx="0" presStyleCnt="12"/>
      <dgm:spPr/>
    </dgm:pt>
    <dgm:pt modelId="{F7B2959F-C810-441E-ABAC-C79DB10C6809}" type="pres">
      <dgm:prSet presAssocID="{C5037945-930F-4B75-858B-B894823169CF}" presName="hierRoot2" presStyleCnt="0">
        <dgm:presLayoutVars>
          <dgm:hierBranch val="init"/>
        </dgm:presLayoutVars>
      </dgm:prSet>
      <dgm:spPr/>
    </dgm:pt>
    <dgm:pt modelId="{5D913086-3A8D-4E5B-903E-99ABE15D3392}" type="pres">
      <dgm:prSet presAssocID="{C5037945-930F-4B75-858B-B894823169CF}" presName="rootComposite" presStyleCnt="0"/>
      <dgm:spPr/>
    </dgm:pt>
    <dgm:pt modelId="{EF0DF732-FD85-4D52-8905-6DCB2A652547}" type="pres">
      <dgm:prSet presAssocID="{C5037945-930F-4B75-858B-B894823169CF}" presName="rootText" presStyleLbl="node2" presStyleIdx="0" presStyleCnt="5" custScaleX="455744">
        <dgm:presLayoutVars>
          <dgm:chPref val="3"/>
        </dgm:presLayoutVars>
      </dgm:prSet>
      <dgm:spPr/>
    </dgm:pt>
    <dgm:pt modelId="{B3034FE3-F479-4DF4-A8BF-8880E94D2217}" type="pres">
      <dgm:prSet presAssocID="{C5037945-930F-4B75-858B-B894823169CF}" presName="rootConnector" presStyleLbl="node2" presStyleIdx="0" presStyleCnt="5"/>
      <dgm:spPr/>
    </dgm:pt>
    <dgm:pt modelId="{D39E0032-FE8A-41E3-BCA2-2DD8ED595AFD}" type="pres">
      <dgm:prSet presAssocID="{C5037945-930F-4B75-858B-B894823169CF}" presName="hierChild4" presStyleCnt="0"/>
      <dgm:spPr/>
    </dgm:pt>
    <dgm:pt modelId="{7CA3097E-DF06-4306-90D8-092D17D517A3}" type="pres">
      <dgm:prSet presAssocID="{8B435217-472D-41FB-B90A-51F67EEBBD13}" presName="Name37" presStyleLbl="parChTrans1D3" presStyleIdx="0" presStyleCnt="11"/>
      <dgm:spPr/>
    </dgm:pt>
    <dgm:pt modelId="{AB3ECC90-3C57-44A5-937C-3ADE503D492D}" type="pres">
      <dgm:prSet presAssocID="{950DF26E-17D9-4CD6-BA22-3B12B191F0B1}" presName="hierRoot2" presStyleCnt="0">
        <dgm:presLayoutVars>
          <dgm:hierBranch val="init"/>
        </dgm:presLayoutVars>
      </dgm:prSet>
      <dgm:spPr/>
    </dgm:pt>
    <dgm:pt modelId="{C4524F9E-1F5E-4103-8C7B-1DD3B3E09CA6}" type="pres">
      <dgm:prSet presAssocID="{950DF26E-17D9-4CD6-BA22-3B12B191F0B1}" presName="rootComposite" presStyleCnt="0"/>
      <dgm:spPr/>
    </dgm:pt>
    <dgm:pt modelId="{D7DEFF10-285D-460F-B6C2-3621F12D5071}" type="pres">
      <dgm:prSet presAssocID="{950DF26E-17D9-4CD6-BA22-3B12B191F0B1}" presName="rootText" presStyleLbl="node3" presStyleIdx="0" presStyleCnt="11">
        <dgm:presLayoutVars>
          <dgm:chPref val="3"/>
        </dgm:presLayoutVars>
      </dgm:prSet>
      <dgm:spPr/>
    </dgm:pt>
    <dgm:pt modelId="{5218C1E6-A7C1-45B1-BD6C-50F3BFADC1B2}" type="pres">
      <dgm:prSet presAssocID="{950DF26E-17D9-4CD6-BA22-3B12B191F0B1}" presName="rootConnector" presStyleLbl="node3" presStyleIdx="0" presStyleCnt="11"/>
      <dgm:spPr/>
    </dgm:pt>
    <dgm:pt modelId="{B280554C-1ADC-4B1E-8EF4-81DC9F4A70AE}" type="pres">
      <dgm:prSet presAssocID="{950DF26E-17D9-4CD6-BA22-3B12B191F0B1}" presName="hierChild4" presStyleCnt="0"/>
      <dgm:spPr/>
    </dgm:pt>
    <dgm:pt modelId="{671179AC-5FAC-4A39-B7FF-0414C95E3528}" type="pres">
      <dgm:prSet presAssocID="{17C83013-93B6-4299-822D-850CD1F8E1C4}" presName="Name37" presStyleLbl="parChTrans1D4" presStyleIdx="0" presStyleCnt="22"/>
      <dgm:spPr/>
    </dgm:pt>
    <dgm:pt modelId="{0AB006A4-182D-4959-8DCB-18D7F1BAD9A9}" type="pres">
      <dgm:prSet presAssocID="{4ED5C0B1-92B0-476D-A064-D707F3607BE3}" presName="hierRoot2" presStyleCnt="0">
        <dgm:presLayoutVars>
          <dgm:hierBranch val="init"/>
        </dgm:presLayoutVars>
      </dgm:prSet>
      <dgm:spPr/>
    </dgm:pt>
    <dgm:pt modelId="{55AA2491-D4E2-4442-BAC2-BA16763FAF50}" type="pres">
      <dgm:prSet presAssocID="{4ED5C0B1-92B0-476D-A064-D707F3607BE3}" presName="rootComposite" presStyleCnt="0"/>
      <dgm:spPr/>
    </dgm:pt>
    <dgm:pt modelId="{88D6AF2A-AB2A-4DDC-9F25-5FEB13DE3F9A}" type="pres">
      <dgm:prSet presAssocID="{4ED5C0B1-92B0-476D-A064-D707F3607BE3}" presName="rootText" presStyleLbl="node4" presStyleIdx="0" presStyleCnt="22">
        <dgm:presLayoutVars>
          <dgm:chPref val="3"/>
        </dgm:presLayoutVars>
      </dgm:prSet>
      <dgm:spPr/>
    </dgm:pt>
    <dgm:pt modelId="{3E2E92DB-5C6F-4ED9-9583-E91717EC9D4B}" type="pres">
      <dgm:prSet presAssocID="{4ED5C0B1-92B0-476D-A064-D707F3607BE3}" presName="rootConnector" presStyleLbl="node4" presStyleIdx="0" presStyleCnt="22"/>
      <dgm:spPr/>
    </dgm:pt>
    <dgm:pt modelId="{A775A552-A598-4FF2-828D-28A777D8D49E}" type="pres">
      <dgm:prSet presAssocID="{4ED5C0B1-92B0-476D-A064-D707F3607BE3}" presName="hierChild4" presStyleCnt="0"/>
      <dgm:spPr/>
    </dgm:pt>
    <dgm:pt modelId="{4C841937-9171-47C2-B2B1-897C754EA2F9}" type="pres">
      <dgm:prSet presAssocID="{4ED5C0B1-92B0-476D-A064-D707F3607BE3}" presName="hierChild5" presStyleCnt="0"/>
      <dgm:spPr/>
    </dgm:pt>
    <dgm:pt modelId="{917A0AFA-0687-4CD7-A02C-2B5A2A29DC08}" type="pres">
      <dgm:prSet presAssocID="{D0C79BF9-EA6A-470B-B112-99598FC4D66F}" presName="Name37" presStyleLbl="parChTrans1D4" presStyleIdx="1" presStyleCnt="22"/>
      <dgm:spPr/>
    </dgm:pt>
    <dgm:pt modelId="{E20BA6D2-893E-487D-8683-EFAF9C9804F2}" type="pres">
      <dgm:prSet presAssocID="{E6F20497-E36F-4F26-9883-A4BC83ABA34F}" presName="hierRoot2" presStyleCnt="0">
        <dgm:presLayoutVars>
          <dgm:hierBranch val="init"/>
        </dgm:presLayoutVars>
      </dgm:prSet>
      <dgm:spPr/>
    </dgm:pt>
    <dgm:pt modelId="{427688FD-121D-47B8-8931-D5204B8647E1}" type="pres">
      <dgm:prSet presAssocID="{E6F20497-E36F-4F26-9883-A4BC83ABA34F}" presName="rootComposite" presStyleCnt="0"/>
      <dgm:spPr/>
    </dgm:pt>
    <dgm:pt modelId="{80857E5D-5A40-47FA-A4DC-63DCAE736606}" type="pres">
      <dgm:prSet presAssocID="{E6F20497-E36F-4F26-9883-A4BC83ABA34F}" presName="rootText" presStyleLbl="node4" presStyleIdx="1" presStyleCnt="22">
        <dgm:presLayoutVars>
          <dgm:chPref val="3"/>
        </dgm:presLayoutVars>
      </dgm:prSet>
      <dgm:spPr/>
    </dgm:pt>
    <dgm:pt modelId="{E84BCE6F-06E3-4BC8-871D-9A93C6044AE4}" type="pres">
      <dgm:prSet presAssocID="{E6F20497-E36F-4F26-9883-A4BC83ABA34F}" presName="rootConnector" presStyleLbl="node4" presStyleIdx="1" presStyleCnt="22"/>
      <dgm:spPr/>
    </dgm:pt>
    <dgm:pt modelId="{61E5CA6B-3955-4E6B-A536-8F209B0425DA}" type="pres">
      <dgm:prSet presAssocID="{E6F20497-E36F-4F26-9883-A4BC83ABA34F}" presName="hierChild4" presStyleCnt="0"/>
      <dgm:spPr/>
    </dgm:pt>
    <dgm:pt modelId="{90C2E34E-D962-4C76-984B-1AA560324FC7}" type="pres">
      <dgm:prSet presAssocID="{E6F20497-E36F-4F26-9883-A4BC83ABA34F}" presName="hierChild5" presStyleCnt="0"/>
      <dgm:spPr/>
    </dgm:pt>
    <dgm:pt modelId="{1420530A-1FB5-4E43-9A35-FF949B7D025C}" type="pres">
      <dgm:prSet presAssocID="{950DF26E-17D9-4CD6-BA22-3B12B191F0B1}" presName="hierChild5" presStyleCnt="0"/>
      <dgm:spPr/>
    </dgm:pt>
    <dgm:pt modelId="{A6E2B9B1-B808-4C3E-9CA4-FDBFEB7C6E12}" type="pres">
      <dgm:prSet presAssocID="{691118F6-AAF5-40E0-AD6D-235FADC018C0}" presName="Name37" presStyleLbl="parChTrans1D3" presStyleIdx="1" presStyleCnt="11"/>
      <dgm:spPr/>
    </dgm:pt>
    <dgm:pt modelId="{842694ED-63FE-41F5-8205-A2D2ED7AB622}" type="pres">
      <dgm:prSet presAssocID="{92162928-B373-4802-B988-4C318FAE4B4C}" presName="hierRoot2" presStyleCnt="0">
        <dgm:presLayoutVars>
          <dgm:hierBranch val="init"/>
        </dgm:presLayoutVars>
      </dgm:prSet>
      <dgm:spPr/>
    </dgm:pt>
    <dgm:pt modelId="{156B7B81-9C4B-4435-88FA-61CD1E94F7AC}" type="pres">
      <dgm:prSet presAssocID="{92162928-B373-4802-B988-4C318FAE4B4C}" presName="rootComposite" presStyleCnt="0"/>
      <dgm:spPr/>
    </dgm:pt>
    <dgm:pt modelId="{E053A169-9C0A-4979-A9C3-739101C47B4F}" type="pres">
      <dgm:prSet presAssocID="{92162928-B373-4802-B988-4C318FAE4B4C}" presName="rootText" presStyleLbl="node3" presStyleIdx="1" presStyleCnt="11">
        <dgm:presLayoutVars>
          <dgm:chPref val="3"/>
        </dgm:presLayoutVars>
      </dgm:prSet>
      <dgm:spPr/>
    </dgm:pt>
    <dgm:pt modelId="{38710617-AD94-492E-877A-67DEA8A29246}" type="pres">
      <dgm:prSet presAssocID="{92162928-B373-4802-B988-4C318FAE4B4C}" presName="rootConnector" presStyleLbl="node3" presStyleIdx="1" presStyleCnt="11"/>
      <dgm:spPr/>
    </dgm:pt>
    <dgm:pt modelId="{EE25FEE9-C0A4-43A3-BC29-09C1DC02735B}" type="pres">
      <dgm:prSet presAssocID="{92162928-B373-4802-B988-4C318FAE4B4C}" presName="hierChild4" presStyleCnt="0"/>
      <dgm:spPr/>
    </dgm:pt>
    <dgm:pt modelId="{C3BEE66D-DBFC-4B5B-824F-AE729B3E2A92}" type="pres">
      <dgm:prSet presAssocID="{4AB04E85-FE6A-4EA2-B818-06ED39A51C26}" presName="Name37" presStyleLbl="parChTrans1D4" presStyleIdx="2" presStyleCnt="22"/>
      <dgm:spPr/>
    </dgm:pt>
    <dgm:pt modelId="{A9CFCED3-6ECE-4576-ABCC-0C5B70059EB9}" type="pres">
      <dgm:prSet presAssocID="{148B9544-AAE4-4F82-A7BD-B12D32E93924}" presName="hierRoot2" presStyleCnt="0">
        <dgm:presLayoutVars>
          <dgm:hierBranch val="init"/>
        </dgm:presLayoutVars>
      </dgm:prSet>
      <dgm:spPr/>
    </dgm:pt>
    <dgm:pt modelId="{69DD92A3-402B-4486-B358-BBA3E344CCFB}" type="pres">
      <dgm:prSet presAssocID="{148B9544-AAE4-4F82-A7BD-B12D32E93924}" presName="rootComposite" presStyleCnt="0"/>
      <dgm:spPr/>
    </dgm:pt>
    <dgm:pt modelId="{9602321A-0529-41BB-8BDE-C5896B1187CD}" type="pres">
      <dgm:prSet presAssocID="{148B9544-AAE4-4F82-A7BD-B12D32E93924}" presName="rootText" presStyleLbl="node4" presStyleIdx="2" presStyleCnt="22">
        <dgm:presLayoutVars>
          <dgm:chPref val="3"/>
        </dgm:presLayoutVars>
      </dgm:prSet>
      <dgm:spPr/>
    </dgm:pt>
    <dgm:pt modelId="{15AE8028-70C7-4D5B-B57D-0B4DC8D041C5}" type="pres">
      <dgm:prSet presAssocID="{148B9544-AAE4-4F82-A7BD-B12D32E93924}" presName="rootConnector" presStyleLbl="node4" presStyleIdx="2" presStyleCnt="22"/>
      <dgm:spPr/>
    </dgm:pt>
    <dgm:pt modelId="{939275F3-B58F-45AC-8398-CC8AF1075322}" type="pres">
      <dgm:prSet presAssocID="{148B9544-AAE4-4F82-A7BD-B12D32E93924}" presName="hierChild4" presStyleCnt="0"/>
      <dgm:spPr/>
    </dgm:pt>
    <dgm:pt modelId="{7670B313-9F55-4FF1-B65A-9F20334A188C}" type="pres">
      <dgm:prSet presAssocID="{148B9544-AAE4-4F82-A7BD-B12D32E93924}" presName="hierChild5" presStyleCnt="0"/>
      <dgm:spPr/>
    </dgm:pt>
    <dgm:pt modelId="{8AE61498-7424-433C-B920-4C4E22FE37C9}" type="pres">
      <dgm:prSet presAssocID="{5AFEA85B-003E-4014-9827-C634609F3F12}" presName="Name37" presStyleLbl="parChTrans1D4" presStyleIdx="3" presStyleCnt="22"/>
      <dgm:spPr/>
    </dgm:pt>
    <dgm:pt modelId="{8CA74FDC-C221-4F1E-B367-D76A13DF6CEE}" type="pres">
      <dgm:prSet presAssocID="{00AC022C-23A1-48BC-BDFF-3F7F28B476E7}" presName="hierRoot2" presStyleCnt="0">
        <dgm:presLayoutVars>
          <dgm:hierBranch val="init"/>
        </dgm:presLayoutVars>
      </dgm:prSet>
      <dgm:spPr/>
    </dgm:pt>
    <dgm:pt modelId="{7F16C559-3AAD-4FA9-9616-85DB22A494CA}" type="pres">
      <dgm:prSet presAssocID="{00AC022C-23A1-48BC-BDFF-3F7F28B476E7}" presName="rootComposite" presStyleCnt="0"/>
      <dgm:spPr/>
    </dgm:pt>
    <dgm:pt modelId="{F4DC1B83-6C23-49DE-87E8-6B79DB8CBA59}" type="pres">
      <dgm:prSet presAssocID="{00AC022C-23A1-48BC-BDFF-3F7F28B476E7}" presName="rootText" presStyleLbl="node4" presStyleIdx="3" presStyleCnt="22">
        <dgm:presLayoutVars>
          <dgm:chPref val="3"/>
        </dgm:presLayoutVars>
      </dgm:prSet>
      <dgm:spPr/>
    </dgm:pt>
    <dgm:pt modelId="{2E89282F-DCA8-4DC6-A0AC-B3C141F66B5F}" type="pres">
      <dgm:prSet presAssocID="{00AC022C-23A1-48BC-BDFF-3F7F28B476E7}" presName="rootConnector" presStyleLbl="node4" presStyleIdx="3" presStyleCnt="22"/>
      <dgm:spPr/>
    </dgm:pt>
    <dgm:pt modelId="{F6E2F938-DD76-41F8-BE30-138493256B47}" type="pres">
      <dgm:prSet presAssocID="{00AC022C-23A1-48BC-BDFF-3F7F28B476E7}" presName="hierChild4" presStyleCnt="0"/>
      <dgm:spPr/>
    </dgm:pt>
    <dgm:pt modelId="{51C1861F-64E4-4F9E-A995-A36D30121CD2}" type="pres">
      <dgm:prSet presAssocID="{00AC022C-23A1-48BC-BDFF-3F7F28B476E7}" presName="hierChild5" presStyleCnt="0"/>
      <dgm:spPr/>
    </dgm:pt>
    <dgm:pt modelId="{819CF286-327E-4771-A756-F0B2B9DBDA4B}" type="pres">
      <dgm:prSet presAssocID="{9F4895CA-DAB9-4588-8D38-7BD099F5583E}" presName="Name37" presStyleLbl="parChTrans1D4" presStyleIdx="4" presStyleCnt="22"/>
      <dgm:spPr/>
    </dgm:pt>
    <dgm:pt modelId="{28A75BEE-EECD-45B3-B7B1-0467EFCD328F}" type="pres">
      <dgm:prSet presAssocID="{176CD464-A480-4D5E-8CA9-ECC3F2A9DDFC}" presName="hierRoot2" presStyleCnt="0">
        <dgm:presLayoutVars>
          <dgm:hierBranch val="init"/>
        </dgm:presLayoutVars>
      </dgm:prSet>
      <dgm:spPr/>
    </dgm:pt>
    <dgm:pt modelId="{9584EC4C-D6FC-4CDC-A75D-F1C3DAE1B3C2}" type="pres">
      <dgm:prSet presAssocID="{176CD464-A480-4D5E-8CA9-ECC3F2A9DDFC}" presName="rootComposite" presStyleCnt="0"/>
      <dgm:spPr/>
    </dgm:pt>
    <dgm:pt modelId="{81E07694-06DE-4DA4-BA15-F7FF4EF31C21}" type="pres">
      <dgm:prSet presAssocID="{176CD464-A480-4D5E-8CA9-ECC3F2A9DDFC}" presName="rootText" presStyleLbl="node4" presStyleIdx="4" presStyleCnt="22">
        <dgm:presLayoutVars>
          <dgm:chPref val="3"/>
        </dgm:presLayoutVars>
      </dgm:prSet>
      <dgm:spPr/>
    </dgm:pt>
    <dgm:pt modelId="{21450613-CA36-4454-85B4-AEB63CA49087}" type="pres">
      <dgm:prSet presAssocID="{176CD464-A480-4D5E-8CA9-ECC3F2A9DDFC}" presName="rootConnector" presStyleLbl="node4" presStyleIdx="4" presStyleCnt="22"/>
      <dgm:spPr/>
    </dgm:pt>
    <dgm:pt modelId="{89A8106A-14BF-491C-AA4E-9634881D0523}" type="pres">
      <dgm:prSet presAssocID="{176CD464-A480-4D5E-8CA9-ECC3F2A9DDFC}" presName="hierChild4" presStyleCnt="0"/>
      <dgm:spPr/>
    </dgm:pt>
    <dgm:pt modelId="{C338D44E-E4B3-49D9-AFCA-3D563E2FF749}" type="pres">
      <dgm:prSet presAssocID="{176CD464-A480-4D5E-8CA9-ECC3F2A9DDFC}" presName="hierChild5" presStyleCnt="0"/>
      <dgm:spPr/>
    </dgm:pt>
    <dgm:pt modelId="{F505519F-6ECB-4AAF-B47A-F3D32DB6B10C}" type="pres">
      <dgm:prSet presAssocID="{9FADCBC3-F229-4620-B60A-FB762FF9A001}" presName="Name37" presStyleLbl="parChTrans1D4" presStyleIdx="5" presStyleCnt="22"/>
      <dgm:spPr/>
    </dgm:pt>
    <dgm:pt modelId="{7242C606-06B1-4653-8213-8258E7030E80}" type="pres">
      <dgm:prSet presAssocID="{0C099BB8-4A5F-4B8A-B703-DCB7480DDD44}" presName="hierRoot2" presStyleCnt="0">
        <dgm:presLayoutVars>
          <dgm:hierBranch val="init"/>
        </dgm:presLayoutVars>
      </dgm:prSet>
      <dgm:spPr/>
    </dgm:pt>
    <dgm:pt modelId="{AA152A31-D95D-4EA6-B90E-65E324E927B1}" type="pres">
      <dgm:prSet presAssocID="{0C099BB8-4A5F-4B8A-B703-DCB7480DDD44}" presName="rootComposite" presStyleCnt="0"/>
      <dgm:spPr/>
    </dgm:pt>
    <dgm:pt modelId="{7B137947-D56C-407A-8B26-BA72901EA159}" type="pres">
      <dgm:prSet presAssocID="{0C099BB8-4A5F-4B8A-B703-DCB7480DDD44}" presName="rootText" presStyleLbl="node4" presStyleIdx="5" presStyleCnt="22">
        <dgm:presLayoutVars>
          <dgm:chPref val="3"/>
        </dgm:presLayoutVars>
      </dgm:prSet>
      <dgm:spPr/>
    </dgm:pt>
    <dgm:pt modelId="{865A16D1-A0D6-4099-A000-A45C27DFDD22}" type="pres">
      <dgm:prSet presAssocID="{0C099BB8-4A5F-4B8A-B703-DCB7480DDD44}" presName="rootConnector" presStyleLbl="node4" presStyleIdx="5" presStyleCnt="22"/>
      <dgm:spPr/>
    </dgm:pt>
    <dgm:pt modelId="{25096A2D-D848-4C90-A131-69BB291F338D}" type="pres">
      <dgm:prSet presAssocID="{0C099BB8-4A5F-4B8A-B703-DCB7480DDD44}" presName="hierChild4" presStyleCnt="0"/>
      <dgm:spPr/>
    </dgm:pt>
    <dgm:pt modelId="{B91ED09A-7BB0-46DB-AC80-8FC3BD077EFA}" type="pres">
      <dgm:prSet presAssocID="{0C099BB8-4A5F-4B8A-B703-DCB7480DDD44}" presName="hierChild5" presStyleCnt="0"/>
      <dgm:spPr/>
    </dgm:pt>
    <dgm:pt modelId="{7AE4D891-AFDF-47CA-AE12-C9E64E4BC610}" type="pres">
      <dgm:prSet presAssocID="{92162928-B373-4802-B988-4C318FAE4B4C}" presName="hierChild5" presStyleCnt="0"/>
      <dgm:spPr/>
    </dgm:pt>
    <dgm:pt modelId="{A282935C-36BA-42D1-9CF4-5DC857687C79}" type="pres">
      <dgm:prSet presAssocID="{D05A1DE1-7189-4112-B5BB-9BF305C53705}" presName="Name37" presStyleLbl="parChTrans1D3" presStyleIdx="2" presStyleCnt="11"/>
      <dgm:spPr/>
    </dgm:pt>
    <dgm:pt modelId="{96DA1DE3-8B59-4C2F-B5E8-2AC45D55F0E4}" type="pres">
      <dgm:prSet presAssocID="{986A668E-B947-4E9B-BC49-750AC65155F3}" presName="hierRoot2" presStyleCnt="0">
        <dgm:presLayoutVars>
          <dgm:hierBranch val="init"/>
        </dgm:presLayoutVars>
      </dgm:prSet>
      <dgm:spPr/>
    </dgm:pt>
    <dgm:pt modelId="{0B423B26-D597-4DBE-A6EA-088620DCC1DA}" type="pres">
      <dgm:prSet presAssocID="{986A668E-B947-4E9B-BC49-750AC65155F3}" presName="rootComposite" presStyleCnt="0"/>
      <dgm:spPr/>
    </dgm:pt>
    <dgm:pt modelId="{ED485508-0335-465D-B2BE-F208E31B5FAA}" type="pres">
      <dgm:prSet presAssocID="{986A668E-B947-4E9B-BC49-750AC65155F3}" presName="rootText" presStyleLbl="node3" presStyleIdx="2" presStyleCnt="11">
        <dgm:presLayoutVars>
          <dgm:chPref val="3"/>
        </dgm:presLayoutVars>
      </dgm:prSet>
      <dgm:spPr/>
    </dgm:pt>
    <dgm:pt modelId="{400FAEDA-F0C0-4E06-AA06-ADBB2A0021C6}" type="pres">
      <dgm:prSet presAssocID="{986A668E-B947-4E9B-BC49-750AC65155F3}" presName="rootConnector" presStyleLbl="node3" presStyleIdx="2" presStyleCnt="11"/>
      <dgm:spPr/>
    </dgm:pt>
    <dgm:pt modelId="{4300A973-2B08-4EB1-B340-A9AA8E2DBE0C}" type="pres">
      <dgm:prSet presAssocID="{986A668E-B947-4E9B-BC49-750AC65155F3}" presName="hierChild4" presStyleCnt="0"/>
      <dgm:spPr/>
    </dgm:pt>
    <dgm:pt modelId="{18F7C288-D6AB-4F4F-83B5-1D5B84952672}" type="pres">
      <dgm:prSet presAssocID="{905C034C-7C39-4940-8EF1-996096FC5C92}" presName="Name37" presStyleLbl="parChTrans1D4" presStyleIdx="6" presStyleCnt="22"/>
      <dgm:spPr/>
    </dgm:pt>
    <dgm:pt modelId="{3FEDDE94-F41F-4567-B18F-AE730BF824CF}" type="pres">
      <dgm:prSet presAssocID="{ADAD034A-1C03-496E-B3DA-20F322473142}" presName="hierRoot2" presStyleCnt="0">
        <dgm:presLayoutVars>
          <dgm:hierBranch val="init"/>
        </dgm:presLayoutVars>
      </dgm:prSet>
      <dgm:spPr/>
    </dgm:pt>
    <dgm:pt modelId="{CFAB2265-B5C0-4397-9D73-B5BB3EB3BB91}" type="pres">
      <dgm:prSet presAssocID="{ADAD034A-1C03-496E-B3DA-20F322473142}" presName="rootComposite" presStyleCnt="0"/>
      <dgm:spPr/>
    </dgm:pt>
    <dgm:pt modelId="{FB93CA0E-E6CE-4F14-88AC-8614787B9A43}" type="pres">
      <dgm:prSet presAssocID="{ADAD034A-1C03-496E-B3DA-20F322473142}" presName="rootText" presStyleLbl="node4" presStyleIdx="6" presStyleCnt="22">
        <dgm:presLayoutVars>
          <dgm:chPref val="3"/>
        </dgm:presLayoutVars>
      </dgm:prSet>
      <dgm:spPr/>
    </dgm:pt>
    <dgm:pt modelId="{1A2EC0AE-D90A-4773-915D-B6F0422675A8}" type="pres">
      <dgm:prSet presAssocID="{ADAD034A-1C03-496E-B3DA-20F322473142}" presName="rootConnector" presStyleLbl="node4" presStyleIdx="6" presStyleCnt="22"/>
      <dgm:spPr/>
    </dgm:pt>
    <dgm:pt modelId="{D3CC560C-81EA-4707-8E6E-80F946490B31}" type="pres">
      <dgm:prSet presAssocID="{ADAD034A-1C03-496E-B3DA-20F322473142}" presName="hierChild4" presStyleCnt="0"/>
      <dgm:spPr/>
    </dgm:pt>
    <dgm:pt modelId="{AA0426E7-12CE-405E-A6A6-A38BE7945BD9}" type="pres">
      <dgm:prSet presAssocID="{ADAD034A-1C03-496E-B3DA-20F322473142}" presName="hierChild5" presStyleCnt="0"/>
      <dgm:spPr/>
    </dgm:pt>
    <dgm:pt modelId="{12E2A867-31D4-403E-B790-54B802E39EC7}" type="pres">
      <dgm:prSet presAssocID="{871A2A53-1159-46DE-9E54-4CBCCDE56CC6}" presName="Name37" presStyleLbl="parChTrans1D4" presStyleIdx="7" presStyleCnt="22"/>
      <dgm:spPr/>
    </dgm:pt>
    <dgm:pt modelId="{66430474-734D-4BF5-9C47-A369FABD2E16}" type="pres">
      <dgm:prSet presAssocID="{9686FD60-0C64-4E7A-B65B-577F4EBB370B}" presName="hierRoot2" presStyleCnt="0">
        <dgm:presLayoutVars>
          <dgm:hierBranch val="init"/>
        </dgm:presLayoutVars>
      </dgm:prSet>
      <dgm:spPr/>
    </dgm:pt>
    <dgm:pt modelId="{28647268-E473-43EA-AEDF-864097B45DF7}" type="pres">
      <dgm:prSet presAssocID="{9686FD60-0C64-4E7A-B65B-577F4EBB370B}" presName="rootComposite" presStyleCnt="0"/>
      <dgm:spPr/>
    </dgm:pt>
    <dgm:pt modelId="{52B16FFE-364E-498E-A9B3-C43BC3B88381}" type="pres">
      <dgm:prSet presAssocID="{9686FD60-0C64-4E7A-B65B-577F4EBB370B}" presName="rootText" presStyleLbl="node4" presStyleIdx="7" presStyleCnt="22">
        <dgm:presLayoutVars>
          <dgm:chPref val="3"/>
        </dgm:presLayoutVars>
      </dgm:prSet>
      <dgm:spPr/>
    </dgm:pt>
    <dgm:pt modelId="{3D670B94-861A-4AB5-B9D1-C5CA0EF96F04}" type="pres">
      <dgm:prSet presAssocID="{9686FD60-0C64-4E7A-B65B-577F4EBB370B}" presName="rootConnector" presStyleLbl="node4" presStyleIdx="7" presStyleCnt="22"/>
      <dgm:spPr/>
    </dgm:pt>
    <dgm:pt modelId="{4B98BB0C-9B50-4156-86E7-767A7D39A13C}" type="pres">
      <dgm:prSet presAssocID="{9686FD60-0C64-4E7A-B65B-577F4EBB370B}" presName="hierChild4" presStyleCnt="0"/>
      <dgm:spPr/>
    </dgm:pt>
    <dgm:pt modelId="{332AF2F6-DD32-4C41-97F6-6DEAB07F1EC1}" type="pres">
      <dgm:prSet presAssocID="{9686FD60-0C64-4E7A-B65B-577F4EBB370B}" presName="hierChild5" presStyleCnt="0"/>
      <dgm:spPr/>
    </dgm:pt>
    <dgm:pt modelId="{1495BC48-44EF-4C9C-8AF3-32C6924E0572}" type="pres">
      <dgm:prSet presAssocID="{986A668E-B947-4E9B-BC49-750AC65155F3}" presName="hierChild5" presStyleCnt="0"/>
      <dgm:spPr/>
    </dgm:pt>
    <dgm:pt modelId="{CE3C7ECF-52B2-4972-B708-71595BC37092}" type="pres">
      <dgm:prSet presAssocID="{CA54F505-FAAD-4FFF-AE99-F02D8805AA90}" presName="Name37" presStyleLbl="parChTrans1D3" presStyleIdx="3" presStyleCnt="11"/>
      <dgm:spPr/>
    </dgm:pt>
    <dgm:pt modelId="{CF32D662-8EF9-493E-BFE9-EE51A8FF9E8A}" type="pres">
      <dgm:prSet presAssocID="{A2074807-3C28-4B33-9EEB-412E5A1AA954}" presName="hierRoot2" presStyleCnt="0">
        <dgm:presLayoutVars>
          <dgm:hierBranch val="init"/>
        </dgm:presLayoutVars>
      </dgm:prSet>
      <dgm:spPr/>
    </dgm:pt>
    <dgm:pt modelId="{BA387F9F-679B-445A-907E-AABA58DAF83C}" type="pres">
      <dgm:prSet presAssocID="{A2074807-3C28-4B33-9EEB-412E5A1AA954}" presName="rootComposite" presStyleCnt="0"/>
      <dgm:spPr/>
    </dgm:pt>
    <dgm:pt modelId="{BC5145C2-F5F8-4F0A-98B6-E0C52595BF1E}" type="pres">
      <dgm:prSet presAssocID="{A2074807-3C28-4B33-9EEB-412E5A1AA954}" presName="rootText" presStyleLbl="node3" presStyleIdx="3" presStyleCnt="11">
        <dgm:presLayoutVars>
          <dgm:chPref val="3"/>
        </dgm:presLayoutVars>
      </dgm:prSet>
      <dgm:spPr/>
    </dgm:pt>
    <dgm:pt modelId="{F87173C0-D18E-4424-B52E-3430A08B25BA}" type="pres">
      <dgm:prSet presAssocID="{A2074807-3C28-4B33-9EEB-412E5A1AA954}" presName="rootConnector" presStyleLbl="node3" presStyleIdx="3" presStyleCnt="11"/>
      <dgm:spPr/>
    </dgm:pt>
    <dgm:pt modelId="{58FFEC90-DCF9-453A-98C3-3D274BFB4E46}" type="pres">
      <dgm:prSet presAssocID="{A2074807-3C28-4B33-9EEB-412E5A1AA954}" presName="hierChild4" presStyleCnt="0"/>
      <dgm:spPr/>
    </dgm:pt>
    <dgm:pt modelId="{7E8EA941-22A2-4756-B568-D27A6756260D}" type="pres">
      <dgm:prSet presAssocID="{3268CC1B-A8C4-48DA-9546-3CC229468C0D}" presName="Name37" presStyleLbl="parChTrans1D4" presStyleIdx="8" presStyleCnt="22"/>
      <dgm:spPr/>
    </dgm:pt>
    <dgm:pt modelId="{799DB3D3-96AE-43F3-BCBD-E540ACD06C36}" type="pres">
      <dgm:prSet presAssocID="{B34D544A-1EDE-483B-B4CE-765BD1DC6DC0}" presName="hierRoot2" presStyleCnt="0">
        <dgm:presLayoutVars>
          <dgm:hierBranch val="init"/>
        </dgm:presLayoutVars>
      </dgm:prSet>
      <dgm:spPr/>
    </dgm:pt>
    <dgm:pt modelId="{5BFA1DF3-C46B-4562-8ED6-F040E7800CD4}" type="pres">
      <dgm:prSet presAssocID="{B34D544A-1EDE-483B-B4CE-765BD1DC6DC0}" presName="rootComposite" presStyleCnt="0"/>
      <dgm:spPr/>
    </dgm:pt>
    <dgm:pt modelId="{FDDCF144-34C8-47DC-8A61-AD413DD9A0C0}" type="pres">
      <dgm:prSet presAssocID="{B34D544A-1EDE-483B-B4CE-765BD1DC6DC0}" presName="rootText" presStyleLbl="node4" presStyleIdx="8" presStyleCnt="22">
        <dgm:presLayoutVars>
          <dgm:chPref val="3"/>
        </dgm:presLayoutVars>
      </dgm:prSet>
      <dgm:spPr/>
    </dgm:pt>
    <dgm:pt modelId="{EFDAD356-93A5-4C29-8F27-2EE36397AAF6}" type="pres">
      <dgm:prSet presAssocID="{B34D544A-1EDE-483B-B4CE-765BD1DC6DC0}" presName="rootConnector" presStyleLbl="node4" presStyleIdx="8" presStyleCnt="22"/>
      <dgm:spPr/>
    </dgm:pt>
    <dgm:pt modelId="{7D750AFA-9BC3-412D-A50C-0B633E0E5D7F}" type="pres">
      <dgm:prSet presAssocID="{B34D544A-1EDE-483B-B4CE-765BD1DC6DC0}" presName="hierChild4" presStyleCnt="0"/>
      <dgm:spPr/>
    </dgm:pt>
    <dgm:pt modelId="{C85D591D-0E1B-4BDF-9DA0-A2127C98C12A}" type="pres">
      <dgm:prSet presAssocID="{B34D544A-1EDE-483B-B4CE-765BD1DC6DC0}" presName="hierChild5" presStyleCnt="0"/>
      <dgm:spPr/>
    </dgm:pt>
    <dgm:pt modelId="{6BDBD7F3-6083-4497-968C-19145A3D4B38}" type="pres">
      <dgm:prSet presAssocID="{8EA19B09-4081-4C75-BE6F-B89FC9122F02}" presName="Name37" presStyleLbl="parChTrans1D4" presStyleIdx="9" presStyleCnt="22"/>
      <dgm:spPr/>
    </dgm:pt>
    <dgm:pt modelId="{64E86996-0DDE-491D-8CD9-15EB9435F40F}" type="pres">
      <dgm:prSet presAssocID="{783A28AA-F493-4D52-B315-F24AFF5BD00E}" presName="hierRoot2" presStyleCnt="0">
        <dgm:presLayoutVars>
          <dgm:hierBranch val="init"/>
        </dgm:presLayoutVars>
      </dgm:prSet>
      <dgm:spPr/>
    </dgm:pt>
    <dgm:pt modelId="{0B08CF44-242F-4DD2-AC0B-F870D7CE58BF}" type="pres">
      <dgm:prSet presAssocID="{783A28AA-F493-4D52-B315-F24AFF5BD00E}" presName="rootComposite" presStyleCnt="0"/>
      <dgm:spPr/>
    </dgm:pt>
    <dgm:pt modelId="{ABFB3F97-6CE9-4E52-918E-35F874A43BCD}" type="pres">
      <dgm:prSet presAssocID="{783A28AA-F493-4D52-B315-F24AFF5BD00E}" presName="rootText" presStyleLbl="node4" presStyleIdx="9" presStyleCnt="22">
        <dgm:presLayoutVars>
          <dgm:chPref val="3"/>
        </dgm:presLayoutVars>
      </dgm:prSet>
      <dgm:spPr/>
    </dgm:pt>
    <dgm:pt modelId="{DC80A068-6CF2-4B33-9C4A-C4CABD6579BF}" type="pres">
      <dgm:prSet presAssocID="{783A28AA-F493-4D52-B315-F24AFF5BD00E}" presName="rootConnector" presStyleLbl="node4" presStyleIdx="9" presStyleCnt="22"/>
      <dgm:spPr/>
    </dgm:pt>
    <dgm:pt modelId="{2970F0F2-EB68-4836-BB96-D6620232B2C8}" type="pres">
      <dgm:prSet presAssocID="{783A28AA-F493-4D52-B315-F24AFF5BD00E}" presName="hierChild4" presStyleCnt="0"/>
      <dgm:spPr/>
    </dgm:pt>
    <dgm:pt modelId="{B97849BF-01C7-4CD5-842A-6B07A0138C0F}" type="pres">
      <dgm:prSet presAssocID="{783A28AA-F493-4D52-B315-F24AFF5BD00E}" presName="hierChild5" presStyleCnt="0"/>
      <dgm:spPr/>
    </dgm:pt>
    <dgm:pt modelId="{9B1A0D9F-8972-4EA9-9E62-F3765FCC0B3B}" type="pres">
      <dgm:prSet presAssocID="{A2074807-3C28-4B33-9EEB-412E5A1AA954}" presName="hierChild5" presStyleCnt="0"/>
      <dgm:spPr/>
    </dgm:pt>
    <dgm:pt modelId="{3AD04F9E-2087-4B81-B04B-0A2617FA7735}" type="pres">
      <dgm:prSet presAssocID="{C5037945-930F-4B75-858B-B894823169CF}" presName="hierChild5" presStyleCnt="0"/>
      <dgm:spPr/>
    </dgm:pt>
    <dgm:pt modelId="{B7681CE4-8CA0-49DE-A9F3-C600278D7504}" type="pres">
      <dgm:prSet presAssocID="{33FD4574-5FBE-445D-A451-69994E30F552}" presName="Name37" presStyleLbl="parChTrans1D2" presStyleIdx="1" presStyleCnt="12"/>
      <dgm:spPr/>
    </dgm:pt>
    <dgm:pt modelId="{91803398-F222-4F6F-9FB9-9EE8C12FBCC2}" type="pres">
      <dgm:prSet presAssocID="{26763262-632B-46CC-BA82-DA9DFC8A319D}" presName="hierRoot2" presStyleCnt="0">
        <dgm:presLayoutVars>
          <dgm:hierBranch val="init"/>
        </dgm:presLayoutVars>
      </dgm:prSet>
      <dgm:spPr/>
    </dgm:pt>
    <dgm:pt modelId="{E9676D5F-E84E-4A51-8820-D92F19CB1465}" type="pres">
      <dgm:prSet presAssocID="{26763262-632B-46CC-BA82-DA9DFC8A319D}" presName="rootComposite" presStyleCnt="0"/>
      <dgm:spPr/>
    </dgm:pt>
    <dgm:pt modelId="{99F6D3EC-9833-4C01-AE72-D18361D51C5B}" type="pres">
      <dgm:prSet presAssocID="{26763262-632B-46CC-BA82-DA9DFC8A319D}" presName="rootText" presStyleLbl="node2" presStyleIdx="1" presStyleCnt="5" custScaleX="225192">
        <dgm:presLayoutVars>
          <dgm:chPref val="3"/>
        </dgm:presLayoutVars>
      </dgm:prSet>
      <dgm:spPr/>
    </dgm:pt>
    <dgm:pt modelId="{2746CEE6-A010-451F-B510-4FCDC2081F65}" type="pres">
      <dgm:prSet presAssocID="{26763262-632B-46CC-BA82-DA9DFC8A319D}" presName="rootConnector" presStyleLbl="node2" presStyleIdx="1" presStyleCnt="5"/>
      <dgm:spPr/>
    </dgm:pt>
    <dgm:pt modelId="{35408868-CFD5-48C4-A7F6-DCF16B910BAE}" type="pres">
      <dgm:prSet presAssocID="{26763262-632B-46CC-BA82-DA9DFC8A319D}" presName="hierChild4" presStyleCnt="0"/>
      <dgm:spPr/>
    </dgm:pt>
    <dgm:pt modelId="{1884A9FB-42E4-4FD9-8810-1F98F3262087}" type="pres">
      <dgm:prSet presAssocID="{C08DA14E-AC2A-41C9-8939-B45B3C4534E7}" presName="Name37" presStyleLbl="parChTrans1D3" presStyleIdx="4" presStyleCnt="11"/>
      <dgm:spPr/>
    </dgm:pt>
    <dgm:pt modelId="{35FA75DA-ADB8-4325-BAAC-83D6377699D2}" type="pres">
      <dgm:prSet presAssocID="{54A214D2-D44C-4CCE-9AEB-B812186FBE9F}" presName="hierRoot2" presStyleCnt="0">
        <dgm:presLayoutVars>
          <dgm:hierBranch val="init"/>
        </dgm:presLayoutVars>
      </dgm:prSet>
      <dgm:spPr/>
    </dgm:pt>
    <dgm:pt modelId="{AEB4B1A3-FB6D-41E9-9B48-D4468C98925F}" type="pres">
      <dgm:prSet presAssocID="{54A214D2-D44C-4CCE-9AEB-B812186FBE9F}" presName="rootComposite" presStyleCnt="0"/>
      <dgm:spPr/>
    </dgm:pt>
    <dgm:pt modelId="{CB02243B-C17F-4AA8-825F-D4F211D97915}" type="pres">
      <dgm:prSet presAssocID="{54A214D2-D44C-4CCE-9AEB-B812186FBE9F}" presName="rootText" presStyleLbl="node3" presStyleIdx="4" presStyleCnt="11">
        <dgm:presLayoutVars>
          <dgm:chPref val="3"/>
        </dgm:presLayoutVars>
      </dgm:prSet>
      <dgm:spPr/>
    </dgm:pt>
    <dgm:pt modelId="{91F9D075-7AAC-466E-8543-3BCFAC1AFA1F}" type="pres">
      <dgm:prSet presAssocID="{54A214D2-D44C-4CCE-9AEB-B812186FBE9F}" presName="rootConnector" presStyleLbl="node3" presStyleIdx="4" presStyleCnt="11"/>
      <dgm:spPr/>
    </dgm:pt>
    <dgm:pt modelId="{974E2D99-5862-4C7A-837C-FFEFCC8E79A7}" type="pres">
      <dgm:prSet presAssocID="{54A214D2-D44C-4CCE-9AEB-B812186FBE9F}" presName="hierChild4" presStyleCnt="0"/>
      <dgm:spPr/>
    </dgm:pt>
    <dgm:pt modelId="{AB1F82AE-D204-494B-90C7-632A99586039}" type="pres">
      <dgm:prSet presAssocID="{F967AC73-60EA-4945-AEC1-1AE5D8629C87}" presName="Name37" presStyleLbl="parChTrans1D4" presStyleIdx="10" presStyleCnt="22"/>
      <dgm:spPr/>
    </dgm:pt>
    <dgm:pt modelId="{DC0B2FDF-D839-45FE-9E9A-D22897A1B887}" type="pres">
      <dgm:prSet presAssocID="{0F02B370-286F-4E1B-80A8-B2AD40265B7C}" presName="hierRoot2" presStyleCnt="0">
        <dgm:presLayoutVars>
          <dgm:hierBranch val="init"/>
        </dgm:presLayoutVars>
      </dgm:prSet>
      <dgm:spPr/>
    </dgm:pt>
    <dgm:pt modelId="{1B76E2B1-AF57-455C-83AC-6048046D1721}" type="pres">
      <dgm:prSet presAssocID="{0F02B370-286F-4E1B-80A8-B2AD40265B7C}" presName="rootComposite" presStyleCnt="0"/>
      <dgm:spPr/>
    </dgm:pt>
    <dgm:pt modelId="{78F581A2-A236-4AAE-9594-81595AF744C3}" type="pres">
      <dgm:prSet presAssocID="{0F02B370-286F-4E1B-80A8-B2AD40265B7C}" presName="rootText" presStyleLbl="node4" presStyleIdx="10" presStyleCnt="22">
        <dgm:presLayoutVars>
          <dgm:chPref val="3"/>
        </dgm:presLayoutVars>
      </dgm:prSet>
      <dgm:spPr/>
    </dgm:pt>
    <dgm:pt modelId="{45497D4B-7384-4409-B2DD-8111D10AE21C}" type="pres">
      <dgm:prSet presAssocID="{0F02B370-286F-4E1B-80A8-B2AD40265B7C}" presName="rootConnector" presStyleLbl="node4" presStyleIdx="10" presStyleCnt="22"/>
      <dgm:spPr/>
    </dgm:pt>
    <dgm:pt modelId="{7655522E-218E-4AD1-9853-C6F4EBC0DDEE}" type="pres">
      <dgm:prSet presAssocID="{0F02B370-286F-4E1B-80A8-B2AD40265B7C}" presName="hierChild4" presStyleCnt="0"/>
      <dgm:spPr/>
    </dgm:pt>
    <dgm:pt modelId="{67DAF67C-13D5-4345-A3A2-7B8725F07673}" type="pres">
      <dgm:prSet presAssocID="{0F02B370-286F-4E1B-80A8-B2AD40265B7C}" presName="hierChild5" presStyleCnt="0"/>
      <dgm:spPr/>
    </dgm:pt>
    <dgm:pt modelId="{193E33AA-274E-4C00-AFCA-9DB6EDEE5D26}" type="pres">
      <dgm:prSet presAssocID="{1FA59B25-B97D-4856-89A0-8C3B6E523A3D}" presName="Name37" presStyleLbl="parChTrans1D4" presStyleIdx="11" presStyleCnt="22"/>
      <dgm:spPr/>
    </dgm:pt>
    <dgm:pt modelId="{F3D5026B-8448-41B2-BBBF-05FDED585D48}" type="pres">
      <dgm:prSet presAssocID="{52C3BCD1-2F5D-456B-ABDD-1FD281CCF16A}" presName="hierRoot2" presStyleCnt="0">
        <dgm:presLayoutVars>
          <dgm:hierBranch val="init"/>
        </dgm:presLayoutVars>
      </dgm:prSet>
      <dgm:spPr/>
    </dgm:pt>
    <dgm:pt modelId="{87ADBE72-D386-4625-9707-54E71DFACB84}" type="pres">
      <dgm:prSet presAssocID="{52C3BCD1-2F5D-456B-ABDD-1FD281CCF16A}" presName="rootComposite" presStyleCnt="0"/>
      <dgm:spPr/>
    </dgm:pt>
    <dgm:pt modelId="{5C7EA8F3-06B8-4CA9-AB03-BC7A37C3AC8C}" type="pres">
      <dgm:prSet presAssocID="{52C3BCD1-2F5D-456B-ABDD-1FD281CCF16A}" presName="rootText" presStyleLbl="node4" presStyleIdx="11" presStyleCnt="22">
        <dgm:presLayoutVars>
          <dgm:chPref val="3"/>
        </dgm:presLayoutVars>
      </dgm:prSet>
      <dgm:spPr/>
    </dgm:pt>
    <dgm:pt modelId="{F93A4A6C-8460-470A-B4C3-3D0A4371DE8F}" type="pres">
      <dgm:prSet presAssocID="{52C3BCD1-2F5D-456B-ABDD-1FD281CCF16A}" presName="rootConnector" presStyleLbl="node4" presStyleIdx="11" presStyleCnt="22"/>
      <dgm:spPr/>
    </dgm:pt>
    <dgm:pt modelId="{4B2B2C4B-2E0C-4D0B-B555-454D57BBCF30}" type="pres">
      <dgm:prSet presAssocID="{52C3BCD1-2F5D-456B-ABDD-1FD281CCF16A}" presName="hierChild4" presStyleCnt="0"/>
      <dgm:spPr/>
    </dgm:pt>
    <dgm:pt modelId="{11704B69-8EE7-4217-A30C-45E5EE7DC268}" type="pres">
      <dgm:prSet presAssocID="{52C3BCD1-2F5D-456B-ABDD-1FD281CCF16A}" presName="hierChild5" presStyleCnt="0"/>
      <dgm:spPr/>
    </dgm:pt>
    <dgm:pt modelId="{3517477E-EFCC-447B-B470-29BCB0F003B1}" type="pres">
      <dgm:prSet presAssocID="{54A214D2-D44C-4CCE-9AEB-B812186FBE9F}" presName="hierChild5" presStyleCnt="0"/>
      <dgm:spPr/>
    </dgm:pt>
    <dgm:pt modelId="{8947F22D-5100-4BE4-9D48-37CDC0BB22B8}" type="pres">
      <dgm:prSet presAssocID="{F03F1325-F889-4151-B190-44DECF7357FE}" presName="Name37" presStyleLbl="parChTrans1D3" presStyleIdx="5" presStyleCnt="11"/>
      <dgm:spPr/>
    </dgm:pt>
    <dgm:pt modelId="{4BF36BE8-74FF-4FEF-9027-0AE56F70059D}" type="pres">
      <dgm:prSet presAssocID="{E670956E-23BE-4CCF-9CC8-C73CE9824EFC}" presName="hierRoot2" presStyleCnt="0">
        <dgm:presLayoutVars>
          <dgm:hierBranch val="init"/>
        </dgm:presLayoutVars>
      </dgm:prSet>
      <dgm:spPr/>
    </dgm:pt>
    <dgm:pt modelId="{A19779A8-16D1-4670-8A5A-24A060717BEB}" type="pres">
      <dgm:prSet presAssocID="{E670956E-23BE-4CCF-9CC8-C73CE9824EFC}" presName="rootComposite" presStyleCnt="0"/>
      <dgm:spPr/>
    </dgm:pt>
    <dgm:pt modelId="{6AC24378-0A44-4A7E-8BBF-103B1AD48708}" type="pres">
      <dgm:prSet presAssocID="{E670956E-23BE-4CCF-9CC8-C73CE9824EFC}" presName="rootText" presStyleLbl="node3" presStyleIdx="5" presStyleCnt="11">
        <dgm:presLayoutVars>
          <dgm:chPref val="3"/>
        </dgm:presLayoutVars>
      </dgm:prSet>
      <dgm:spPr/>
    </dgm:pt>
    <dgm:pt modelId="{A6498950-CC80-4E3A-9EAB-0C3329627061}" type="pres">
      <dgm:prSet presAssocID="{E670956E-23BE-4CCF-9CC8-C73CE9824EFC}" presName="rootConnector" presStyleLbl="node3" presStyleIdx="5" presStyleCnt="11"/>
      <dgm:spPr/>
    </dgm:pt>
    <dgm:pt modelId="{E4A538C1-7024-4DC7-90AB-EEFBCC858ED7}" type="pres">
      <dgm:prSet presAssocID="{E670956E-23BE-4CCF-9CC8-C73CE9824EFC}" presName="hierChild4" presStyleCnt="0"/>
      <dgm:spPr/>
    </dgm:pt>
    <dgm:pt modelId="{833E2946-2059-42EA-A351-3111CB6D5C07}" type="pres">
      <dgm:prSet presAssocID="{7649E386-3A39-4F9D-919B-A92095CAA640}" presName="Name37" presStyleLbl="parChTrans1D4" presStyleIdx="12" presStyleCnt="22"/>
      <dgm:spPr/>
    </dgm:pt>
    <dgm:pt modelId="{C94FB3A5-F376-4A44-83C2-A79911CA9F77}" type="pres">
      <dgm:prSet presAssocID="{044DC898-7245-4442-9BD3-48FE3ED2D3B1}" presName="hierRoot2" presStyleCnt="0">
        <dgm:presLayoutVars>
          <dgm:hierBranch val="init"/>
        </dgm:presLayoutVars>
      </dgm:prSet>
      <dgm:spPr/>
    </dgm:pt>
    <dgm:pt modelId="{0BCDCD97-AB10-4AFD-B871-5EB9FB70FDB0}" type="pres">
      <dgm:prSet presAssocID="{044DC898-7245-4442-9BD3-48FE3ED2D3B1}" presName="rootComposite" presStyleCnt="0"/>
      <dgm:spPr/>
    </dgm:pt>
    <dgm:pt modelId="{B5BB71F7-A0FC-4F6C-B14D-D1D62FA86602}" type="pres">
      <dgm:prSet presAssocID="{044DC898-7245-4442-9BD3-48FE3ED2D3B1}" presName="rootText" presStyleLbl="node4" presStyleIdx="12" presStyleCnt="22">
        <dgm:presLayoutVars>
          <dgm:chPref val="3"/>
        </dgm:presLayoutVars>
      </dgm:prSet>
      <dgm:spPr/>
    </dgm:pt>
    <dgm:pt modelId="{96139B19-CD25-4309-8522-B05222DA49AC}" type="pres">
      <dgm:prSet presAssocID="{044DC898-7245-4442-9BD3-48FE3ED2D3B1}" presName="rootConnector" presStyleLbl="node4" presStyleIdx="12" presStyleCnt="22"/>
      <dgm:spPr/>
    </dgm:pt>
    <dgm:pt modelId="{9FB8DBF5-7864-44F4-BC39-E698385795C0}" type="pres">
      <dgm:prSet presAssocID="{044DC898-7245-4442-9BD3-48FE3ED2D3B1}" presName="hierChild4" presStyleCnt="0"/>
      <dgm:spPr/>
    </dgm:pt>
    <dgm:pt modelId="{B9A3F1E5-22AE-481A-B700-079CD100E0E4}" type="pres">
      <dgm:prSet presAssocID="{044DC898-7245-4442-9BD3-48FE3ED2D3B1}" presName="hierChild5" presStyleCnt="0"/>
      <dgm:spPr/>
    </dgm:pt>
    <dgm:pt modelId="{84330A31-E4B1-4DBE-8295-7FF2B6F93947}" type="pres">
      <dgm:prSet presAssocID="{C9029BB1-6D2B-4E61-AFD3-13881B4AF078}" presName="Name37" presStyleLbl="parChTrans1D4" presStyleIdx="13" presStyleCnt="22"/>
      <dgm:spPr/>
    </dgm:pt>
    <dgm:pt modelId="{B030A74C-EAC4-4E06-B773-B917FD88F6B0}" type="pres">
      <dgm:prSet presAssocID="{4DF2D60D-23A1-4D1B-9910-B7405AEF1AF9}" presName="hierRoot2" presStyleCnt="0">
        <dgm:presLayoutVars>
          <dgm:hierBranch val="init"/>
        </dgm:presLayoutVars>
      </dgm:prSet>
      <dgm:spPr/>
    </dgm:pt>
    <dgm:pt modelId="{94E64D73-3517-415F-9353-FA9DA513289B}" type="pres">
      <dgm:prSet presAssocID="{4DF2D60D-23A1-4D1B-9910-B7405AEF1AF9}" presName="rootComposite" presStyleCnt="0"/>
      <dgm:spPr/>
    </dgm:pt>
    <dgm:pt modelId="{821E3EC7-A6B7-46AC-8BCF-806121184152}" type="pres">
      <dgm:prSet presAssocID="{4DF2D60D-23A1-4D1B-9910-B7405AEF1AF9}" presName="rootText" presStyleLbl="node4" presStyleIdx="13" presStyleCnt="22">
        <dgm:presLayoutVars>
          <dgm:chPref val="3"/>
        </dgm:presLayoutVars>
      </dgm:prSet>
      <dgm:spPr/>
    </dgm:pt>
    <dgm:pt modelId="{485909FA-D8E2-48A7-A3D8-F9F0F5993200}" type="pres">
      <dgm:prSet presAssocID="{4DF2D60D-23A1-4D1B-9910-B7405AEF1AF9}" presName="rootConnector" presStyleLbl="node4" presStyleIdx="13" presStyleCnt="22"/>
      <dgm:spPr/>
    </dgm:pt>
    <dgm:pt modelId="{EAD9D589-190E-4765-A5F1-3FC6DAC2DB10}" type="pres">
      <dgm:prSet presAssocID="{4DF2D60D-23A1-4D1B-9910-B7405AEF1AF9}" presName="hierChild4" presStyleCnt="0"/>
      <dgm:spPr/>
    </dgm:pt>
    <dgm:pt modelId="{8F49FE73-9169-47B0-8E72-722235D51EA1}" type="pres">
      <dgm:prSet presAssocID="{4DF2D60D-23A1-4D1B-9910-B7405AEF1AF9}" presName="hierChild5" presStyleCnt="0"/>
      <dgm:spPr/>
    </dgm:pt>
    <dgm:pt modelId="{51AB98C4-CCEE-41E2-93A7-974FD5D4B5A3}" type="pres">
      <dgm:prSet presAssocID="{E670956E-23BE-4CCF-9CC8-C73CE9824EFC}" presName="hierChild5" presStyleCnt="0"/>
      <dgm:spPr/>
    </dgm:pt>
    <dgm:pt modelId="{A87F6928-E8F0-43AC-972A-1DA949F9B9CC}" type="pres">
      <dgm:prSet presAssocID="{26763262-632B-46CC-BA82-DA9DFC8A319D}" presName="hierChild5" presStyleCnt="0"/>
      <dgm:spPr/>
    </dgm:pt>
    <dgm:pt modelId="{80193982-A47D-4ECB-B6F6-8F1D6A7062BB}" type="pres">
      <dgm:prSet presAssocID="{0C9BCA1A-676D-4632-848E-0829D4E5185A}" presName="Name37" presStyleLbl="parChTrans1D2" presStyleIdx="2" presStyleCnt="12"/>
      <dgm:spPr/>
    </dgm:pt>
    <dgm:pt modelId="{47C7A62A-26D7-480A-862B-14A6FAE076B9}" type="pres">
      <dgm:prSet presAssocID="{145D55AA-61E0-495C-8F2D-EE36475B0338}" presName="hierRoot2" presStyleCnt="0">
        <dgm:presLayoutVars>
          <dgm:hierBranch val="init"/>
        </dgm:presLayoutVars>
      </dgm:prSet>
      <dgm:spPr/>
    </dgm:pt>
    <dgm:pt modelId="{736E4FB8-ED38-4446-BF60-94A535EE24CA}" type="pres">
      <dgm:prSet presAssocID="{145D55AA-61E0-495C-8F2D-EE36475B0338}" presName="rootComposite" presStyleCnt="0"/>
      <dgm:spPr/>
    </dgm:pt>
    <dgm:pt modelId="{2A36DFCF-50EA-4F73-AE79-4C68056A9760}" type="pres">
      <dgm:prSet presAssocID="{145D55AA-61E0-495C-8F2D-EE36475B0338}" presName="rootText" presStyleLbl="node2" presStyleIdx="2" presStyleCnt="5" custScaleX="224581">
        <dgm:presLayoutVars>
          <dgm:chPref val="3"/>
        </dgm:presLayoutVars>
      </dgm:prSet>
      <dgm:spPr/>
    </dgm:pt>
    <dgm:pt modelId="{692C7E62-0620-45DB-A27F-358647ADDB69}" type="pres">
      <dgm:prSet presAssocID="{145D55AA-61E0-495C-8F2D-EE36475B0338}" presName="rootConnector" presStyleLbl="node2" presStyleIdx="2" presStyleCnt="5"/>
      <dgm:spPr/>
    </dgm:pt>
    <dgm:pt modelId="{8917C416-59C1-4FCA-A445-2AF2CA10DE6D}" type="pres">
      <dgm:prSet presAssocID="{145D55AA-61E0-495C-8F2D-EE36475B0338}" presName="hierChild4" presStyleCnt="0"/>
      <dgm:spPr/>
    </dgm:pt>
    <dgm:pt modelId="{6EF5DE40-A613-44B8-8873-5CB179E71291}" type="pres">
      <dgm:prSet presAssocID="{DAAB9B73-0654-44F2-BFB2-2A12E0C8324D}" presName="Name37" presStyleLbl="parChTrans1D3" presStyleIdx="6" presStyleCnt="11"/>
      <dgm:spPr/>
    </dgm:pt>
    <dgm:pt modelId="{995B743B-13E9-4FE6-AF33-CC6E0550A40F}" type="pres">
      <dgm:prSet presAssocID="{E72F02CF-18B3-473D-BA51-A3A921F54BCB}" presName="hierRoot2" presStyleCnt="0">
        <dgm:presLayoutVars>
          <dgm:hierBranch val="init"/>
        </dgm:presLayoutVars>
      </dgm:prSet>
      <dgm:spPr/>
    </dgm:pt>
    <dgm:pt modelId="{41598615-3668-4A43-AE8A-CD604955CD2A}" type="pres">
      <dgm:prSet presAssocID="{E72F02CF-18B3-473D-BA51-A3A921F54BCB}" presName="rootComposite" presStyleCnt="0"/>
      <dgm:spPr/>
    </dgm:pt>
    <dgm:pt modelId="{9EA1F9B9-4D92-4870-BBD2-CB4F964CD17D}" type="pres">
      <dgm:prSet presAssocID="{E72F02CF-18B3-473D-BA51-A3A921F54BCB}" presName="rootText" presStyleLbl="node3" presStyleIdx="6" presStyleCnt="11">
        <dgm:presLayoutVars>
          <dgm:chPref val="3"/>
        </dgm:presLayoutVars>
      </dgm:prSet>
      <dgm:spPr/>
    </dgm:pt>
    <dgm:pt modelId="{F54654D8-6BF6-4CA2-A716-A88B477A9586}" type="pres">
      <dgm:prSet presAssocID="{E72F02CF-18B3-473D-BA51-A3A921F54BCB}" presName="rootConnector" presStyleLbl="node3" presStyleIdx="6" presStyleCnt="11"/>
      <dgm:spPr/>
    </dgm:pt>
    <dgm:pt modelId="{F0C89A3F-BB50-41A8-B81D-7B7989B05824}" type="pres">
      <dgm:prSet presAssocID="{E72F02CF-18B3-473D-BA51-A3A921F54BCB}" presName="hierChild4" presStyleCnt="0"/>
      <dgm:spPr/>
    </dgm:pt>
    <dgm:pt modelId="{B104FA65-B4C0-4B7B-8F35-47D7504F3B76}" type="pres">
      <dgm:prSet presAssocID="{21D2D3E8-ED16-4668-8A50-BA9C625F6C75}" presName="Name37" presStyleLbl="parChTrans1D4" presStyleIdx="14" presStyleCnt="22"/>
      <dgm:spPr/>
    </dgm:pt>
    <dgm:pt modelId="{5F7251BF-3067-4667-84F9-68638D50F081}" type="pres">
      <dgm:prSet presAssocID="{DA630805-589F-40FE-B4A9-A3C7971583FB}" presName="hierRoot2" presStyleCnt="0">
        <dgm:presLayoutVars>
          <dgm:hierBranch val="init"/>
        </dgm:presLayoutVars>
      </dgm:prSet>
      <dgm:spPr/>
    </dgm:pt>
    <dgm:pt modelId="{422B12DC-1F91-48C9-9290-016E18440677}" type="pres">
      <dgm:prSet presAssocID="{DA630805-589F-40FE-B4A9-A3C7971583FB}" presName="rootComposite" presStyleCnt="0"/>
      <dgm:spPr/>
    </dgm:pt>
    <dgm:pt modelId="{550D8D09-93EA-4A4E-97F1-95DB55475A48}" type="pres">
      <dgm:prSet presAssocID="{DA630805-589F-40FE-B4A9-A3C7971583FB}" presName="rootText" presStyleLbl="node4" presStyleIdx="14" presStyleCnt="22">
        <dgm:presLayoutVars>
          <dgm:chPref val="3"/>
        </dgm:presLayoutVars>
      </dgm:prSet>
      <dgm:spPr/>
    </dgm:pt>
    <dgm:pt modelId="{30979236-57DA-47DF-96D4-AB6AABBC538D}" type="pres">
      <dgm:prSet presAssocID="{DA630805-589F-40FE-B4A9-A3C7971583FB}" presName="rootConnector" presStyleLbl="node4" presStyleIdx="14" presStyleCnt="22"/>
      <dgm:spPr/>
    </dgm:pt>
    <dgm:pt modelId="{939B9510-C2F6-41B3-822A-A5BF47127E96}" type="pres">
      <dgm:prSet presAssocID="{DA630805-589F-40FE-B4A9-A3C7971583FB}" presName="hierChild4" presStyleCnt="0"/>
      <dgm:spPr/>
    </dgm:pt>
    <dgm:pt modelId="{692E8A60-CB90-424C-AFA8-2F1A403147AB}" type="pres">
      <dgm:prSet presAssocID="{DA630805-589F-40FE-B4A9-A3C7971583FB}" presName="hierChild5" presStyleCnt="0"/>
      <dgm:spPr/>
    </dgm:pt>
    <dgm:pt modelId="{727B956F-D72C-4AE4-8D9E-D5EAAA044204}" type="pres">
      <dgm:prSet presAssocID="{0A2748D7-A676-47D0-86C9-1C95FAEAC323}" presName="Name37" presStyleLbl="parChTrans1D4" presStyleIdx="15" presStyleCnt="22"/>
      <dgm:spPr/>
    </dgm:pt>
    <dgm:pt modelId="{3F0D928F-C5C6-4209-89C7-2DC22F440C9A}" type="pres">
      <dgm:prSet presAssocID="{DF9E427A-F061-4D73-876E-50DFE6A2B7E5}" presName="hierRoot2" presStyleCnt="0">
        <dgm:presLayoutVars>
          <dgm:hierBranch val="init"/>
        </dgm:presLayoutVars>
      </dgm:prSet>
      <dgm:spPr/>
    </dgm:pt>
    <dgm:pt modelId="{89A646BC-328E-41A9-8DF1-DCDA6CC3C425}" type="pres">
      <dgm:prSet presAssocID="{DF9E427A-F061-4D73-876E-50DFE6A2B7E5}" presName="rootComposite" presStyleCnt="0"/>
      <dgm:spPr/>
    </dgm:pt>
    <dgm:pt modelId="{016EC23A-2D0E-41F6-A49C-4A8A9AA629EE}" type="pres">
      <dgm:prSet presAssocID="{DF9E427A-F061-4D73-876E-50DFE6A2B7E5}" presName="rootText" presStyleLbl="node4" presStyleIdx="15" presStyleCnt="22">
        <dgm:presLayoutVars>
          <dgm:chPref val="3"/>
        </dgm:presLayoutVars>
      </dgm:prSet>
      <dgm:spPr/>
    </dgm:pt>
    <dgm:pt modelId="{CBB73073-E2BE-4561-B51B-94EBAD9E9723}" type="pres">
      <dgm:prSet presAssocID="{DF9E427A-F061-4D73-876E-50DFE6A2B7E5}" presName="rootConnector" presStyleLbl="node4" presStyleIdx="15" presStyleCnt="22"/>
      <dgm:spPr/>
    </dgm:pt>
    <dgm:pt modelId="{A2D7CAED-0941-4B4F-8DD4-28606AD9D38D}" type="pres">
      <dgm:prSet presAssocID="{DF9E427A-F061-4D73-876E-50DFE6A2B7E5}" presName="hierChild4" presStyleCnt="0"/>
      <dgm:spPr/>
    </dgm:pt>
    <dgm:pt modelId="{06DD9A92-3EBE-4509-A0B6-B94B2A043EB1}" type="pres">
      <dgm:prSet presAssocID="{DF9E427A-F061-4D73-876E-50DFE6A2B7E5}" presName="hierChild5" presStyleCnt="0"/>
      <dgm:spPr/>
    </dgm:pt>
    <dgm:pt modelId="{683892C0-C419-46BC-A3E0-860D73A40584}" type="pres">
      <dgm:prSet presAssocID="{E72F02CF-18B3-473D-BA51-A3A921F54BCB}" presName="hierChild5" presStyleCnt="0"/>
      <dgm:spPr/>
    </dgm:pt>
    <dgm:pt modelId="{F1396398-C9F6-48F4-AA4F-1E9F79E1591E}" type="pres">
      <dgm:prSet presAssocID="{CD9829E7-840B-4B2B-A393-F04E987952D6}" presName="Name37" presStyleLbl="parChTrans1D3" presStyleIdx="7" presStyleCnt="11"/>
      <dgm:spPr/>
    </dgm:pt>
    <dgm:pt modelId="{E5126307-494E-4B84-9F19-09827FC9D874}" type="pres">
      <dgm:prSet presAssocID="{52C3973C-B7F3-447F-8C8A-6D0C97AC7D87}" presName="hierRoot2" presStyleCnt="0">
        <dgm:presLayoutVars>
          <dgm:hierBranch val="init"/>
        </dgm:presLayoutVars>
      </dgm:prSet>
      <dgm:spPr/>
    </dgm:pt>
    <dgm:pt modelId="{CDBA4625-BF3A-434F-ABBE-CC242A863C0C}" type="pres">
      <dgm:prSet presAssocID="{52C3973C-B7F3-447F-8C8A-6D0C97AC7D87}" presName="rootComposite" presStyleCnt="0"/>
      <dgm:spPr/>
    </dgm:pt>
    <dgm:pt modelId="{55D6CDA0-E2F8-4F44-91CF-D45B8B7CACAF}" type="pres">
      <dgm:prSet presAssocID="{52C3973C-B7F3-447F-8C8A-6D0C97AC7D87}" presName="rootText" presStyleLbl="node3" presStyleIdx="7" presStyleCnt="11">
        <dgm:presLayoutVars>
          <dgm:chPref val="3"/>
        </dgm:presLayoutVars>
      </dgm:prSet>
      <dgm:spPr/>
    </dgm:pt>
    <dgm:pt modelId="{DF812D3D-1348-45D9-861B-C0CE67CEE8DF}" type="pres">
      <dgm:prSet presAssocID="{52C3973C-B7F3-447F-8C8A-6D0C97AC7D87}" presName="rootConnector" presStyleLbl="node3" presStyleIdx="7" presStyleCnt="11"/>
      <dgm:spPr/>
    </dgm:pt>
    <dgm:pt modelId="{D2AC8B04-FBE8-4F82-8DC3-90F7410252E8}" type="pres">
      <dgm:prSet presAssocID="{52C3973C-B7F3-447F-8C8A-6D0C97AC7D87}" presName="hierChild4" presStyleCnt="0"/>
      <dgm:spPr/>
    </dgm:pt>
    <dgm:pt modelId="{2E6867E7-74AC-4BF1-A9FA-4AC7261C94EA}" type="pres">
      <dgm:prSet presAssocID="{7503258F-CB4C-4821-9D8D-C5A58C1571DE}" presName="Name37" presStyleLbl="parChTrans1D4" presStyleIdx="16" presStyleCnt="22"/>
      <dgm:spPr/>
    </dgm:pt>
    <dgm:pt modelId="{F4FE13A6-9F02-4216-96F7-5149500E79F8}" type="pres">
      <dgm:prSet presAssocID="{6179B0DF-E47A-4DC1-A6E5-35A2A8035506}" presName="hierRoot2" presStyleCnt="0">
        <dgm:presLayoutVars>
          <dgm:hierBranch val="init"/>
        </dgm:presLayoutVars>
      </dgm:prSet>
      <dgm:spPr/>
    </dgm:pt>
    <dgm:pt modelId="{B910A640-20F8-40CB-8C21-72D3292DAF7D}" type="pres">
      <dgm:prSet presAssocID="{6179B0DF-E47A-4DC1-A6E5-35A2A8035506}" presName="rootComposite" presStyleCnt="0"/>
      <dgm:spPr/>
    </dgm:pt>
    <dgm:pt modelId="{3865DB16-34F6-41C8-ABAD-5A68CDC1E618}" type="pres">
      <dgm:prSet presAssocID="{6179B0DF-E47A-4DC1-A6E5-35A2A8035506}" presName="rootText" presStyleLbl="node4" presStyleIdx="16" presStyleCnt="22">
        <dgm:presLayoutVars>
          <dgm:chPref val="3"/>
        </dgm:presLayoutVars>
      </dgm:prSet>
      <dgm:spPr/>
    </dgm:pt>
    <dgm:pt modelId="{1002BD22-EA91-46EA-86D5-BC40AAB8FD27}" type="pres">
      <dgm:prSet presAssocID="{6179B0DF-E47A-4DC1-A6E5-35A2A8035506}" presName="rootConnector" presStyleLbl="node4" presStyleIdx="16" presStyleCnt="22"/>
      <dgm:spPr/>
    </dgm:pt>
    <dgm:pt modelId="{C18C182C-25D6-4782-AA35-57666DC65905}" type="pres">
      <dgm:prSet presAssocID="{6179B0DF-E47A-4DC1-A6E5-35A2A8035506}" presName="hierChild4" presStyleCnt="0"/>
      <dgm:spPr/>
    </dgm:pt>
    <dgm:pt modelId="{4BF485B8-AACE-48A9-A30C-D711169146EB}" type="pres">
      <dgm:prSet presAssocID="{6179B0DF-E47A-4DC1-A6E5-35A2A8035506}" presName="hierChild5" presStyleCnt="0"/>
      <dgm:spPr/>
    </dgm:pt>
    <dgm:pt modelId="{16D600AC-D904-45AA-A6C7-5EAC376DA718}" type="pres">
      <dgm:prSet presAssocID="{FB0EDD93-3471-4BEA-9C74-D18C3A65BE60}" presName="Name37" presStyleLbl="parChTrans1D4" presStyleIdx="17" presStyleCnt="22"/>
      <dgm:spPr/>
    </dgm:pt>
    <dgm:pt modelId="{19997ABE-8B23-4115-8D41-E55CAF4E9A9E}" type="pres">
      <dgm:prSet presAssocID="{63C0A874-E3F2-452F-95FF-C800D865E671}" presName="hierRoot2" presStyleCnt="0">
        <dgm:presLayoutVars>
          <dgm:hierBranch val="init"/>
        </dgm:presLayoutVars>
      </dgm:prSet>
      <dgm:spPr/>
    </dgm:pt>
    <dgm:pt modelId="{B30779DE-CD89-4193-B231-8CEF0AA2897B}" type="pres">
      <dgm:prSet presAssocID="{63C0A874-E3F2-452F-95FF-C800D865E671}" presName="rootComposite" presStyleCnt="0"/>
      <dgm:spPr/>
    </dgm:pt>
    <dgm:pt modelId="{0A5EED6C-F2BD-4DA1-9DA3-1CF629ED9ABF}" type="pres">
      <dgm:prSet presAssocID="{63C0A874-E3F2-452F-95FF-C800D865E671}" presName="rootText" presStyleLbl="node4" presStyleIdx="17" presStyleCnt="22">
        <dgm:presLayoutVars>
          <dgm:chPref val="3"/>
        </dgm:presLayoutVars>
      </dgm:prSet>
      <dgm:spPr/>
    </dgm:pt>
    <dgm:pt modelId="{E016FB47-A545-488F-83C0-0164DBB3E565}" type="pres">
      <dgm:prSet presAssocID="{63C0A874-E3F2-452F-95FF-C800D865E671}" presName="rootConnector" presStyleLbl="node4" presStyleIdx="17" presStyleCnt="22"/>
      <dgm:spPr/>
    </dgm:pt>
    <dgm:pt modelId="{C5D3D9A3-9B9F-4B58-858C-0AE3A2824D6A}" type="pres">
      <dgm:prSet presAssocID="{63C0A874-E3F2-452F-95FF-C800D865E671}" presName="hierChild4" presStyleCnt="0"/>
      <dgm:spPr/>
    </dgm:pt>
    <dgm:pt modelId="{DFB0B1A0-7FB2-4E96-A127-0730B3209EE1}" type="pres">
      <dgm:prSet presAssocID="{63C0A874-E3F2-452F-95FF-C800D865E671}" presName="hierChild5" presStyleCnt="0"/>
      <dgm:spPr/>
    </dgm:pt>
    <dgm:pt modelId="{F7AAA351-ABAF-4340-BBFE-7A50D4EFAA74}" type="pres">
      <dgm:prSet presAssocID="{52C3973C-B7F3-447F-8C8A-6D0C97AC7D87}" presName="hierChild5" presStyleCnt="0"/>
      <dgm:spPr/>
    </dgm:pt>
    <dgm:pt modelId="{A96D6414-3676-4A92-85D8-5DD124BA2942}" type="pres">
      <dgm:prSet presAssocID="{145D55AA-61E0-495C-8F2D-EE36475B0338}" presName="hierChild5" presStyleCnt="0"/>
      <dgm:spPr/>
    </dgm:pt>
    <dgm:pt modelId="{B67FA171-3DC1-4B30-B97D-AAB0EE775448}" type="pres">
      <dgm:prSet presAssocID="{F8130828-F801-48B7-A83D-32C060147E31}" presName="Name37" presStyleLbl="parChTrans1D2" presStyleIdx="3" presStyleCnt="12"/>
      <dgm:spPr/>
    </dgm:pt>
    <dgm:pt modelId="{9050899D-C12D-433D-BA67-5366AE2099EB}" type="pres">
      <dgm:prSet presAssocID="{75DFC915-9462-4A30-AE1F-37CE18B3C6D2}" presName="hierRoot2" presStyleCnt="0">
        <dgm:presLayoutVars>
          <dgm:hierBranch val="init"/>
        </dgm:presLayoutVars>
      </dgm:prSet>
      <dgm:spPr/>
    </dgm:pt>
    <dgm:pt modelId="{FA4CBB32-6DC4-463A-97E6-6F6C874672E4}" type="pres">
      <dgm:prSet presAssocID="{75DFC915-9462-4A30-AE1F-37CE18B3C6D2}" presName="rootComposite" presStyleCnt="0"/>
      <dgm:spPr/>
    </dgm:pt>
    <dgm:pt modelId="{858CCC95-E4CA-427E-8CC5-EA54BE327E50}" type="pres">
      <dgm:prSet presAssocID="{75DFC915-9462-4A30-AE1F-37CE18B3C6D2}" presName="rootText" presStyleLbl="node2" presStyleIdx="3" presStyleCnt="5" custScaleX="227286">
        <dgm:presLayoutVars>
          <dgm:chPref val="3"/>
        </dgm:presLayoutVars>
      </dgm:prSet>
      <dgm:spPr/>
    </dgm:pt>
    <dgm:pt modelId="{6F0642B5-C6D2-460F-8B0D-117246BD79FD}" type="pres">
      <dgm:prSet presAssocID="{75DFC915-9462-4A30-AE1F-37CE18B3C6D2}" presName="rootConnector" presStyleLbl="node2" presStyleIdx="3" presStyleCnt="5"/>
      <dgm:spPr/>
    </dgm:pt>
    <dgm:pt modelId="{212E254B-8521-46A2-8B27-60BF05F6C21C}" type="pres">
      <dgm:prSet presAssocID="{75DFC915-9462-4A30-AE1F-37CE18B3C6D2}" presName="hierChild4" presStyleCnt="0"/>
      <dgm:spPr/>
    </dgm:pt>
    <dgm:pt modelId="{362C6395-CDA7-4EB2-8956-CE67599F0711}" type="pres">
      <dgm:prSet presAssocID="{81DA8363-0B62-47BB-A1C0-276F95F61685}" presName="Name37" presStyleLbl="parChTrans1D3" presStyleIdx="8" presStyleCnt="11"/>
      <dgm:spPr/>
    </dgm:pt>
    <dgm:pt modelId="{12FC3C31-BF70-463F-85E6-6C6DECA5ECB0}" type="pres">
      <dgm:prSet presAssocID="{05459587-4988-4521-A172-715582190CFB}" presName="hierRoot2" presStyleCnt="0">
        <dgm:presLayoutVars>
          <dgm:hierBranch val="init"/>
        </dgm:presLayoutVars>
      </dgm:prSet>
      <dgm:spPr/>
    </dgm:pt>
    <dgm:pt modelId="{692356F9-16E3-4269-AC10-B48F562F6350}" type="pres">
      <dgm:prSet presAssocID="{05459587-4988-4521-A172-715582190CFB}" presName="rootComposite" presStyleCnt="0"/>
      <dgm:spPr/>
    </dgm:pt>
    <dgm:pt modelId="{F5119AFF-7505-49C6-B8CC-5346C5423816}" type="pres">
      <dgm:prSet presAssocID="{05459587-4988-4521-A172-715582190CFB}" presName="rootText" presStyleLbl="node3" presStyleIdx="8" presStyleCnt="11">
        <dgm:presLayoutVars>
          <dgm:chPref val="3"/>
        </dgm:presLayoutVars>
      </dgm:prSet>
      <dgm:spPr/>
    </dgm:pt>
    <dgm:pt modelId="{E4298F15-1B1C-4C7E-A9D9-C674AC3871A9}" type="pres">
      <dgm:prSet presAssocID="{05459587-4988-4521-A172-715582190CFB}" presName="rootConnector" presStyleLbl="node3" presStyleIdx="8" presStyleCnt="11"/>
      <dgm:spPr/>
    </dgm:pt>
    <dgm:pt modelId="{596DD6B5-721C-4365-8C70-A33DA29F2333}" type="pres">
      <dgm:prSet presAssocID="{05459587-4988-4521-A172-715582190CFB}" presName="hierChild4" presStyleCnt="0"/>
      <dgm:spPr/>
    </dgm:pt>
    <dgm:pt modelId="{109402AC-4CF6-4F22-8D6A-D3C1188B5393}" type="pres">
      <dgm:prSet presAssocID="{2CEDF25F-6939-4F31-AEE1-81814F018153}" presName="Name37" presStyleLbl="parChTrans1D4" presStyleIdx="18" presStyleCnt="22"/>
      <dgm:spPr/>
    </dgm:pt>
    <dgm:pt modelId="{FE28105F-AAFF-4966-AA84-32417214F510}" type="pres">
      <dgm:prSet presAssocID="{64C84F6C-4C89-42C9-BBFB-E3A9FEECB53C}" presName="hierRoot2" presStyleCnt="0">
        <dgm:presLayoutVars>
          <dgm:hierBranch val="init"/>
        </dgm:presLayoutVars>
      </dgm:prSet>
      <dgm:spPr/>
    </dgm:pt>
    <dgm:pt modelId="{817482A5-22DC-49F3-9CA3-FD065E6B35CF}" type="pres">
      <dgm:prSet presAssocID="{64C84F6C-4C89-42C9-BBFB-E3A9FEECB53C}" presName="rootComposite" presStyleCnt="0"/>
      <dgm:spPr/>
    </dgm:pt>
    <dgm:pt modelId="{7845EB6B-B9D0-4329-A00A-A032CFA8607F}" type="pres">
      <dgm:prSet presAssocID="{64C84F6C-4C89-42C9-BBFB-E3A9FEECB53C}" presName="rootText" presStyleLbl="node4" presStyleIdx="18" presStyleCnt="22">
        <dgm:presLayoutVars>
          <dgm:chPref val="3"/>
        </dgm:presLayoutVars>
      </dgm:prSet>
      <dgm:spPr/>
    </dgm:pt>
    <dgm:pt modelId="{D028122C-9A8C-400D-91B3-5E431B062B11}" type="pres">
      <dgm:prSet presAssocID="{64C84F6C-4C89-42C9-BBFB-E3A9FEECB53C}" presName="rootConnector" presStyleLbl="node4" presStyleIdx="18" presStyleCnt="22"/>
      <dgm:spPr/>
    </dgm:pt>
    <dgm:pt modelId="{D8068839-FC4C-47FD-9D5B-EA790A28BE59}" type="pres">
      <dgm:prSet presAssocID="{64C84F6C-4C89-42C9-BBFB-E3A9FEECB53C}" presName="hierChild4" presStyleCnt="0"/>
      <dgm:spPr/>
    </dgm:pt>
    <dgm:pt modelId="{68BB8EBF-EF42-4AA7-A502-A2898DA40447}" type="pres">
      <dgm:prSet presAssocID="{64C84F6C-4C89-42C9-BBFB-E3A9FEECB53C}" presName="hierChild5" presStyleCnt="0"/>
      <dgm:spPr/>
    </dgm:pt>
    <dgm:pt modelId="{4ACA9E40-9061-4DB8-AF0E-E26B8E3C0D3A}" type="pres">
      <dgm:prSet presAssocID="{05459587-4988-4521-A172-715582190CFB}" presName="hierChild5" presStyleCnt="0"/>
      <dgm:spPr/>
    </dgm:pt>
    <dgm:pt modelId="{BE316BAB-E484-4713-88F8-60BFB9ECB2F9}" type="pres">
      <dgm:prSet presAssocID="{3C79FE37-D072-433C-85E3-76D9529FB2A4}" presName="Name37" presStyleLbl="parChTrans1D3" presStyleIdx="9" presStyleCnt="11"/>
      <dgm:spPr/>
    </dgm:pt>
    <dgm:pt modelId="{235CF454-738B-405A-85CD-421FFD5C9EB4}" type="pres">
      <dgm:prSet presAssocID="{1B6E74F3-B5A8-441C-AB65-775DCB44F666}" presName="hierRoot2" presStyleCnt="0">
        <dgm:presLayoutVars>
          <dgm:hierBranch val="init"/>
        </dgm:presLayoutVars>
      </dgm:prSet>
      <dgm:spPr/>
    </dgm:pt>
    <dgm:pt modelId="{6EA77787-3398-4DDC-B818-D55AA7CE88B1}" type="pres">
      <dgm:prSet presAssocID="{1B6E74F3-B5A8-441C-AB65-775DCB44F666}" presName="rootComposite" presStyleCnt="0"/>
      <dgm:spPr/>
    </dgm:pt>
    <dgm:pt modelId="{8D4EDDFD-3F99-48DD-B17E-DED0EC8CDDD0}" type="pres">
      <dgm:prSet presAssocID="{1B6E74F3-B5A8-441C-AB65-775DCB44F666}" presName="rootText" presStyleLbl="node3" presStyleIdx="9" presStyleCnt="11">
        <dgm:presLayoutVars>
          <dgm:chPref val="3"/>
        </dgm:presLayoutVars>
      </dgm:prSet>
      <dgm:spPr/>
    </dgm:pt>
    <dgm:pt modelId="{71A8528D-5007-41C3-81C5-D5BBF6988692}" type="pres">
      <dgm:prSet presAssocID="{1B6E74F3-B5A8-441C-AB65-775DCB44F666}" presName="rootConnector" presStyleLbl="node3" presStyleIdx="9" presStyleCnt="11"/>
      <dgm:spPr/>
    </dgm:pt>
    <dgm:pt modelId="{41266EB5-6822-4380-8214-AF227CA6FBE2}" type="pres">
      <dgm:prSet presAssocID="{1B6E74F3-B5A8-441C-AB65-775DCB44F666}" presName="hierChild4" presStyleCnt="0"/>
      <dgm:spPr/>
    </dgm:pt>
    <dgm:pt modelId="{A43EF91F-8DA5-43EF-8EB3-BB146F5BF4EF}" type="pres">
      <dgm:prSet presAssocID="{260C4ED7-3608-4DAA-8893-2CC8555D359C}" presName="Name37" presStyleLbl="parChTrans1D4" presStyleIdx="19" presStyleCnt="22"/>
      <dgm:spPr/>
    </dgm:pt>
    <dgm:pt modelId="{40E0D3DD-9B1A-422B-BD4A-8E6C3E301DC3}" type="pres">
      <dgm:prSet presAssocID="{BB5616D0-CD6B-4AFA-914E-D4A64560E1D3}" presName="hierRoot2" presStyleCnt="0">
        <dgm:presLayoutVars>
          <dgm:hierBranch val="init"/>
        </dgm:presLayoutVars>
      </dgm:prSet>
      <dgm:spPr/>
    </dgm:pt>
    <dgm:pt modelId="{BA48E19B-0F9D-481F-AD1E-7CEDD78FF588}" type="pres">
      <dgm:prSet presAssocID="{BB5616D0-CD6B-4AFA-914E-D4A64560E1D3}" presName="rootComposite" presStyleCnt="0"/>
      <dgm:spPr/>
    </dgm:pt>
    <dgm:pt modelId="{6EE46714-DE7C-41DB-BFF7-B9C85E642D2D}" type="pres">
      <dgm:prSet presAssocID="{BB5616D0-CD6B-4AFA-914E-D4A64560E1D3}" presName="rootText" presStyleLbl="node4" presStyleIdx="19" presStyleCnt="22">
        <dgm:presLayoutVars>
          <dgm:chPref val="3"/>
        </dgm:presLayoutVars>
      </dgm:prSet>
      <dgm:spPr/>
    </dgm:pt>
    <dgm:pt modelId="{4A3DB128-2895-4B3C-A51E-CF03A0BEF216}" type="pres">
      <dgm:prSet presAssocID="{BB5616D0-CD6B-4AFA-914E-D4A64560E1D3}" presName="rootConnector" presStyleLbl="node4" presStyleIdx="19" presStyleCnt="22"/>
      <dgm:spPr/>
    </dgm:pt>
    <dgm:pt modelId="{BD90B170-03AB-4761-B381-6689039A91D7}" type="pres">
      <dgm:prSet presAssocID="{BB5616D0-CD6B-4AFA-914E-D4A64560E1D3}" presName="hierChild4" presStyleCnt="0"/>
      <dgm:spPr/>
    </dgm:pt>
    <dgm:pt modelId="{4B14A816-4F72-4208-BF15-B15153F3E357}" type="pres">
      <dgm:prSet presAssocID="{BB5616D0-CD6B-4AFA-914E-D4A64560E1D3}" presName="hierChild5" presStyleCnt="0"/>
      <dgm:spPr/>
    </dgm:pt>
    <dgm:pt modelId="{C213A015-EC16-4B9F-A988-FF8A7BBB88A6}" type="pres">
      <dgm:prSet presAssocID="{226E3F2A-149C-4E31-AF49-05035199D23B}" presName="Name37" presStyleLbl="parChTrans1D4" presStyleIdx="20" presStyleCnt="22"/>
      <dgm:spPr/>
    </dgm:pt>
    <dgm:pt modelId="{C8E409F6-B69C-4B41-87EF-A9E9AF5BCB9B}" type="pres">
      <dgm:prSet presAssocID="{F35FFE74-4990-45D5-A4CB-80872A2AC027}" presName="hierRoot2" presStyleCnt="0">
        <dgm:presLayoutVars>
          <dgm:hierBranch val="init"/>
        </dgm:presLayoutVars>
      </dgm:prSet>
      <dgm:spPr/>
    </dgm:pt>
    <dgm:pt modelId="{C5884F31-3884-49C7-AE8F-6D03B960CFBC}" type="pres">
      <dgm:prSet presAssocID="{F35FFE74-4990-45D5-A4CB-80872A2AC027}" presName="rootComposite" presStyleCnt="0"/>
      <dgm:spPr/>
    </dgm:pt>
    <dgm:pt modelId="{23C620D9-0E46-4B77-A12F-3537A154FCBA}" type="pres">
      <dgm:prSet presAssocID="{F35FFE74-4990-45D5-A4CB-80872A2AC027}" presName="rootText" presStyleLbl="node4" presStyleIdx="20" presStyleCnt="22">
        <dgm:presLayoutVars>
          <dgm:chPref val="3"/>
        </dgm:presLayoutVars>
      </dgm:prSet>
      <dgm:spPr/>
    </dgm:pt>
    <dgm:pt modelId="{3347A672-0AAE-421D-9612-0367CFCB23F6}" type="pres">
      <dgm:prSet presAssocID="{F35FFE74-4990-45D5-A4CB-80872A2AC027}" presName="rootConnector" presStyleLbl="node4" presStyleIdx="20" presStyleCnt="22"/>
      <dgm:spPr/>
    </dgm:pt>
    <dgm:pt modelId="{7E4EA97F-D44D-4A84-B8A6-BC873F0F6586}" type="pres">
      <dgm:prSet presAssocID="{F35FFE74-4990-45D5-A4CB-80872A2AC027}" presName="hierChild4" presStyleCnt="0"/>
      <dgm:spPr/>
    </dgm:pt>
    <dgm:pt modelId="{82F18416-9B46-4985-91B7-8A7EE4F32A6D}" type="pres">
      <dgm:prSet presAssocID="{F35FFE74-4990-45D5-A4CB-80872A2AC027}" presName="hierChild5" presStyleCnt="0"/>
      <dgm:spPr/>
    </dgm:pt>
    <dgm:pt modelId="{7737F3F5-144A-4757-A10B-63150BBE79A5}" type="pres">
      <dgm:prSet presAssocID="{1B6E74F3-B5A8-441C-AB65-775DCB44F666}" presName="hierChild5" presStyleCnt="0"/>
      <dgm:spPr/>
    </dgm:pt>
    <dgm:pt modelId="{EE5F734F-9F36-4C79-A3BC-220E7FAA674E}" type="pres">
      <dgm:prSet presAssocID="{75DFC915-9462-4A30-AE1F-37CE18B3C6D2}" presName="hierChild5" presStyleCnt="0"/>
      <dgm:spPr/>
    </dgm:pt>
    <dgm:pt modelId="{BCDC2B85-A8D5-4593-867F-DC0483840EB2}" type="pres">
      <dgm:prSet presAssocID="{E93B594F-0000-4F1E-9B42-4CBD54251AE9}" presName="Name37" presStyleLbl="parChTrans1D2" presStyleIdx="4" presStyleCnt="12"/>
      <dgm:spPr/>
    </dgm:pt>
    <dgm:pt modelId="{5737F07D-3BAB-48F7-A08D-31C96ABB745A}" type="pres">
      <dgm:prSet presAssocID="{CFBF96BE-57AC-4278-BEE8-4529105B485E}" presName="hierRoot2" presStyleCnt="0">
        <dgm:presLayoutVars>
          <dgm:hierBranch val="init"/>
        </dgm:presLayoutVars>
      </dgm:prSet>
      <dgm:spPr/>
    </dgm:pt>
    <dgm:pt modelId="{400E70F2-206E-4207-9BAE-AA4950AB067D}" type="pres">
      <dgm:prSet presAssocID="{CFBF96BE-57AC-4278-BEE8-4529105B485E}" presName="rootComposite" presStyleCnt="0"/>
      <dgm:spPr/>
    </dgm:pt>
    <dgm:pt modelId="{B6882BBA-C028-45B6-AA74-004B50941257}" type="pres">
      <dgm:prSet presAssocID="{CFBF96BE-57AC-4278-BEE8-4529105B485E}" presName="rootText" presStyleLbl="node2" presStyleIdx="4" presStyleCnt="5">
        <dgm:presLayoutVars>
          <dgm:chPref val="3"/>
        </dgm:presLayoutVars>
      </dgm:prSet>
      <dgm:spPr/>
    </dgm:pt>
    <dgm:pt modelId="{566DBE28-CF1C-4D21-A527-ACA2FA65BB5E}" type="pres">
      <dgm:prSet presAssocID="{CFBF96BE-57AC-4278-BEE8-4529105B485E}" presName="rootConnector" presStyleLbl="node2" presStyleIdx="4" presStyleCnt="5"/>
      <dgm:spPr/>
    </dgm:pt>
    <dgm:pt modelId="{03CD7D9C-8C3B-4156-87BC-15BE577EF0F1}" type="pres">
      <dgm:prSet presAssocID="{CFBF96BE-57AC-4278-BEE8-4529105B485E}" presName="hierChild4" presStyleCnt="0"/>
      <dgm:spPr/>
    </dgm:pt>
    <dgm:pt modelId="{5489D5DD-FC37-42DE-962B-6993F423AF34}" type="pres">
      <dgm:prSet presAssocID="{B8FCF6F9-076B-4699-9E4E-2CA4C23B8C97}" presName="Name37" presStyleLbl="parChTrans1D3" presStyleIdx="10" presStyleCnt="11"/>
      <dgm:spPr/>
    </dgm:pt>
    <dgm:pt modelId="{BA5F6171-F2F1-43FD-B8E5-B5CCA007C296}" type="pres">
      <dgm:prSet presAssocID="{435BDAA4-6C6D-4BA3-863B-6A6502930384}" presName="hierRoot2" presStyleCnt="0">
        <dgm:presLayoutVars>
          <dgm:hierBranch val="init"/>
        </dgm:presLayoutVars>
      </dgm:prSet>
      <dgm:spPr/>
    </dgm:pt>
    <dgm:pt modelId="{9310BCC2-D236-4405-9CC4-65E08969ADA7}" type="pres">
      <dgm:prSet presAssocID="{435BDAA4-6C6D-4BA3-863B-6A6502930384}" presName="rootComposite" presStyleCnt="0"/>
      <dgm:spPr/>
    </dgm:pt>
    <dgm:pt modelId="{D27AD6E2-F859-4EE0-99E8-AC86C2B80631}" type="pres">
      <dgm:prSet presAssocID="{435BDAA4-6C6D-4BA3-863B-6A6502930384}" presName="rootText" presStyleLbl="node3" presStyleIdx="10" presStyleCnt="11">
        <dgm:presLayoutVars>
          <dgm:chPref val="3"/>
        </dgm:presLayoutVars>
      </dgm:prSet>
      <dgm:spPr/>
    </dgm:pt>
    <dgm:pt modelId="{B5B547D9-1EC6-4C68-97AC-E62BDA82905D}" type="pres">
      <dgm:prSet presAssocID="{435BDAA4-6C6D-4BA3-863B-6A6502930384}" presName="rootConnector" presStyleLbl="node3" presStyleIdx="10" presStyleCnt="11"/>
      <dgm:spPr/>
    </dgm:pt>
    <dgm:pt modelId="{9BE8806E-47EF-4996-A6CC-711244C7C529}" type="pres">
      <dgm:prSet presAssocID="{435BDAA4-6C6D-4BA3-863B-6A6502930384}" presName="hierChild4" presStyleCnt="0"/>
      <dgm:spPr/>
    </dgm:pt>
    <dgm:pt modelId="{3F275E6C-EF52-44B6-A1FE-02C759FE80EB}" type="pres">
      <dgm:prSet presAssocID="{20C93597-4DC1-4325-8363-E7CD2A9D1B4A}" presName="Name37" presStyleLbl="parChTrans1D4" presStyleIdx="21" presStyleCnt="22"/>
      <dgm:spPr/>
    </dgm:pt>
    <dgm:pt modelId="{38E28F90-9147-4454-ACA9-26C25A166647}" type="pres">
      <dgm:prSet presAssocID="{6AE7F5F1-29A0-46DF-AACF-A442207EF17A}" presName="hierRoot2" presStyleCnt="0">
        <dgm:presLayoutVars>
          <dgm:hierBranch val="init"/>
        </dgm:presLayoutVars>
      </dgm:prSet>
      <dgm:spPr/>
    </dgm:pt>
    <dgm:pt modelId="{F2F68809-52F8-4638-9C48-524C58408B9D}" type="pres">
      <dgm:prSet presAssocID="{6AE7F5F1-29A0-46DF-AACF-A442207EF17A}" presName="rootComposite" presStyleCnt="0"/>
      <dgm:spPr/>
    </dgm:pt>
    <dgm:pt modelId="{ED8C2754-99A8-4ED1-BB55-3C2EFFCC0D21}" type="pres">
      <dgm:prSet presAssocID="{6AE7F5F1-29A0-46DF-AACF-A442207EF17A}" presName="rootText" presStyleLbl="node4" presStyleIdx="21" presStyleCnt="22">
        <dgm:presLayoutVars>
          <dgm:chPref val="3"/>
        </dgm:presLayoutVars>
      </dgm:prSet>
      <dgm:spPr/>
    </dgm:pt>
    <dgm:pt modelId="{83DC080B-07F6-4C80-8867-801273870E8D}" type="pres">
      <dgm:prSet presAssocID="{6AE7F5F1-29A0-46DF-AACF-A442207EF17A}" presName="rootConnector" presStyleLbl="node4" presStyleIdx="21" presStyleCnt="22"/>
      <dgm:spPr/>
    </dgm:pt>
    <dgm:pt modelId="{A000072A-B8CD-46B7-A5B4-C1AF819C612E}" type="pres">
      <dgm:prSet presAssocID="{6AE7F5F1-29A0-46DF-AACF-A442207EF17A}" presName="hierChild4" presStyleCnt="0"/>
      <dgm:spPr/>
    </dgm:pt>
    <dgm:pt modelId="{0C1A2FD9-ADE7-474A-9178-0403F08F3C3B}" type="pres">
      <dgm:prSet presAssocID="{6AE7F5F1-29A0-46DF-AACF-A442207EF17A}" presName="hierChild5" presStyleCnt="0"/>
      <dgm:spPr/>
    </dgm:pt>
    <dgm:pt modelId="{79A93CA2-F414-43B6-B79D-28829BC2FEA2}" type="pres">
      <dgm:prSet presAssocID="{435BDAA4-6C6D-4BA3-863B-6A6502930384}" presName="hierChild5" presStyleCnt="0"/>
      <dgm:spPr/>
    </dgm:pt>
    <dgm:pt modelId="{FD21FF1C-F2CA-4171-8B6E-255BBCDFCAB3}" type="pres">
      <dgm:prSet presAssocID="{CFBF96BE-57AC-4278-BEE8-4529105B485E}" presName="hierChild5" presStyleCnt="0"/>
      <dgm:spPr/>
    </dgm:pt>
    <dgm:pt modelId="{A3AAC15C-000A-445D-B4DF-8F50490B99CA}" type="pres">
      <dgm:prSet presAssocID="{10A0EA3D-3AD4-4A16-AC66-3525B6400D15}" presName="hierChild3" presStyleCnt="0"/>
      <dgm:spPr/>
    </dgm:pt>
    <dgm:pt modelId="{5807B7EF-9312-4F09-B85B-9298EF1235EB}" type="pres">
      <dgm:prSet presAssocID="{512D1E28-3768-40E2-87B5-0BB9D809078E}" presName="Name111" presStyleLbl="parChTrans1D2" presStyleIdx="5" presStyleCnt="12"/>
      <dgm:spPr/>
    </dgm:pt>
    <dgm:pt modelId="{8142265B-C9DC-4352-A043-0DEDE3172750}" type="pres">
      <dgm:prSet presAssocID="{447A1B5D-8039-45F0-9ECE-261F036D13DA}" presName="hierRoot3" presStyleCnt="0">
        <dgm:presLayoutVars>
          <dgm:hierBranch val="init"/>
        </dgm:presLayoutVars>
      </dgm:prSet>
      <dgm:spPr/>
    </dgm:pt>
    <dgm:pt modelId="{08547F61-78B2-4132-8398-A920011B714B}" type="pres">
      <dgm:prSet presAssocID="{447A1B5D-8039-45F0-9ECE-261F036D13DA}" presName="rootComposite3" presStyleCnt="0"/>
      <dgm:spPr/>
    </dgm:pt>
    <dgm:pt modelId="{DA9D0B77-4A25-45A1-A094-512AAE78F810}" type="pres">
      <dgm:prSet presAssocID="{447A1B5D-8039-45F0-9ECE-261F036D13DA}" presName="rootText3" presStyleLbl="asst1" presStyleIdx="0" presStyleCnt="7">
        <dgm:presLayoutVars>
          <dgm:chPref val="3"/>
        </dgm:presLayoutVars>
      </dgm:prSet>
      <dgm:spPr/>
    </dgm:pt>
    <dgm:pt modelId="{627BFB9F-FFB7-4FA2-B475-61D1D2979FB8}" type="pres">
      <dgm:prSet presAssocID="{447A1B5D-8039-45F0-9ECE-261F036D13DA}" presName="rootConnector3" presStyleLbl="asst1" presStyleIdx="0" presStyleCnt="7"/>
      <dgm:spPr/>
    </dgm:pt>
    <dgm:pt modelId="{57F67EA6-9BD5-4EA5-9DA4-9BB7E69CD782}" type="pres">
      <dgm:prSet presAssocID="{447A1B5D-8039-45F0-9ECE-261F036D13DA}" presName="hierChild6" presStyleCnt="0"/>
      <dgm:spPr/>
    </dgm:pt>
    <dgm:pt modelId="{6EE4D6C9-AFD6-4116-839A-6E031003001E}" type="pres">
      <dgm:prSet presAssocID="{447A1B5D-8039-45F0-9ECE-261F036D13DA}" presName="hierChild7" presStyleCnt="0"/>
      <dgm:spPr/>
    </dgm:pt>
    <dgm:pt modelId="{22AAB0BD-7074-429F-9628-262563B14750}" type="pres">
      <dgm:prSet presAssocID="{3CAFDF62-99E3-46A6-9EA1-60E955329A78}" presName="Name111" presStyleLbl="parChTrans1D2" presStyleIdx="6" presStyleCnt="12"/>
      <dgm:spPr/>
    </dgm:pt>
    <dgm:pt modelId="{2260E8AB-98F5-46D4-AEF0-E28DD1B67DAE}" type="pres">
      <dgm:prSet presAssocID="{A28E6685-E150-4D33-9D03-232369944133}" presName="hierRoot3" presStyleCnt="0">
        <dgm:presLayoutVars>
          <dgm:hierBranch val="init"/>
        </dgm:presLayoutVars>
      </dgm:prSet>
      <dgm:spPr/>
    </dgm:pt>
    <dgm:pt modelId="{0117635B-8157-4304-B15E-3EF25CF483C3}" type="pres">
      <dgm:prSet presAssocID="{A28E6685-E150-4D33-9D03-232369944133}" presName="rootComposite3" presStyleCnt="0"/>
      <dgm:spPr/>
    </dgm:pt>
    <dgm:pt modelId="{1FF9337E-1DAE-4E3B-8C8B-79D3458F2146}" type="pres">
      <dgm:prSet presAssocID="{A28E6685-E150-4D33-9D03-232369944133}" presName="rootText3" presStyleLbl="asst1" presStyleIdx="1" presStyleCnt="7">
        <dgm:presLayoutVars>
          <dgm:chPref val="3"/>
        </dgm:presLayoutVars>
      </dgm:prSet>
      <dgm:spPr/>
    </dgm:pt>
    <dgm:pt modelId="{76251AA0-4EF3-41E0-B4F6-462B377955A6}" type="pres">
      <dgm:prSet presAssocID="{A28E6685-E150-4D33-9D03-232369944133}" presName="rootConnector3" presStyleLbl="asst1" presStyleIdx="1" presStyleCnt="7"/>
      <dgm:spPr/>
    </dgm:pt>
    <dgm:pt modelId="{8A1A2657-FCFD-4A59-BFFB-02EAD681BFC1}" type="pres">
      <dgm:prSet presAssocID="{A28E6685-E150-4D33-9D03-232369944133}" presName="hierChild6" presStyleCnt="0"/>
      <dgm:spPr/>
    </dgm:pt>
    <dgm:pt modelId="{F222356F-49D6-4B7C-82C8-D5CD80D5934F}" type="pres">
      <dgm:prSet presAssocID="{A28E6685-E150-4D33-9D03-232369944133}" presName="hierChild7" presStyleCnt="0"/>
      <dgm:spPr/>
    </dgm:pt>
    <dgm:pt modelId="{1C94FBB4-CCE5-4507-B609-B54536DEDA02}" type="pres">
      <dgm:prSet presAssocID="{E006E71E-4678-41C1-BD35-AA1907F3E3E1}" presName="Name111" presStyleLbl="parChTrans1D2" presStyleIdx="7" presStyleCnt="12"/>
      <dgm:spPr/>
    </dgm:pt>
    <dgm:pt modelId="{0DE22EA9-2032-4C0B-91EA-D4420B51FC2E}" type="pres">
      <dgm:prSet presAssocID="{B5A6FD4E-C317-412A-BF80-A4DD6388AE1E}" presName="hierRoot3" presStyleCnt="0">
        <dgm:presLayoutVars>
          <dgm:hierBranch val="init"/>
        </dgm:presLayoutVars>
      </dgm:prSet>
      <dgm:spPr/>
    </dgm:pt>
    <dgm:pt modelId="{34B7F1E6-2C18-4496-B221-5F4FC58FFA45}" type="pres">
      <dgm:prSet presAssocID="{B5A6FD4E-C317-412A-BF80-A4DD6388AE1E}" presName="rootComposite3" presStyleCnt="0"/>
      <dgm:spPr/>
    </dgm:pt>
    <dgm:pt modelId="{56D2DBA3-8FC9-47EF-8B72-E976A92BFC9E}" type="pres">
      <dgm:prSet presAssocID="{B5A6FD4E-C317-412A-BF80-A4DD6388AE1E}" presName="rootText3" presStyleLbl="asst1" presStyleIdx="2" presStyleCnt="7">
        <dgm:presLayoutVars>
          <dgm:chPref val="3"/>
        </dgm:presLayoutVars>
      </dgm:prSet>
      <dgm:spPr/>
    </dgm:pt>
    <dgm:pt modelId="{EF2FEA20-EF1B-4B9E-8714-FDAE2CDA1273}" type="pres">
      <dgm:prSet presAssocID="{B5A6FD4E-C317-412A-BF80-A4DD6388AE1E}" presName="rootConnector3" presStyleLbl="asst1" presStyleIdx="2" presStyleCnt="7"/>
      <dgm:spPr/>
    </dgm:pt>
    <dgm:pt modelId="{A16641CE-CCC3-4061-90BE-3D675FF533CB}" type="pres">
      <dgm:prSet presAssocID="{B5A6FD4E-C317-412A-BF80-A4DD6388AE1E}" presName="hierChild6" presStyleCnt="0"/>
      <dgm:spPr/>
    </dgm:pt>
    <dgm:pt modelId="{438BF415-47C8-45F9-B4AE-2D62FB55380B}" type="pres">
      <dgm:prSet presAssocID="{B5A6FD4E-C317-412A-BF80-A4DD6388AE1E}" presName="hierChild7" presStyleCnt="0"/>
      <dgm:spPr/>
    </dgm:pt>
    <dgm:pt modelId="{F3C62A12-978B-4D89-A2EE-E12CF03F9CD4}" type="pres">
      <dgm:prSet presAssocID="{541C7232-16D3-4C11-9150-22C685CE3B13}" presName="Name111" presStyleLbl="parChTrans1D2" presStyleIdx="8" presStyleCnt="12"/>
      <dgm:spPr/>
    </dgm:pt>
    <dgm:pt modelId="{0115078A-8BE9-4357-B0D5-9DB03FF3FE73}" type="pres">
      <dgm:prSet presAssocID="{4491E0E7-6315-42FC-B39B-E70BA8CB8B7D}" presName="hierRoot3" presStyleCnt="0">
        <dgm:presLayoutVars>
          <dgm:hierBranch val="init"/>
        </dgm:presLayoutVars>
      </dgm:prSet>
      <dgm:spPr/>
    </dgm:pt>
    <dgm:pt modelId="{A1F4794C-ED29-490D-BAE4-F9A5E579CC19}" type="pres">
      <dgm:prSet presAssocID="{4491E0E7-6315-42FC-B39B-E70BA8CB8B7D}" presName="rootComposite3" presStyleCnt="0"/>
      <dgm:spPr/>
    </dgm:pt>
    <dgm:pt modelId="{66AB202D-83C6-433B-91C2-F31B25D7CA76}" type="pres">
      <dgm:prSet presAssocID="{4491E0E7-6315-42FC-B39B-E70BA8CB8B7D}" presName="rootText3" presStyleLbl="asst1" presStyleIdx="3" presStyleCnt="7">
        <dgm:presLayoutVars>
          <dgm:chPref val="3"/>
        </dgm:presLayoutVars>
      </dgm:prSet>
      <dgm:spPr/>
    </dgm:pt>
    <dgm:pt modelId="{90AEB87D-7733-49E7-84CD-15D067F7E15F}" type="pres">
      <dgm:prSet presAssocID="{4491E0E7-6315-42FC-B39B-E70BA8CB8B7D}" presName="rootConnector3" presStyleLbl="asst1" presStyleIdx="3" presStyleCnt="7"/>
      <dgm:spPr/>
    </dgm:pt>
    <dgm:pt modelId="{DB159785-0BA5-47A2-B819-23828F5118E8}" type="pres">
      <dgm:prSet presAssocID="{4491E0E7-6315-42FC-B39B-E70BA8CB8B7D}" presName="hierChild6" presStyleCnt="0"/>
      <dgm:spPr/>
    </dgm:pt>
    <dgm:pt modelId="{CE863238-8B5D-4E6F-ADA3-F876D6DB9EDB}" type="pres">
      <dgm:prSet presAssocID="{4491E0E7-6315-42FC-B39B-E70BA8CB8B7D}" presName="hierChild7" presStyleCnt="0"/>
      <dgm:spPr/>
    </dgm:pt>
    <dgm:pt modelId="{A252790A-9EE5-4B69-903F-0F0C7F82ED64}" type="pres">
      <dgm:prSet presAssocID="{FEE8071C-10FB-47DF-BD43-0E8880FB587B}" presName="Name111" presStyleLbl="parChTrans1D2" presStyleIdx="9" presStyleCnt="12"/>
      <dgm:spPr/>
    </dgm:pt>
    <dgm:pt modelId="{C6AF6315-3C75-460A-8B7A-2DF0C6723290}" type="pres">
      <dgm:prSet presAssocID="{CC8CCEFD-8FD2-4C2E-B120-95D4439FE1FB}" presName="hierRoot3" presStyleCnt="0">
        <dgm:presLayoutVars>
          <dgm:hierBranch val="init"/>
        </dgm:presLayoutVars>
      </dgm:prSet>
      <dgm:spPr/>
    </dgm:pt>
    <dgm:pt modelId="{2890F578-EF13-443E-82B8-540E9BD36248}" type="pres">
      <dgm:prSet presAssocID="{CC8CCEFD-8FD2-4C2E-B120-95D4439FE1FB}" presName="rootComposite3" presStyleCnt="0"/>
      <dgm:spPr/>
    </dgm:pt>
    <dgm:pt modelId="{6260527A-A1BC-46B3-B2FA-A33EAFC33443}" type="pres">
      <dgm:prSet presAssocID="{CC8CCEFD-8FD2-4C2E-B120-95D4439FE1FB}" presName="rootText3" presStyleLbl="asst1" presStyleIdx="4" presStyleCnt="7">
        <dgm:presLayoutVars>
          <dgm:chPref val="3"/>
        </dgm:presLayoutVars>
      </dgm:prSet>
      <dgm:spPr/>
    </dgm:pt>
    <dgm:pt modelId="{7640F207-ECE2-4A46-A051-4E5513F7EA55}" type="pres">
      <dgm:prSet presAssocID="{CC8CCEFD-8FD2-4C2E-B120-95D4439FE1FB}" presName="rootConnector3" presStyleLbl="asst1" presStyleIdx="4" presStyleCnt="7"/>
      <dgm:spPr/>
    </dgm:pt>
    <dgm:pt modelId="{01EE3BBB-68B2-4836-8942-D311FF0F4FD8}" type="pres">
      <dgm:prSet presAssocID="{CC8CCEFD-8FD2-4C2E-B120-95D4439FE1FB}" presName="hierChild6" presStyleCnt="0"/>
      <dgm:spPr/>
    </dgm:pt>
    <dgm:pt modelId="{F921AFE0-6A7B-416B-85A7-B4D82079EDB3}" type="pres">
      <dgm:prSet presAssocID="{CC8CCEFD-8FD2-4C2E-B120-95D4439FE1FB}" presName="hierChild7" presStyleCnt="0"/>
      <dgm:spPr/>
    </dgm:pt>
    <dgm:pt modelId="{EFD390CC-FE09-40EC-BD73-87A72AD3CFC2}" type="pres">
      <dgm:prSet presAssocID="{1E06FCCE-8C0D-44D4-B9ED-1DEEDE98627C}" presName="Name111" presStyleLbl="parChTrans1D2" presStyleIdx="10" presStyleCnt="12"/>
      <dgm:spPr/>
    </dgm:pt>
    <dgm:pt modelId="{1241DC82-BB2D-47A5-8C60-11AD5D4AEAFF}" type="pres">
      <dgm:prSet presAssocID="{F574DF73-D72C-476A-9C37-A1A529EDE792}" presName="hierRoot3" presStyleCnt="0">
        <dgm:presLayoutVars>
          <dgm:hierBranch val="init"/>
        </dgm:presLayoutVars>
      </dgm:prSet>
      <dgm:spPr/>
    </dgm:pt>
    <dgm:pt modelId="{0490463D-533F-4AC3-A22B-6B02456C16D9}" type="pres">
      <dgm:prSet presAssocID="{F574DF73-D72C-476A-9C37-A1A529EDE792}" presName="rootComposite3" presStyleCnt="0"/>
      <dgm:spPr/>
    </dgm:pt>
    <dgm:pt modelId="{FF4E7B8F-B42D-46A7-8C73-CEF5B9BD6041}" type="pres">
      <dgm:prSet presAssocID="{F574DF73-D72C-476A-9C37-A1A529EDE792}" presName="rootText3" presStyleLbl="asst1" presStyleIdx="5" presStyleCnt="7">
        <dgm:presLayoutVars>
          <dgm:chPref val="3"/>
        </dgm:presLayoutVars>
      </dgm:prSet>
      <dgm:spPr/>
    </dgm:pt>
    <dgm:pt modelId="{6CA6DA55-2027-4129-BA6D-5412B9E51965}" type="pres">
      <dgm:prSet presAssocID="{F574DF73-D72C-476A-9C37-A1A529EDE792}" presName="rootConnector3" presStyleLbl="asst1" presStyleIdx="5" presStyleCnt="7"/>
      <dgm:spPr/>
    </dgm:pt>
    <dgm:pt modelId="{373E6564-BF95-460E-91FC-5E83EB99B899}" type="pres">
      <dgm:prSet presAssocID="{F574DF73-D72C-476A-9C37-A1A529EDE792}" presName="hierChild6" presStyleCnt="0"/>
      <dgm:spPr/>
    </dgm:pt>
    <dgm:pt modelId="{706CCD49-313B-49D4-B90A-B87A8EB55EF9}" type="pres">
      <dgm:prSet presAssocID="{F574DF73-D72C-476A-9C37-A1A529EDE792}" presName="hierChild7" presStyleCnt="0"/>
      <dgm:spPr/>
    </dgm:pt>
    <dgm:pt modelId="{57DCFC25-CBCC-42C7-B16F-6DD6F572D7D1}" type="pres">
      <dgm:prSet presAssocID="{E8BBC249-8CBA-463C-AB27-B6484B08E1AC}" presName="Name111" presStyleLbl="parChTrans1D2" presStyleIdx="11" presStyleCnt="12"/>
      <dgm:spPr/>
    </dgm:pt>
    <dgm:pt modelId="{B0CF277F-1477-459F-94AE-72699290A67E}" type="pres">
      <dgm:prSet presAssocID="{23DEA2ED-AE8E-43E6-8AE6-F9DB31DBAD76}" presName="hierRoot3" presStyleCnt="0">
        <dgm:presLayoutVars>
          <dgm:hierBranch val="init"/>
        </dgm:presLayoutVars>
      </dgm:prSet>
      <dgm:spPr/>
    </dgm:pt>
    <dgm:pt modelId="{1FA923C1-3483-4C13-9561-0E921FB2240D}" type="pres">
      <dgm:prSet presAssocID="{23DEA2ED-AE8E-43E6-8AE6-F9DB31DBAD76}" presName="rootComposite3" presStyleCnt="0"/>
      <dgm:spPr/>
    </dgm:pt>
    <dgm:pt modelId="{487E56C8-A4B6-4603-B313-09DC2FC0D084}" type="pres">
      <dgm:prSet presAssocID="{23DEA2ED-AE8E-43E6-8AE6-F9DB31DBAD76}" presName="rootText3" presStyleLbl="asst1" presStyleIdx="6" presStyleCnt="7">
        <dgm:presLayoutVars>
          <dgm:chPref val="3"/>
        </dgm:presLayoutVars>
      </dgm:prSet>
      <dgm:spPr/>
    </dgm:pt>
    <dgm:pt modelId="{BF5524A2-72E3-4E16-96A5-21577B5FEB0B}" type="pres">
      <dgm:prSet presAssocID="{23DEA2ED-AE8E-43E6-8AE6-F9DB31DBAD76}" presName="rootConnector3" presStyleLbl="asst1" presStyleIdx="6" presStyleCnt="7"/>
      <dgm:spPr/>
    </dgm:pt>
    <dgm:pt modelId="{9FE7533D-A51E-4F34-9C63-4F0259D3C6C1}" type="pres">
      <dgm:prSet presAssocID="{23DEA2ED-AE8E-43E6-8AE6-F9DB31DBAD76}" presName="hierChild6" presStyleCnt="0"/>
      <dgm:spPr/>
    </dgm:pt>
    <dgm:pt modelId="{5514AB40-4A7E-49D5-96DB-63B3E50F2A85}" type="pres">
      <dgm:prSet presAssocID="{23DEA2ED-AE8E-43E6-8AE6-F9DB31DBAD76}" presName="hierChild7" presStyleCnt="0"/>
      <dgm:spPr/>
    </dgm:pt>
  </dgm:ptLst>
  <dgm:cxnLst>
    <dgm:cxn modelId="{F9E2D201-FFE9-4F49-ACBB-1C61CCD1B666}" type="presOf" srcId="{CA54F505-FAAD-4FFF-AE99-F02D8805AA90}" destId="{CE3C7ECF-52B2-4972-B708-71595BC37092}" srcOrd="0" destOrd="0" presId="urn:microsoft.com/office/officeart/2005/8/layout/orgChart1"/>
    <dgm:cxn modelId="{8CFD9902-76DB-4D53-91D0-7D582C045FF2}" srcId="{950DF26E-17D9-4CD6-BA22-3B12B191F0B1}" destId="{4ED5C0B1-92B0-476D-A064-D707F3607BE3}" srcOrd="0" destOrd="0" parTransId="{17C83013-93B6-4299-822D-850CD1F8E1C4}" sibTransId="{A5A166A9-7ADF-4C77-893B-1E0CB3D4B3BB}"/>
    <dgm:cxn modelId="{67809E03-D1F8-4534-B530-969FDBC79FF1}" type="presOf" srcId="{B5A6FD4E-C317-412A-BF80-A4DD6388AE1E}" destId="{EF2FEA20-EF1B-4B9E-8714-FDAE2CDA1273}" srcOrd="1" destOrd="0" presId="urn:microsoft.com/office/officeart/2005/8/layout/orgChart1"/>
    <dgm:cxn modelId="{D3FA0E07-736B-426D-AD6A-F3EBB6DC45E8}" type="presOf" srcId="{75DFC915-9462-4A30-AE1F-37CE18B3C6D2}" destId="{6F0642B5-C6D2-460F-8B0D-117246BD79FD}" srcOrd="1" destOrd="0" presId="urn:microsoft.com/office/officeart/2005/8/layout/orgChart1"/>
    <dgm:cxn modelId="{9172F407-9DFF-4112-86B7-E924898D6D5B}" type="presOf" srcId="{C08DA14E-AC2A-41C9-8939-B45B3C4534E7}" destId="{1884A9FB-42E4-4FD9-8810-1F98F3262087}" srcOrd="0" destOrd="0" presId="urn:microsoft.com/office/officeart/2005/8/layout/orgChart1"/>
    <dgm:cxn modelId="{2A1AD808-77D8-4BC6-8B93-BA72511A97C4}" type="presOf" srcId="{63C0A874-E3F2-452F-95FF-C800D865E671}" destId="{0A5EED6C-F2BD-4DA1-9DA3-1CF629ED9ABF}" srcOrd="0" destOrd="0" presId="urn:microsoft.com/office/officeart/2005/8/layout/orgChart1"/>
    <dgm:cxn modelId="{0DE7B009-6C01-4773-ADCF-0C7C3D0BA84F}" type="presOf" srcId="{9686FD60-0C64-4E7A-B65B-577F4EBB370B}" destId="{52B16FFE-364E-498E-A9B3-C43BC3B88381}" srcOrd="0" destOrd="0" presId="urn:microsoft.com/office/officeart/2005/8/layout/orgChart1"/>
    <dgm:cxn modelId="{10DE480A-F6BC-4FFA-AE26-51E01FEC147A}" srcId="{10A0EA3D-3AD4-4A16-AC66-3525B6400D15}" destId="{23DEA2ED-AE8E-43E6-8AE6-F9DB31DBAD76}" srcOrd="11" destOrd="0" parTransId="{E8BBC249-8CBA-463C-AB27-B6484B08E1AC}" sibTransId="{1A92F092-71F3-4636-A77D-BD70015E21D5}"/>
    <dgm:cxn modelId="{CA9FFB0A-62D5-4405-8EC2-63289AE15C41}" type="presOf" srcId="{F574DF73-D72C-476A-9C37-A1A529EDE792}" destId="{6CA6DA55-2027-4129-BA6D-5412B9E51965}" srcOrd="1" destOrd="0" presId="urn:microsoft.com/office/officeart/2005/8/layout/orgChart1"/>
    <dgm:cxn modelId="{11EB690B-E4FE-4F67-AE1F-18BDE3A0C068}" srcId="{E72F02CF-18B3-473D-BA51-A3A921F54BCB}" destId="{DF9E427A-F061-4D73-876E-50DFE6A2B7E5}" srcOrd="1" destOrd="0" parTransId="{0A2748D7-A676-47D0-86C9-1C95FAEAC323}" sibTransId="{976951EB-5A6F-4FE6-946C-BA2364294F13}"/>
    <dgm:cxn modelId="{CF6CDE0D-3571-4212-8AF6-1589003DB95D}" type="presOf" srcId="{691118F6-AAF5-40E0-AD6D-235FADC018C0}" destId="{A6E2B9B1-B808-4C3E-9CA4-FDBFEB7C6E12}" srcOrd="0" destOrd="0" presId="urn:microsoft.com/office/officeart/2005/8/layout/orgChart1"/>
    <dgm:cxn modelId="{66D3AF10-23CF-453B-B518-52298F09DF47}" type="presOf" srcId="{05459587-4988-4521-A172-715582190CFB}" destId="{E4298F15-1B1C-4C7E-A9D9-C674AC3871A9}" srcOrd="1" destOrd="0" presId="urn:microsoft.com/office/officeart/2005/8/layout/orgChart1"/>
    <dgm:cxn modelId="{ED169712-C172-4CBC-A84A-C637484FCFBB}" srcId="{1B6E74F3-B5A8-441C-AB65-775DCB44F666}" destId="{F35FFE74-4990-45D5-A4CB-80872A2AC027}" srcOrd="1" destOrd="0" parTransId="{226E3F2A-149C-4E31-AF49-05035199D23B}" sibTransId="{BE5983D3-2057-400F-8490-A4413F6061A4}"/>
    <dgm:cxn modelId="{BD99DE12-7CE7-4B03-B798-93B121A59164}" type="presOf" srcId="{1FA59B25-B97D-4856-89A0-8C3B6E523A3D}" destId="{193E33AA-274E-4C00-AFCA-9DB6EDEE5D26}" srcOrd="0" destOrd="0" presId="urn:microsoft.com/office/officeart/2005/8/layout/orgChart1"/>
    <dgm:cxn modelId="{57265813-ED5E-42CD-8936-7A5FE8FE6C7E}" type="presOf" srcId="{B5A6FD4E-C317-412A-BF80-A4DD6388AE1E}" destId="{56D2DBA3-8FC9-47EF-8B72-E976A92BFC9E}" srcOrd="0" destOrd="0" presId="urn:microsoft.com/office/officeart/2005/8/layout/orgChart1"/>
    <dgm:cxn modelId="{DF5CC715-0D69-4819-BDA3-727D91A669BA}" type="presOf" srcId="{F03F1325-F889-4151-B190-44DECF7357FE}" destId="{8947F22D-5100-4BE4-9D48-37CDC0BB22B8}" srcOrd="0" destOrd="0" presId="urn:microsoft.com/office/officeart/2005/8/layout/orgChart1"/>
    <dgm:cxn modelId="{CA48EF15-3DDB-477D-8EC9-786AE9A76DE2}" type="presOf" srcId="{447A1B5D-8039-45F0-9ECE-261F036D13DA}" destId="{627BFB9F-FFB7-4FA2-B475-61D1D2979FB8}" srcOrd="1" destOrd="0" presId="urn:microsoft.com/office/officeart/2005/8/layout/orgChart1"/>
    <dgm:cxn modelId="{67E69816-2F27-40CC-90F2-3EDA2735D5FD}" type="presOf" srcId="{A2074807-3C28-4B33-9EEB-412E5A1AA954}" destId="{F87173C0-D18E-4424-B52E-3430A08B25BA}" srcOrd="1" destOrd="0" presId="urn:microsoft.com/office/officeart/2005/8/layout/orgChart1"/>
    <dgm:cxn modelId="{769ED619-2DA4-492B-BEFC-734B97245AD7}" type="presOf" srcId="{0A2748D7-A676-47D0-86C9-1C95FAEAC323}" destId="{727B956F-D72C-4AE4-8D9E-D5EAAA044204}" srcOrd="0" destOrd="0" presId="urn:microsoft.com/office/officeart/2005/8/layout/orgChart1"/>
    <dgm:cxn modelId="{4943121C-9EF2-4258-BA70-26659A81263A}" type="presOf" srcId="{E670956E-23BE-4CCF-9CC8-C73CE9824EFC}" destId="{A6498950-CC80-4E3A-9EAB-0C3329627061}" srcOrd="1" destOrd="0" presId="urn:microsoft.com/office/officeart/2005/8/layout/orgChart1"/>
    <dgm:cxn modelId="{8EF5261C-0244-4621-8090-37394883AE33}" type="presOf" srcId="{4DF2D60D-23A1-4D1B-9910-B7405AEF1AF9}" destId="{821E3EC7-A6B7-46AC-8BCF-806121184152}" srcOrd="0" destOrd="0" presId="urn:microsoft.com/office/officeart/2005/8/layout/orgChart1"/>
    <dgm:cxn modelId="{6B3F621C-0C54-472C-8A4D-7509C0EFC5AB}" type="presOf" srcId="{C5037945-930F-4B75-858B-B894823169CF}" destId="{EF0DF732-FD85-4D52-8905-6DCB2A652547}" srcOrd="0" destOrd="0" presId="urn:microsoft.com/office/officeart/2005/8/layout/orgChart1"/>
    <dgm:cxn modelId="{A6F4CE1C-BB63-4A80-BB5A-5F3A9BF60965}" type="presOf" srcId="{044DC898-7245-4442-9BD3-48FE3ED2D3B1}" destId="{96139B19-CD25-4309-8522-B05222DA49AC}" srcOrd="1" destOrd="0" presId="urn:microsoft.com/office/officeart/2005/8/layout/orgChart1"/>
    <dgm:cxn modelId="{9EBD5A1F-00EB-4038-8FEB-E7D552EF548E}" type="presOf" srcId="{CC8CCEFD-8FD2-4C2E-B120-95D4439FE1FB}" destId="{7640F207-ECE2-4A46-A051-4E5513F7EA55}" srcOrd="1" destOrd="0" presId="urn:microsoft.com/office/officeart/2005/8/layout/orgChart1"/>
    <dgm:cxn modelId="{A6B61A20-C1C8-4BAB-AAD3-908F73BB5A87}" type="presOf" srcId="{54A214D2-D44C-4CCE-9AEB-B812186FBE9F}" destId="{91F9D075-7AAC-466E-8543-3BCFAC1AFA1F}" srcOrd="1" destOrd="0" presId="urn:microsoft.com/office/officeart/2005/8/layout/orgChart1"/>
    <dgm:cxn modelId="{93913021-D7BD-48AB-A6A2-0520C516965E}" srcId="{52C3973C-B7F3-447F-8C8A-6D0C97AC7D87}" destId="{63C0A874-E3F2-452F-95FF-C800D865E671}" srcOrd="1" destOrd="0" parTransId="{FB0EDD93-3471-4BEA-9C74-D18C3A65BE60}" sibTransId="{006E42A9-4AAD-4565-A98E-A6F4AE99926A}"/>
    <dgm:cxn modelId="{A5A7DB21-E4B8-4447-AE6B-0C18B1A8823C}" type="presOf" srcId="{75DFC915-9462-4A30-AE1F-37CE18B3C6D2}" destId="{858CCC95-E4CA-427E-8CC5-EA54BE327E50}" srcOrd="0" destOrd="0" presId="urn:microsoft.com/office/officeart/2005/8/layout/orgChart1"/>
    <dgm:cxn modelId="{42059822-674D-4212-A1C3-4C7F3F1DA9C5}" type="presOf" srcId="{26763262-632B-46CC-BA82-DA9DFC8A319D}" destId="{2746CEE6-A010-451F-B510-4FCDC2081F65}" srcOrd="1" destOrd="0" presId="urn:microsoft.com/office/officeart/2005/8/layout/orgChart1"/>
    <dgm:cxn modelId="{1215F522-4E98-43EE-A03C-B4B3B742A55B}" type="presOf" srcId="{4DF2D60D-23A1-4D1B-9910-B7405AEF1AF9}" destId="{485909FA-D8E2-48A7-A3D8-F9F0F5993200}" srcOrd="1" destOrd="0" presId="urn:microsoft.com/office/officeart/2005/8/layout/orgChart1"/>
    <dgm:cxn modelId="{EB9A3B24-286E-4662-93BB-E77E6C932579}" type="presOf" srcId="{145D55AA-61E0-495C-8F2D-EE36475B0338}" destId="{692C7E62-0620-45DB-A27F-358647ADDB69}" srcOrd="1" destOrd="0" presId="urn:microsoft.com/office/officeart/2005/8/layout/orgChart1"/>
    <dgm:cxn modelId="{D4536D25-0B13-45D6-AF34-5366B8DC2DE5}" type="presOf" srcId="{2CEDF25F-6939-4F31-AEE1-81814F018153}" destId="{109402AC-4CF6-4F22-8D6A-D3C1188B5393}" srcOrd="0" destOrd="0" presId="urn:microsoft.com/office/officeart/2005/8/layout/orgChart1"/>
    <dgm:cxn modelId="{6DD66327-66B1-41B9-BB2B-1EC9730A0222}" type="presOf" srcId="{6AE7F5F1-29A0-46DF-AACF-A442207EF17A}" destId="{ED8C2754-99A8-4ED1-BB55-3C2EFFCC0D21}" srcOrd="0" destOrd="0" presId="urn:microsoft.com/office/officeart/2005/8/layout/orgChart1"/>
    <dgm:cxn modelId="{D857D927-2A75-4309-AFE5-68BEF3523429}" type="presOf" srcId="{F35FFE74-4990-45D5-A4CB-80872A2AC027}" destId="{23C620D9-0E46-4B77-A12F-3537A154FCBA}" srcOrd="0" destOrd="0" presId="urn:microsoft.com/office/officeart/2005/8/layout/orgChart1"/>
    <dgm:cxn modelId="{34555928-D684-4C54-88AD-6477A968AE47}" srcId="{52C3973C-B7F3-447F-8C8A-6D0C97AC7D87}" destId="{6179B0DF-E47A-4DC1-A6E5-35A2A8035506}" srcOrd="0" destOrd="0" parTransId="{7503258F-CB4C-4821-9D8D-C5A58C1571DE}" sibTransId="{4AA92FAA-660E-4451-AAED-C02C3ABD0A79}"/>
    <dgm:cxn modelId="{B3266529-EFFE-4531-908D-F87BF9DAAE2F}" type="presOf" srcId="{10A0EA3D-3AD4-4A16-AC66-3525B6400D15}" destId="{228A01CC-3BEE-415F-A2AB-98EE968D4C9E}" srcOrd="0" destOrd="0" presId="urn:microsoft.com/office/officeart/2005/8/layout/orgChart1"/>
    <dgm:cxn modelId="{8AD0EE2A-EECA-49A2-B73E-1A29D3AE1C6A}" type="presOf" srcId="{435BDAA4-6C6D-4BA3-863B-6A6502930384}" destId="{B5B547D9-1EC6-4C68-97AC-E62BDA82905D}" srcOrd="1" destOrd="0" presId="urn:microsoft.com/office/officeart/2005/8/layout/orgChart1"/>
    <dgm:cxn modelId="{271C5D2B-13EB-4F14-B2D4-BECBD3162611}" type="presOf" srcId="{F574DF73-D72C-476A-9C37-A1A529EDE792}" destId="{FF4E7B8F-B42D-46A7-8C73-CEF5B9BD6041}" srcOrd="0" destOrd="0" presId="urn:microsoft.com/office/officeart/2005/8/layout/orgChart1"/>
    <dgm:cxn modelId="{91D2A52B-59A6-46AC-B32F-685B88EFB291}" type="presOf" srcId="{BB5616D0-CD6B-4AFA-914E-D4A64560E1D3}" destId="{6EE46714-DE7C-41DB-BFF7-B9C85E642D2D}" srcOrd="0" destOrd="0" presId="urn:microsoft.com/office/officeart/2005/8/layout/orgChart1"/>
    <dgm:cxn modelId="{1F4FF22B-F245-4809-9531-3641BEEED24C}" type="presOf" srcId="{E670956E-23BE-4CCF-9CC8-C73CE9824EFC}" destId="{6AC24378-0A44-4A7E-8BBF-103B1AD48708}" srcOrd="0" destOrd="0" presId="urn:microsoft.com/office/officeart/2005/8/layout/orgChart1"/>
    <dgm:cxn modelId="{2231E330-C819-49FC-BC59-B2B9EAD09A33}" type="presOf" srcId="{905C034C-7C39-4940-8EF1-996096FC5C92}" destId="{18F7C288-D6AB-4F4F-83B5-1D5B84952672}" srcOrd="0" destOrd="0" presId="urn:microsoft.com/office/officeart/2005/8/layout/orgChart1"/>
    <dgm:cxn modelId="{05F0F732-DD73-4FF6-8182-C269CA9B0E4C}" type="presOf" srcId="{CFBF96BE-57AC-4278-BEE8-4529105B485E}" destId="{B6882BBA-C028-45B6-AA74-004B50941257}" srcOrd="0" destOrd="0" presId="urn:microsoft.com/office/officeart/2005/8/layout/orgChart1"/>
    <dgm:cxn modelId="{AD75CA34-E2A2-4F55-AC8E-9DF681DCB60A}" type="presOf" srcId="{4ED5C0B1-92B0-476D-A064-D707F3607BE3}" destId="{3E2E92DB-5C6F-4ED9-9583-E91717EC9D4B}" srcOrd="1" destOrd="0" presId="urn:microsoft.com/office/officeart/2005/8/layout/orgChart1"/>
    <dgm:cxn modelId="{8B59B137-19DD-4AB3-83B7-CD0A5E00FE81}" type="presOf" srcId="{63C0A874-E3F2-452F-95FF-C800D865E671}" destId="{E016FB47-A545-488F-83C0-0164DBB3E565}" srcOrd="1" destOrd="0" presId="urn:microsoft.com/office/officeart/2005/8/layout/orgChart1"/>
    <dgm:cxn modelId="{309B0C38-5738-4584-91AD-776BDC6BBA17}" srcId="{92162928-B373-4802-B988-4C318FAE4B4C}" destId="{148B9544-AAE4-4F82-A7BD-B12D32E93924}" srcOrd="0" destOrd="0" parTransId="{4AB04E85-FE6A-4EA2-B818-06ED39A51C26}" sibTransId="{12357A0A-4A06-4BB5-AEEA-CDCA769E472E}"/>
    <dgm:cxn modelId="{EF7A2A38-E408-4CDB-B026-DB7FC98456F5}" type="presOf" srcId="{26763262-632B-46CC-BA82-DA9DFC8A319D}" destId="{99F6D3EC-9833-4C01-AE72-D18361D51C5B}" srcOrd="0" destOrd="0" presId="urn:microsoft.com/office/officeart/2005/8/layout/orgChart1"/>
    <dgm:cxn modelId="{D300E039-74EF-424B-BEE3-74A835BF10D4}" srcId="{950DF26E-17D9-4CD6-BA22-3B12B191F0B1}" destId="{E6F20497-E36F-4F26-9883-A4BC83ABA34F}" srcOrd="1" destOrd="0" parTransId="{D0C79BF9-EA6A-470B-B112-99598FC4D66F}" sibTransId="{8F328C89-2759-432D-B287-2DED491F5A0E}"/>
    <dgm:cxn modelId="{E5922B3A-0819-4A2B-BFF6-21E20EE5CF5C}" type="presOf" srcId="{3268CC1B-A8C4-48DA-9546-3CC229468C0D}" destId="{7E8EA941-22A2-4756-B568-D27A6756260D}" srcOrd="0" destOrd="0" presId="urn:microsoft.com/office/officeart/2005/8/layout/orgChart1"/>
    <dgm:cxn modelId="{3FF9453A-FF36-4280-AF96-44A717191E9C}" type="presOf" srcId="{F967AC73-60EA-4945-AEC1-1AE5D8629C87}" destId="{AB1F82AE-D204-494B-90C7-632A99586039}" srcOrd="0" destOrd="0" presId="urn:microsoft.com/office/officeart/2005/8/layout/orgChart1"/>
    <dgm:cxn modelId="{086C6A3A-905F-4734-8954-2EC70D7525DD}" type="presOf" srcId="{DBEA68D6-E158-4934-BAF2-CD3B153353BA}" destId="{CE01B670-1EEA-4848-90D3-DFD1C7C7F55F}" srcOrd="0" destOrd="0" presId="urn:microsoft.com/office/officeart/2005/8/layout/orgChart1"/>
    <dgm:cxn modelId="{4D017340-DD0A-442C-BE3F-60121FF362E5}" srcId="{E670956E-23BE-4CCF-9CC8-C73CE9824EFC}" destId="{044DC898-7245-4442-9BD3-48FE3ED2D3B1}" srcOrd="0" destOrd="0" parTransId="{7649E386-3A39-4F9D-919B-A92095CAA640}" sibTransId="{F321AB74-4AA7-4A03-AE8E-0006B8F869A1}"/>
    <dgm:cxn modelId="{D651035B-4BCF-4D33-AFAA-96172B1CB3DC}" type="presOf" srcId="{1B6E74F3-B5A8-441C-AB65-775DCB44F666}" destId="{8D4EDDFD-3F99-48DD-B17E-DED0EC8CDDD0}" srcOrd="0" destOrd="0" presId="urn:microsoft.com/office/officeart/2005/8/layout/orgChart1"/>
    <dgm:cxn modelId="{8CF4515B-ECB6-46A2-BFB8-7C8714F6BF94}" srcId="{145D55AA-61E0-495C-8F2D-EE36475B0338}" destId="{52C3973C-B7F3-447F-8C8A-6D0C97AC7D87}" srcOrd="1" destOrd="0" parTransId="{CD9829E7-840B-4B2B-A393-F04E987952D6}" sibTransId="{FD3C11DA-8337-4E02-AF54-1922BD386F80}"/>
    <dgm:cxn modelId="{E903745C-04D3-47FF-938C-B6D4E7A3591C}" srcId="{26763262-632B-46CC-BA82-DA9DFC8A319D}" destId="{E670956E-23BE-4CCF-9CC8-C73CE9824EFC}" srcOrd="1" destOrd="0" parTransId="{F03F1325-F889-4151-B190-44DECF7357FE}" sibTransId="{D688AB0F-0A4C-420E-A0DD-5A1ABD285209}"/>
    <dgm:cxn modelId="{CC975B5D-65A7-4F46-99B8-33D7EF8ED9BF}" type="presOf" srcId="{9686FD60-0C64-4E7A-B65B-577F4EBB370B}" destId="{3D670B94-861A-4AB5-B9D1-C5CA0EF96F04}" srcOrd="1" destOrd="0" presId="urn:microsoft.com/office/officeart/2005/8/layout/orgChart1"/>
    <dgm:cxn modelId="{6F28E45D-BF0E-4EA6-A5C3-594BB7BD0237}" type="presOf" srcId="{20C93597-4DC1-4325-8363-E7CD2A9D1B4A}" destId="{3F275E6C-EF52-44B6-A1FE-02C759FE80EB}" srcOrd="0" destOrd="0" presId="urn:microsoft.com/office/officeart/2005/8/layout/orgChart1"/>
    <dgm:cxn modelId="{B2523B41-C55D-463C-AFBF-7F2D8A03EC21}" type="presOf" srcId="{E006E71E-4678-41C1-BD35-AA1907F3E3E1}" destId="{1C94FBB4-CCE5-4507-B609-B54536DEDA02}" srcOrd="0" destOrd="0" presId="urn:microsoft.com/office/officeart/2005/8/layout/orgChart1"/>
    <dgm:cxn modelId="{FA5C1362-532A-45CA-A950-1508A7AFF5ED}" type="presOf" srcId="{ADAD034A-1C03-496E-B3DA-20F322473142}" destId="{1A2EC0AE-D90A-4773-915D-B6F0422675A8}" srcOrd="1" destOrd="0" presId="urn:microsoft.com/office/officeart/2005/8/layout/orgChart1"/>
    <dgm:cxn modelId="{F3BD8964-521C-4E31-B660-9A326F0AAC17}" type="presOf" srcId="{C5037945-930F-4B75-858B-B894823169CF}" destId="{B3034FE3-F479-4DF4-A8BF-8880E94D2217}" srcOrd="1" destOrd="0" presId="urn:microsoft.com/office/officeart/2005/8/layout/orgChart1"/>
    <dgm:cxn modelId="{0ECAC545-A10E-4A1D-9B83-461095219625}" srcId="{E72F02CF-18B3-473D-BA51-A3A921F54BCB}" destId="{DA630805-589F-40FE-B4A9-A3C7971583FB}" srcOrd="0" destOrd="0" parTransId="{21D2D3E8-ED16-4668-8A50-BA9C625F6C75}" sibTransId="{7DD32041-1F6D-43CF-86D9-B3A357D8B036}"/>
    <dgm:cxn modelId="{1CB9ED65-78F7-4A03-8E9A-7C48AFF738D2}" srcId="{986A668E-B947-4E9B-BC49-750AC65155F3}" destId="{ADAD034A-1C03-496E-B3DA-20F322473142}" srcOrd="0" destOrd="0" parTransId="{905C034C-7C39-4940-8EF1-996096FC5C92}" sibTransId="{0D4CB279-A65C-4060-B37F-7BD7BA178BA0}"/>
    <dgm:cxn modelId="{9F301A46-7973-4139-BE8B-3C19FAA8EFA3}" srcId="{A2074807-3C28-4B33-9EEB-412E5A1AA954}" destId="{783A28AA-F493-4D52-B315-F24AFF5BD00E}" srcOrd="1" destOrd="0" parTransId="{8EA19B09-4081-4C75-BE6F-B89FC9122F02}" sibTransId="{7DE26770-A485-41B9-8439-C2200821D1D8}"/>
    <dgm:cxn modelId="{B94AE746-8552-4B8B-80A4-59BD45266D2E}" type="presOf" srcId="{52C3BCD1-2F5D-456B-ABDD-1FD281CCF16A}" destId="{F93A4A6C-8460-470A-B4C3-3D0A4371DE8F}" srcOrd="1" destOrd="0" presId="urn:microsoft.com/office/officeart/2005/8/layout/orgChart1"/>
    <dgm:cxn modelId="{B7107367-2F46-4D49-93F5-49D83DF3152C}" type="presOf" srcId="{1E06FCCE-8C0D-44D4-B9ED-1DEEDE98627C}" destId="{EFD390CC-FE09-40EC-BD73-87A72AD3CFC2}" srcOrd="0" destOrd="0" presId="urn:microsoft.com/office/officeart/2005/8/layout/orgChart1"/>
    <dgm:cxn modelId="{274E8A48-958B-4B2B-83B4-294A055EE3CD}" srcId="{E670956E-23BE-4CCF-9CC8-C73CE9824EFC}" destId="{4DF2D60D-23A1-4D1B-9910-B7405AEF1AF9}" srcOrd="1" destOrd="0" parTransId="{C9029BB1-6D2B-4E61-AFD3-13881B4AF078}" sibTransId="{FFCE032D-29BA-4D7E-B32A-80869A8FFBAF}"/>
    <dgm:cxn modelId="{769BF069-6841-4B2E-BCB2-6734CE178336}" srcId="{10A0EA3D-3AD4-4A16-AC66-3525B6400D15}" destId="{CC8CCEFD-8FD2-4C2E-B120-95D4439FE1FB}" srcOrd="9" destOrd="0" parTransId="{FEE8071C-10FB-47DF-BD43-0E8880FB587B}" sibTransId="{E2EFB108-CBC6-48B6-A1AB-D479ED66F1CD}"/>
    <dgm:cxn modelId="{174CD86A-A5D9-440E-8BFA-A913F11DC17E}" srcId="{54A214D2-D44C-4CCE-9AEB-B812186FBE9F}" destId="{52C3BCD1-2F5D-456B-ABDD-1FD281CCF16A}" srcOrd="1" destOrd="0" parTransId="{1FA59B25-B97D-4856-89A0-8C3B6E523A3D}" sibTransId="{5CFA36C9-87A7-4E3E-B018-4BB5568D455C}"/>
    <dgm:cxn modelId="{BDFC4F4B-7595-4E87-A369-BB1EF6A5A005}" srcId="{54A214D2-D44C-4CCE-9AEB-B812186FBE9F}" destId="{0F02B370-286F-4E1B-80A8-B2AD40265B7C}" srcOrd="0" destOrd="0" parTransId="{F967AC73-60EA-4945-AEC1-1AE5D8629C87}" sibTransId="{50FF85E0-74FC-459E-B8CB-53E1D88D20DF}"/>
    <dgm:cxn modelId="{040CB06B-F1C0-4D6A-AE67-F6E6833EF74C}" srcId="{435BDAA4-6C6D-4BA3-863B-6A6502930384}" destId="{6AE7F5F1-29A0-46DF-AACF-A442207EF17A}" srcOrd="0" destOrd="0" parTransId="{20C93597-4DC1-4325-8363-E7CD2A9D1B4A}" sibTransId="{D236264C-7958-4241-9268-87FADE28B6BC}"/>
    <dgm:cxn modelId="{9C9FB66B-B9C2-4957-851F-46EF6B218E3E}" type="presOf" srcId="{F35FFE74-4990-45D5-A4CB-80872A2AC027}" destId="{3347A672-0AAE-421D-9612-0367CFCB23F6}" srcOrd="1" destOrd="0" presId="urn:microsoft.com/office/officeart/2005/8/layout/orgChart1"/>
    <dgm:cxn modelId="{8B4D044C-C205-44CB-ABBF-D0B5206485D0}" srcId="{CFBF96BE-57AC-4278-BEE8-4529105B485E}" destId="{435BDAA4-6C6D-4BA3-863B-6A6502930384}" srcOrd="0" destOrd="0" parTransId="{B8FCF6F9-076B-4699-9E4E-2CA4C23B8C97}" sibTransId="{12E3D8B8-8157-4E1C-A5EB-5A67975F36DC}"/>
    <dgm:cxn modelId="{078CDA6C-9C4D-4F1F-828F-8B0C9E0F1F5D}" type="presOf" srcId="{1B6E74F3-B5A8-441C-AB65-775DCB44F666}" destId="{71A8528D-5007-41C3-81C5-D5BBF6988692}" srcOrd="1" destOrd="0" presId="urn:microsoft.com/office/officeart/2005/8/layout/orgChart1"/>
    <dgm:cxn modelId="{619F1E4D-A6A7-41EE-8EB8-56C1BAE57E33}" type="presOf" srcId="{0C099BB8-4A5F-4B8A-B703-DCB7480DDD44}" destId="{7B137947-D56C-407A-8B26-BA72901EA159}" srcOrd="0" destOrd="0" presId="urn:microsoft.com/office/officeart/2005/8/layout/orgChart1"/>
    <dgm:cxn modelId="{C2DF8B6D-25B9-4CBB-898C-1DFCA88606F8}" type="presOf" srcId="{541C7232-16D3-4C11-9150-22C685CE3B13}" destId="{F3C62A12-978B-4D89-A2EE-E12CF03F9CD4}" srcOrd="0" destOrd="0" presId="urn:microsoft.com/office/officeart/2005/8/layout/orgChart1"/>
    <dgm:cxn modelId="{28EFE84D-7FA3-48DC-93CB-9FF092080344}" type="presOf" srcId="{23DEA2ED-AE8E-43E6-8AE6-F9DB31DBAD76}" destId="{BF5524A2-72E3-4E16-96A5-21577B5FEB0B}" srcOrd="1" destOrd="0" presId="urn:microsoft.com/office/officeart/2005/8/layout/orgChart1"/>
    <dgm:cxn modelId="{9AC74D6E-DDE6-4625-B9D0-EC31B2E681A7}" srcId="{05459587-4988-4521-A172-715582190CFB}" destId="{64C84F6C-4C89-42C9-BBFB-E3A9FEECB53C}" srcOrd="0" destOrd="0" parTransId="{2CEDF25F-6939-4F31-AEE1-81814F018153}" sibTransId="{96EF7CCA-67E8-418B-B4A5-1515FA510C91}"/>
    <dgm:cxn modelId="{16F7F54E-B0C2-4129-B92D-8DE372385E3B}" srcId="{DBEA68D6-E158-4934-BAF2-CD3B153353BA}" destId="{10A0EA3D-3AD4-4A16-AC66-3525B6400D15}" srcOrd="0" destOrd="0" parTransId="{C9D49A3E-3F67-4AE3-9FDA-6F9BB1AF9BD8}" sibTransId="{E0ACF1AB-2B68-4A49-8ADA-3E481ED4AF09}"/>
    <dgm:cxn modelId="{CE5CC44F-6DBB-4CE2-827A-4318F9D34C81}" type="presOf" srcId="{148B9544-AAE4-4F82-A7BD-B12D32E93924}" destId="{15AE8028-70C7-4D5B-B57D-0B4DC8D041C5}" srcOrd="1" destOrd="0" presId="urn:microsoft.com/office/officeart/2005/8/layout/orgChart1"/>
    <dgm:cxn modelId="{DEB54170-01B8-4754-860A-926ED7C4958D}" type="presOf" srcId="{D0C79BF9-EA6A-470B-B112-99598FC4D66F}" destId="{917A0AFA-0687-4CD7-A02C-2B5A2A29DC08}" srcOrd="0" destOrd="0" presId="urn:microsoft.com/office/officeart/2005/8/layout/orgChart1"/>
    <dgm:cxn modelId="{D8AB7D70-7F70-4624-97F6-43FE10F88766}" type="presOf" srcId="{E6F20497-E36F-4F26-9883-A4BC83ABA34F}" destId="{80857E5D-5A40-47FA-A4DC-63DCAE736606}" srcOrd="0" destOrd="0" presId="urn:microsoft.com/office/officeart/2005/8/layout/orgChart1"/>
    <dgm:cxn modelId="{FA655F51-D6F6-4BD9-9E16-F9B5941EFFAB}" type="presOf" srcId="{BB5616D0-CD6B-4AFA-914E-D4A64560E1D3}" destId="{4A3DB128-2895-4B3C-A51E-CF03A0BEF216}" srcOrd="1" destOrd="0" presId="urn:microsoft.com/office/officeart/2005/8/layout/orgChart1"/>
    <dgm:cxn modelId="{D037C251-7836-4539-B895-CBFEED9D485D}" type="presOf" srcId="{176CD464-A480-4D5E-8CA9-ECC3F2A9DDFC}" destId="{21450613-CA36-4454-85B4-AEB63CA49087}" srcOrd="1" destOrd="0" presId="urn:microsoft.com/office/officeart/2005/8/layout/orgChart1"/>
    <dgm:cxn modelId="{EFCDE451-2354-4EFE-B526-56B196DC5C32}" srcId="{10A0EA3D-3AD4-4A16-AC66-3525B6400D15}" destId="{CFBF96BE-57AC-4278-BEE8-4529105B485E}" srcOrd="4" destOrd="0" parTransId="{E93B594F-0000-4F1E-9B42-4CBD54251AE9}" sibTransId="{193FE8D6-E354-43F8-A281-6AE4CE481BEC}"/>
    <dgm:cxn modelId="{58570B52-E97F-4A51-9537-76902A7E105D}" type="presOf" srcId="{871A2A53-1159-46DE-9E54-4CBCCDE56CC6}" destId="{12E2A867-31D4-403E-B790-54B802E39EC7}" srcOrd="0" destOrd="0" presId="urn:microsoft.com/office/officeart/2005/8/layout/orgChart1"/>
    <dgm:cxn modelId="{59891F72-F891-41D1-95B9-732596DE7802}" type="presOf" srcId="{986A668E-B947-4E9B-BC49-750AC65155F3}" destId="{400FAEDA-F0C0-4E06-AA06-ADBB2A0021C6}" srcOrd="1" destOrd="0" presId="urn:microsoft.com/office/officeart/2005/8/layout/orgChart1"/>
    <dgm:cxn modelId="{CEEB7152-37E6-47BF-BC73-F208623103A5}" srcId="{C5037945-930F-4B75-858B-B894823169CF}" destId="{986A668E-B947-4E9B-BC49-750AC65155F3}" srcOrd="2" destOrd="0" parTransId="{D05A1DE1-7189-4112-B5BB-9BF305C53705}" sibTransId="{E23EDDC4-137D-4726-B038-398AA676BF49}"/>
    <dgm:cxn modelId="{5E53D053-18B7-4747-8CDF-101EB837E805}" srcId="{1B6E74F3-B5A8-441C-AB65-775DCB44F666}" destId="{BB5616D0-CD6B-4AFA-914E-D4A64560E1D3}" srcOrd="0" destOrd="0" parTransId="{260C4ED7-3608-4DAA-8893-2CC8555D359C}" sibTransId="{A13C9B28-DDD2-48E8-855B-074BBF92BA43}"/>
    <dgm:cxn modelId="{3B935A54-F8B8-4928-AD00-01535A1D4CAF}" type="presOf" srcId="{A28E6685-E150-4D33-9D03-232369944133}" destId="{76251AA0-4EF3-41E0-B4F6-462B377955A6}" srcOrd="1" destOrd="0" presId="urn:microsoft.com/office/officeart/2005/8/layout/orgChart1"/>
    <dgm:cxn modelId="{BDADBC75-4088-4BE4-AEF1-A6C72AFE39F6}" type="presOf" srcId="{DA630805-589F-40FE-B4A9-A3C7971583FB}" destId="{550D8D09-93EA-4A4E-97F1-95DB55475A48}" srcOrd="0" destOrd="0" presId="urn:microsoft.com/office/officeart/2005/8/layout/orgChart1"/>
    <dgm:cxn modelId="{4AAB6176-6791-4013-9879-506BF33B5A27}" type="presOf" srcId="{5AFEA85B-003E-4014-9827-C634609F3F12}" destId="{8AE61498-7424-433C-B920-4C4E22FE37C9}" srcOrd="0" destOrd="0" presId="urn:microsoft.com/office/officeart/2005/8/layout/orgChart1"/>
    <dgm:cxn modelId="{D5942477-FB57-4167-9F93-7CCD6DED8C2B}" type="presOf" srcId="{64C84F6C-4C89-42C9-BBFB-E3A9FEECB53C}" destId="{D028122C-9A8C-400D-91B3-5E431B062B11}" srcOrd="1" destOrd="0" presId="urn:microsoft.com/office/officeart/2005/8/layout/orgChart1"/>
    <dgm:cxn modelId="{26CA3378-85E7-4E72-917C-9B8655D6AD8F}" type="presOf" srcId="{17C83013-93B6-4299-822D-850CD1F8E1C4}" destId="{671179AC-5FAC-4A39-B7FF-0414C95E3528}" srcOrd="0" destOrd="0" presId="urn:microsoft.com/office/officeart/2005/8/layout/orgChart1"/>
    <dgm:cxn modelId="{6B366378-59C0-4A4A-AE33-81BEC995B577}" type="presOf" srcId="{A2074807-3C28-4B33-9EEB-412E5A1AA954}" destId="{BC5145C2-F5F8-4F0A-98B6-E0C52595BF1E}" srcOrd="0" destOrd="0" presId="urn:microsoft.com/office/officeart/2005/8/layout/orgChart1"/>
    <dgm:cxn modelId="{ACAE6D58-61CA-4935-978A-A1C58B999F50}" type="presOf" srcId="{81DA8363-0B62-47BB-A1C0-276F95F61685}" destId="{362C6395-CDA7-4EB2-8956-CE67599F0711}" srcOrd="0" destOrd="0" presId="urn:microsoft.com/office/officeart/2005/8/layout/orgChart1"/>
    <dgm:cxn modelId="{F7F1BF78-8F30-4C11-83FB-59DA36F5CC36}" type="presOf" srcId="{226E3F2A-149C-4E31-AF49-05035199D23B}" destId="{C213A015-EC16-4B9F-A988-FF8A7BBB88A6}" srcOrd="0" destOrd="0" presId="urn:microsoft.com/office/officeart/2005/8/layout/orgChart1"/>
    <dgm:cxn modelId="{AD00097A-4239-410F-A5F9-715B0870FF9F}" type="presOf" srcId="{950DF26E-17D9-4CD6-BA22-3B12B191F0B1}" destId="{D7DEFF10-285D-460F-B6C2-3621F12D5071}" srcOrd="0" destOrd="0" presId="urn:microsoft.com/office/officeart/2005/8/layout/orgChart1"/>
    <dgm:cxn modelId="{8526CE7A-61FA-429F-B7CD-ED50CD91D87D}" type="presOf" srcId="{52C3973C-B7F3-447F-8C8A-6D0C97AC7D87}" destId="{DF812D3D-1348-45D9-861B-C0CE67CEE8DF}" srcOrd="1" destOrd="0" presId="urn:microsoft.com/office/officeart/2005/8/layout/orgChart1"/>
    <dgm:cxn modelId="{F3638F7B-9056-4731-88F0-FEC6294F7A7D}" type="presOf" srcId="{4491E0E7-6315-42FC-B39B-E70BA8CB8B7D}" destId="{66AB202D-83C6-433B-91C2-F31B25D7CA76}" srcOrd="0" destOrd="0" presId="urn:microsoft.com/office/officeart/2005/8/layout/orgChart1"/>
    <dgm:cxn modelId="{BF74A67B-0C3C-4B24-9233-360918D0DF79}" type="presOf" srcId="{C9029BB1-6D2B-4E61-AFD3-13881B4AF078}" destId="{84330A31-E4B1-4DBE-8295-7FF2B6F93947}" srcOrd="0" destOrd="0" presId="urn:microsoft.com/office/officeart/2005/8/layout/orgChart1"/>
    <dgm:cxn modelId="{6E3B4D7C-5E59-46D0-8E4E-CFFC4C67795C}" srcId="{10A0EA3D-3AD4-4A16-AC66-3525B6400D15}" destId="{A28E6685-E150-4D33-9D03-232369944133}" srcOrd="6" destOrd="0" parTransId="{3CAFDF62-99E3-46A6-9EA1-60E955329A78}" sibTransId="{0162C5AF-E8B2-47DF-B25B-A10D3413E445}"/>
    <dgm:cxn modelId="{4049E77F-BA23-48DD-8549-36D3E65446D4}" type="presOf" srcId="{00AC022C-23A1-48BC-BDFF-3F7F28B476E7}" destId="{F4DC1B83-6C23-49DE-87E8-6B79DB8CBA59}" srcOrd="0" destOrd="0" presId="urn:microsoft.com/office/officeart/2005/8/layout/orgChart1"/>
    <dgm:cxn modelId="{76630981-0C3F-47D5-8F67-4069E6BF0A47}" type="presOf" srcId="{92162928-B373-4802-B988-4C318FAE4B4C}" destId="{38710617-AD94-492E-877A-67DEA8A29246}" srcOrd="1" destOrd="0" presId="urn:microsoft.com/office/officeart/2005/8/layout/orgChart1"/>
    <dgm:cxn modelId="{109A5B85-94C7-4F1F-8859-978CAA532B93}" type="presOf" srcId="{3CAFDF62-99E3-46A6-9EA1-60E955329A78}" destId="{22AAB0BD-7074-429F-9628-262563B14750}" srcOrd="0" destOrd="0" presId="urn:microsoft.com/office/officeart/2005/8/layout/orgChart1"/>
    <dgm:cxn modelId="{21BC5686-6ECA-496C-AAA0-8A60F3B11F87}" type="presOf" srcId="{0F02B370-286F-4E1B-80A8-B2AD40265B7C}" destId="{45497D4B-7384-4409-B2DD-8111D10AE21C}" srcOrd="1" destOrd="0" presId="urn:microsoft.com/office/officeart/2005/8/layout/orgChart1"/>
    <dgm:cxn modelId="{CC60E486-E24D-41FF-A4AA-73AA278CB777}" type="presOf" srcId="{0C099BB8-4A5F-4B8A-B703-DCB7480DDD44}" destId="{865A16D1-A0D6-4099-A000-A45C27DFDD22}" srcOrd="1" destOrd="0" presId="urn:microsoft.com/office/officeart/2005/8/layout/orgChart1"/>
    <dgm:cxn modelId="{81F7B789-8015-4621-9070-2F4462603F6C}" type="presOf" srcId="{9F4895CA-DAB9-4588-8D38-7BD099F5583E}" destId="{819CF286-327E-4771-A756-F0B2B9DBDA4B}" srcOrd="0" destOrd="0" presId="urn:microsoft.com/office/officeart/2005/8/layout/orgChart1"/>
    <dgm:cxn modelId="{78316D8E-AFC5-47D8-AF85-1A8537C54658}" srcId="{145D55AA-61E0-495C-8F2D-EE36475B0338}" destId="{E72F02CF-18B3-473D-BA51-A3A921F54BCB}" srcOrd="0" destOrd="0" parTransId="{DAAB9B73-0654-44F2-BFB2-2A12E0C8324D}" sibTransId="{97E97D14-2633-4446-81A4-AB6C3142C0CC}"/>
    <dgm:cxn modelId="{97CEE48E-2F1C-4D32-B7C5-12A5B6128DFC}" type="presOf" srcId="{23DEA2ED-AE8E-43E6-8AE6-F9DB31DBAD76}" destId="{487E56C8-A4B6-4603-B313-09DC2FC0D084}" srcOrd="0" destOrd="0" presId="urn:microsoft.com/office/officeart/2005/8/layout/orgChart1"/>
    <dgm:cxn modelId="{484A108F-A6C5-4184-A60B-E349AB2F54F0}" type="presOf" srcId="{F8130828-F801-48B7-A83D-32C060147E31}" destId="{B67FA171-3DC1-4B30-B97D-AAB0EE775448}" srcOrd="0" destOrd="0" presId="urn:microsoft.com/office/officeart/2005/8/layout/orgChart1"/>
    <dgm:cxn modelId="{8F257291-C72E-4D47-B409-280D00466F6A}" type="presOf" srcId="{0C9BCA1A-676D-4632-848E-0829D4E5185A}" destId="{80193982-A47D-4ECB-B6F6-8F1D6A7062BB}" srcOrd="0" destOrd="0" presId="urn:microsoft.com/office/officeart/2005/8/layout/orgChart1"/>
    <dgm:cxn modelId="{9821E491-AC14-463C-9F19-986DE5802886}" type="presOf" srcId="{176CD464-A480-4D5E-8CA9-ECC3F2A9DDFC}" destId="{81E07694-06DE-4DA4-BA15-F7FF4EF31C21}" srcOrd="0" destOrd="0" presId="urn:microsoft.com/office/officeart/2005/8/layout/orgChart1"/>
    <dgm:cxn modelId="{681EC794-A7C8-4F0E-8830-3557DB2B4A79}" srcId="{10A0EA3D-3AD4-4A16-AC66-3525B6400D15}" destId="{4491E0E7-6315-42FC-B39B-E70BA8CB8B7D}" srcOrd="8" destOrd="0" parTransId="{541C7232-16D3-4C11-9150-22C685CE3B13}" sibTransId="{291DCB87-1308-4082-B393-848901E37794}"/>
    <dgm:cxn modelId="{B8F3E594-0845-4609-ABEF-6B2FBBEB7E23}" type="presOf" srcId="{FB0EDD93-3471-4BEA-9C74-D18C3A65BE60}" destId="{16D600AC-D904-45AA-A6C7-5EAC376DA718}" srcOrd="0" destOrd="0" presId="urn:microsoft.com/office/officeart/2005/8/layout/orgChart1"/>
    <dgm:cxn modelId="{7FCDE794-8304-44A3-A38E-F0FDF2DD2753}" srcId="{92162928-B373-4802-B988-4C318FAE4B4C}" destId="{176CD464-A480-4D5E-8CA9-ECC3F2A9DDFC}" srcOrd="2" destOrd="0" parTransId="{9F4895CA-DAB9-4588-8D38-7BD099F5583E}" sibTransId="{01A383FF-6FCA-4891-BA9D-7AD5E2B4EC2E}"/>
    <dgm:cxn modelId="{18BCA797-5F65-49B1-8AEA-2FB4844D84F8}" srcId="{C5037945-930F-4B75-858B-B894823169CF}" destId="{950DF26E-17D9-4CD6-BA22-3B12B191F0B1}" srcOrd="0" destOrd="0" parTransId="{8B435217-472D-41FB-B90A-51F67EEBBD13}" sibTransId="{3496055C-9922-4C65-AC08-2AF91F9C60B6}"/>
    <dgm:cxn modelId="{75761298-A969-4D5D-9AC9-32C04551DB0C}" type="presOf" srcId="{435BDAA4-6C6D-4BA3-863B-6A6502930384}" destId="{D27AD6E2-F859-4EE0-99E8-AC86C2B80631}" srcOrd="0" destOrd="0" presId="urn:microsoft.com/office/officeart/2005/8/layout/orgChart1"/>
    <dgm:cxn modelId="{DF2E5698-5B4A-4B41-9C80-E28878EDB7DF}" srcId="{92162928-B373-4802-B988-4C318FAE4B4C}" destId="{00AC022C-23A1-48BC-BDFF-3F7F28B476E7}" srcOrd="1" destOrd="0" parTransId="{5AFEA85B-003E-4014-9827-C634609F3F12}" sibTransId="{88B58C69-EE3A-4081-B4A3-39CAD80B4C51}"/>
    <dgm:cxn modelId="{A75BC499-0D7B-4D2D-ABD1-C71DE704BC6B}" srcId="{A2074807-3C28-4B33-9EEB-412E5A1AA954}" destId="{B34D544A-1EDE-483B-B4CE-765BD1DC6DC0}" srcOrd="0" destOrd="0" parTransId="{3268CC1B-A8C4-48DA-9546-3CC229468C0D}" sibTransId="{92F070E4-9A18-4EE5-A878-96774D9B6DF2}"/>
    <dgm:cxn modelId="{0956129A-1E96-4E51-879A-D8E4BD4B97DF}" type="presOf" srcId="{E93B594F-0000-4F1E-9B42-4CBD54251AE9}" destId="{BCDC2B85-A8D5-4593-867F-DC0483840EB2}" srcOrd="0" destOrd="0" presId="urn:microsoft.com/office/officeart/2005/8/layout/orgChart1"/>
    <dgm:cxn modelId="{1C46E69A-155E-4163-AF9A-252B4DF797F0}" srcId="{10A0EA3D-3AD4-4A16-AC66-3525B6400D15}" destId="{B5A6FD4E-C317-412A-BF80-A4DD6388AE1E}" srcOrd="7" destOrd="0" parTransId="{E006E71E-4678-41C1-BD35-AA1907F3E3E1}" sibTransId="{AF988319-8752-4879-8F5C-E1D42309B7C5}"/>
    <dgm:cxn modelId="{F529569B-E01D-4674-B279-772DDC654D5D}" type="presOf" srcId="{B34D544A-1EDE-483B-B4CE-765BD1DC6DC0}" destId="{EFDAD356-93A5-4C29-8F27-2EE36397AAF6}" srcOrd="1" destOrd="0" presId="urn:microsoft.com/office/officeart/2005/8/layout/orgChart1"/>
    <dgm:cxn modelId="{B7DB439E-0C52-4D42-9183-D1DFFBFBE659}" type="presOf" srcId="{260C4ED7-3608-4DAA-8893-2CC8555D359C}" destId="{A43EF91F-8DA5-43EF-8EB3-BB146F5BF4EF}" srcOrd="0" destOrd="0" presId="urn:microsoft.com/office/officeart/2005/8/layout/orgChart1"/>
    <dgm:cxn modelId="{9F53E5A3-9B19-4FC1-8589-24E20C15421E}" srcId="{26763262-632B-46CC-BA82-DA9DFC8A319D}" destId="{54A214D2-D44C-4CCE-9AEB-B812186FBE9F}" srcOrd="0" destOrd="0" parTransId="{C08DA14E-AC2A-41C9-8939-B45B3C4534E7}" sibTransId="{FBCA2515-4244-4CFE-A263-81F118C8D283}"/>
    <dgm:cxn modelId="{816C4AA6-F7F6-4A03-A2C5-967AB6A152A7}" type="presOf" srcId="{E6F20497-E36F-4F26-9883-A4BC83ABA34F}" destId="{E84BCE6F-06E3-4BC8-871D-9A93C6044AE4}" srcOrd="1" destOrd="0" presId="urn:microsoft.com/office/officeart/2005/8/layout/orgChart1"/>
    <dgm:cxn modelId="{A3E372A6-34F7-4B90-818E-7F8664CB7987}" type="presOf" srcId="{ADAD034A-1C03-496E-B3DA-20F322473142}" destId="{FB93CA0E-E6CE-4F14-88AC-8614787B9A43}" srcOrd="0" destOrd="0" presId="urn:microsoft.com/office/officeart/2005/8/layout/orgChart1"/>
    <dgm:cxn modelId="{F1D1A9A7-BE9F-4D2C-8AD1-27125AF88135}" type="presOf" srcId="{CFBF96BE-57AC-4278-BEE8-4529105B485E}" destId="{566DBE28-CF1C-4D21-A527-ACA2FA65BB5E}" srcOrd="1" destOrd="0" presId="urn:microsoft.com/office/officeart/2005/8/layout/orgChart1"/>
    <dgm:cxn modelId="{49A02DA8-92BB-429F-A755-417A2EC3E9B9}" srcId="{C5037945-930F-4B75-858B-B894823169CF}" destId="{92162928-B373-4802-B988-4C318FAE4B4C}" srcOrd="1" destOrd="0" parTransId="{691118F6-AAF5-40E0-AD6D-235FADC018C0}" sibTransId="{7F58E25C-EE12-4CC1-9C39-BC755918B106}"/>
    <dgm:cxn modelId="{6325FAA8-1DD5-47E5-B13C-73BA2E69F5F5}" type="presOf" srcId="{4AB04E85-FE6A-4EA2-B818-06ED39A51C26}" destId="{C3BEE66D-DBFC-4B5B-824F-AE729B3E2A92}" srcOrd="0" destOrd="0" presId="urn:microsoft.com/office/officeart/2005/8/layout/orgChart1"/>
    <dgm:cxn modelId="{5422BBA9-4997-4EBB-82F8-7AD1C63CE5B4}" type="presOf" srcId="{986A668E-B947-4E9B-BC49-750AC65155F3}" destId="{ED485508-0335-465D-B2BE-F208E31B5FAA}" srcOrd="0" destOrd="0" presId="urn:microsoft.com/office/officeart/2005/8/layout/orgChart1"/>
    <dgm:cxn modelId="{B4F5BDAA-973F-4248-9012-7CA4DAFE0C64}" type="presOf" srcId="{9FADCBC3-F229-4620-B60A-FB762FF9A001}" destId="{F505519F-6ECB-4AAF-B47A-F3D32DB6B10C}" srcOrd="0" destOrd="0" presId="urn:microsoft.com/office/officeart/2005/8/layout/orgChart1"/>
    <dgm:cxn modelId="{93B2A6AB-2E0A-453D-92AF-49BC91DEDC73}" type="presOf" srcId="{8EA19B09-4081-4C75-BE6F-B89FC9122F02}" destId="{6BDBD7F3-6083-4497-968C-19145A3D4B38}" srcOrd="0" destOrd="0" presId="urn:microsoft.com/office/officeart/2005/8/layout/orgChart1"/>
    <dgm:cxn modelId="{1C463AAC-A367-4295-B2A1-CFE9A3352BC4}" type="presOf" srcId="{B34D544A-1EDE-483B-B4CE-765BD1DC6DC0}" destId="{FDDCF144-34C8-47DC-8A61-AD413DD9A0C0}" srcOrd="0" destOrd="0" presId="urn:microsoft.com/office/officeart/2005/8/layout/orgChart1"/>
    <dgm:cxn modelId="{C99BBAAC-3CD4-441E-83EB-97C997D28083}" type="presOf" srcId="{4ED5C0B1-92B0-476D-A064-D707F3607BE3}" destId="{88D6AF2A-AB2A-4DDC-9F25-5FEB13DE3F9A}" srcOrd="0" destOrd="0" presId="urn:microsoft.com/office/officeart/2005/8/layout/orgChart1"/>
    <dgm:cxn modelId="{C483F9AD-E324-4BDD-AF71-0637A0A3B4F4}" type="presOf" srcId="{8B435217-472D-41FB-B90A-51F67EEBBD13}" destId="{7CA3097E-DF06-4306-90D8-092D17D517A3}" srcOrd="0" destOrd="0" presId="urn:microsoft.com/office/officeart/2005/8/layout/orgChart1"/>
    <dgm:cxn modelId="{DE1533AE-0E53-48EB-8C6D-7D87AAE5B4CF}" type="presOf" srcId="{6179B0DF-E47A-4DC1-A6E5-35A2A8035506}" destId="{1002BD22-EA91-46EA-86D5-BC40AAB8FD27}" srcOrd="1" destOrd="0" presId="urn:microsoft.com/office/officeart/2005/8/layout/orgChart1"/>
    <dgm:cxn modelId="{C0BE0CB6-07B8-402C-B8A2-7EEBA361FA7F}" type="presOf" srcId="{33FD4574-5FBE-445D-A451-69994E30F552}" destId="{B7681CE4-8CA0-49DE-A9F3-C600278D7504}" srcOrd="0" destOrd="0" presId="urn:microsoft.com/office/officeart/2005/8/layout/orgChart1"/>
    <dgm:cxn modelId="{6EA6E5B7-21A9-4489-A34D-AB1996F6D929}" type="presOf" srcId="{52C3BCD1-2F5D-456B-ABDD-1FD281CCF16A}" destId="{5C7EA8F3-06B8-4CA9-AB03-BC7A37C3AC8C}" srcOrd="0" destOrd="0" presId="urn:microsoft.com/office/officeart/2005/8/layout/orgChart1"/>
    <dgm:cxn modelId="{BFAB5AB8-98EC-4769-80B8-4860C84A57D5}" type="presOf" srcId="{7649E386-3A39-4F9D-919B-A92095CAA640}" destId="{833E2946-2059-42EA-A351-3111CB6D5C07}" srcOrd="0" destOrd="0" presId="urn:microsoft.com/office/officeart/2005/8/layout/orgChart1"/>
    <dgm:cxn modelId="{A36B20B9-DDA4-42B7-823D-C353B711DE0D}" type="presOf" srcId="{783A28AA-F493-4D52-B315-F24AFF5BD00E}" destId="{DC80A068-6CF2-4B33-9C4A-C4CABD6579BF}" srcOrd="1" destOrd="0" presId="urn:microsoft.com/office/officeart/2005/8/layout/orgChart1"/>
    <dgm:cxn modelId="{C149E3B9-FCA3-4CE1-9203-7B2B73B1C45F}" type="presOf" srcId="{D05A1DE1-7189-4112-B5BB-9BF305C53705}" destId="{A282935C-36BA-42D1-9CF4-5DC857687C79}" srcOrd="0" destOrd="0" presId="urn:microsoft.com/office/officeart/2005/8/layout/orgChart1"/>
    <dgm:cxn modelId="{E177EDB9-264A-4272-963C-54EB1F5EA2F1}" srcId="{10A0EA3D-3AD4-4A16-AC66-3525B6400D15}" destId="{F574DF73-D72C-476A-9C37-A1A529EDE792}" srcOrd="10" destOrd="0" parTransId="{1E06FCCE-8C0D-44D4-B9ED-1DEEDE98627C}" sibTransId="{00AC709F-2AEF-4A9C-A1B8-F387290D9692}"/>
    <dgm:cxn modelId="{508E9ABC-88BF-42AB-9B20-42E25FC28214}" type="presOf" srcId="{CC8CCEFD-8FD2-4C2E-B120-95D4439FE1FB}" destId="{6260527A-A1BC-46B3-B2FA-A33EAFC33443}" srcOrd="0" destOrd="0" presId="urn:microsoft.com/office/officeart/2005/8/layout/orgChart1"/>
    <dgm:cxn modelId="{21270ABD-CED2-42F1-9ECF-CB3428A563CC}" type="presOf" srcId="{E72F02CF-18B3-473D-BA51-A3A921F54BCB}" destId="{F54654D8-6BF6-4CA2-A716-A88B477A9586}" srcOrd="1" destOrd="0" presId="urn:microsoft.com/office/officeart/2005/8/layout/orgChart1"/>
    <dgm:cxn modelId="{7E0553BD-B282-4AA6-91F9-C0C545A44474}" type="presOf" srcId="{E8BBC249-8CBA-463C-AB27-B6484B08E1AC}" destId="{57DCFC25-CBCC-42C7-B16F-6DD6F572D7D1}" srcOrd="0" destOrd="0" presId="urn:microsoft.com/office/officeart/2005/8/layout/orgChart1"/>
    <dgm:cxn modelId="{3F4DF7BF-5F3D-459A-95B6-E01FD334A1EA}" type="presOf" srcId="{A28E6685-E150-4D33-9D03-232369944133}" destId="{1FF9337E-1DAE-4E3B-8C8B-79D3458F2146}" srcOrd="0" destOrd="0" presId="urn:microsoft.com/office/officeart/2005/8/layout/orgChart1"/>
    <dgm:cxn modelId="{CBD31DC1-FA84-4991-BF96-345E844ED7E9}" srcId="{10A0EA3D-3AD4-4A16-AC66-3525B6400D15}" destId="{26763262-632B-46CC-BA82-DA9DFC8A319D}" srcOrd="1" destOrd="0" parTransId="{33FD4574-5FBE-445D-A451-69994E30F552}" sibTransId="{84C37D61-B689-4A7F-B29B-92B77CD3E11A}"/>
    <dgm:cxn modelId="{B122E7C2-6E03-4A33-83BE-FB576B3891B7}" srcId="{10A0EA3D-3AD4-4A16-AC66-3525B6400D15}" destId="{145D55AA-61E0-495C-8F2D-EE36475B0338}" srcOrd="2" destOrd="0" parTransId="{0C9BCA1A-676D-4632-848E-0829D4E5185A}" sibTransId="{DE2925A3-7D6A-483F-AED9-5E2A830936B3}"/>
    <dgm:cxn modelId="{AA714AC3-A705-4A21-A003-A5D3CC7CD04F}" type="presOf" srcId="{0F02B370-286F-4E1B-80A8-B2AD40265B7C}" destId="{78F581A2-A236-4AAE-9594-81595AF744C3}" srcOrd="0" destOrd="0" presId="urn:microsoft.com/office/officeart/2005/8/layout/orgChart1"/>
    <dgm:cxn modelId="{265050C8-FB60-4B2B-A69B-25967E79F069}" type="presOf" srcId="{B8FCF6F9-076B-4699-9E4E-2CA4C23B8C97}" destId="{5489D5DD-FC37-42DE-962B-6993F423AF34}" srcOrd="0" destOrd="0" presId="urn:microsoft.com/office/officeart/2005/8/layout/orgChart1"/>
    <dgm:cxn modelId="{5F5F20C9-F4E0-4374-8747-B7F46FEC88D8}" srcId="{10A0EA3D-3AD4-4A16-AC66-3525B6400D15}" destId="{75DFC915-9462-4A30-AE1F-37CE18B3C6D2}" srcOrd="3" destOrd="0" parTransId="{F8130828-F801-48B7-A83D-32C060147E31}" sibTransId="{727CFFC1-D6CC-4121-8182-E56D6E59AF3A}"/>
    <dgm:cxn modelId="{A66098CA-BBD7-4745-9A79-FD8A8DE6ECDA}" type="presOf" srcId="{148B9544-AAE4-4F82-A7BD-B12D32E93924}" destId="{9602321A-0529-41BB-8BDE-C5896B1187CD}" srcOrd="0" destOrd="0" presId="urn:microsoft.com/office/officeart/2005/8/layout/orgChart1"/>
    <dgm:cxn modelId="{79A88DCB-6537-4C3D-B318-3B803957AA62}" type="presOf" srcId="{FEE8071C-10FB-47DF-BD43-0E8880FB587B}" destId="{A252790A-9EE5-4B69-903F-0F0C7F82ED64}" srcOrd="0" destOrd="0" presId="urn:microsoft.com/office/officeart/2005/8/layout/orgChart1"/>
    <dgm:cxn modelId="{E9180ACC-C7E1-4082-94D7-368478C59E67}" type="presOf" srcId="{64C84F6C-4C89-42C9-BBFB-E3A9FEECB53C}" destId="{7845EB6B-B9D0-4329-A00A-A032CFA8607F}" srcOrd="0" destOrd="0" presId="urn:microsoft.com/office/officeart/2005/8/layout/orgChart1"/>
    <dgm:cxn modelId="{2E5C8CCD-A95D-49FB-8281-0B5974ACBB27}" type="presOf" srcId="{DAAB9B73-0654-44F2-BFB2-2A12E0C8324D}" destId="{6EF5DE40-A613-44B8-8873-5CB179E71291}" srcOrd="0" destOrd="0" presId="urn:microsoft.com/office/officeart/2005/8/layout/orgChart1"/>
    <dgm:cxn modelId="{01E80BCF-1ECB-430D-A350-FE3C8C51032F}" srcId="{10A0EA3D-3AD4-4A16-AC66-3525B6400D15}" destId="{C5037945-930F-4B75-858B-B894823169CF}" srcOrd="0" destOrd="0" parTransId="{D4470D27-09CC-41EB-BA1A-CCC1BA5C0E27}" sibTransId="{1E8234E8-902F-4E23-8B68-776EF1344419}"/>
    <dgm:cxn modelId="{6C8ADED2-715B-4560-862A-953231A391EC}" type="presOf" srcId="{DA630805-589F-40FE-B4A9-A3C7971583FB}" destId="{30979236-57DA-47DF-96D4-AB6AABBC538D}" srcOrd="1" destOrd="0" presId="urn:microsoft.com/office/officeart/2005/8/layout/orgChart1"/>
    <dgm:cxn modelId="{23B9B1D3-27DD-4CC3-A22E-88440AA4E8B1}" srcId="{75DFC915-9462-4A30-AE1F-37CE18B3C6D2}" destId="{1B6E74F3-B5A8-441C-AB65-775DCB44F666}" srcOrd="1" destOrd="0" parTransId="{3C79FE37-D072-433C-85E3-76D9529FB2A4}" sibTransId="{43F121AF-991F-4E24-85F2-84A4E19BC598}"/>
    <dgm:cxn modelId="{417E3AD6-AD47-45CF-B6ED-9C75D763FA04}" type="presOf" srcId="{CD9829E7-840B-4B2B-A393-F04E987952D6}" destId="{F1396398-C9F6-48F4-AA4F-1E9F79E1591E}" srcOrd="0" destOrd="0" presId="urn:microsoft.com/office/officeart/2005/8/layout/orgChart1"/>
    <dgm:cxn modelId="{2545BBD6-5AD2-4DFC-B90C-F239EABF6840}" type="presOf" srcId="{92162928-B373-4802-B988-4C318FAE4B4C}" destId="{E053A169-9C0A-4979-A9C3-739101C47B4F}" srcOrd="0" destOrd="0" presId="urn:microsoft.com/office/officeart/2005/8/layout/orgChart1"/>
    <dgm:cxn modelId="{9DCD54D7-F070-4D5E-BC03-0AB0A61272C7}" type="presOf" srcId="{044DC898-7245-4442-9BD3-48FE3ED2D3B1}" destId="{B5BB71F7-A0FC-4F6C-B14D-D1D62FA86602}" srcOrd="0" destOrd="0" presId="urn:microsoft.com/office/officeart/2005/8/layout/orgChart1"/>
    <dgm:cxn modelId="{070420DA-0A98-4971-91C5-329C2B47EDBD}" srcId="{75DFC915-9462-4A30-AE1F-37CE18B3C6D2}" destId="{05459587-4988-4521-A172-715582190CFB}" srcOrd="0" destOrd="0" parTransId="{81DA8363-0B62-47BB-A1C0-276F95F61685}" sibTransId="{BB821CFB-ECAB-4AFD-84D7-F610E819B777}"/>
    <dgm:cxn modelId="{64C871E0-4128-4E10-844A-A36680AFF6C1}" type="presOf" srcId="{512D1E28-3768-40E2-87B5-0BB9D809078E}" destId="{5807B7EF-9312-4F09-B85B-9298EF1235EB}" srcOrd="0" destOrd="0" presId="urn:microsoft.com/office/officeart/2005/8/layout/orgChart1"/>
    <dgm:cxn modelId="{B6141CE3-6003-4DED-9BAF-7D76A902911E}" type="presOf" srcId="{783A28AA-F493-4D52-B315-F24AFF5BD00E}" destId="{ABFB3F97-6CE9-4E52-918E-35F874A43BCD}" srcOrd="0" destOrd="0" presId="urn:microsoft.com/office/officeart/2005/8/layout/orgChart1"/>
    <dgm:cxn modelId="{9A2424E3-8E65-4731-97A9-ABE7E8F32F63}" type="presOf" srcId="{DF9E427A-F061-4D73-876E-50DFE6A2B7E5}" destId="{016EC23A-2D0E-41F6-A49C-4A8A9AA629EE}" srcOrd="0" destOrd="0" presId="urn:microsoft.com/office/officeart/2005/8/layout/orgChart1"/>
    <dgm:cxn modelId="{914158E6-80A7-480C-B1EE-8F74EE1F445C}" type="presOf" srcId="{6179B0DF-E47A-4DC1-A6E5-35A2A8035506}" destId="{3865DB16-34F6-41C8-ABAD-5A68CDC1E618}" srcOrd="0" destOrd="0" presId="urn:microsoft.com/office/officeart/2005/8/layout/orgChart1"/>
    <dgm:cxn modelId="{866A67E7-ADE4-4C7D-AEE3-9829D67A6158}" type="presOf" srcId="{10A0EA3D-3AD4-4A16-AC66-3525B6400D15}" destId="{5265131C-4C0A-45D5-A034-D2AF2599472B}" srcOrd="1" destOrd="0" presId="urn:microsoft.com/office/officeart/2005/8/layout/orgChart1"/>
    <dgm:cxn modelId="{E0B96BE9-1C9C-409F-A70E-675335BF770A}" type="presOf" srcId="{145D55AA-61E0-495C-8F2D-EE36475B0338}" destId="{2A36DFCF-50EA-4F73-AE79-4C68056A9760}" srcOrd="0" destOrd="0" presId="urn:microsoft.com/office/officeart/2005/8/layout/orgChart1"/>
    <dgm:cxn modelId="{8C90C5EA-D9C5-414F-8D8E-8E2897A26C54}" type="presOf" srcId="{00AC022C-23A1-48BC-BDFF-3F7F28B476E7}" destId="{2E89282F-DCA8-4DC6-A0AC-B3C141F66B5F}" srcOrd="1" destOrd="0" presId="urn:microsoft.com/office/officeart/2005/8/layout/orgChart1"/>
    <dgm:cxn modelId="{F6A166EC-D832-4262-A0A8-609D387AB1B5}" type="presOf" srcId="{7503258F-CB4C-4821-9D8D-C5A58C1571DE}" destId="{2E6867E7-74AC-4BF1-A9FA-4AC7261C94EA}" srcOrd="0" destOrd="0" presId="urn:microsoft.com/office/officeart/2005/8/layout/orgChart1"/>
    <dgm:cxn modelId="{C38036ED-6338-4E55-8D30-9C49E8D3BC3C}" type="presOf" srcId="{950DF26E-17D9-4CD6-BA22-3B12B191F0B1}" destId="{5218C1E6-A7C1-45B1-BD6C-50F3BFADC1B2}" srcOrd="1" destOrd="0" presId="urn:microsoft.com/office/officeart/2005/8/layout/orgChart1"/>
    <dgm:cxn modelId="{FF52CBED-35A2-4EC8-90B0-070F59F53CEF}" srcId="{C5037945-930F-4B75-858B-B894823169CF}" destId="{A2074807-3C28-4B33-9EEB-412E5A1AA954}" srcOrd="3" destOrd="0" parTransId="{CA54F505-FAAD-4FFF-AE99-F02D8805AA90}" sibTransId="{C0480748-AD54-45DF-99A7-51B5C002D86D}"/>
    <dgm:cxn modelId="{ADCC15EE-1DB8-4FD3-A064-68A6FBA4DBB6}" type="presOf" srcId="{52C3973C-B7F3-447F-8C8A-6D0C97AC7D87}" destId="{55D6CDA0-E2F8-4F44-91CF-D45B8B7CACAF}" srcOrd="0" destOrd="0" presId="urn:microsoft.com/office/officeart/2005/8/layout/orgChart1"/>
    <dgm:cxn modelId="{D433E0EE-147F-4178-A5E3-90739B681A73}" type="presOf" srcId="{4491E0E7-6315-42FC-B39B-E70BA8CB8B7D}" destId="{90AEB87D-7733-49E7-84CD-15D067F7E15F}" srcOrd="1" destOrd="0" presId="urn:microsoft.com/office/officeart/2005/8/layout/orgChart1"/>
    <dgm:cxn modelId="{A0543AEF-7B1A-426D-8A8C-1523CD167F7A}" type="presOf" srcId="{DF9E427A-F061-4D73-876E-50DFE6A2B7E5}" destId="{CBB73073-E2BE-4561-B51B-94EBAD9E9723}" srcOrd="1" destOrd="0" presId="urn:microsoft.com/office/officeart/2005/8/layout/orgChart1"/>
    <dgm:cxn modelId="{ED7572F2-668C-4C29-9BD1-FC152A1F4A58}" type="presOf" srcId="{D4470D27-09CC-41EB-BA1A-CCC1BA5C0E27}" destId="{B9DD715D-069C-4BC2-A1E9-3705206A9E7E}" srcOrd="0" destOrd="0" presId="urn:microsoft.com/office/officeart/2005/8/layout/orgChart1"/>
    <dgm:cxn modelId="{1A0F00F4-6F02-4A68-BB70-D598F042C05D}" srcId="{10A0EA3D-3AD4-4A16-AC66-3525B6400D15}" destId="{447A1B5D-8039-45F0-9ECE-261F036D13DA}" srcOrd="5" destOrd="0" parTransId="{512D1E28-3768-40E2-87B5-0BB9D809078E}" sibTransId="{E58B7B18-21B4-4E89-BC2D-D276B54A22FE}"/>
    <dgm:cxn modelId="{35F3BBF5-AA37-443A-BAA7-2249199E6C90}" srcId="{986A668E-B947-4E9B-BC49-750AC65155F3}" destId="{9686FD60-0C64-4E7A-B65B-577F4EBB370B}" srcOrd="1" destOrd="0" parTransId="{871A2A53-1159-46DE-9E54-4CBCCDE56CC6}" sibTransId="{7AC05B58-F1D9-4A94-A86B-BF0C8A114FD0}"/>
    <dgm:cxn modelId="{FADC24F6-9EA4-40F3-9EBF-129356B6FC47}" type="presOf" srcId="{21D2D3E8-ED16-4668-8A50-BA9C625F6C75}" destId="{B104FA65-B4C0-4B7B-8F35-47D7504F3B76}" srcOrd="0" destOrd="0" presId="urn:microsoft.com/office/officeart/2005/8/layout/orgChart1"/>
    <dgm:cxn modelId="{3B6E69F6-2D97-42FB-80C9-90F0D7B7D2A6}" srcId="{92162928-B373-4802-B988-4C318FAE4B4C}" destId="{0C099BB8-4A5F-4B8A-B703-DCB7480DDD44}" srcOrd="3" destOrd="0" parTransId="{9FADCBC3-F229-4620-B60A-FB762FF9A001}" sibTransId="{1247D2A4-C4C8-4C39-BE98-B29DD737739E}"/>
    <dgm:cxn modelId="{C94F4AF8-63F4-4299-9BBD-243E4BF07094}" type="presOf" srcId="{54A214D2-D44C-4CCE-9AEB-B812186FBE9F}" destId="{CB02243B-C17F-4AA8-825F-D4F211D97915}" srcOrd="0" destOrd="0" presId="urn:microsoft.com/office/officeart/2005/8/layout/orgChart1"/>
    <dgm:cxn modelId="{66CC2AF9-B116-4253-AC03-EDFA4C71F28F}" type="presOf" srcId="{E72F02CF-18B3-473D-BA51-A3A921F54BCB}" destId="{9EA1F9B9-4D92-4870-BBD2-CB4F964CD17D}" srcOrd="0" destOrd="0" presId="urn:microsoft.com/office/officeart/2005/8/layout/orgChart1"/>
    <dgm:cxn modelId="{BC633AFD-420F-40C7-950C-BEBD30F3FDE9}" type="presOf" srcId="{447A1B5D-8039-45F0-9ECE-261F036D13DA}" destId="{DA9D0B77-4A25-45A1-A094-512AAE78F810}" srcOrd="0" destOrd="0" presId="urn:microsoft.com/office/officeart/2005/8/layout/orgChart1"/>
    <dgm:cxn modelId="{2BA058FE-464B-4384-A364-3755884AFA1F}" type="presOf" srcId="{6AE7F5F1-29A0-46DF-AACF-A442207EF17A}" destId="{83DC080B-07F6-4C80-8867-801273870E8D}" srcOrd="1" destOrd="0" presId="urn:microsoft.com/office/officeart/2005/8/layout/orgChart1"/>
    <dgm:cxn modelId="{B505D0FE-1546-4BE7-9366-6825D85ED42D}" type="presOf" srcId="{3C79FE37-D072-433C-85E3-76D9529FB2A4}" destId="{BE316BAB-E484-4713-88F8-60BFB9ECB2F9}" srcOrd="0" destOrd="0" presId="urn:microsoft.com/office/officeart/2005/8/layout/orgChart1"/>
    <dgm:cxn modelId="{0D445FFF-56F3-4E45-AFE8-8CD13937FEBB}" type="presOf" srcId="{05459587-4988-4521-A172-715582190CFB}" destId="{F5119AFF-7505-49C6-B8CC-5346C5423816}" srcOrd="0" destOrd="0" presId="urn:microsoft.com/office/officeart/2005/8/layout/orgChart1"/>
    <dgm:cxn modelId="{186E2853-F483-4871-B132-E1F12E105677}" type="presParOf" srcId="{CE01B670-1EEA-4848-90D3-DFD1C7C7F55F}" destId="{90DD1432-594A-402F-BA90-BF3AD7D3805E}" srcOrd="0" destOrd="0" presId="urn:microsoft.com/office/officeart/2005/8/layout/orgChart1"/>
    <dgm:cxn modelId="{B7BA9620-0452-438F-8760-D726174EE83B}" type="presParOf" srcId="{90DD1432-594A-402F-BA90-BF3AD7D3805E}" destId="{435A436E-4C62-4EA4-BCE3-82AF2D66BD97}" srcOrd="0" destOrd="0" presId="urn:microsoft.com/office/officeart/2005/8/layout/orgChart1"/>
    <dgm:cxn modelId="{7E112987-CF62-449A-B23A-18A552A048C2}" type="presParOf" srcId="{435A436E-4C62-4EA4-BCE3-82AF2D66BD97}" destId="{228A01CC-3BEE-415F-A2AB-98EE968D4C9E}" srcOrd="0" destOrd="0" presId="urn:microsoft.com/office/officeart/2005/8/layout/orgChart1"/>
    <dgm:cxn modelId="{FA060B0C-5352-492B-90EB-3B1BF3F77EF3}" type="presParOf" srcId="{435A436E-4C62-4EA4-BCE3-82AF2D66BD97}" destId="{5265131C-4C0A-45D5-A034-D2AF2599472B}" srcOrd="1" destOrd="0" presId="urn:microsoft.com/office/officeart/2005/8/layout/orgChart1"/>
    <dgm:cxn modelId="{407D6AEE-DD37-4A53-9FF8-3103B041ADE8}" type="presParOf" srcId="{90DD1432-594A-402F-BA90-BF3AD7D3805E}" destId="{65D6C5B1-00A1-4204-9741-CA885FE72364}" srcOrd="1" destOrd="0" presId="urn:microsoft.com/office/officeart/2005/8/layout/orgChart1"/>
    <dgm:cxn modelId="{39E2F54E-B49E-41A1-BFA5-C7F882FC571D}" type="presParOf" srcId="{65D6C5B1-00A1-4204-9741-CA885FE72364}" destId="{B9DD715D-069C-4BC2-A1E9-3705206A9E7E}" srcOrd="0" destOrd="0" presId="urn:microsoft.com/office/officeart/2005/8/layout/orgChart1"/>
    <dgm:cxn modelId="{E68C5B76-CC29-4FD0-A034-9EFE878A7CC5}" type="presParOf" srcId="{65D6C5B1-00A1-4204-9741-CA885FE72364}" destId="{F7B2959F-C810-441E-ABAC-C79DB10C6809}" srcOrd="1" destOrd="0" presId="urn:microsoft.com/office/officeart/2005/8/layout/orgChart1"/>
    <dgm:cxn modelId="{0BBF3F6D-84E8-4AAA-858F-43A4AC8AB0D1}" type="presParOf" srcId="{F7B2959F-C810-441E-ABAC-C79DB10C6809}" destId="{5D913086-3A8D-4E5B-903E-99ABE15D3392}" srcOrd="0" destOrd="0" presId="urn:microsoft.com/office/officeart/2005/8/layout/orgChart1"/>
    <dgm:cxn modelId="{454CFAD4-EFD9-4CE3-BCCB-7199C40FB4AE}" type="presParOf" srcId="{5D913086-3A8D-4E5B-903E-99ABE15D3392}" destId="{EF0DF732-FD85-4D52-8905-6DCB2A652547}" srcOrd="0" destOrd="0" presId="urn:microsoft.com/office/officeart/2005/8/layout/orgChart1"/>
    <dgm:cxn modelId="{25F4231C-C682-4C33-8B91-7943CDC3C247}" type="presParOf" srcId="{5D913086-3A8D-4E5B-903E-99ABE15D3392}" destId="{B3034FE3-F479-4DF4-A8BF-8880E94D2217}" srcOrd="1" destOrd="0" presId="urn:microsoft.com/office/officeart/2005/8/layout/orgChart1"/>
    <dgm:cxn modelId="{9295C9F9-7021-4436-BF77-18B304B58C28}" type="presParOf" srcId="{F7B2959F-C810-441E-ABAC-C79DB10C6809}" destId="{D39E0032-FE8A-41E3-BCA2-2DD8ED595AFD}" srcOrd="1" destOrd="0" presId="urn:microsoft.com/office/officeart/2005/8/layout/orgChart1"/>
    <dgm:cxn modelId="{0000F537-BEBE-4A91-AC98-AF500271BC96}" type="presParOf" srcId="{D39E0032-FE8A-41E3-BCA2-2DD8ED595AFD}" destId="{7CA3097E-DF06-4306-90D8-092D17D517A3}" srcOrd="0" destOrd="0" presId="urn:microsoft.com/office/officeart/2005/8/layout/orgChart1"/>
    <dgm:cxn modelId="{48CA294A-1863-4091-98B2-964D17FC99FA}" type="presParOf" srcId="{D39E0032-FE8A-41E3-BCA2-2DD8ED595AFD}" destId="{AB3ECC90-3C57-44A5-937C-3ADE503D492D}" srcOrd="1" destOrd="0" presId="urn:microsoft.com/office/officeart/2005/8/layout/orgChart1"/>
    <dgm:cxn modelId="{42668C7D-FC39-4654-BC15-8EA8441520A9}" type="presParOf" srcId="{AB3ECC90-3C57-44A5-937C-3ADE503D492D}" destId="{C4524F9E-1F5E-4103-8C7B-1DD3B3E09CA6}" srcOrd="0" destOrd="0" presId="urn:microsoft.com/office/officeart/2005/8/layout/orgChart1"/>
    <dgm:cxn modelId="{D36D9C13-30D7-43BC-B627-2EF8DE1DEE20}" type="presParOf" srcId="{C4524F9E-1F5E-4103-8C7B-1DD3B3E09CA6}" destId="{D7DEFF10-285D-460F-B6C2-3621F12D5071}" srcOrd="0" destOrd="0" presId="urn:microsoft.com/office/officeart/2005/8/layout/orgChart1"/>
    <dgm:cxn modelId="{AE2A04FE-0EDC-431B-830C-FEE3DE94EECB}" type="presParOf" srcId="{C4524F9E-1F5E-4103-8C7B-1DD3B3E09CA6}" destId="{5218C1E6-A7C1-45B1-BD6C-50F3BFADC1B2}" srcOrd="1" destOrd="0" presId="urn:microsoft.com/office/officeart/2005/8/layout/orgChart1"/>
    <dgm:cxn modelId="{51B9583E-38A1-478A-B496-0E1D0CF3A19D}" type="presParOf" srcId="{AB3ECC90-3C57-44A5-937C-3ADE503D492D}" destId="{B280554C-1ADC-4B1E-8EF4-81DC9F4A70AE}" srcOrd="1" destOrd="0" presId="urn:microsoft.com/office/officeart/2005/8/layout/orgChart1"/>
    <dgm:cxn modelId="{BB150A7E-5D8B-427C-80A0-30F078851F2D}" type="presParOf" srcId="{B280554C-1ADC-4B1E-8EF4-81DC9F4A70AE}" destId="{671179AC-5FAC-4A39-B7FF-0414C95E3528}" srcOrd="0" destOrd="0" presId="urn:microsoft.com/office/officeart/2005/8/layout/orgChart1"/>
    <dgm:cxn modelId="{0AA8DCD2-8281-46CF-B370-6D0E6C4904DC}" type="presParOf" srcId="{B280554C-1ADC-4B1E-8EF4-81DC9F4A70AE}" destId="{0AB006A4-182D-4959-8DCB-18D7F1BAD9A9}" srcOrd="1" destOrd="0" presId="urn:microsoft.com/office/officeart/2005/8/layout/orgChart1"/>
    <dgm:cxn modelId="{3E6ED4D6-8607-4F8B-AC23-2C9DD1AC01B1}" type="presParOf" srcId="{0AB006A4-182D-4959-8DCB-18D7F1BAD9A9}" destId="{55AA2491-D4E2-4442-BAC2-BA16763FAF50}" srcOrd="0" destOrd="0" presId="urn:microsoft.com/office/officeart/2005/8/layout/orgChart1"/>
    <dgm:cxn modelId="{88892555-F7DE-437A-80B1-43DAAE9AFE41}" type="presParOf" srcId="{55AA2491-D4E2-4442-BAC2-BA16763FAF50}" destId="{88D6AF2A-AB2A-4DDC-9F25-5FEB13DE3F9A}" srcOrd="0" destOrd="0" presId="urn:microsoft.com/office/officeart/2005/8/layout/orgChart1"/>
    <dgm:cxn modelId="{0ED94EE9-C1A6-410D-AD48-E8981266E4DF}" type="presParOf" srcId="{55AA2491-D4E2-4442-BAC2-BA16763FAF50}" destId="{3E2E92DB-5C6F-4ED9-9583-E91717EC9D4B}" srcOrd="1" destOrd="0" presId="urn:microsoft.com/office/officeart/2005/8/layout/orgChart1"/>
    <dgm:cxn modelId="{54F763A9-F0BC-46E2-BCCA-650949A2BDAD}" type="presParOf" srcId="{0AB006A4-182D-4959-8DCB-18D7F1BAD9A9}" destId="{A775A552-A598-4FF2-828D-28A777D8D49E}" srcOrd="1" destOrd="0" presId="urn:microsoft.com/office/officeart/2005/8/layout/orgChart1"/>
    <dgm:cxn modelId="{F0BBD9BD-3ED1-4E63-86D4-CACA6451162D}" type="presParOf" srcId="{0AB006A4-182D-4959-8DCB-18D7F1BAD9A9}" destId="{4C841937-9171-47C2-B2B1-897C754EA2F9}" srcOrd="2" destOrd="0" presId="urn:microsoft.com/office/officeart/2005/8/layout/orgChart1"/>
    <dgm:cxn modelId="{8B022790-FC50-4C7A-B1CA-A0E0D3493759}" type="presParOf" srcId="{B280554C-1ADC-4B1E-8EF4-81DC9F4A70AE}" destId="{917A0AFA-0687-4CD7-A02C-2B5A2A29DC08}" srcOrd="2" destOrd="0" presId="urn:microsoft.com/office/officeart/2005/8/layout/orgChart1"/>
    <dgm:cxn modelId="{8375B849-32BD-4EA1-B113-971F76F3C96A}" type="presParOf" srcId="{B280554C-1ADC-4B1E-8EF4-81DC9F4A70AE}" destId="{E20BA6D2-893E-487D-8683-EFAF9C9804F2}" srcOrd="3" destOrd="0" presId="urn:microsoft.com/office/officeart/2005/8/layout/orgChart1"/>
    <dgm:cxn modelId="{B3196A87-9807-47DC-850B-94B0303E66A4}" type="presParOf" srcId="{E20BA6D2-893E-487D-8683-EFAF9C9804F2}" destId="{427688FD-121D-47B8-8931-D5204B8647E1}" srcOrd="0" destOrd="0" presId="urn:microsoft.com/office/officeart/2005/8/layout/orgChart1"/>
    <dgm:cxn modelId="{00F22CD5-3A1C-44CE-9E7A-8B6B603DFC37}" type="presParOf" srcId="{427688FD-121D-47B8-8931-D5204B8647E1}" destId="{80857E5D-5A40-47FA-A4DC-63DCAE736606}" srcOrd="0" destOrd="0" presId="urn:microsoft.com/office/officeart/2005/8/layout/orgChart1"/>
    <dgm:cxn modelId="{D244C9DF-8FE5-456C-88BC-73E90A8A480A}" type="presParOf" srcId="{427688FD-121D-47B8-8931-D5204B8647E1}" destId="{E84BCE6F-06E3-4BC8-871D-9A93C6044AE4}" srcOrd="1" destOrd="0" presId="urn:microsoft.com/office/officeart/2005/8/layout/orgChart1"/>
    <dgm:cxn modelId="{A87452AD-FFD6-49FC-8545-65F0229662AD}" type="presParOf" srcId="{E20BA6D2-893E-487D-8683-EFAF9C9804F2}" destId="{61E5CA6B-3955-4E6B-A536-8F209B0425DA}" srcOrd="1" destOrd="0" presId="urn:microsoft.com/office/officeart/2005/8/layout/orgChart1"/>
    <dgm:cxn modelId="{5493A4F0-8669-40A2-B721-0E83BC60C942}" type="presParOf" srcId="{E20BA6D2-893E-487D-8683-EFAF9C9804F2}" destId="{90C2E34E-D962-4C76-984B-1AA560324FC7}" srcOrd="2" destOrd="0" presId="urn:microsoft.com/office/officeart/2005/8/layout/orgChart1"/>
    <dgm:cxn modelId="{4D2D4616-7B36-45D3-9034-B8B951F06ACF}" type="presParOf" srcId="{AB3ECC90-3C57-44A5-937C-3ADE503D492D}" destId="{1420530A-1FB5-4E43-9A35-FF949B7D025C}" srcOrd="2" destOrd="0" presId="urn:microsoft.com/office/officeart/2005/8/layout/orgChart1"/>
    <dgm:cxn modelId="{EE0E5B71-CEAB-4BC4-BBD9-019C7309B7D9}" type="presParOf" srcId="{D39E0032-FE8A-41E3-BCA2-2DD8ED595AFD}" destId="{A6E2B9B1-B808-4C3E-9CA4-FDBFEB7C6E12}" srcOrd="2" destOrd="0" presId="urn:microsoft.com/office/officeart/2005/8/layout/orgChart1"/>
    <dgm:cxn modelId="{9DCECBA9-1178-40DC-864F-8B0856721C8D}" type="presParOf" srcId="{D39E0032-FE8A-41E3-BCA2-2DD8ED595AFD}" destId="{842694ED-63FE-41F5-8205-A2D2ED7AB622}" srcOrd="3" destOrd="0" presId="urn:microsoft.com/office/officeart/2005/8/layout/orgChart1"/>
    <dgm:cxn modelId="{CB58657B-2AB5-44BB-96AC-E5D30E4FB150}" type="presParOf" srcId="{842694ED-63FE-41F5-8205-A2D2ED7AB622}" destId="{156B7B81-9C4B-4435-88FA-61CD1E94F7AC}" srcOrd="0" destOrd="0" presId="urn:microsoft.com/office/officeart/2005/8/layout/orgChart1"/>
    <dgm:cxn modelId="{0A281CFD-E715-4266-BFC9-551095FC40CC}" type="presParOf" srcId="{156B7B81-9C4B-4435-88FA-61CD1E94F7AC}" destId="{E053A169-9C0A-4979-A9C3-739101C47B4F}" srcOrd="0" destOrd="0" presId="urn:microsoft.com/office/officeart/2005/8/layout/orgChart1"/>
    <dgm:cxn modelId="{D35111F7-3A07-4471-B63D-173B0865AF56}" type="presParOf" srcId="{156B7B81-9C4B-4435-88FA-61CD1E94F7AC}" destId="{38710617-AD94-492E-877A-67DEA8A29246}" srcOrd="1" destOrd="0" presId="urn:microsoft.com/office/officeart/2005/8/layout/orgChart1"/>
    <dgm:cxn modelId="{E75B2AEA-1A86-4CAD-AECA-C0DFA3293800}" type="presParOf" srcId="{842694ED-63FE-41F5-8205-A2D2ED7AB622}" destId="{EE25FEE9-C0A4-43A3-BC29-09C1DC02735B}" srcOrd="1" destOrd="0" presId="urn:microsoft.com/office/officeart/2005/8/layout/orgChart1"/>
    <dgm:cxn modelId="{B52DB3C8-1DF7-4DC3-933B-E0BCB6FC738A}" type="presParOf" srcId="{EE25FEE9-C0A4-43A3-BC29-09C1DC02735B}" destId="{C3BEE66D-DBFC-4B5B-824F-AE729B3E2A92}" srcOrd="0" destOrd="0" presId="urn:microsoft.com/office/officeart/2005/8/layout/orgChart1"/>
    <dgm:cxn modelId="{B354502B-F89C-4A67-8ED2-18191632E653}" type="presParOf" srcId="{EE25FEE9-C0A4-43A3-BC29-09C1DC02735B}" destId="{A9CFCED3-6ECE-4576-ABCC-0C5B70059EB9}" srcOrd="1" destOrd="0" presId="urn:microsoft.com/office/officeart/2005/8/layout/orgChart1"/>
    <dgm:cxn modelId="{20106521-4911-442D-8C61-B729A2398A43}" type="presParOf" srcId="{A9CFCED3-6ECE-4576-ABCC-0C5B70059EB9}" destId="{69DD92A3-402B-4486-B358-BBA3E344CCFB}" srcOrd="0" destOrd="0" presId="urn:microsoft.com/office/officeart/2005/8/layout/orgChart1"/>
    <dgm:cxn modelId="{7E342F05-0501-445A-ADC2-105F8EEF8FE4}" type="presParOf" srcId="{69DD92A3-402B-4486-B358-BBA3E344CCFB}" destId="{9602321A-0529-41BB-8BDE-C5896B1187CD}" srcOrd="0" destOrd="0" presId="urn:microsoft.com/office/officeart/2005/8/layout/orgChart1"/>
    <dgm:cxn modelId="{B0536AEF-9F22-4E7B-B885-DDA57F3E9F6F}" type="presParOf" srcId="{69DD92A3-402B-4486-B358-BBA3E344CCFB}" destId="{15AE8028-70C7-4D5B-B57D-0B4DC8D041C5}" srcOrd="1" destOrd="0" presId="urn:microsoft.com/office/officeart/2005/8/layout/orgChart1"/>
    <dgm:cxn modelId="{57EB99DC-587D-452E-B78F-EA4AA28826C3}" type="presParOf" srcId="{A9CFCED3-6ECE-4576-ABCC-0C5B70059EB9}" destId="{939275F3-B58F-45AC-8398-CC8AF1075322}" srcOrd="1" destOrd="0" presId="urn:microsoft.com/office/officeart/2005/8/layout/orgChart1"/>
    <dgm:cxn modelId="{D4AF0001-9F47-40BB-B32E-0465616A687F}" type="presParOf" srcId="{A9CFCED3-6ECE-4576-ABCC-0C5B70059EB9}" destId="{7670B313-9F55-4FF1-B65A-9F20334A188C}" srcOrd="2" destOrd="0" presId="urn:microsoft.com/office/officeart/2005/8/layout/orgChart1"/>
    <dgm:cxn modelId="{8DC99F8E-865B-485E-9B76-F05EB7FE7CA8}" type="presParOf" srcId="{EE25FEE9-C0A4-43A3-BC29-09C1DC02735B}" destId="{8AE61498-7424-433C-B920-4C4E22FE37C9}" srcOrd="2" destOrd="0" presId="urn:microsoft.com/office/officeart/2005/8/layout/orgChart1"/>
    <dgm:cxn modelId="{0E78F0C6-9D39-487D-985D-7F5B9B569B74}" type="presParOf" srcId="{EE25FEE9-C0A4-43A3-BC29-09C1DC02735B}" destId="{8CA74FDC-C221-4F1E-B367-D76A13DF6CEE}" srcOrd="3" destOrd="0" presId="urn:microsoft.com/office/officeart/2005/8/layout/orgChart1"/>
    <dgm:cxn modelId="{41224735-64BD-445E-A434-3B7E6BBF335B}" type="presParOf" srcId="{8CA74FDC-C221-4F1E-B367-D76A13DF6CEE}" destId="{7F16C559-3AAD-4FA9-9616-85DB22A494CA}" srcOrd="0" destOrd="0" presId="urn:microsoft.com/office/officeart/2005/8/layout/orgChart1"/>
    <dgm:cxn modelId="{3F9FC423-7C66-4424-984C-289C3F644FD3}" type="presParOf" srcId="{7F16C559-3AAD-4FA9-9616-85DB22A494CA}" destId="{F4DC1B83-6C23-49DE-87E8-6B79DB8CBA59}" srcOrd="0" destOrd="0" presId="urn:microsoft.com/office/officeart/2005/8/layout/orgChart1"/>
    <dgm:cxn modelId="{A1AC46C2-63A6-4BEA-95D5-B013AA046909}" type="presParOf" srcId="{7F16C559-3AAD-4FA9-9616-85DB22A494CA}" destId="{2E89282F-DCA8-4DC6-A0AC-B3C141F66B5F}" srcOrd="1" destOrd="0" presId="urn:microsoft.com/office/officeart/2005/8/layout/orgChart1"/>
    <dgm:cxn modelId="{AD5D09CD-4AC0-4893-8812-1B27800D417A}" type="presParOf" srcId="{8CA74FDC-C221-4F1E-B367-D76A13DF6CEE}" destId="{F6E2F938-DD76-41F8-BE30-138493256B47}" srcOrd="1" destOrd="0" presId="urn:microsoft.com/office/officeart/2005/8/layout/orgChart1"/>
    <dgm:cxn modelId="{4F8BF258-320A-4A5C-8F69-7C2DC98FB96D}" type="presParOf" srcId="{8CA74FDC-C221-4F1E-B367-D76A13DF6CEE}" destId="{51C1861F-64E4-4F9E-A995-A36D30121CD2}" srcOrd="2" destOrd="0" presId="urn:microsoft.com/office/officeart/2005/8/layout/orgChart1"/>
    <dgm:cxn modelId="{A8623CE1-CCEB-49C1-853B-24ECBA1FDC1A}" type="presParOf" srcId="{EE25FEE9-C0A4-43A3-BC29-09C1DC02735B}" destId="{819CF286-327E-4771-A756-F0B2B9DBDA4B}" srcOrd="4" destOrd="0" presId="urn:microsoft.com/office/officeart/2005/8/layout/orgChart1"/>
    <dgm:cxn modelId="{ADF8C2E9-6F9D-46AC-80E3-DE638BE7E059}" type="presParOf" srcId="{EE25FEE9-C0A4-43A3-BC29-09C1DC02735B}" destId="{28A75BEE-EECD-45B3-B7B1-0467EFCD328F}" srcOrd="5" destOrd="0" presId="urn:microsoft.com/office/officeart/2005/8/layout/orgChart1"/>
    <dgm:cxn modelId="{98C410D4-5A6E-4502-9896-208B989A140B}" type="presParOf" srcId="{28A75BEE-EECD-45B3-B7B1-0467EFCD328F}" destId="{9584EC4C-D6FC-4CDC-A75D-F1C3DAE1B3C2}" srcOrd="0" destOrd="0" presId="urn:microsoft.com/office/officeart/2005/8/layout/orgChart1"/>
    <dgm:cxn modelId="{B1DA8012-35F1-4305-A4D6-7A223966DAEC}" type="presParOf" srcId="{9584EC4C-D6FC-4CDC-A75D-F1C3DAE1B3C2}" destId="{81E07694-06DE-4DA4-BA15-F7FF4EF31C21}" srcOrd="0" destOrd="0" presId="urn:microsoft.com/office/officeart/2005/8/layout/orgChart1"/>
    <dgm:cxn modelId="{91F9565F-EEED-40A0-832A-290E730AC407}" type="presParOf" srcId="{9584EC4C-D6FC-4CDC-A75D-F1C3DAE1B3C2}" destId="{21450613-CA36-4454-85B4-AEB63CA49087}" srcOrd="1" destOrd="0" presId="urn:microsoft.com/office/officeart/2005/8/layout/orgChart1"/>
    <dgm:cxn modelId="{1678D846-9075-4768-9952-9E0DBB0D5976}" type="presParOf" srcId="{28A75BEE-EECD-45B3-B7B1-0467EFCD328F}" destId="{89A8106A-14BF-491C-AA4E-9634881D0523}" srcOrd="1" destOrd="0" presId="urn:microsoft.com/office/officeart/2005/8/layout/orgChart1"/>
    <dgm:cxn modelId="{8DCDD940-4FBC-4A0B-BA6D-F6C8C2B820E2}" type="presParOf" srcId="{28A75BEE-EECD-45B3-B7B1-0467EFCD328F}" destId="{C338D44E-E4B3-49D9-AFCA-3D563E2FF749}" srcOrd="2" destOrd="0" presId="urn:microsoft.com/office/officeart/2005/8/layout/orgChart1"/>
    <dgm:cxn modelId="{87B5798F-6C3E-4250-965A-EDFF381953F6}" type="presParOf" srcId="{EE25FEE9-C0A4-43A3-BC29-09C1DC02735B}" destId="{F505519F-6ECB-4AAF-B47A-F3D32DB6B10C}" srcOrd="6" destOrd="0" presId="urn:microsoft.com/office/officeart/2005/8/layout/orgChart1"/>
    <dgm:cxn modelId="{15CE2EF1-B4D8-4D1C-9233-45AC0CBAB9FF}" type="presParOf" srcId="{EE25FEE9-C0A4-43A3-BC29-09C1DC02735B}" destId="{7242C606-06B1-4653-8213-8258E7030E80}" srcOrd="7" destOrd="0" presId="urn:microsoft.com/office/officeart/2005/8/layout/orgChart1"/>
    <dgm:cxn modelId="{83A8E9F5-78D1-4C65-9379-186F669D566C}" type="presParOf" srcId="{7242C606-06B1-4653-8213-8258E7030E80}" destId="{AA152A31-D95D-4EA6-B90E-65E324E927B1}" srcOrd="0" destOrd="0" presId="urn:microsoft.com/office/officeart/2005/8/layout/orgChart1"/>
    <dgm:cxn modelId="{4CA68EF3-9985-4F73-9913-3B5C7125788B}" type="presParOf" srcId="{AA152A31-D95D-4EA6-B90E-65E324E927B1}" destId="{7B137947-D56C-407A-8B26-BA72901EA159}" srcOrd="0" destOrd="0" presId="urn:microsoft.com/office/officeart/2005/8/layout/orgChart1"/>
    <dgm:cxn modelId="{A11ACA4E-9AA4-40D6-8213-715D73BF1229}" type="presParOf" srcId="{AA152A31-D95D-4EA6-B90E-65E324E927B1}" destId="{865A16D1-A0D6-4099-A000-A45C27DFDD22}" srcOrd="1" destOrd="0" presId="urn:microsoft.com/office/officeart/2005/8/layout/orgChart1"/>
    <dgm:cxn modelId="{2605EF5F-3CDE-44F8-892E-C3DB59A83725}" type="presParOf" srcId="{7242C606-06B1-4653-8213-8258E7030E80}" destId="{25096A2D-D848-4C90-A131-69BB291F338D}" srcOrd="1" destOrd="0" presId="urn:microsoft.com/office/officeart/2005/8/layout/orgChart1"/>
    <dgm:cxn modelId="{E11640B2-8F15-433E-A249-D09EDD0AFBD2}" type="presParOf" srcId="{7242C606-06B1-4653-8213-8258E7030E80}" destId="{B91ED09A-7BB0-46DB-AC80-8FC3BD077EFA}" srcOrd="2" destOrd="0" presId="urn:microsoft.com/office/officeart/2005/8/layout/orgChart1"/>
    <dgm:cxn modelId="{DFE0EFE1-3F4F-4F57-A5F2-C17C2EDE4504}" type="presParOf" srcId="{842694ED-63FE-41F5-8205-A2D2ED7AB622}" destId="{7AE4D891-AFDF-47CA-AE12-C9E64E4BC610}" srcOrd="2" destOrd="0" presId="urn:microsoft.com/office/officeart/2005/8/layout/orgChart1"/>
    <dgm:cxn modelId="{A756D911-9EED-4911-8355-D1036A4AA5C2}" type="presParOf" srcId="{D39E0032-FE8A-41E3-BCA2-2DD8ED595AFD}" destId="{A282935C-36BA-42D1-9CF4-5DC857687C79}" srcOrd="4" destOrd="0" presId="urn:microsoft.com/office/officeart/2005/8/layout/orgChart1"/>
    <dgm:cxn modelId="{7BD27D47-1A8B-4D5A-9814-D81164089D22}" type="presParOf" srcId="{D39E0032-FE8A-41E3-BCA2-2DD8ED595AFD}" destId="{96DA1DE3-8B59-4C2F-B5E8-2AC45D55F0E4}" srcOrd="5" destOrd="0" presId="urn:microsoft.com/office/officeart/2005/8/layout/orgChart1"/>
    <dgm:cxn modelId="{9273D6E0-56FA-4FE5-A98F-F55B0B305501}" type="presParOf" srcId="{96DA1DE3-8B59-4C2F-B5E8-2AC45D55F0E4}" destId="{0B423B26-D597-4DBE-A6EA-088620DCC1DA}" srcOrd="0" destOrd="0" presId="urn:microsoft.com/office/officeart/2005/8/layout/orgChart1"/>
    <dgm:cxn modelId="{2E2D6AA7-56C7-4C33-8A08-216214434084}" type="presParOf" srcId="{0B423B26-D597-4DBE-A6EA-088620DCC1DA}" destId="{ED485508-0335-465D-B2BE-F208E31B5FAA}" srcOrd="0" destOrd="0" presId="urn:microsoft.com/office/officeart/2005/8/layout/orgChart1"/>
    <dgm:cxn modelId="{628A8504-E966-4555-9170-CAA4CD609217}" type="presParOf" srcId="{0B423B26-D597-4DBE-A6EA-088620DCC1DA}" destId="{400FAEDA-F0C0-4E06-AA06-ADBB2A0021C6}" srcOrd="1" destOrd="0" presId="urn:microsoft.com/office/officeart/2005/8/layout/orgChart1"/>
    <dgm:cxn modelId="{C64E7EE7-987A-41C7-ACB2-48FCBAF873CA}" type="presParOf" srcId="{96DA1DE3-8B59-4C2F-B5E8-2AC45D55F0E4}" destId="{4300A973-2B08-4EB1-B340-A9AA8E2DBE0C}" srcOrd="1" destOrd="0" presId="urn:microsoft.com/office/officeart/2005/8/layout/orgChart1"/>
    <dgm:cxn modelId="{8EF6C4BF-8E3B-421C-92C9-5B3B56D9DBBD}" type="presParOf" srcId="{4300A973-2B08-4EB1-B340-A9AA8E2DBE0C}" destId="{18F7C288-D6AB-4F4F-83B5-1D5B84952672}" srcOrd="0" destOrd="0" presId="urn:microsoft.com/office/officeart/2005/8/layout/orgChart1"/>
    <dgm:cxn modelId="{6C32E670-74AA-424D-AFD4-8A3A1ACE3599}" type="presParOf" srcId="{4300A973-2B08-4EB1-B340-A9AA8E2DBE0C}" destId="{3FEDDE94-F41F-4567-B18F-AE730BF824CF}" srcOrd="1" destOrd="0" presId="urn:microsoft.com/office/officeart/2005/8/layout/orgChart1"/>
    <dgm:cxn modelId="{40EBD548-7ABC-4782-874F-2B96040BEB2D}" type="presParOf" srcId="{3FEDDE94-F41F-4567-B18F-AE730BF824CF}" destId="{CFAB2265-B5C0-4397-9D73-B5BB3EB3BB91}" srcOrd="0" destOrd="0" presId="urn:microsoft.com/office/officeart/2005/8/layout/orgChart1"/>
    <dgm:cxn modelId="{9DFB5F0D-5144-4948-BD1E-47B7D0449E24}" type="presParOf" srcId="{CFAB2265-B5C0-4397-9D73-B5BB3EB3BB91}" destId="{FB93CA0E-E6CE-4F14-88AC-8614787B9A43}" srcOrd="0" destOrd="0" presId="urn:microsoft.com/office/officeart/2005/8/layout/orgChart1"/>
    <dgm:cxn modelId="{33DDB8CB-D115-46C4-A155-73CDAFC8EDF6}" type="presParOf" srcId="{CFAB2265-B5C0-4397-9D73-B5BB3EB3BB91}" destId="{1A2EC0AE-D90A-4773-915D-B6F0422675A8}" srcOrd="1" destOrd="0" presId="urn:microsoft.com/office/officeart/2005/8/layout/orgChart1"/>
    <dgm:cxn modelId="{39EE1C40-75CF-4148-BD9D-54EBF8F06DD0}" type="presParOf" srcId="{3FEDDE94-F41F-4567-B18F-AE730BF824CF}" destId="{D3CC560C-81EA-4707-8E6E-80F946490B31}" srcOrd="1" destOrd="0" presId="urn:microsoft.com/office/officeart/2005/8/layout/orgChart1"/>
    <dgm:cxn modelId="{9D2C243C-0B39-4F35-9EBC-0AD5F584FEBF}" type="presParOf" srcId="{3FEDDE94-F41F-4567-B18F-AE730BF824CF}" destId="{AA0426E7-12CE-405E-A6A6-A38BE7945BD9}" srcOrd="2" destOrd="0" presId="urn:microsoft.com/office/officeart/2005/8/layout/orgChart1"/>
    <dgm:cxn modelId="{584A8DDE-D5C6-457B-A404-80C280A9E829}" type="presParOf" srcId="{4300A973-2B08-4EB1-B340-A9AA8E2DBE0C}" destId="{12E2A867-31D4-403E-B790-54B802E39EC7}" srcOrd="2" destOrd="0" presId="urn:microsoft.com/office/officeart/2005/8/layout/orgChart1"/>
    <dgm:cxn modelId="{F5A5FD85-43C8-4771-9554-DD422CED0073}" type="presParOf" srcId="{4300A973-2B08-4EB1-B340-A9AA8E2DBE0C}" destId="{66430474-734D-4BF5-9C47-A369FABD2E16}" srcOrd="3" destOrd="0" presId="urn:microsoft.com/office/officeart/2005/8/layout/orgChart1"/>
    <dgm:cxn modelId="{C5E0B1EB-F059-429D-B8BF-11384464B165}" type="presParOf" srcId="{66430474-734D-4BF5-9C47-A369FABD2E16}" destId="{28647268-E473-43EA-AEDF-864097B45DF7}" srcOrd="0" destOrd="0" presId="urn:microsoft.com/office/officeart/2005/8/layout/orgChart1"/>
    <dgm:cxn modelId="{74891666-FA38-4C02-9FD2-5BD3843578E7}" type="presParOf" srcId="{28647268-E473-43EA-AEDF-864097B45DF7}" destId="{52B16FFE-364E-498E-A9B3-C43BC3B88381}" srcOrd="0" destOrd="0" presId="urn:microsoft.com/office/officeart/2005/8/layout/orgChart1"/>
    <dgm:cxn modelId="{AA076F29-E093-4AA0-920C-A4E408E9DA70}" type="presParOf" srcId="{28647268-E473-43EA-AEDF-864097B45DF7}" destId="{3D670B94-861A-4AB5-B9D1-C5CA0EF96F04}" srcOrd="1" destOrd="0" presId="urn:microsoft.com/office/officeart/2005/8/layout/orgChart1"/>
    <dgm:cxn modelId="{9E4AB8E5-1C78-4223-8D4C-9AE9538F6C70}" type="presParOf" srcId="{66430474-734D-4BF5-9C47-A369FABD2E16}" destId="{4B98BB0C-9B50-4156-86E7-767A7D39A13C}" srcOrd="1" destOrd="0" presId="urn:microsoft.com/office/officeart/2005/8/layout/orgChart1"/>
    <dgm:cxn modelId="{98BC05DF-BC2D-4219-ACC3-5C4EA58BDF90}" type="presParOf" srcId="{66430474-734D-4BF5-9C47-A369FABD2E16}" destId="{332AF2F6-DD32-4C41-97F6-6DEAB07F1EC1}" srcOrd="2" destOrd="0" presId="urn:microsoft.com/office/officeart/2005/8/layout/orgChart1"/>
    <dgm:cxn modelId="{9841E9ED-793C-455D-895C-BAFAF4A1E521}" type="presParOf" srcId="{96DA1DE3-8B59-4C2F-B5E8-2AC45D55F0E4}" destId="{1495BC48-44EF-4C9C-8AF3-32C6924E0572}" srcOrd="2" destOrd="0" presId="urn:microsoft.com/office/officeart/2005/8/layout/orgChart1"/>
    <dgm:cxn modelId="{3A729E6A-5D10-4CCB-AAA7-3F3D73ECA1C8}" type="presParOf" srcId="{D39E0032-FE8A-41E3-BCA2-2DD8ED595AFD}" destId="{CE3C7ECF-52B2-4972-B708-71595BC37092}" srcOrd="6" destOrd="0" presId="urn:microsoft.com/office/officeart/2005/8/layout/orgChart1"/>
    <dgm:cxn modelId="{05F40237-C208-4E7B-89C5-985DFAB8DE95}" type="presParOf" srcId="{D39E0032-FE8A-41E3-BCA2-2DD8ED595AFD}" destId="{CF32D662-8EF9-493E-BFE9-EE51A8FF9E8A}" srcOrd="7" destOrd="0" presId="urn:microsoft.com/office/officeart/2005/8/layout/orgChart1"/>
    <dgm:cxn modelId="{060AC420-8347-4AC6-B81F-608D14AB8836}" type="presParOf" srcId="{CF32D662-8EF9-493E-BFE9-EE51A8FF9E8A}" destId="{BA387F9F-679B-445A-907E-AABA58DAF83C}" srcOrd="0" destOrd="0" presId="urn:microsoft.com/office/officeart/2005/8/layout/orgChart1"/>
    <dgm:cxn modelId="{CFD5C791-8C99-410D-AA92-E60873A7DCE3}" type="presParOf" srcId="{BA387F9F-679B-445A-907E-AABA58DAF83C}" destId="{BC5145C2-F5F8-4F0A-98B6-E0C52595BF1E}" srcOrd="0" destOrd="0" presId="urn:microsoft.com/office/officeart/2005/8/layout/orgChart1"/>
    <dgm:cxn modelId="{526A71E7-8882-4811-A5B3-05B1B9935019}" type="presParOf" srcId="{BA387F9F-679B-445A-907E-AABA58DAF83C}" destId="{F87173C0-D18E-4424-B52E-3430A08B25BA}" srcOrd="1" destOrd="0" presId="urn:microsoft.com/office/officeart/2005/8/layout/orgChart1"/>
    <dgm:cxn modelId="{F37E9A59-1F98-4E41-ABF4-705146831C47}" type="presParOf" srcId="{CF32D662-8EF9-493E-BFE9-EE51A8FF9E8A}" destId="{58FFEC90-DCF9-453A-98C3-3D274BFB4E46}" srcOrd="1" destOrd="0" presId="urn:microsoft.com/office/officeart/2005/8/layout/orgChart1"/>
    <dgm:cxn modelId="{95A46DFB-58BA-4738-9B2F-498E907323AC}" type="presParOf" srcId="{58FFEC90-DCF9-453A-98C3-3D274BFB4E46}" destId="{7E8EA941-22A2-4756-B568-D27A6756260D}" srcOrd="0" destOrd="0" presId="urn:microsoft.com/office/officeart/2005/8/layout/orgChart1"/>
    <dgm:cxn modelId="{52810F78-0F40-4D60-A00B-69C69A8BEB5D}" type="presParOf" srcId="{58FFEC90-DCF9-453A-98C3-3D274BFB4E46}" destId="{799DB3D3-96AE-43F3-BCBD-E540ACD06C36}" srcOrd="1" destOrd="0" presId="urn:microsoft.com/office/officeart/2005/8/layout/orgChart1"/>
    <dgm:cxn modelId="{CC0DE1B8-6402-4A00-8875-419BF66FBB94}" type="presParOf" srcId="{799DB3D3-96AE-43F3-BCBD-E540ACD06C36}" destId="{5BFA1DF3-C46B-4562-8ED6-F040E7800CD4}" srcOrd="0" destOrd="0" presId="urn:microsoft.com/office/officeart/2005/8/layout/orgChart1"/>
    <dgm:cxn modelId="{6C5C6984-08F6-4870-AF6E-02C7B671B0E8}" type="presParOf" srcId="{5BFA1DF3-C46B-4562-8ED6-F040E7800CD4}" destId="{FDDCF144-34C8-47DC-8A61-AD413DD9A0C0}" srcOrd="0" destOrd="0" presId="urn:microsoft.com/office/officeart/2005/8/layout/orgChart1"/>
    <dgm:cxn modelId="{16230CD8-D3A5-4384-84BB-90E71F1FA57F}" type="presParOf" srcId="{5BFA1DF3-C46B-4562-8ED6-F040E7800CD4}" destId="{EFDAD356-93A5-4C29-8F27-2EE36397AAF6}" srcOrd="1" destOrd="0" presId="urn:microsoft.com/office/officeart/2005/8/layout/orgChart1"/>
    <dgm:cxn modelId="{96C8BF54-6D63-4134-83A7-7BBC25E833BE}" type="presParOf" srcId="{799DB3D3-96AE-43F3-BCBD-E540ACD06C36}" destId="{7D750AFA-9BC3-412D-A50C-0B633E0E5D7F}" srcOrd="1" destOrd="0" presId="urn:microsoft.com/office/officeart/2005/8/layout/orgChart1"/>
    <dgm:cxn modelId="{7FF97364-C9FB-4891-83F3-A6CD164C32EF}" type="presParOf" srcId="{799DB3D3-96AE-43F3-BCBD-E540ACD06C36}" destId="{C85D591D-0E1B-4BDF-9DA0-A2127C98C12A}" srcOrd="2" destOrd="0" presId="urn:microsoft.com/office/officeart/2005/8/layout/orgChart1"/>
    <dgm:cxn modelId="{9DFC5287-96FD-45E9-BA27-1A190BBB768A}" type="presParOf" srcId="{58FFEC90-DCF9-453A-98C3-3D274BFB4E46}" destId="{6BDBD7F3-6083-4497-968C-19145A3D4B38}" srcOrd="2" destOrd="0" presId="urn:microsoft.com/office/officeart/2005/8/layout/orgChart1"/>
    <dgm:cxn modelId="{524CD393-5E75-4C95-A369-C176216DDBE2}" type="presParOf" srcId="{58FFEC90-DCF9-453A-98C3-3D274BFB4E46}" destId="{64E86996-0DDE-491D-8CD9-15EB9435F40F}" srcOrd="3" destOrd="0" presId="urn:microsoft.com/office/officeart/2005/8/layout/orgChart1"/>
    <dgm:cxn modelId="{D924FF82-8AFB-4593-9731-979B0A367A55}" type="presParOf" srcId="{64E86996-0DDE-491D-8CD9-15EB9435F40F}" destId="{0B08CF44-242F-4DD2-AC0B-F870D7CE58BF}" srcOrd="0" destOrd="0" presId="urn:microsoft.com/office/officeart/2005/8/layout/orgChart1"/>
    <dgm:cxn modelId="{8B6C44BC-6932-4789-8F06-9E018218FEDE}" type="presParOf" srcId="{0B08CF44-242F-4DD2-AC0B-F870D7CE58BF}" destId="{ABFB3F97-6CE9-4E52-918E-35F874A43BCD}" srcOrd="0" destOrd="0" presId="urn:microsoft.com/office/officeart/2005/8/layout/orgChart1"/>
    <dgm:cxn modelId="{6CCC7E15-C88B-4B88-8BF7-345EF405E443}" type="presParOf" srcId="{0B08CF44-242F-4DD2-AC0B-F870D7CE58BF}" destId="{DC80A068-6CF2-4B33-9C4A-C4CABD6579BF}" srcOrd="1" destOrd="0" presId="urn:microsoft.com/office/officeart/2005/8/layout/orgChart1"/>
    <dgm:cxn modelId="{4956EB6E-01E4-4E18-BC34-9CD67338F53A}" type="presParOf" srcId="{64E86996-0DDE-491D-8CD9-15EB9435F40F}" destId="{2970F0F2-EB68-4836-BB96-D6620232B2C8}" srcOrd="1" destOrd="0" presId="urn:microsoft.com/office/officeart/2005/8/layout/orgChart1"/>
    <dgm:cxn modelId="{F5DDA5FF-F902-4DF0-BCCF-6128ADC8EB5F}" type="presParOf" srcId="{64E86996-0DDE-491D-8CD9-15EB9435F40F}" destId="{B97849BF-01C7-4CD5-842A-6B07A0138C0F}" srcOrd="2" destOrd="0" presId="urn:microsoft.com/office/officeart/2005/8/layout/orgChart1"/>
    <dgm:cxn modelId="{B43BD178-BD00-4932-8B82-3C1136267FC1}" type="presParOf" srcId="{CF32D662-8EF9-493E-BFE9-EE51A8FF9E8A}" destId="{9B1A0D9F-8972-4EA9-9E62-F3765FCC0B3B}" srcOrd="2" destOrd="0" presId="urn:microsoft.com/office/officeart/2005/8/layout/orgChart1"/>
    <dgm:cxn modelId="{05551B72-D1F0-4DA7-B143-9AB60148B94D}" type="presParOf" srcId="{F7B2959F-C810-441E-ABAC-C79DB10C6809}" destId="{3AD04F9E-2087-4B81-B04B-0A2617FA7735}" srcOrd="2" destOrd="0" presId="urn:microsoft.com/office/officeart/2005/8/layout/orgChart1"/>
    <dgm:cxn modelId="{6F20CB88-7DCF-4D63-9AC0-AEEAFBF73D05}" type="presParOf" srcId="{65D6C5B1-00A1-4204-9741-CA885FE72364}" destId="{B7681CE4-8CA0-49DE-A9F3-C600278D7504}" srcOrd="2" destOrd="0" presId="urn:microsoft.com/office/officeart/2005/8/layout/orgChart1"/>
    <dgm:cxn modelId="{9434A345-398D-4E93-B287-F8B727403CFC}" type="presParOf" srcId="{65D6C5B1-00A1-4204-9741-CA885FE72364}" destId="{91803398-F222-4F6F-9FB9-9EE8C12FBCC2}" srcOrd="3" destOrd="0" presId="urn:microsoft.com/office/officeart/2005/8/layout/orgChart1"/>
    <dgm:cxn modelId="{CB165C69-B245-4A4E-B70E-265F38B664D2}" type="presParOf" srcId="{91803398-F222-4F6F-9FB9-9EE8C12FBCC2}" destId="{E9676D5F-E84E-4A51-8820-D92F19CB1465}" srcOrd="0" destOrd="0" presId="urn:microsoft.com/office/officeart/2005/8/layout/orgChart1"/>
    <dgm:cxn modelId="{FF73D0E3-F109-4CAA-BF07-457CC579FC33}" type="presParOf" srcId="{E9676D5F-E84E-4A51-8820-D92F19CB1465}" destId="{99F6D3EC-9833-4C01-AE72-D18361D51C5B}" srcOrd="0" destOrd="0" presId="urn:microsoft.com/office/officeart/2005/8/layout/orgChart1"/>
    <dgm:cxn modelId="{C4954647-A170-4561-A298-B429CC7D0682}" type="presParOf" srcId="{E9676D5F-E84E-4A51-8820-D92F19CB1465}" destId="{2746CEE6-A010-451F-B510-4FCDC2081F65}" srcOrd="1" destOrd="0" presId="urn:microsoft.com/office/officeart/2005/8/layout/orgChart1"/>
    <dgm:cxn modelId="{503102B4-0F50-4F72-9A94-6B773673A5D1}" type="presParOf" srcId="{91803398-F222-4F6F-9FB9-9EE8C12FBCC2}" destId="{35408868-CFD5-48C4-A7F6-DCF16B910BAE}" srcOrd="1" destOrd="0" presId="urn:microsoft.com/office/officeart/2005/8/layout/orgChart1"/>
    <dgm:cxn modelId="{501FF227-6E57-47BF-B36C-527DFA2CC771}" type="presParOf" srcId="{35408868-CFD5-48C4-A7F6-DCF16B910BAE}" destId="{1884A9FB-42E4-4FD9-8810-1F98F3262087}" srcOrd="0" destOrd="0" presId="urn:microsoft.com/office/officeart/2005/8/layout/orgChart1"/>
    <dgm:cxn modelId="{70529068-1013-462D-911D-FA5A1BD8D2D3}" type="presParOf" srcId="{35408868-CFD5-48C4-A7F6-DCF16B910BAE}" destId="{35FA75DA-ADB8-4325-BAAC-83D6377699D2}" srcOrd="1" destOrd="0" presId="urn:microsoft.com/office/officeart/2005/8/layout/orgChart1"/>
    <dgm:cxn modelId="{CC19BA2B-2662-4AC0-9B24-6E164B270FA0}" type="presParOf" srcId="{35FA75DA-ADB8-4325-BAAC-83D6377699D2}" destId="{AEB4B1A3-FB6D-41E9-9B48-D4468C98925F}" srcOrd="0" destOrd="0" presId="urn:microsoft.com/office/officeart/2005/8/layout/orgChart1"/>
    <dgm:cxn modelId="{F3722A6A-E6D8-44DD-A14C-599D4405060B}" type="presParOf" srcId="{AEB4B1A3-FB6D-41E9-9B48-D4468C98925F}" destId="{CB02243B-C17F-4AA8-825F-D4F211D97915}" srcOrd="0" destOrd="0" presId="urn:microsoft.com/office/officeart/2005/8/layout/orgChart1"/>
    <dgm:cxn modelId="{339CF693-0B1C-4BE6-A2C6-BC93DCD38C72}" type="presParOf" srcId="{AEB4B1A3-FB6D-41E9-9B48-D4468C98925F}" destId="{91F9D075-7AAC-466E-8543-3BCFAC1AFA1F}" srcOrd="1" destOrd="0" presId="urn:microsoft.com/office/officeart/2005/8/layout/orgChart1"/>
    <dgm:cxn modelId="{2A38079D-E6CD-48FE-9762-6993F2C651E5}" type="presParOf" srcId="{35FA75DA-ADB8-4325-BAAC-83D6377699D2}" destId="{974E2D99-5862-4C7A-837C-FFEFCC8E79A7}" srcOrd="1" destOrd="0" presId="urn:microsoft.com/office/officeart/2005/8/layout/orgChart1"/>
    <dgm:cxn modelId="{CD37212B-3AD5-4C37-A9AC-21600B879617}" type="presParOf" srcId="{974E2D99-5862-4C7A-837C-FFEFCC8E79A7}" destId="{AB1F82AE-D204-494B-90C7-632A99586039}" srcOrd="0" destOrd="0" presId="urn:microsoft.com/office/officeart/2005/8/layout/orgChart1"/>
    <dgm:cxn modelId="{0ED471D2-A1BA-4514-81A2-E57ED522C078}" type="presParOf" srcId="{974E2D99-5862-4C7A-837C-FFEFCC8E79A7}" destId="{DC0B2FDF-D839-45FE-9E9A-D22897A1B887}" srcOrd="1" destOrd="0" presId="urn:microsoft.com/office/officeart/2005/8/layout/orgChart1"/>
    <dgm:cxn modelId="{F3755647-0988-4925-9403-738B1E87B816}" type="presParOf" srcId="{DC0B2FDF-D839-45FE-9E9A-D22897A1B887}" destId="{1B76E2B1-AF57-455C-83AC-6048046D1721}" srcOrd="0" destOrd="0" presId="urn:microsoft.com/office/officeart/2005/8/layout/orgChart1"/>
    <dgm:cxn modelId="{B3971B0D-3022-4878-8869-E71FD2295DCE}" type="presParOf" srcId="{1B76E2B1-AF57-455C-83AC-6048046D1721}" destId="{78F581A2-A236-4AAE-9594-81595AF744C3}" srcOrd="0" destOrd="0" presId="urn:microsoft.com/office/officeart/2005/8/layout/orgChart1"/>
    <dgm:cxn modelId="{4F405731-5089-4407-B756-C314529DB0B4}" type="presParOf" srcId="{1B76E2B1-AF57-455C-83AC-6048046D1721}" destId="{45497D4B-7384-4409-B2DD-8111D10AE21C}" srcOrd="1" destOrd="0" presId="urn:microsoft.com/office/officeart/2005/8/layout/orgChart1"/>
    <dgm:cxn modelId="{70B59429-5E09-41D6-BB19-554B60FFB37F}" type="presParOf" srcId="{DC0B2FDF-D839-45FE-9E9A-D22897A1B887}" destId="{7655522E-218E-4AD1-9853-C6F4EBC0DDEE}" srcOrd="1" destOrd="0" presId="urn:microsoft.com/office/officeart/2005/8/layout/orgChart1"/>
    <dgm:cxn modelId="{B7B30CA2-0334-4065-9EBB-98A3F60E391E}" type="presParOf" srcId="{DC0B2FDF-D839-45FE-9E9A-D22897A1B887}" destId="{67DAF67C-13D5-4345-A3A2-7B8725F07673}" srcOrd="2" destOrd="0" presId="urn:microsoft.com/office/officeart/2005/8/layout/orgChart1"/>
    <dgm:cxn modelId="{343A4862-1F8F-4EE4-A094-19534A247A15}" type="presParOf" srcId="{974E2D99-5862-4C7A-837C-FFEFCC8E79A7}" destId="{193E33AA-274E-4C00-AFCA-9DB6EDEE5D26}" srcOrd="2" destOrd="0" presId="urn:microsoft.com/office/officeart/2005/8/layout/orgChart1"/>
    <dgm:cxn modelId="{7B909438-967F-4B87-A423-970B0663DF87}" type="presParOf" srcId="{974E2D99-5862-4C7A-837C-FFEFCC8E79A7}" destId="{F3D5026B-8448-41B2-BBBF-05FDED585D48}" srcOrd="3" destOrd="0" presId="urn:microsoft.com/office/officeart/2005/8/layout/orgChart1"/>
    <dgm:cxn modelId="{6DEF22AE-5872-424B-93AB-4BC39AE2D5AF}" type="presParOf" srcId="{F3D5026B-8448-41B2-BBBF-05FDED585D48}" destId="{87ADBE72-D386-4625-9707-54E71DFACB84}" srcOrd="0" destOrd="0" presId="urn:microsoft.com/office/officeart/2005/8/layout/orgChart1"/>
    <dgm:cxn modelId="{EDD32A41-87AD-4254-B821-A00A387DF990}" type="presParOf" srcId="{87ADBE72-D386-4625-9707-54E71DFACB84}" destId="{5C7EA8F3-06B8-4CA9-AB03-BC7A37C3AC8C}" srcOrd="0" destOrd="0" presId="urn:microsoft.com/office/officeart/2005/8/layout/orgChart1"/>
    <dgm:cxn modelId="{5467B7FE-21DE-4788-87FB-94420E7DB089}" type="presParOf" srcId="{87ADBE72-D386-4625-9707-54E71DFACB84}" destId="{F93A4A6C-8460-470A-B4C3-3D0A4371DE8F}" srcOrd="1" destOrd="0" presId="urn:microsoft.com/office/officeart/2005/8/layout/orgChart1"/>
    <dgm:cxn modelId="{5C612BF6-8344-4EB8-997C-CB2D5413AF43}" type="presParOf" srcId="{F3D5026B-8448-41B2-BBBF-05FDED585D48}" destId="{4B2B2C4B-2E0C-4D0B-B555-454D57BBCF30}" srcOrd="1" destOrd="0" presId="urn:microsoft.com/office/officeart/2005/8/layout/orgChart1"/>
    <dgm:cxn modelId="{35E552A3-D534-4E69-B4F7-CF9C8245C6F4}" type="presParOf" srcId="{F3D5026B-8448-41B2-BBBF-05FDED585D48}" destId="{11704B69-8EE7-4217-A30C-45E5EE7DC268}" srcOrd="2" destOrd="0" presId="urn:microsoft.com/office/officeart/2005/8/layout/orgChart1"/>
    <dgm:cxn modelId="{B44E5EEB-F6D8-4E8F-AF28-5490A910F4BB}" type="presParOf" srcId="{35FA75DA-ADB8-4325-BAAC-83D6377699D2}" destId="{3517477E-EFCC-447B-B470-29BCB0F003B1}" srcOrd="2" destOrd="0" presId="urn:microsoft.com/office/officeart/2005/8/layout/orgChart1"/>
    <dgm:cxn modelId="{F8967E52-C275-45CB-8B57-43D4D888470B}" type="presParOf" srcId="{35408868-CFD5-48C4-A7F6-DCF16B910BAE}" destId="{8947F22D-5100-4BE4-9D48-37CDC0BB22B8}" srcOrd="2" destOrd="0" presId="urn:microsoft.com/office/officeart/2005/8/layout/orgChart1"/>
    <dgm:cxn modelId="{55FE9194-5986-4085-A032-5EFA8680F2A3}" type="presParOf" srcId="{35408868-CFD5-48C4-A7F6-DCF16B910BAE}" destId="{4BF36BE8-74FF-4FEF-9027-0AE56F70059D}" srcOrd="3" destOrd="0" presId="urn:microsoft.com/office/officeart/2005/8/layout/orgChart1"/>
    <dgm:cxn modelId="{0C9997F9-9E8B-4ECB-AB0F-BC7C696B0BE3}" type="presParOf" srcId="{4BF36BE8-74FF-4FEF-9027-0AE56F70059D}" destId="{A19779A8-16D1-4670-8A5A-24A060717BEB}" srcOrd="0" destOrd="0" presId="urn:microsoft.com/office/officeart/2005/8/layout/orgChart1"/>
    <dgm:cxn modelId="{CBA85554-6CAC-40AA-9070-F4DF978D60D9}" type="presParOf" srcId="{A19779A8-16D1-4670-8A5A-24A060717BEB}" destId="{6AC24378-0A44-4A7E-8BBF-103B1AD48708}" srcOrd="0" destOrd="0" presId="urn:microsoft.com/office/officeart/2005/8/layout/orgChart1"/>
    <dgm:cxn modelId="{7E327D5F-8531-495F-B7AE-08231D69B9E9}" type="presParOf" srcId="{A19779A8-16D1-4670-8A5A-24A060717BEB}" destId="{A6498950-CC80-4E3A-9EAB-0C3329627061}" srcOrd="1" destOrd="0" presId="urn:microsoft.com/office/officeart/2005/8/layout/orgChart1"/>
    <dgm:cxn modelId="{01754016-2663-4100-95AC-5F82BDFD7E25}" type="presParOf" srcId="{4BF36BE8-74FF-4FEF-9027-0AE56F70059D}" destId="{E4A538C1-7024-4DC7-90AB-EEFBCC858ED7}" srcOrd="1" destOrd="0" presId="urn:microsoft.com/office/officeart/2005/8/layout/orgChart1"/>
    <dgm:cxn modelId="{932F2A61-8750-484E-AAF2-87D480443764}" type="presParOf" srcId="{E4A538C1-7024-4DC7-90AB-EEFBCC858ED7}" destId="{833E2946-2059-42EA-A351-3111CB6D5C07}" srcOrd="0" destOrd="0" presId="urn:microsoft.com/office/officeart/2005/8/layout/orgChart1"/>
    <dgm:cxn modelId="{441BCDEF-EA94-43FD-8493-C790C899D90D}" type="presParOf" srcId="{E4A538C1-7024-4DC7-90AB-EEFBCC858ED7}" destId="{C94FB3A5-F376-4A44-83C2-A79911CA9F77}" srcOrd="1" destOrd="0" presId="urn:microsoft.com/office/officeart/2005/8/layout/orgChart1"/>
    <dgm:cxn modelId="{DA5958B3-3BFE-4BE3-BC65-6B407363F5A2}" type="presParOf" srcId="{C94FB3A5-F376-4A44-83C2-A79911CA9F77}" destId="{0BCDCD97-AB10-4AFD-B871-5EB9FB70FDB0}" srcOrd="0" destOrd="0" presId="urn:microsoft.com/office/officeart/2005/8/layout/orgChart1"/>
    <dgm:cxn modelId="{39DD7A0E-1BE3-4E37-8273-18026CE913A1}" type="presParOf" srcId="{0BCDCD97-AB10-4AFD-B871-5EB9FB70FDB0}" destId="{B5BB71F7-A0FC-4F6C-B14D-D1D62FA86602}" srcOrd="0" destOrd="0" presId="urn:microsoft.com/office/officeart/2005/8/layout/orgChart1"/>
    <dgm:cxn modelId="{62B87805-5E7F-4A7B-8327-F135C4B739D1}" type="presParOf" srcId="{0BCDCD97-AB10-4AFD-B871-5EB9FB70FDB0}" destId="{96139B19-CD25-4309-8522-B05222DA49AC}" srcOrd="1" destOrd="0" presId="urn:microsoft.com/office/officeart/2005/8/layout/orgChart1"/>
    <dgm:cxn modelId="{E9B35983-62CC-4826-8246-7DAE726CB87E}" type="presParOf" srcId="{C94FB3A5-F376-4A44-83C2-A79911CA9F77}" destId="{9FB8DBF5-7864-44F4-BC39-E698385795C0}" srcOrd="1" destOrd="0" presId="urn:microsoft.com/office/officeart/2005/8/layout/orgChart1"/>
    <dgm:cxn modelId="{53414E36-F19D-4C99-AF81-93565F1A83A1}" type="presParOf" srcId="{C94FB3A5-F376-4A44-83C2-A79911CA9F77}" destId="{B9A3F1E5-22AE-481A-B700-079CD100E0E4}" srcOrd="2" destOrd="0" presId="urn:microsoft.com/office/officeart/2005/8/layout/orgChart1"/>
    <dgm:cxn modelId="{2A86C64C-FD07-4B3D-AFAF-95F764141B42}" type="presParOf" srcId="{E4A538C1-7024-4DC7-90AB-EEFBCC858ED7}" destId="{84330A31-E4B1-4DBE-8295-7FF2B6F93947}" srcOrd="2" destOrd="0" presId="urn:microsoft.com/office/officeart/2005/8/layout/orgChart1"/>
    <dgm:cxn modelId="{FAEC43E2-C87D-41B5-ABC0-CC8A4B9604ED}" type="presParOf" srcId="{E4A538C1-7024-4DC7-90AB-EEFBCC858ED7}" destId="{B030A74C-EAC4-4E06-B773-B917FD88F6B0}" srcOrd="3" destOrd="0" presId="urn:microsoft.com/office/officeart/2005/8/layout/orgChart1"/>
    <dgm:cxn modelId="{F15E9B82-B770-44C9-B90E-E63052E5FD0B}" type="presParOf" srcId="{B030A74C-EAC4-4E06-B773-B917FD88F6B0}" destId="{94E64D73-3517-415F-9353-FA9DA513289B}" srcOrd="0" destOrd="0" presId="urn:microsoft.com/office/officeart/2005/8/layout/orgChart1"/>
    <dgm:cxn modelId="{8F26632B-82BF-476D-924E-11D94D124A93}" type="presParOf" srcId="{94E64D73-3517-415F-9353-FA9DA513289B}" destId="{821E3EC7-A6B7-46AC-8BCF-806121184152}" srcOrd="0" destOrd="0" presId="urn:microsoft.com/office/officeart/2005/8/layout/orgChart1"/>
    <dgm:cxn modelId="{AB9E7DF4-3C10-4295-8125-731D16A23571}" type="presParOf" srcId="{94E64D73-3517-415F-9353-FA9DA513289B}" destId="{485909FA-D8E2-48A7-A3D8-F9F0F5993200}" srcOrd="1" destOrd="0" presId="urn:microsoft.com/office/officeart/2005/8/layout/orgChart1"/>
    <dgm:cxn modelId="{DB04B784-F048-40E8-9EA8-430A7B98E188}" type="presParOf" srcId="{B030A74C-EAC4-4E06-B773-B917FD88F6B0}" destId="{EAD9D589-190E-4765-A5F1-3FC6DAC2DB10}" srcOrd="1" destOrd="0" presId="urn:microsoft.com/office/officeart/2005/8/layout/orgChart1"/>
    <dgm:cxn modelId="{CCAA01DA-421A-4DF7-A61C-3276E7274E6C}" type="presParOf" srcId="{B030A74C-EAC4-4E06-B773-B917FD88F6B0}" destId="{8F49FE73-9169-47B0-8E72-722235D51EA1}" srcOrd="2" destOrd="0" presId="urn:microsoft.com/office/officeart/2005/8/layout/orgChart1"/>
    <dgm:cxn modelId="{65A14171-6E7C-4320-8A87-1617C48E19DF}" type="presParOf" srcId="{4BF36BE8-74FF-4FEF-9027-0AE56F70059D}" destId="{51AB98C4-CCEE-41E2-93A7-974FD5D4B5A3}" srcOrd="2" destOrd="0" presId="urn:microsoft.com/office/officeart/2005/8/layout/orgChart1"/>
    <dgm:cxn modelId="{DC89C962-65A1-4DD0-BD0F-EFBEC03E7226}" type="presParOf" srcId="{91803398-F222-4F6F-9FB9-9EE8C12FBCC2}" destId="{A87F6928-E8F0-43AC-972A-1DA949F9B9CC}" srcOrd="2" destOrd="0" presId="urn:microsoft.com/office/officeart/2005/8/layout/orgChart1"/>
    <dgm:cxn modelId="{5814817A-88EF-415B-A6C9-D3570F6BD336}" type="presParOf" srcId="{65D6C5B1-00A1-4204-9741-CA885FE72364}" destId="{80193982-A47D-4ECB-B6F6-8F1D6A7062BB}" srcOrd="4" destOrd="0" presId="urn:microsoft.com/office/officeart/2005/8/layout/orgChart1"/>
    <dgm:cxn modelId="{EEBB2A0C-DD22-4194-838B-2C568655900E}" type="presParOf" srcId="{65D6C5B1-00A1-4204-9741-CA885FE72364}" destId="{47C7A62A-26D7-480A-862B-14A6FAE076B9}" srcOrd="5" destOrd="0" presId="urn:microsoft.com/office/officeart/2005/8/layout/orgChart1"/>
    <dgm:cxn modelId="{3FD03E47-F189-4D45-9BAD-8020F27BD577}" type="presParOf" srcId="{47C7A62A-26D7-480A-862B-14A6FAE076B9}" destId="{736E4FB8-ED38-4446-BF60-94A535EE24CA}" srcOrd="0" destOrd="0" presId="urn:microsoft.com/office/officeart/2005/8/layout/orgChart1"/>
    <dgm:cxn modelId="{BA082A5D-5AB2-43EB-A58E-1265EFD1C331}" type="presParOf" srcId="{736E4FB8-ED38-4446-BF60-94A535EE24CA}" destId="{2A36DFCF-50EA-4F73-AE79-4C68056A9760}" srcOrd="0" destOrd="0" presId="urn:microsoft.com/office/officeart/2005/8/layout/orgChart1"/>
    <dgm:cxn modelId="{7C59F2D5-BA46-4B1E-A076-B8ADD8ED8B49}" type="presParOf" srcId="{736E4FB8-ED38-4446-BF60-94A535EE24CA}" destId="{692C7E62-0620-45DB-A27F-358647ADDB69}" srcOrd="1" destOrd="0" presId="urn:microsoft.com/office/officeart/2005/8/layout/orgChart1"/>
    <dgm:cxn modelId="{85FB1917-46AC-4B38-A83B-983C87912B2A}" type="presParOf" srcId="{47C7A62A-26D7-480A-862B-14A6FAE076B9}" destId="{8917C416-59C1-4FCA-A445-2AF2CA10DE6D}" srcOrd="1" destOrd="0" presId="urn:microsoft.com/office/officeart/2005/8/layout/orgChart1"/>
    <dgm:cxn modelId="{A10CDD1F-4A90-4D3C-B927-3CA8E271FB3C}" type="presParOf" srcId="{8917C416-59C1-4FCA-A445-2AF2CA10DE6D}" destId="{6EF5DE40-A613-44B8-8873-5CB179E71291}" srcOrd="0" destOrd="0" presId="urn:microsoft.com/office/officeart/2005/8/layout/orgChart1"/>
    <dgm:cxn modelId="{E0C5ABB5-2BC5-464F-B71C-8B5C5D44204F}" type="presParOf" srcId="{8917C416-59C1-4FCA-A445-2AF2CA10DE6D}" destId="{995B743B-13E9-4FE6-AF33-CC6E0550A40F}" srcOrd="1" destOrd="0" presId="urn:microsoft.com/office/officeart/2005/8/layout/orgChart1"/>
    <dgm:cxn modelId="{16A603DF-48ED-48D0-8C73-24018E04709A}" type="presParOf" srcId="{995B743B-13E9-4FE6-AF33-CC6E0550A40F}" destId="{41598615-3668-4A43-AE8A-CD604955CD2A}" srcOrd="0" destOrd="0" presId="urn:microsoft.com/office/officeart/2005/8/layout/orgChart1"/>
    <dgm:cxn modelId="{A70DF45B-EA20-4207-9018-B8B06BF3DBDE}" type="presParOf" srcId="{41598615-3668-4A43-AE8A-CD604955CD2A}" destId="{9EA1F9B9-4D92-4870-BBD2-CB4F964CD17D}" srcOrd="0" destOrd="0" presId="urn:microsoft.com/office/officeart/2005/8/layout/orgChart1"/>
    <dgm:cxn modelId="{EC141293-CAEE-4CC9-98CA-D959F9E7B9F3}" type="presParOf" srcId="{41598615-3668-4A43-AE8A-CD604955CD2A}" destId="{F54654D8-6BF6-4CA2-A716-A88B477A9586}" srcOrd="1" destOrd="0" presId="urn:microsoft.com/office/officeart/2005/8/layout/orgChart1"/>
    <dgm:cxn modelId="{896F71BF-3393-46DE-805D-D725D185AB9D}" type="presParOf" srcId="{995B743B-13E9-4FE6-AF33-CC6E0550A40F}" destId="{F0C89A3F-BB50-41A8-B81D-7B7989B05824}" srcOrd="1" destOrd="0" presId="urn:microsoft.com/office/officeart/2005/8/layout/orgChart1"/>
    <dgm:cxn modelId="{E62A7FA3-757C-49CF-A5B0-1ECB55DFC36B}" type="presParOf" srcId="{F0C89A3F-BB50-41A8-B81D-7B7989B05824}" destId="{B104FA65-B4C0-4B7B-8F35-47D7504F3B76}" srcOrd="0" destOrd="0" presId="urn:microsoft.com/office/officeart/2005/8/layout/orgChart1"/>
    <dgm:cxn modelId="{884BAE89-C96A-4777-B89E-A3FC7A61EC27}" type="presParOf" srcId="{F0C89A3F-BB50-41A8-B81D-7B7989B05824}" destId="{5F7251BF-3067-4667-84F9-68638D50F081}" srcOrd="1" destOrd="0" presId="urn:microsoft.com/office/officeart/2005/8/layout/orgChart1"/>
    <dgm:cxn modelId="{5EAAB527-CB54-4040-B34C-5B68955DDA99}" type="presParOf" srcId="{5F7251BF-3067-4667-84F9-68638D50F081}" destId="{422B12DC-1F91-48C9-9290-016E18440677}" srcOrd="0" destOrd="0" presId="urn:microsoft.com/office/officeart/2005/8/layout/orgChart1"/>
    <dgm:cxn modelId="{5E92CA27-43C3-4400-82A5-4C476CC7DC8B}" type="presParOf" srcId="{422B12DC-1F91-48C9-9290-016E18440677}" destId="{550D8D09-93EA-4A4E-97F1-95DB55475A48}" srcOrd="0" destOrd="0" presId="urn:microsoft.com/office/officeart/2005/8/layout/orgChart1"/>
    <dgm:cxn modelId="{23407EF2-C89D-4CDB-8950-B4D2D25F78E3}" type="presParOf" srcId="{422B12DC-1F91-48C9-9290-016E18440677}" destId="{30979236-57DA-47DF-96D4-AB6AABBC538D}" srcOrd="1" destOrd="0" presId="urn:microsoft.com/office/officeart/2005/8/layout/orgChart1"/>
    <dgm:cxn modelId="{9A57477D-4F62-4B98-B994-626BA8479F1B}" type="presParOf" srcId="{5F7251BF-3067-4667-84F9-68638D50F081}" destId="{939B9510-C2F6-41B3-822A-A5BF47127E96}" srcOrd="1" destOrd="0" presId="urn:microsoft.com/office/officeart/2005/8/layout/orgChart1"/>
    <dgm:cxn modelId="{10292608-ED67-4BA0-9098-DB4E2FFD2278}" type="presParOf" srcId="{5F7251BF-3067-4667-84F9-68638D50F081}" destId="{692E8A60-CB90-424C-AFA8-2F1A403147AB}" srcOrd="2" destOrd="0" presId="urn:microsoft.com/office/officeart/2005/8/layout/orgChart1"/>
    <dgm:cxn modelId="{AB7BB502-AF38-4693-A8C4-A2B802DF912C}" type="presParOf" srcId="{F0C89A3F-BB50-41A8-B81D-7B7989B05824}" destId="{727B956F-D72C-4AE4-8D9E-D5EAAA044204}" srcOrd="2" destOrd="0" presId="urn:microsoft.com/office/officeart/2005/8/layout/orgChart1"/>
    <dgm:cxn modelId="{FAB60F79-A6A5-417F-BFFF-C71BADB777C2}" type="presParOf" srcId="{F0C89A3F-BB50-41A8-B81D-7B7989B05824}" destId="{3F0D928F-C5C6-4209-89C7-2DC22F440C9A}" srcOrd="3" destOrd="0" presId="urn:microsoft.com/office/officeart/2005/8/layout/orgChart1"/>
    <dgm:cxn modelId="{603C5A50-EB75-4105-83F4-78E49C13218F}" type="presParOf" srcId="{3F0D928F-C5C6-4209-89C7-2DC22F440C9A}" destId="{89A646BC-328E-41A9-8DF1-DCDA6CC3C425}" srcOrd="0" destOrd="0" presId="urn:microsoft.com/office/officeart/2005/8/layout/orgChart1"/>
    <dgm:cxn modelId="{23CE924A-3A61-4040-8A98-F36973373127}" type="presParOf" srcId="{89A646BC-328E-41A9-8DF1-DCDA6CC3C425}" destId="{016EC23A-2D0E-41F6-A49C-4A8A9AA629EE}" srcOrd="0" destOrd="0" presId="urn:microsoft.com/office/officeart/2005/8/layout/orgChart1"/>
    <dgm:cxn modelId="{D29298D9-350E-4803-9A83-195A8B414726}" type="presParOf" srcId="{89A646BC-328E-41A9-8DF1-DCDA6CC3C425}" destId="{CBB73073-E2BE-4561-B51B-94EBAD9E9723}" srcOrd="1" destOrd="0" presId="urn:microsoft.com/office/officeart/2005/8/layout/orgChart1"/>
    <dgm:cxn modelId="{12BC06E4-660F-4A4E-AB86-2FD91FFC7EA9}" type="presParOf" srcId="{3F0D928F-C5C6-4209-89C7-2DC22F440C9A}" destId="{A2D7CAED-0941-4B4F-8DD4-28606AD9D38D}" srcOrd="1" destOrd="0" presId="urn:microsoft.com/office/officeart/2005/8/layout/orgChart1"/>
    <dgm:cxn modelId="{D113507B-C49A-441B-BB96-16AF6F3FD753}" type="presParOf" srcId="{3F0D928F-C5C6-4209-89C7-2DC22F440C9A}" destId="{06DD9A92-3EBE-4509-A0B6-B94B2A043EB1}" srcOrd="2" destOrd="0" presId="urn:microsoft.com/office/officeart/2005/8/layout/orgChart1"/>
    <dgm:cxn modelId="{050B7A32-8A7F-4359-BCD2-9515F4DEAA8B}" type="presParOf" srcId="{995B743B-13E9-4FE6-AF33-CC6E0550A40F}" destId="{683892C0-C419-46BC-A3E0-860D73A40584}" srcOrd="2" destOrd="0" presId="urn:microsoft.com/office/officeart/2005/8/layout/orgChart1"/>
    <dgm:cxn modelId="{5DEE80A3-44B9-45F8-80AD-F1F2CEF36E6D}" type="presParOf" srcId="{8917C416-59C1-4FCA-A445-2AF2CA10DE6D}" destId="{F1396398-C9F6-48F4-AA4F-1E9F79E1591E}" srcOrd="2" destOrd="0" presId="urn:microsoft.com/office/officeart/2005/8/layout/orgChart1"/>
    <dgm:cxn modelId="{BEA524D9-012E-4436-A74E-903961468839}" type="presParOf" srcId="{8917C416-59C1-4FCA-A445-2AF2CA10DE6D}" destId="{E5126307-494E-4B84-9F19-09827FC9D874}" srcOrd="3" destOrd="0" presId="urn:microsoft.com/office/officeart/2005/8/layout/orgChart1"/>
    <dgm:cxn modelId="{1E07ADB0-092D-4172-AC54-634A8BB49A31}" type="presParOf" srcId="{E5126307-494E-4B84-9F19-09827FC9D874}" destId="{CDBA4625-BF3A-434F-ABBE-CC242A863C0C}" srcOrd="0" destOrd="0" presId="urn:microsoft.com/office/officeart/2005/8/layout/orgChart1"/>
    <dgm:cxn modelId="{CCDE3D60-7B0B-4EC2-A5F6-6ADC3EB15B71}" type="presParOf" srcId="{CDBA4625-BF3A-434F-ABBE-CC242A863C0C}" destId="{55D6CDA0-E2F8-4F44-91CF-D45B8B7CACAF}" srcOrd="0" destOrd="0" presId="urn:microsoft.com/office/officeart/2005/8/layout/orgChart1"/>
    <dgm:cxn modelId="{20264DA9-E32E-4720-BDCD-48537F286488}" type="presParOf" srcId="{CDBA4625-BF3A-434F-ABBE-CC242A863C0C}" destId="{DF812D3D-1348-45D9-861B-C0CE67CEE8DF}" srcOrd="1" destOrd="0" presId="urn:microsoft.com/office/officeart/2005/8/layout/orgChart1"/>
    <dgm:cxn modelId="{F8EF2477-A93A-48AD-BCE1-C88EFA7BE190}" type="presParOf" srcId="{E5126307-494E-4B84-9F19-09827FC9D874}" destId="{D2AC8B04-FBE8-4F82-8DC3-90F7410252E8}" srcOrd="1" destOrd="0" presId="urn:microsoft.com/office/officeart/2005/8/layout/orgChart1"/>
    <dgm:cxn modelId="{EE7E1E02-0E6C-4617-8598-BECB6655D5A9}" type="presParOf" srcId="{D2AC8B04-FBE8-4F82-8DC3-90F7410252E8}" destId="{2E6867E7-74AC-4BF1-A9FA-4AC7261C94EA}" srcOrd="0" destOrd="0" presId="urn:microsoft.com/office/officeart/2005/8/layout/orgChart1"/>
    <dgm:cxn modelId="{0E718E5F-719B-4603-A462-D164C9F6FB3B}" type="presParOf" srcId="{D2AC8B04-FBE8-4F82-8DC3-90F7410252E8}" destId="{F4FE13A6-9F02-4216-96F7-5149500E79F8}" srcOrd="1" destOrd="0" presId="urn:microsoft.com/office/officeart/2005/8/layout/orgChart1"/>
    <dgm:cxn modelId="{56FE5F19-2502-47EC-9621-AA522B1387DD}" type="presParOf" srcId="{F4FE13A6-9F02-4216-96F7-5149500E79F8}" destId="{B910A640-20F8-40CB-8C21-72D3292DAF7D}" srcOrd="0" destOrd="0" presId="urn:microsoft.com/office/officeart/2005/8/layout/orgChart1"/>
    <dgm:cxn modelId="{D9189A6E-01C1-4A8E-ABAA-E5471295AEC6}" type="presParOf" srcId="{B910A640-20F8-40CB-8C21-72D3292DAF7D}" destId="{3865DB16-34F6-41C8-ABAD-5A68CDC1E618}" srcOrd="0" destOrd="0" presId="urn:microsoft.com/office/officeart/2005/8/layout/orgChart1"/>
    <dgm:cxn modelId="{A2B028E6-8B70-4B47-8042-786F5C7D8A5E}" type="presParOf" srcId="{B910A640-20F8-40CB-8C21-72D3292DAF7D}" destId="{1002BD22-EA91-46EA-86D5-BC40AAB8FD27}" srcOrd="1" destOrd="0" presId="urn:microsoft.com/office/officeart/2005/8/layout/orgChart1"/>
    <dgm:cxn modelId="{C39C6E7D-A5FE-469B-8BB4-4CE7716C7FBC}" type="presParOf" srcId="{F4FE13A6-9F02-4216-96F7-5149500E79F8}" destId="{C18C182C-25D6-4782-AA35-57666DC65905}" srcOrd="1" destOrd="0" presId="urn:microsoft.com/office/officeart/2005/8/layout/orgChart1"/>
    <dgm:cxn modelId="{54523A00-0BBC-4000-A044-AF8CF0141BD2}" type="presParOf" srcId="{F4FE13A6-9F02-4216-96F7-5149500E79F8}" destId="{4BF485B8-AACE-48A9-A30C-D711169146EB}" srcOrd="2" destOrd="0" presId="urn:microsoft.com/office/officeart/2005/8/layout/orgChart1"/>
    <dgm:cxn modelId="{0AC7F3BC-EE3A-4C53-AB89-25FDFC6D1A4D}" type="presParOf" srcId="{D2AC8B04-FBE8-4F82-8DC3-90F7410252E8}" destId="{16D600AC-D904-45AA-A6C7-5EAC376DA718}" srcOrd="2" destOrd="0" presId="urn:microsoft.com/office/officeart/2005/8/layout/orgChart1"/>
    <dgm:cxn modelId="{79B3E833-E28E-4632-A658-DB2FC7C2676E}" type="presParOf" srcId="{D2AC8B04-FBE8-4F82-8DC3-90F7410252E8}" destId="{19997ABE-8B23-4115-8D41-E55CAF4E9A9E}" srcOrd="3" destOrd="0" presId="urn:microsoft.com/office/officeart/2005/8/layout/orgChart1"/>
    <dgm:cxn modelId="{12C9C80A-8E82-436B-8A1E-0423F8F88F81}" type="presParOf" srcId="{19997ABE-8B23-4115-8D41-E55CAF4E9A9E}" destId="{B30779DE-CD89-4193-B231-8CEF0AA2897B}" srcOrd="0" destOrd="0" presId="urn:microsoft.com/office/officeart/2005/8/layout/orgChart1"/>
    <dgm:cxn modelId="{87F55F9C-F71A-4E74-8720-6ED8E79C59E4}" type="presParOf" srcId="{B30779DE-CD89-4193-B231-8CEF0AA2897B}" destId="{0A5EED6C-F2BD-4DA1-9DA3-1CF629ED9ABF}" srcOrd="0" destOrd="0" presId="urn:microsoft.com/office/officeart/2005/8/layout/orgChart1"/>
    <dgm:cxn modelId="{F7156A8A-CC7A-479C-BD7F-07536B616DE3}" type="presParOf" srcId="{B30779DE-CD89-4193-B231-8CEF0AA2897B}" destId="{E016FB47-A545-488F-83C0-0164DBB3E565}" srcOrd="1" destOrd="0" presId="urn:microsoft.com/office/officeart/2005/8/layout/orgChart1"/>
    <dgm:cxn modelId="{5877F590-4708-4BD5-912C-F206B42BC8E9}" type="presParOf" srcId="{19997ABE-8B23-4115-8D41-E55CAF4E9A9E}" destId="{C5D3D9A3-9B9F-4B58-858C-0AE3A2824D6A}" srcOrd="1" destOrd="0" presId="urn:microsoft.com/office/officeart/2005/8/layout/orgChart1"/>
    <dgm:cxn modelId="{710E18D1-9209-4146-8C58-DC7562B0A20B}" type="presParOf" srcId="{19997ABE-8B23-4115-8D41-E55CAF4E9A9E}" destId="{DFB0B1A0-7FB2-4E96-A127-0730B3209EE1}" srcOrd="2" destOrd="0" presId="urn:microsoft.com/office/officeart/2005/8/layout/orgChart1"/>
    <dgm:cxn modelId="{B92BA03C-D8B8-4BCC-BB03-53969357039D}" type="presParOf" srcId="{E5126307-494E-4B84-9F19-09827FC9D874}" destId="{F7AAA351-ABAF-4340-BBFE-7A50D4EFAA74}" srcOrd="2" destOrd="0" presId="urn:microsoft.com/office/officeart/2005/8/layout/orgChart1"/>
    <dgm:cxn modelId="{2785873F-2E95-4455-9F76-7357E376755C}" type="presParOf" srcId="{47C7A62A-26D7-480A-862B-14A6FAE076B9}" destId="{A96D6414-3676-4A92-85D8-5DD124BA2942}" srcOrd="2" destOrd="0" presId="urn:microsoft.com/office/officeart/2005/8/layout/orgChart1"/>
    <dgm:cxn modelId="{455372F3-6D74-4C4A-8B2D-6361541F9949}" type="presParOf" srcId="{65D6C5B1-00A1-4204-9741-CA885FE72364}" destId="{B67FA171-3DC1-4B30-B97D-AAB0EE775448}" srcOrd="6" destOrd="0" presId="urn:microsoft.com/office/officeart/2005/8/layout/orgChart1"/>
    <dgm:cxn modelId="{07B3619B-C69D-4221-A8F1-E9FFE030924F}" type="presParOf" srcId="{65D6C5B1-00A1-4204-9741-CA885FE72364}" destId="{9050899D-C12D-433D-BA67-5366AE2099EB}" srcOrd="7" destOrd="0" presId="urn:microsoft.com/office/officeart/2005/8/layout/orgChart1"/>
    <dgm:cxn modelId="{2F39E5F7-3C85-467C-A825-AFA16037B3E6}" type="presParOf" srcId="{9050899D-C12D-433D-BA67-5366AE2099EB}" destId="{FA4CBB32-6DC4-463A-97E6-6F6C874672E4}" srcOrd="0" destOrd="0" presId="urn:microsoft.com/office/officeart/2005/8/layout/orgChart1"/>
    <dgm:cxn modelId="{EB6580E0-A10A-4C9D-835F-0666B4D89367}" type="presParOf" srcId="{FA4CBB32-6DC4-463A-97E6-6F6C874672E4}" destId="{858CCC95-E4CA-427E-8CC5-EA54BE327E50}" srcOrd="0" destOrd="0" presId="urn:microsoft.com/office/officeart/2005/8/layout/orgChart1"/>
    <dgm:cxn modelId="{EEEE9E0C-596A-4550-BCFF-E8CD9ECC482F}" type="presParOf" srcId="{FA4CBB32-6DC4-463A-97E6-6F6C874672E4}" destId="{6F0642B5-C6D2-460F-8B0D-117246BD79FD}" srcOrd="1" destOrd="0" presId="urn:microsoft.com/office/officeart/2005/8/layout/orgChart1"/>
    <dgm:cxn modelId="{A3ADAB9F-205A-416F-9D27-1332D8981E37}" type="presParOf" srcId="{9050899D-C12D-433D-BA67-5366AE2099EB}" destId="{212E254B-8521-46A2-8B27-60BF05F6C21C}" srcOrd="1" destOrd="0" presId="urn:microsoft.com/office/officeart/2005/8/layout/orgChart1"/>
    <dgm:cxn modelId="{FE2AD90D-4BE9-4810-8FBC-4DD7727330D8}" type="presParOf" srcId="{212E254B-8521-46A2-8B27-60BF05F6C21C}" destId="{362C6395-CDA7-4EB2-8956-CE67599F0711}" srcOrd="0" destOrd="0" presId="urn:microsoft.com/office/officeart/2005/8/layout/orgChart1"/>
    <dgm:cxn modelId="{DDB34BB9-FF1B-48E8-898E-27ECD392BA94}" type="presParOf" srcId="{212E254B-8521-46A2-8B27-60BF05F6C21C}" destId="{12FC3C31-BF70-463F-85E6-6C6DECA5ECB0}" srcOrd="1" destOrd="0" presId="urn:microsoft.com/office/officeart/2005/8/layout/orgChart1"/>
    <dgm:cxn modelId="{1509D724-C7FF-4D83-8158-3A1BF0EE4398}" type="presParOf" srcId="{12FC3C31-BF70-463F-85E6-6C6DECA5ECB0}" destId="{692356F9-16E3-4269-AC10-B48F562F6350}" srcOrd="0" destOrd="0" presId="urn:microsoft.com/office/officeart/2005/8/layout/orgChart1"/>
    <dgm:cxn modelId="{9388D1D3-A4D8-49E9-BFC1-2AA6DE7DB474}" type="presParOf" srcId="{692356F9-16E3-4269-AC10-B48F562F6350}" destId="{F5119AFF-7505-49C6-B8CC-5346C5423816}" srcOrd="0" destOrd="0" presId="urn:microsoft.com/office/officeart/2005/8/layout/orgChart1"/>
    <dgm:cxn modelId="{1728F539-EED7-4C6B-9BCE-1314BA4918CD}" type="presParOf" srcId="{692356F9-16E3-4269-AC10-B48F562F6350}" destId="{E4298F15-1B1C-4C7E-A9D9-C674AC3871A9}" srcOrd="1" destOrd="0" presId="urn:microsoft.com/office/officeart/2005/8/layout/orgChart1"/>
    <dgm:cxn modelId="{982451E0-3A25-4618-80B3-74D4E2ADB7CF}" type="presParOf" srcId="{12FC3C31-BF70-463F-85E6-6C6DECA5ECB0}" destId="{596DD6B5-721C-4365-8C70-A33DA29F2333}" srcOrd="1" destOrd="0" presId="urn:microsoft.com/office/officeart/2005/8/layout/orgChart1"/>
    <dgm:cxn modelId="{416E4280-A66E-40A7-A1F6-BF3159F6F143}" type="presParOf" srcId="{596DD6B5-721C-4365-8C70-A33DA29F2333}" destId="{109402AC-4CF6-4F22-8D6A-D3C1188B5393}" srcOrd="0" destOrd="0" presId="urn:microsoft.com/office/officeart/2005/8/layout/orgChart1"/>
    <dgm:cxn modelId="{1A23E240-B7F9-43BE-9078-3919A54A526A}" type="presParOf" srcId="{596DD6B5-721C-4365-8C70-A33DA29F2333}" destId="{FE28105F-AAFF-4966-AA84-32417214F510}" srcOrd="1" destOrd="0" presId="urn:microsoft.com/office/officeart/2005/8/layout/orgChart1"/>
    <dgm:cxn modelId="{75568D33-4CCE-4FF5-B8DC-EED10B7F3CE9}" type="presParOf" srcId="{FE28105F-AAFF-4966-AA84-32417214F510}" destId="{817482A5-22DC-49F3-9CA3-FD065E6B35CF}" srcOrd="0" destOrd="0" presId="urn:microsoft.com/office/officeart/2005/8/layout/orgChart1"/>
    <dgm:cxn modelId="{D7FA4C0E-A502-4BCF-BB25-C925AECF4CC5}" type="presParOf" srcId="{817482A5-22DC-49F3-9CA3-FD065E6B35CF}" destId="{7845EB6B-B9D0-4329-A00A-A032CFA8607F}" srcOrd="0" destOrd="0" presId="urn:microsoft.com/office/officeart/2005/8/layout/orgChart1"/>
    <dgm:cxn modelId="{5222F388-ACCA-4A43-B7F0-2D8FBD53FCF8}" type="presParOf" srcId="{817482A5-22DC-49F3-9CA3-FD065E6B35CF}" destId="{D028122C-9A8C-400D-91B3-5E431B062B11}" srcOrd="1" destOrd="0" presId="urn:microsoft.com/office/officeart/2005/8/layout/orgChart1"/>
    <dgm:cxn modelId="{A91A1825-ED5D-49AB-9765-3E8AC67287C2}" type="presParOf" srcId="{FE28105F-AAFF-4966-AA84-32417214F510}" destId="{D8068839-FC4C-47FD-9D5B-EA790A28BE59}" srcOrd="1" destOrd="0" presId="urn:microsoft.com/office/officeart/2005/8/layout/orgChart1"/>
    <dgm:cxn modelId="{48649330-2045-44C2-884A-B3F18093BB90}" type="presParOf" srcId="{FE28105F-AAFF-4966-AA84-32417214F510}" destId="{68BB8EBF-EF42-4AA7-A502-A2898DA40447}" srcOrd="2" destOrd="0" presId="urn:microsoft.com/office/officeart/2005/8/layout/orgChart1"/>
    <dgm:cxn modelId="{49ECC9A6-DB40-4B9E-BC9C-2C68FBCC5EE9}" type="presParOf" srcId="{12FC3C31-BF70-463F-85E6-6C6DECA5ECB0}" destId="{4ACA9E40-9061-4DB8-AF0E-E26B8E3C0D3A}" srcOrd="2" destOrd="0" presId="urn:microsoft.com/office/officeart/2005/8/layout/orgChart1"/>
    <dgm:cxn modelId="{10ADD8BC-1091-4989-8EED-F6F360CD25CC}" type="presParOf" srcId="{212E254B-8521-46A2-8B27-60BF05F6C21C}" destId="{BE316BAB-E484-4713-88F8-60BFB9ECB2F9}" srcOrd="2" destOrd="0" presId="urn:microsoft.com/office/officeart/2005/8/layout/orgChart1"/>
    <dgm:cxn modelId="{78B3E7A0-DF90-43F9-9EEF-42658CF0F538}" type="presParOf" srcId="{212E254B-8521-46A2-8B27-60BF05F6C21C}" destId="{235CF454-738B-405A-85CD-421FFD5C9EB4}" srcOrd="3" destOrd="0" presId="urn:microsoft.com/office/officeart/2005/8/layout/orgChart1"/>
    <dgm:cxn modelId="{71D7B336-3090-44D1-85BF-003A90AB53AB}" type="presParOf" srcId="{235CF454-738B-405A-85CD-421FFD5C9EB4}" destId="{6EA77787-3398-4DDC-B818-D55AA7CE88B1}" srcOrd="0" destOrd="0" presId="urn:microsoft.com/office/officeart/2005/8/layout/orgChart1"/>
    <dgm:cxn modelId="{2CF016D9-702C-455A-98FB-9DEC4C366BF1}" type="presParOf" srcId="{6EA77787-3398-4DDC-B818-D55AA7CE88B1}" destId="{8D4EDDFD-3F99-48DD-B17E-DED0EC8CDDD0}" srcOrd="0" destOrd="0" presId="urn:microsoft.com/office/officeart/2005/8/layout/orgChart1"/>
    <dgm:cxn modelId="{7BAD6253-59D2-440A-8CD5-D27F5CCB5961}" type="presParOf" srcId="{6EA77787-3398-4DDC-B818-D55AA7CE88B1}" destId="{71A8528D-5007-41C3-81C5-D5BBF6988692}" srcOrd="1" destOrd="0" presId="urn:microsoft.com/office/officeart/2005/8/layout/orgChart1"/>
    <dgm:cxn modelId="{A4EF4A13-4B6A-4A7D-BB72-BAC5ECF11CE5}" type="presParOf" srcId="{235CF454-738B-405A-85CD-421FFD5C9EB4}" destId="{41266EB5-6822-4380-8214-AF227CA6FBE2}" srcOrd="1" destOrd="0" presId="urn:microsoft.com/office/officeart/2005/8/layout/orgChart1"/>
    <dgm:cxn modelId="{1C911344-506F-4BC4-AD8F-862CEBFACDDB}" type="presParOf" srcId="{41266EB5-6822-4380-8214-AF227CA6FBE2}" destId="{A43EF91F-8DA5-43EF-8EB3-BB146F5BF4EF}" srcOrd="0" destOrd="0" presId="urn:microsoft.com/office/officeart/2005/8/layout/orgChart1"/>
    <dgm:cxn modelId="{99B1EA8E-7F2D-4AE1-AFEA-84A5DCCEF3D3}" type="presParOf" srcId="{41266EB5-6822-4380-8214-AF227CA6FBE2}" destId="{40E0D3DD-9B1A-422B-BD4A-8E6C3E301DC3}" srcOrd="1" destOrd="0" presId="urn:microsoft.com/office/officeart/2005/8/layout/orgChart1"/>
    <dgm:cxn modelId="{A25C5CC8-FABF-4499-A24B-3E50F178AD11}" type="presParOf" srcId="{40E0D3DD-9B1A-422B-BD4A-8E6C3E301DC3}" destId="{BA48E19B-0F9D-481F-AD1E-7CEDD78FF588}" srcOrd="0" destOrd="0" presId="urn:microsoft.com/office/officeart/2005/8/layout/orgChart1"/>
    <dgm:cxn modelId="{B54E3EAB-8A69-49F6-9653-D249370C3A53}" type="presParOf" srcId="{BA48E19B-0F9D-481F-AD1E-7CEDD78FF588}" destId="{6EE46714-DE7C-41DB-BFF7-B9C85E642D2D}" srcOrd="0" destOrd="0" presId="urn:microsoft.com/office/officeart/2005/8/layout/orgChart1"/>
    <dgm:cxn modelId="{5EFCF748-C1F0-4970-B36A-1FFD7AEFDE72}" type="presParOf" srcId="{BA48E19B-0F9D-481F-AD1E-7CEDD78FF588}" destId="{4A3DB128-2895-4B3C-A51E-CF03A0BEF216}" srcOrd="1" destOrd="0" presId="urn:microsoft.com/office/officeart/2005/8/layout/orgChart1"/>
    <dgm:cxn modelId="{03720C80-B35A-41D2-ABF9-8EA4102DC0C8}" type="presParOf" srcId="{40E0D3DD-9B1A-422B-BD4A-8E6C3E301DC3}" destId="{BD90B170-03AB-4761-B381-6689039A91D7}" srcOrd="1" destOrd="0" presId="urn:microsoft.com/office/officeart/2005/8/layout/orgChart1"/>
    <dgm:cxn modelId="{95A7401B-4CE3-423B-87CE-B677EA92CC12}" type="presParOf" srcId="{40E0D3DD-9B1A-422B-BD4A-8E6C3E301DC3}" destId="{4B14A816-4F72-4208-BF15-B15153F3E357}" srcOrd="2" destOrd="0" presId="urn:microsoft.com/office/officeart/2005/8/layout/orgChart1"/>
    <dgm:cxn modelId="{22C08DD1-059F-4FA2-A4D0-F08CE8D8778E}" type="presParOf" srcId="{41266EB5-6822-4380-8214-AF227CA6FBE2}" destId="{C213A015-EC16-4B9F-A988-FF8A7BBB88A6}" srcOrd="2" destOrd="0" presId="urn:microsoft.com/office/officeart/2005/8/layout/orgChart1"/>
    <dgm:cxn modelId="{B66CFF14-D856-4224-BB05-E05B63132ADF}" type="presParOf" srcId="{41266EB5-6822-4380-8214-AF227CA6FBE2}" destId="{C8E409F6-B69C-4B41-87EF-A9E9AF5BCB9B}" srcOrd="3" destOrd="0" presId="urn:microsoft.com/office/officeart/2005/8/layout/orgChart1"/>
    <dgm:cxn modelId="{704F185F-C80B-4EDE-AA1D-FD60B22A36F6}" type="presParOf" srcId="{C8E409F6-B69C-4B41-87EF-A9E9AF5BCB9B}" destId="{C5884F31-3884-49C7-AE8F-6D03B960CFBC}" srcOrd="0" destOrd="0" presId="urn:microsoft.com/office/officeart/2005/8/layout/orgChart1"/>
    <dgm:cxn modelId="{56C8584D-5009-4AD4-BA7C-60D5FE3EC8AB}" type="presParOf" srcId="{C5884F31-3884-49C7-AE8F-6D03B960CFBC}" destId="{23C620D9-0E46-4B77-A12F-3537A154FCBA}" srcOrd="0" destOrd="0" presId="urn:microsoft.com/office/officeart/2005/8/layout/orgChart1"/>
    <dgm:cxn modelId="{01CEE47C-FD31-49D2-AD5A-9771430D53EE}" type="presParOf" srcId="{C5884F31-3884-49C7-AE8F-6D03B960CFBC}" destId="{3347A672-0AAE-421D-9612-0367CFCB23F6}" srcOrd="1" destOrd="0" presId="urn:microsoft.com/office/officeart/2005/8/layout/orgChart1"/>
    <dgm:cxn modelId="{605137E9-A2B5-4304-880E-AB73F5FE9DAD}" type="presParOf" srcId="{C8E409F6-B69C-4B41-87EF-A9E9AF5BCB9B}" destId="{7E4EA97F-D44D-4A84-B8A6-BC873F0F6586}" srcOrd="1" destOrd="0" presId="urn:microsoft.com/office/officeart/2005/8/layout/orgChart1"/>
    <dgm:cxn modelId="{EB6596D8-6F0F-4A30-B4EC-C7E18DDB5A7B}" type="presParOf" srcId="{C8E409F6-B69C-4B41-87EF-A9E9AF5BCB9B}" destId="{82F18416-9B46-4985-91B7-8A7EE4F32A6D}" srcOrd="2" destOrd="0" presId="urn:microsoft.com/office/officeart/2005/8/layout/orgChart1"/>
    <dgm:cxn modelId="{39F03B94-D116-4BE2-AD26-4854D184344C}" type="presParOf" srcId="{235CF454-738B-405A-85CD-421FFD5C9EB4}" destId="{7737F3F5-144A-4757-A10B-63150BBE79A5}" srcOrd="2" destOrd="0" presId="urn:microsoft.com/office/officeart/2005/8/layout/orgChart1"/>
    <dgm:cxn modelId="{23B00034-5B15-4C87-85FE-E63F34C5B253}" type="presParOf" srcId="{9050899D-C12D-433D-BA67-5366AE2099EB}" destId="{EE5F734F-9F36-4C79-A3BC-220E7FAA674E}" srcOrd="2" destOrd="0" presId="urn:microsoft.com/office/officeart/2005/8/layout/orgChart1"/>
    <dgm:cxn modelId="{87AE151F-2C65-489B-B7FC-B1A5D849CAE2}" type="presParOf" srcId="{65D6C5B1-00A1-4204-9741-CA885FE72364}" destId="{BCDC2B85-A8D5-4593-867F-DC0483840EB2}" srcOrd="8" destOrd="0" presId="urn:microsoft.com/office/officeart/2005/8/layout/orgChart1"/>
    <dgm:cxn modelId="{B6E611AA-9083-42C1-9CF3-90AB66E529BF}" type="presParOf" srcId="{65D6C5B1-00A1-4204-9741-CA885FE72364}" destId="{5737F07D-3BAB-48F7-A08D-31C96ABB745A}" srcOrd="9" destOrd="0" presId="urn:microsoft.com/office/officeart/2005/8/layout/orgChart1"/>
    <dgm:cxn modelId="{1EBAEAD7-369A-4BC4-9321-3A4591F9C960}" type="presParOf" srcId="{5737F07D-3BAB-48F7-A08D-31C96ABB745A}" destId="{400E70F2-206E-4207-9BAE-AA4950AB067D}" srcOrd="0" destOrd="0" presId="urn:microsoft.com/office/officeart/2005/8/layout/orgChart1"/>
    <dgm:cxn modelId="{07420B14-CD34-49CE-B5DC-DB6806EA97EE}" type="presParOf" srcId="{400E70F2-206E-4207-9BAE-AA4950AB067D}" destId="{B6882BBA-C028-45B6-AA74-004B50941257}" srcOrd="0" destOrd="0" presId="urn:microsoft.com/office/officeart/2005/8/layout/orgChart1"/>
    <dgm:cxn modelId="{71DAC3C6-E73F-403F-AB61-6E489E0E2464}" type="presParOf" srcId="{400E70F2-206E-4207-9BAE-AA4950AB067D}" destId="{566DBE28-CF1C-4D21-A527-ACA2FA65BB5E}" srcOrd="1" destOrd="0" presId="urn:microsoft.com/office/officeart/2005/8/layout/orgChart1"/>
    <dgm:cxn modelId="{151A82ED-6609-4FE1-9882-C77BD6F0CB99}" type="presParOf" srcId="{5737F07D-3BAB-48F7-A08D-31C96ABB745A}" destId="{03CD7D9C-8C3B-4156-87BC-15BE577EF0F1}" srcOrd="1" destOrd="0" presId="urn:microsoft.com/office/officeart/2005/8/layout/orgChart1"/>
    <dgm:cxn modelId="{DCE48ACB-7456-49CA-940C-AC25457B2EC9}" type="presParOf" srcId="{03CD7D9C-8C3B-4156-87BC-15BE577EF0F1}" destId="{5489D5DD-FC37-42DE-962B-6993F423AF34}" srcOrd="0" destOrd="0" presId="urn:microsoft.com/office/officeart/2005/8/layout/orgChart1"/>
    <dgm:cxn modelId="{27B1BAB9-9A4E-43E1-9E3F-DEE1CF86E427}" type="presParOf" srcId="{03CD7D9C-8C3B-4156-87BC-15BE577EF0F1}" destId="{BA5F6171-F2F1-43FD-B8E5-B5CCA007C296}" srcOrd="1" destOrd="0" presId="urn:microsoft.com/office/officeart/2005/8/layout/orgChart1"/>
    <dgm:cxn modelId="{8F02F181-14F9-4A65-B3D1-6495660F3BBF}" type="presParOf" srcId="{BA5F6171-F2F1-43FD-B8E5-B5CCA007C296}" destId="{9310BCC2-D236-4405-9CC4-65E08969ADA7}" srcOrd="0" destOrd="0" presId="urn:microsoft.com/office/officeart/2005/8/layout/orgChart1"/>
    <dgm:cxn modelId="{80BC7AA6-9AF6-4A3F-8F3D-F51BF96B8EA1}" type="presParOf" srcId="{9310BCC2-D236-4405-9CC4-65E08969ADA7}" destId="{D27AD6E2-F859-4EE0-99E8-AC86C2B80631}" srcOrd="0" destOrd="0" presId="urn:microsoft.com/office/officeart/2005/8/layout/orgChart1"/>
    <dgm:cxn modelId="{E515AF10-4319-45AA-BCF6-090D99A8F18F}" type="presParOf" srcId="{9310BCC2-D236-4405-9CC4-65E08969ADA7}" destId="{B5B547D9-1EC6-4C68-97AC-E62BDA82905D}" srcOrd="1" destOrd="0" presId="urn:microsoft.com/office/officeart/2005/8/layout/orgChart1"/>
    <dgm:cxn modelId="{AE5A6FD0-6397-48B0-8124-B838356CE492}" type="presParOf" srcId="{BA5F6171-F2F1-43FD-B8E5-B5CCA007C296}" destId="{9BE8806E-47EF-4996-A6CC-711244C7C529}" srcOrd="1" destOrd="0" presId="urn:microsoft.com/office/officeart/2005/8/layout/orgChart1"/>
    <dgm:cxn modelId="{BBD35E9E-E3E3-481C-86C0-69E76B69751F}" type="presParOf" srcId="{9BE8806E-47EF-4996-A6CC-711244C7C529}" destId="{3F275E6C-EF52-44B6-A1FE-02C759FE80EB}" srcOrd="0" destOrd="0" presId="urn:microsoft.com/office/officeart/2005/8/layout/orgChart1"/>
    <dgm:cxn modelId="{50BFF17E-4DC8-4555-9098-B3A39345F1F1}" type="presParOf" srcId="{9BE8806E-47EF-4996-A6CC-711244C7C529}" destId="{38E28F90-9147-4454-ACA9-26C25A166647}" srcOrd="1" destOrd="0" presId="urn:microsoft.com/office/officeart/2005/8/layout/orgChart1"/>
    <dgm:cxn modelId="{0481FDB2-132B-421F-A36B-D6C5BF3E62B5}" type="presParOf" srcId="{38E28F90-9147-4454-ACA9-26C25A166647}" destId="{F2F68809-52F8-4638-9C48-524C58408B9D}" srcOrd="0" destOrd="0" presId="urn:microsoft.com/office/officeart/2005/8/layout/orgChart1"/>
    <dgm:cxn modelId="{8A9777EA-3E6C-4D76-A66B-6C8704F4724E}" type="presParOf" srcId="{F2F68809-52F8-4638-9C48-524C58408B9D}" destId="{ED8C2754-99A8-4ED1-BB55-3C2EFFCC0D21}" srcOrd="0" destOrd="0" presId="urn:microsoft.com/office/officeart/2005/8/layout/orgChart1"/>
    <dgm:cxn modelId="{5463C6EB-F646-4D96-84EC-CC37E4E3C1F1}" type="presParOf" srcId="{F2F68809-52F8-4638-9C48-524C58408B9D}" destId="{83DC080B-07F6-4C80-8867-801273870E8D}" srcOrd="1" destOrd="0" presId="urn:microsoft.com/office/officeart/2005/8/layout/orgChart1"/>
    <dgm:cxn modelId="{B315A6ED-9621-4786-8BCA-0CEAC0EA733B}" type="presParOf" srcId="{38E28F90-9147-4454-ACA9-26C25A166647}" destId="{A000072A-B8CD-46B7-A5B4-C1AF819C612E}" srcOrd="1" destOrd="0" presId="urn:microsoft.com/office/officeart/2005/8/layout/orgChart1"/>
    <dgm:cxn modelId="{9C2BCF4D-563F-42DC-95F3-843983A0AA6C}" type="presParOf" srcId="{38E28F90-9147-4454-ACA9-26C25A166647}" destId="{0C1A2FD9-ADE7-474A-9178-0403F08F3C3B}" srcOrd="2" destOrd="0" presId="urn:microsoft.com/office/officeart/2005/8/layout/orgChart1"/>
    <dgm:cxn modelId="{B7AACF5A-686B-48D7-8DDE-54D0033FABB4}" type="presParOf" srcId="{BA5F6171-F2F1-43FD-B8E5-B5CCA007C296}" destId="{79A93CA2-F414-43B6-B79D-28829BC2FEA2}" srcOrd="2" destOrd="0" presId="urn:microsoft.com/office/officeart/2005/8/layout/orgChart1"/>
    <dgm:cxn modelId="{4A10C75D-2279-4404-9088-B40846109823}" type="presParOf" srcId="{5737F07D-3BAB-48F7-A08D-31C96ABB745A}" destId="{FD21FF1C-F2CA-4171-8B6E-255BBCDFCAB3}" srcOrd="2" destOrd="0" presId="urn:microsoft.com/office/officeart/2005/8/layout/orgChart1"/>
    <dgm:cxn modelId="{0C948CDF-5A93-485A-B77B-A06F48FEA168}" type="presParOf" srcId="{90DD1432-594A-402F-BA90-BF3AD7D3805E}" destId="{A3AAC15C-000A-445D-B4DF-8F50490B99CA}" srcOrd="2" destOrd="0" presId="urn:microsoft.com/office/officeart/2005/8/layout/orgChart1"/>
    <dgm:cxn modelId="{302547C4-25BE-4113-A70E-FEB82905632F}" type="presParOf" srcId="{A3AAC15C-000A-445D-B4DF-8F50490B99CA}" destId="{5807B7EF-9312-4F09-B85B-9298EF1235EB}" srcOrd="0" destOrd="0" presId="urn:microsoft.com/office/officeart/2005/8/layout/orgChart1"/>
    <dgm:cxn modelId="{8296CE40-DD87-440B-BCB9-BBBCFCB8E36D}" type="presParOf" srcId="{A3AAC15C-000A-445D-B4DF-8F50490B99CA}" destId="{8142265B-C9DC-4352-A043-0DEDE3172750}" srcOrd="1" destOrd="0" presId="urn:microsoft.com/office/officeart/2005/8/layout/orgChart1"/>
    <dgm:cxn modelId="{D59950FD-2DF2-4FF9-9194-3F30C8ECE5C5}" type="presParOf" srcId="{8142265B-C9DC-4352-A043-0DEDE3172750}" destId="{08547F61-78B2-4132-8398-A920011B714B}" srcOrd="0" destOrd="0" presId="urn:microsoft.com/office/officeart/2005/8/layout/orgChart1"/>
    <dgm:cxn modelId="{0D4B7BF7-050E-4D6A-B4C1-B05A72C8ED72}" type="presParOf" srcId="{08547F61-78B2-4132-8398-A920011B714B}" destId="{DA9D0B77-4A25-45A1-A094-512AAE78F810}" srcOrd="0" destOrd="0" presId="urn:microsoft.com/office/officeart/2005/8/layout/orgChart1"/>
    <dgm:cxn modelId="{F98B82BA-C6EB-4063-A6A1-AEB95DA814EB}" type="presParOf" srcId="{08547F61-78B2-4132-8398-A920011B714B}" destId="{627BFB9F-FFB7-4FA2-B475-61D1D2979FB8}" srcOrd="1" destOrd="0" presId="urn:microsoft.com/office/officeart/2005/8/layout/orgChart1"/>
    <dgm:cxn modelId="{C86F1550-53CD-47F9-BB6B-1287C3B73E27}" type="presParOf" srcId="{8142265B-C9DC-4352-A043-0DEDE3172750}" destId="{57F67EA6-9BD5-4EA5-9DA4-9BB7E69CD782}" srcOrd="1" destOrd="0" presId="urn:microsoft.com/office/officeart/2005/8/layout/orgChart1"/>
    <dgm:cxn modelId="{A08FD660-1171-4681-A8E3-B166D0600568}" type="presParOf" srcId="{8142265B-C9DC-4352-A043-0DEDE3172750}" destId="{6EE4D6C9-AFD6-4116-839A-6E031003001E}" srcOrd="2" destOrd="0" presId="urn:microsoft.com/office/officeart/2005/8/layout/orgChart1"/>
    <dgm:cxn modelId="{937F31D2-B56E-4AFC-A6EE-2A354C3A92EF}" type="presParOf" srcId="{A3AAC15C-000A-445D-B4DF-8F50490B99CA}" destId="{22AAB0BD-7074-429F-9628-262563B14750}" srcOrd="2" destOrd="0" presId="urn:microsoft.com/office/officeart/2005/8/layout/orgChart1"/>
    <dgm:cxn modelId="{A08AE3D3-F09E-41B1-AE7A-9AE866C244D9}" type="presParOf" srcId="{A3AAC15C-000A-445D-B4DF-8F50490B99CA}" destId="{2260E8AB-98F5-46D4-AEF0-E28DD1B67DAE}" srcOrd="3" destOrd="0" presId="urn:microsoft.com/office/officeart/2005/8/layout/orgChart1"/>
    <dgm:cxn modelId="{B34A1122-9C9E-41E0-9685-BBCBB2BC7CC6}" type="presParOf" srcId="{2260E8AB-98F5-46D4-AEF0-E28DD1B67DAE}" destId="{0117635B-8157-4304-B15E-3EF25CF483C3}" srcOrd="0" destOrd="0" presId="urn:microsoft.com/office/officeart/2005/8/layout/orgChart1"/>
    <dgm:cxn modelId="{11709950-2BD9-49AC-A773-47A1DC6E534A}" type="presParOf" srcId="{0117635B-8157-4304-B15E-3EF25CF483C3}" destId="{1FF9337E-1DAE-4E3B-8C8B-79D3458F2146}" srcOrd="0" destOrd="0" presId="urn:microsoft.com/office/officeart/2005/8/layout/orgChart1"/>
    <dgm:cxn modelId="{CA3043EC-7989-464A-8265-64BD776EB754}" type="presParOf" srcId="{0117635B-8157-4304-B15E-3EF25CF483C3}" destId="{76251AA0-4EF3-41E0-B4F6-462B377955A6}" srcOrd="1" destOrd="0" presId="urn:microsoft.com/office/officeart/2005/8/layout/orgChart1"/>
    <dgm:cxn modelId="{906B2067-9E4E-40AA-A6FA-50042431B820}" type="presParOf" srcId="{2260E8AB-98F5-46D4-AEF0-E28DD1B67DAE}" destId="{8A1A2657-FCFD-4A59-BFFB-02EAD681BFC1}" srcOrd="1" destOrd="0" presId="urn:microsoft.com/office/officeart/2005/8/layout/orgChart1"/>
    <dgm:cxn modelId="{38BEFFF5-A355-4603-A17B-EA9C032E85C9}" type="presParOf" srcId="{2260E8AB-98F5-46D4-AEF0-E28DD1B67DAE}" destId="{F222356F-49D6-4B7C-82C8-D5CD80D5934F}" srcOrd="2" destOrd="0" presId="urn:microsoft.com/office/officeart/2005/8/layout/orgChart1"/>
    <dgm:cxn modelId="{43B543FD-7890-4DA3-8158-46C36636000C}" type="presParOf" srcId="{A3AAC15C-000A-445D-B4DF-8F50490B99CA}" destId="{1C94FBB4-CCE5-4507-B609-B54536DEDA02}" srcOrd="4" destOrd="0" presId="urn:microsoft.com/office/officeart/2005/8/layout/orgChart1"/>
    <dgm:cxn modelId="{7F7E74EA-D9C0-4816-A855-93CA794CCB14}" type="presParOf" srcId="{A3AAC15C-000A-445D-B4DF-8F50490B99CA}" destId="{0DE22EA9-2032-4C0B-91EA-D4420B51FC2E}" srcOrd="5" destOrd="0" presId="urn:microsoft.com/office/officeart/2005/8/layout/orgChart1"/>
    <dgm:cxn modelId="{0B534B6A-2681-45C6-A5E1-26DF0B082ECB}" type="presParOf" srcId="{0DE22EA9-2032-4C0B-91EA-D4420B51FC2E}" destId="{34B7F1E6-2C18-4496-B221-5F4FC58FFA45}" srcOrd="0" destOrd="0" presId="urn:microsoft.com/office/officeart/2005/8/layout/orgChart1"/>
    <dgm:cxn modelId="{A82533E4-0475-4005-A2AD-3DD0EA37218D}" type="presParOf" srcId="{34B7F1E6-2C18-4496-B221-5F4FC58FFA45}" destId="{56D2DBA3-8FC9-47EF-8B72-E976A92BFC9E}" srcOrd="0" destOrd="0" presId="urn:microsoft.com/office/officeart/2005/8/layout/orgChart1"/>
    <dgm:cxn modelId="{7E5B0BC0-3006-4189-8307-A4EEB6BD27AC}" type="presParOf" srcId="{34B7F1E6-2C18-4496-B221-5F4FC58FFA45}" destId="{EF2FEA20-EF1B-4B9E-8714-FDAE2CDA1273}" srcOrd="1" destOrd="0" presId="urn:microsoft.com/office/officeart/2005/8/layout/orgChart1"/>
    <dgm:cxn modelId="{08EFCC3E-F9D2-4BF0-BA11-9BF5B3DC44F4}" type="presParOf" srcId="{0DE22EA9-2032-4C0B-91EA-D4420B51FC2E}" destId="{A16641CE-CCC3-4061-90BE-3D675FF533CB}" srcOrd="1" destOrd="0" presId="urn:microsoft.com/office/officeart/2005/8/layout/orgChart1"/>
    <dgm:cxn modelId="{C1B76D6F-BFF2-4105-829A-B7F9212BE4B8}" type="presParOf" srcId="{0DE22EA9-2032-4C0B-91EA-D4420B51FC2E}" destId="{438BF415-47C8-45F9-B4AE-2D62FB55380B}" srcOrd="2" destOrd="0" presId="urn:microsoft.com/office/officeart/2005/8/layout/orgChart1"/>
    <dgm:cxn modelId="{1DD9EA20-42CE-404F-8434-A9338579E87A}" type="presParOf" srcId="{A3AAC15C-000A-445D-B4DF-8F50490B99CA}" destId="{F3C62A12-978B-4D89-A2EE-E12CF03F9CD4}" srcOrd="6" destOrd="0" presId="urn:microsoft.com/office/officeart/2005/8/layout/orgChart1"/>
    <dgm:cxn modelId="{A91E5248-7F4B-4FEA-81A7-29BBD81CA910}" type="presParOf" srcId="{A3AAC15C-000A-445D-B4DF-8F50490B99CA}" destId="{0115078A-8BE9-4357-B0D5-9DB03FF3FE73}" srcOrd="7" destOrd="0" presId="urn:microsoft.com/office/officeart/2005/8/layout/orgChart1"/>
    <dgm:cxn modelId="{A09EBC62-DB14-495F-BA0E-EA42A018F7ED}" type="presParOf" srcId="{0115078A-8BE9-4357-B0D5-9DB03FF3FE73}" destId="{A1F4794C-ED29-490D-BAE4-F9A5E579CC19}" srcOrd="0" destOrd="0" presId="urn:microsoft.com/office/officeart/2005/8/layout/orgChart1"/>
    <dgm:cxn modelId="{50716A77-6645-4A43-8F90-7B22167FDD0C}" type="presParOf" srcId="{A1F4794C-ED29-490D-BAE4-F9A5E579CC19}" destId="{66AB202D-83C6-433B-91C2-F31B25D7CA76}" srcOrd="0" destOrd="0" presId="urn:microsoft.com/office/officeart/2005/8/layout/orgChart1"/>
    <dgm:cxn modelId="{2FD9A1AD-B6A0-4761-830A-43B4644C5183}" type="presParOf" srcId="{A1F4794C-ED29-490D-BAE4-F9A5E579CC19}" destId="{90AEB87D-7733-49E7-84CD-15D067F7E15F}" srcOrd="1" destOrd="0" presId="urn:microsoft.com/office/officeart/2005/8/layout/orgChart1"/>
    <dgm:cxn modelId="{A210FF5A-4D4F-4AD1-BC1B-6B0E59355BA4}" type="presParOf" srcId="{0115078A-8BE9-4357-B0D5-9DB03FF3FE73}" destId="{DB159785-0BA5-47A2-B819-23828F5118E8}" srcOrd="1" destOrd="0" presId="urn:microsoft.com/office/officeart/2005/8/layout/orgChart1"/>
    <dgm:cxn modelId="{D7953026-33B8-4743-B2AF-CBCDDC5C4031}" type="presParOf" srcId="{0115078A-8BE9-4357-B0D5-9DB03FF3FE73}" destId="{CE863238-8B5D-4E6F-ADA3-F876D6DB9EDB}" srcOrd="2" destOrd="0" presId="urn:microsoft.com/office/officeart/2005/8/layout/orgChart1"/>
    <dgm:cxn modelId="{63848E41-651D-479E-9843-C04560D7AC80}" type="presParOf" srcId="{A3AAC15C-000A-445D-B4DF-8F50490B99CA}" destId="{A252790A-9EE5-4B69-903F-0F0C7F82ED64}" srcOrd="8" destOrd="0" presId="urn:microsoft.com/office/officeart/2005/8/layout/orgChart1"/>
    <dgm:cxn modelId="{08100E57-379F-47B4-B4B6-15540FFC55FD}" type="presParOf" srcId="{A3AAC15C-000A-445D-B4DF-8F50490B99CA}" destId="{C6AF6315-3C75-460A-8B7A-2DF0C6723290}" srcOrd="9" destOrd="0" presId="urn:microsoft.com/office/officeart/2005/8/layout/orgChart1"/>
    <dgm:cxn modelId="{2FC2F8B3-C7A6-4868-8B8A-07E02FF2C97F}" type="presParOf" srcId="{C6AF6315-3C75-460A-8B7A-2DF0C6723290}" destId="{2890F578-EF13-443E-82B8-540E9BD36248}" srcOrd="0" destOrd="0" presId="urn:microsoft.com/office/officeart/2005/8/layout/orgChart1"/>
    <dgm:cxn modelId="{9A1F1495-4DC9-4EDC-BD9F-B5512DB6E7D9}" type="presParOf" srcId="{2890F578-EF13-443E-82B8-540E9BD36248}" destId="{6260527A-A1BC-46B3-B2FA-A33EAFC33443}" srcOrd="0" destOrd="0" presId="urn:microsoft.com/office/officeart/2005/8/layout/orgChart1"/>
    <dgm:cxn modelId="{10680BB7-9BC4-4E9A-8DDB-F596EB5471F5}" type="presParOf" srcId="{2890F578-EF13-443E-82B8-540E9BD36248}" destId="{7640F207-ECE2-4A46-A051-4E5513F7EA55}" srcOrd="1" destOrd="0" presId="urn:microsoft.com/office/officeart/2005/8/layout/orgChart1"/>
    <dgm:cxn modelId="{B8A8896B-C3E8-470F-9597-B25EB0333796}" type="presParOf" srcId="{C6AF6315-3C75-460A-8B7A-2DF0C6723290}" destId="{01EE3BBB-68B2-4836-8942-D311FF0F4FD8}" srcOrd="1" destOrd="0" presId="urn:microsoft.com/office/officeart/2005/8/layout/orgChart1"/>
    <dgm:cxn modelId="{52EBCA58-3C85-4CA6-A7E0-86A73E28A007}" type="presParOf" srcId="{C6AF6315-3C75-460A-8B7A-2DF0C6723290}" destId="{F921AFE0-6A7B-416B-85A7-B4D82079EDB3}" srcOrd="2" destOrd="0" presId="urn:microsoft.com/office/officeart/2005/8/layout/orgChart1"/>
    <dgm:cxn modelId="{946674C6-CF4E-4C63-803E-128757F3EF91}" type="presParOf" srcId="{A3AAC15C-000A-445D-B4DF-8F50490B99CA}" destId="{EFD390CC-FE09-40EC-BD73-87A72AD3CFC2}" srcOrd="10" destOrd="0" presId="urn:microsoft.com/office/officeart/2005/8/layout/orgChart1"/>
    <dgm:cxn modelId="{B2F01DDA-DF17-407A-AA12-9CD0C4021EB5}" type="presParOf" srcId="{A3AAC15C-000A-445D-B4DF-8F50490B99CA}" destId="{1241DC82-BB2D-47A5-8C60-11AD5D4AEAFF}" srcOrd="11" destOrd="0" presId="urn:microsoft.com/office/officeart/2005/8/layout/orgChart1"/>
    <dgm:cxn modelId="{5F9C430F-6D5D-4418-BB5B-648EAB6DA0B9}" type="presParOf" srcId="{1241DC82-BB2D-47A5-8C60-11AD5D4AEAFF}" destId="{0490463D-533F-4AC3-A22B-6B02456C16D9}" srcOrd="0" destOrd="0" presId="urn:microsoft.com/office/officeart/2005/8/layout/orgChart1"/>
    <dgm:cxn modelId="{174E5C18-347B-48DD-9B4E-D4D16F60A23A}" type="presParOf" srcId="{0490463D-533F-4AC3-A22B-6B02456C16D9}" destId="{FF4E7B8F-B42D-46A7-8C73-CEF5B9BD6041}" srcOrd="0" destOrd="0" presId="urn:microsoft.com/office/officeart/2005/8/layout/orgChart1"/>
    <dgm:cxn modelId="{3D35EBF5-0BCB-4C79-A895-B80D3A40ADAC}" type="presParOf" srcId="{0490463D-533F-4AC3-A22B-6B02456C16D9}" destId="{6CA6DA55-2027-4129-BA6D-5412B9E51965}" srcOrd="1" destOrd="0" presId="urn:microsoft.com/office/officeart/2005/8/layout/orgChart1"/>
    <dgm:cxn modelId="{DAD13706-63DA-42FA-9155-926826CF6617}" type="presParOf" srcId="{1241DC82-BB2D-47A5-8C60-11AD5D4AEAFF}" destId="{373E6564-BF95-460E-91FC-5E83EB99B899}" srcOrd="1" destOrd="0" presId="urn:microsoft.com/office/officeart/2005/8/layout/orgChart1"/>
    <dgm:cxn modelId="{76859CBA-64E8-43C6-B8AE-D8D934D3E396}" type="presParOf" srcId="{1241DC82-BB2D-47A5-8C60-11AD5D4AEAFF}" destId="{706CCD49-313B-49D4-B90A-B87A8EB55EF9}" srcOrd="2" destOrd="0" presId="urn:microsoft.com/office/officeart/2005/8/layout/orgChart1"/>
    <dgm:cxn modelId="{88C8558A-A554-4160-831A-5D15273CEEDA}" type="presParOf" srcId="{A3AAC15C-000A-445D-B4DF-8F50490B99CA}" destId="{57DCFC25-CBCC-42C7-B16F-6DD6F572D7D1}" srcOrd="12" destOrd="0" presId="urn:microsoft.com/office/officeart/2005/8/layout/orgChart1"/>
    <dgm:cxn modelId="{4FD3AA48-2CC6-4036-BB8C-D861F7E24586}" type="presParOf" srcId="{A3AAC15C-000A-445D-B4DF-8F50490B99CA}" destId="{B0CF277F-1477-459F-94AE-72699290A67E}" srcOrd="13" destOrd="0" presId="urn:microsoft.com/office/officeart/2005/8/layout/orgChart1"/>
    <dgm:cxn modelId="{6F0551EF-24FD-49AC-B178-16FA66D5B512}" type="presParOf" srcId="{B0CF277F-1477-459F-94AE-72699290A67E}" destId="{1FA923C1-3483-4C13-9561-0E921FB2240D}" srcOrd="0" destOrd="0" presId="urn:microsoft.com/office/officeart/2005/8/layout/orgChart1"/>
    <dgm:cxn modelId="{1333D889-CC69-4AC5-A970-120B4EA6FFD2}" type="presParOf" srcId="{1FA923C1-3483-4C13-9561-0E921FB2240D}" destId="{487E56C8-A4B6-4603-B313-09DC2FC0D084}" srcOrd="0" destOrd="0" presId="urn:microsoft.com/office/officeart/2005/8/layout/orgChart1"/>
    <dgm:cxn modelId="{6FACA44F-B32E-4CCD-BF82-2D4089D57BD8}" type="presParOf" srcId="{1FA923C1-3483-4C13-9561-0E921FB2240D}" destId="{BF5524A2-72E3-4E16-96A5-21577B5FEB0B}" srcOrd="1" destOrd="0" presId="urn:microsoft.com/office/officeart/2005/8/layout/orgChart1"/>
    <dgm:cxn modelId="{976941E5-1B51-483A-BCF0-9B336EFC4533}" type="presParOf" srcId="{B0CF277F-1477-459F-94AE-72699290A67E}" destId="{9FE7533D-A51E-4F34-9C63-4F0259D3C6C1}" srcOrd="1" destOrd="0" presId="urn:microsoft.com/office/officeart/2005/8/layout/orgChart1"/>
    <dgm:cxn modelId="{585D9836-E99F-4C30-8CF2-10610EED7329}" type="presParOf" srcId="{B0CF277F-1477-459F-94AE-72699290A67E}" destId="{5514AB40-4A7E-49D5-96DB-63B3E50F2A85}"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BEA68D6-E158-4934-BAF2-CD3B153353BA}" type="doc">
      <dgm:prSet loTypeId="urn:microsoft.com/office/officeart/2005/8/layout/orgChart1" loCatId="hierarchy" qsTypeId="urn:microsoft.com/office/officeart/2005/8/quickstyle/simple2" qsCatId="simple" csTypeId="urn:microsoft.com/office/officeart/2005/8/colors/accent0_3" csCatId="mainScheme" phldr="1"/>
      <dgm:spPr/>
      <dgm:t>
        <a:bodyPr/>
        <a:lstStyle/>
        <a:p>
          <a:endParaRPr lang="en-AU"/>
        </a:p>
      </dgm:t>
    </dgm:pt>
    <dgm:pt modelId="{10A0EA3D-3AD4-4A16-AC66-3525B6400D15}">
      <dgm:prSet phldrT="[Text]" phldr="0" custT="1"/>
      <dgm:spPr>
        <a:solidFill>
          <a:srgbClr val="002060"/>
        </a:solidFill>
      </dgm:spPr>
      <dgm:t>
        <a:bodyPr/>
        <a:lstStyle/>
        <a:p>
          <a:r>
            <a:rPr lang="en-AU" sz="2400"/>
            <a:t>Payment Modernisation</a:t>
          </a:r>
        </a:p>
      </dgm:t>
    </dgm:pt>
    <dgm:pt modelId="{C9D49A3E-3F67-4AE3-9FDA-6F9BB1AF9BD8}" type="parTrans" cxnId="{16F7F54E-B0C2-4129-B92D-8DE372385E3B}">
      <dgm:prSet/>
      <dgm:spPr/>
      <dgm:t>
        <a:bodyPr/>
        <a:lstStyle/>
        <a:p>
          <a:endParaRPr lang="en-AU"/>
        </a:p>
      </dgm:t>
    </dgm:pt>
    <dgm:pt modelId="{E0ACF1AB-2B68-4A49-8ADA-3E481ED4AF09}" type="sibTrans" cxnId="{16F7F54E-B0C2-4129-B92D-8DE372385E3B}">
      <dgm:prSet/>
      <dgm:spPr/>
      <dgm:t>
        <a:bodyPr/>
        <a:lstStyle/>
        <a:p>
          <a:endParaRPr lang="en-AU"/>
        </a:p>
      </dgm:t>
    </dgm:pt>
    <dgm:pt modelId="{75DFC915-9462-4A30-AE1F-37CE18B3C6D2}">
      <dgm:prSet phldrT="[Text]" phldr="0"/>
      <dgm:spPr>
        <a:solidFill>
          <a:schemeClr val="accent5">
            <a:lumMod val="40000"/>
            <a:lumOff val="60000"/>
          </a:schemeClr>
        </a:solidFill>
      </dgm:spPr>
      <dgm:t>
        <a:bodyPr/>
        <a:lstStyle/>
        <a:p>
          <a:r>
            <a:rPr lang="en-AU"/>
            <a:t>Subsid ledger</a:t>
          </a:r>
        </a:p>
      </dgm:t>
    </dgm:pt>
    <dgm:pt modelId="{F8130828-F801-48B7-A83D-32C060147E31}" type="parTrans" cxnId="{5F5F20C9-F4E0-4374-8747-B7F46FEC88D8}">
      <dgm:prSet/>
      <dgm:spPr/>
      <dgm:t>
        <a:bodyPr/>
        <a:lstStyle/>
        <a:p>
          <a:endParaRPr lang="en-AU"/>
        </a:p>
      </dgm:t>
    </dgm:pt>
    <dgm:pt modelId="{727CFFC1-D6CC-4121-8182-E56D6E59AF3A}" type="sibTrans" cxnId="{5F5F20C9-F4E0-4374-8747-B7F46FEC88D8}">
      <dgm:prSet/>
      <dgm:spPr/>
      <dgm:t>
        <a:bodyPr/>
        <a:lstStyle/>
        <a:p>
          <a:endParaRPr lang="en-AU"/>
        </a:p>
      </dgm:t>
    </dgm:pt>
    <dgm:pt modelId="{CFBF96BE-57AC-4278-BEE8-4529105B485E}">
      <dgm:prSet phldrT="[Text]" phldr="0"/>
      <dgm:spPr>
        <a:solidFill>
          <a:schemeClr val="accent5">
            <a:lumMod val="40000"/>
            <a:lumOff val="60000"/>
          </a:schemeClr>
        </a:solidFill>
      </dgm:spPr>
      <dgm:t>
        <a:bodyPr/>
        <a:lstStyle/>
        <a:p>
          <a:r>
            <a:rPr lang="en-AU"/>
            <a:t>Customer Account</a:t>
          </a:r>
        </a:p>
      </dgm:t>
    </dgm:pt>
    <dgm:pt modelId="{E93B594F-0000-4F1E-9B42-4CBD54251AE9}" type="parTrans" cxnId="{EFCDE451-2354-4EFE-B526-56B196DC5C32}">
      <dgm:prSet/>
      <dgm:spPr/>
      <dgm:t>
        <a:bodyPr/>
        <a:lstStyle/>
        <a:p>
          <a:endParaRPr lang="en-AU"/>
        </a:p>
      </dgm:t>
    </dgm:pt>
    <dgm:pt modelId="{193FE8D6-E354-43F8-A281-6AE4CE481BEC}" type="sibTrans" cxnId="{EFCDE451-2354-4EFE-B526-56B196DC5C32}">
      <dgm:prSet/>
      <dgm:spPr/>
      <dgm:t>
        <a:bodyPr/>
        <a:lstStyle/>
        <a:p>
          <a:endParaRPr lang="en-AU"/>
        </a:p>
      </dgm:t>
    </dgm:pt>
    <dgm:pt modelId="{92162928-B373-4802-B988-4C318FAE4B4C}">
      <dgm:prSet phldrT="[Text]" phldr="0"/>
      <dgm:spPr>
        <a:solidFill>
          <a:schemeClr val="accent5">
            <a:lumMod val="40000"/>
            <a:lumOff val="60000"/>
          </a:schemeClr>
        </a:solidFill>
      </dgm:spPr>
      <dgm:t>
        <a:bodyPr/>
        <a:lstStyle/>
        <a:p>
          <a:r>
            <a:rPr lang="en-AU"/>
            <a:t>Payment Data Governance, Model &amp; Ownership</a:t>
          </a:r>
        </a:p>
      </dgm:t>
    </dgm:pt>
    <dgm:pt modelId="{691118F6-AAF5-40E0-AD6D-235FADC018C0}" type="parTrans" cxnId="{49A02DA8-92BB-429F-A755-417A2EC3E9B9}">
      <dgm:prSet/>
      <dgm:spPr/>
      <dgm:t>
        <a:bodyPr/>
        <a:lstStyle/>
        <a:p>
          <a:endParaRPr lang="en-AU"/>
        </a:p>
      </dgm:t>
    </dgm:pt>
    <dgm:pt modelId="{7F58E25C-EE12-4CC1-9C39-BC755918B106}" type="sibTrans" cxnId="{49A02DA8-92BB-429F-A755-417A2EC3E9B9}">
      <dgm:prSet/>
      <dgm:spPr/>
      <dgm:t>
        <a:bodyPr/>
        <a:lstStyle/>
        <a:p>
          <a:endParaRPr lang="en-AU"/>
        </a:p>
      </dgm:t>
    </dgm:pt>
    <dgm:pt modelId="{0F02B370-286F-4E1B-80A8-B2AD40265B7C}">
      <dgm:prSet/>
      <dgm:spPr>
        <a:solidFill>
          <a:schemeClr val="accent5">
            <a:lumMod val="40000"/>
            <a:lumOff val="60000"/>
          </a:schemeClr>
        </a:solidFill>
      </dgm:spPr>
      <dgm:t>
        <a:bodyPr/>
        <a:lstStyle/>
        <a:p>
          <a:r>
            <a:rPr lang="en-AU"/>
            <a:t>Customer Refunds</a:t>
          </a:r>
        </a:p>
      </dgm:t>
    </dgm:pt>
    <dgm:pt modelId="{F967AC73-60EA-4945-AEC1-1AE5D8629C87}" type="parTrans" cxnId="{BDFC4F4B-7595-4E87-A369-BB1EF6A5A005}">
      <dgm:prSet/>
      <dgm:spPr/>
      <dgm:t>
        <a:bodyPr/>
        <a:lstStyle/>
        <a:p>
          <a:endParaRPr lang="en-AU"/>
        </a:p>
      </dgm:t>
    </dgm:pt>
    <dgm:pt modelId="{50FF85E0-74FC-459E-B8CB-53E1D88D20DF}" type="sibTrans" cxnId="{BDFC4F4B-7595-4E87-A369-BB1EF6A5A005}">
      <dgm:prSet/>
      <dgm:spPr/>
      <dgm:t>
        <a:bodyPr/>
        <a:lstStyle/>
        <a:p>
          <a:endParaRPr lang="en-AU"/>
        </a:p>
      </dgm:t>
    </dgm:pt>
    <dgm:pt modelId="{DF9E427A-F061-4D73-876E-50DFE6A2B7E5}">
      <dgm:prSet/>
      <dgm:spPr>
        <a:solidFill>
          <a:schemeClr val="accent5">
            <a:lumMod val="40000"/>
            <a:lumOff val="60000"/>
          </a:schemeClr>
        </a:solidFill>
      </dgm:spPr>
      <dgm:t>
        <a:bodyPr/>
        <a:lstStyle/>
        <a:p>
          <a:r>
            <a:rPr lang="en-AU"/>
            <a:t>New ways to pay</a:t>
          </a:r>
        </a:p>
      </dgm:t>
    </dgm:pt>
    <dgm:pt modelId="{0A2748D7-A676-47D0-86C9-1C95FAEAC323}" type="parTrans" cxnId="{11EB690B-E4FE-4F67-AE1F-18BDE3A0C068}">
      <dgm:prSet/>
      <dgm:spPr/>
      <dgm:t>
        <a:bodyPr/>
        <a:lstStyle/>
        <a:p>
          <a:endParaRPr lang="en-AU"/>
        </a:p>
      </dgm:t>
    </dgm:pt>
    <dgm:pt modelId="{976951EB-5A6F-4FE6-946C-BA2364294F13}" type="sibTrans" cxnId="{11EB690B-E4FE-4F67-AE1F-18BDE3A0C068}">
      <dgm:prSet/>
      <dgm:spPr/>
      <dgm:t>
        <a:bodyPr/>
        <a:lstStyle/>
        <a:p>
          <a:endParaRPr lang="en-AU"/>
        </a:p>
      </dgm:t>
    </dgm:pt>
    <dgm:pt modelId="{7E92AB31-7104-46B2-B607-60B646D69120}">
      <dgm:prSet phldrT="[Text]"/>
      <dgm:spPr>
        <a:solidFill>
          <a:schemeClr val="accent5">
            <a:lumMod val="40000"/>
            <a:lumOff val="60000"/>
          </a:schemeClr>
        </a:solidFill>
      </dgm:spPr>
      <dgm:t>
        <a:bodyPr/>
        <a:lstStyle/>
        <a:p>
          <a:r>
            <a:rPr lang="en-AU"/>
            <a:t>Pricing engine fee management</a:t>
          </a:r>
        </a:p>
      </dgm:t>
    </dgm:pt>
    <dgm:pt modelId="{3D17D3DC-3F84-42B8-BAE4-84EB154E8AF0}" type="parTrans" cxnId="{80F7ACBA-643F-4795-97D3-687995394859}">
      <dgm:prSet/>
      <dgm:spPr/>
      <dgm:t>
        <a:bodyPr/>
        <a:lstStyle/>
        <a:p>
          <a:endParaRPr lang="en-AU"/>
        </a:p>
      </dgm:t>
    </dgm:pt>
    <dgm:pt modelId="{B417A743-5C55-4663-9F8B-C6C9BDAFED63}" type="sibTrans" cxnId="{80F7ACBA-643F-4795-97D3-687995394859}">
      <dgm:prSet/>
      <dgm:spPr/>
      <dgm:t>
        <a:bodyPr/>
        <a:lstStyle/>
        <a:p>
          <a:endParaRPr lang="en-AU"/>
        </a:p>
      </dgm:t>
    </dgm:pt>
    <dgm:pt modelId="{6643273A-E0A0-44C9-AA4C-39F5626F8635}">
      <dgm:prSet phldrT="[Text]" phldr="0"/>
      <dgm:spPr>
        <a:solidFill>
          <a:schemeClr val="tx2">
            <a:lumMod val="75000"/>
            <a:lumOff val="25000"/>
          </a:schemeClr>
        </a:solidFill>
      </dgm:spPr>
      <dgm:t>
        <a:bodyPr/>
        <a:lstStyle/>
        <a:p>
          <a:r>
            <a:rPr lang="en-AU"/>
            <a:t>Discovery</a:t>
          </a:r>
        </a:p>
      </dgm:t>
    </dgm:pt>
    <dgm:pt modelId="{88F3F940-1A2B-4FE8-9119-7BD54E7030DE}" type="parTrans" cxnId="{05C667DA-F404-4959-A9BC-094FA229607A}">
      <dgm:prSet/>
      <dgm:spPr/>
      <dgm:t>
        <a:bodyPr/>
        <a:lstStyle/>
        <a:p>
          <a:endParaRPr lang="en-AU"/>
        </a:p>
      </dgm:t>
    </dgm:pt>
    <dgm:pt modelId="{415B0BBB-9BAA-4D37-AEF7-33261E82BCB4}" type="sibTrans" cxnId="{05C667DA-F404-4959-A9BC-094FA229607A}">
      <dgm:prSet/>
      <dgm:spPr/>
      <dgm:t>
        <a:bodyPr/>
        <a:lstStyle/>
        <a:p>
          <a:endParaRPr lang="en-AU"/>
        </a:p>
      </dgm:t>
    </dgm:pt>
    <dgm:pt modelId="{CD88A2CD-F5BF-4BD7-9A4B-860328F73501}">
      <dgm:prSet phldrT="[Text]" phldr="0"/>
      <dgm:spPr>
        <a:solidFill>
          <a:schemeClr val="tx2">
            <a:lumMod val="75000"/>
            <a:lumOff val="25000"/>
          </a:schemeClr>
        </a:solidFill>
      </dgm:spPr>
      <dgm:t>
        <a:bodyPr/>
        <a:lstStyle/>
        <a:p>
          <a:r>
            <a:rPr lang="en-AU"/>
            <a:t>Design</a:t>
          </a:r>
        </a:p>
      </dgm:t>
    </dgm:pt>
    <dgm:pt modelId="{9142E8A0-224B-4E01-A1E9-48A064437162}" type="parTrans" cxnId="{E07765F0-F434-420F-A97D-014434F6436E}">
      <dgm:prSet/>
      <dgm:spPr/>
      <dgm:t>
        <a:bodyPr/>
        <a:lstStyle/>
        <a:p>
          <a:endParaRPr lang="en-AU"/>
        </a:p>
      </dgm:t>
    </dgm:pt>
    <dgm:pt modelId="{A2D9C540-636E-4934-88CD-FC3BD4859546}" type="sibTrans" cxnId="{E07765F0-F434-420F-A97D-014434F6436E}">
      <dgm:prSet/>
      <dgm:spPr/>
      <dgm:t>
        <a:bodyPr/>
        <a:lstStyle/>
        <a:p>
          <a:endParaRPr lang="en-AU"/>
        </a:p>
      </dgm:t>
    </dgm:pt>
    <dgm:pt modelId="{FEF61A38-35CB-418B-9A28-D57FECDEC7CA}">
      <dgm:prSet phldrT="[Text]" phldr="0"/>
      <dgm:spPr>
        <a:solidFill>
          <a:schemeClr val="tx2">
            <a:lumMod val="75000"/>
            <a:lumOff val="25000"/>
          </a:schemeClr>
        </a:solidFill>
      </dgm:spPr>
      <dgm:t>
        <a:bodyPr/>
        <a:lstStyle/>
        <a:p>
          <a:r>
            <a:rPr lang="en-AU"/>
            <a:t>Delivery</a:t>
          </a:r>
        </a:p>
      </dgm:t>
    </dgm:pt>
    <dgm:pt modelId="{8292667C-5B88-4FD1-809B-C0508950839D}" type="parTrans" cxnId="{B484822C-6D99-4644-AFF5-CFCF421BF4EF}">
      <dgm:prSet/>
      <dgm:spPr/>
      <dgm:t>
        <a:bodyPr/>
        <a:lstStyle/>
        <a:p>
          <a:endParaRPr lang="en-AU"/>
        </a:p>
      </dgm:t>
    </dgm:pt>
    <dgm:pt modelId="{4D9A2D6B-2C0F-4976-9736-BF6731B48B90}" type="sibTrans" cxnId="{B484822C-6D99-4644-AFF5-CFCF421BF4EF}">
      <dgm:prSet/>
      <dgm:spPr/>
      <dgm:t>
        <a:bodyPr/>
        <a:lstStyle/>
        <a:p>
          <a:endParaRPr lang="en-AU"/>
        </a:p>
      </dgm:t>
    </dgm:pt>
    <dgm:pt modelId="{F347438A-0669-4C4D-B43B-E4FE3266C9E4}">
      <dgm:prSet phldrT="[Text]" phldr="0"/>
      <dgm:spPr>
        <a:solidFill>
          <a:schemeClr val="tx2">
            <a:lumMod val="75000"/>
            <a:lumOff val="25000"/>
          </a:schemeClr>
        </a:solidFill>
      </dgm:spPr>
      <dgm:t>
        <a:bodyPr/>
        <a:lstStyle/>
        <a:p>
          <a:r>
            <a:rPr lang="en-AU"/>
            <a:t>Discovery</a:t>
          </a:r>
        </a:p>
      </dgm:t>
    </dgm:pt>
    <dgm:pt modelId="{0B27C579-8C00-4838-8FD8-A03E68F7EEEE}" type="parTrans" cxnId="{8DC25400-8ABF-4537-8E0A-701B9A939C79}">
      <dgm:prSet/>
      <dgm:spPr/>
      <dgm:t>
        <a:bodyPr/>
        <a:lstStyle/>
        <a:p>
          <a:endParaRPr lang="en-AU"/>
        </a:p>
      </dgm:t>
    </dgm:pt>
    <dgm:pt modelId="{9BE6C763-4138-4FBF-A515-FCC2AE1E873F}" type="sibTrans" cxnId="{8DC25400-8ABF-4537-8E0A-701B9A939C79}">
      <dgm:prSet/>
      <dgm:spPr/>
      <dgm:t>
        <a:bodyPr/>
        <a:lstStyle/>
        <a:p>
          <a:endParaRPr lang="en-AU"/>
        </a:p>
      </dgm:t>
    </dgm:pt>
    <dgm:pt modelId="{5E220795-0225-42DF-B063-0BBD03747952}">
      <dgm:prSet phldrT="[Text]" phldr="0"/>
      <dgm:spPr>
        <a:solidFill>
          <a:schemeClr val="tx2">
            <a:lumMod val="75000"/>
            <a:lumOff val="25000"/>
          </a:schemeClr>
        </a:solidFill>
      </dgm:spPr>
      <dgm:t>
        <a:bodyPr/>
        <a:lstStyle/>
        <a:p>
          <a:r>
            <a:rPr lang="en-AU"/>
            <a:t>Design</a:t>
          </a:r>
        </a:p>
      </dgm:t>
    </dgm:pt>
    <dgm:pt modelId="{3BF46AEE-2B7F-47D2-8895-ACA63BBF056C}" type="parTrans" cxnId="{88B4B0A5-FC84-424B-97FC-DC619DA4AA3A}">
      <dgm:prSet/>
      <dgm:spPr/>
      <dgm:t>
        <a:bodyPr/>
        <a:lstStyle/>
        <a:p>
          <a:endParaRPr lang="en-AU"/>
        </a:p>
      </dgm:t>
    </dgm:pt>
    <dgm:pt modelId="{30757C95-E940-46B4-A63C-897D5D2EE18C}" type="sibTrans" cxnId="{88B4B0A5-FC84-424B-97FC-DC619DA4AA3A}">
      <dgm:prSet/>
      <dgm:spPr/>
      <dgm:t>
        <a:bodyPr/>
        <a:lstStyle/>
        <a:p>
          <a:endParaRPr lang="en-AU"/>
        </a:p>
      </dgm:t>
    </dgm:pt>
    <dgm:pt modelId="{802F07BC-ECAC-4E64-9E89-16BF0F6F2967}">
      <dgm:prSet phldrT="[Text]" phldr="0"/>
      <dgm:spPr>
        <a:solidFill>
          <a:schemeClr val="tx2">
            <a:lumMod val="75000"/>
            <a:lumOff val="25000"/>
          </a:schemeClr>
        </a:solidFill>
      </dgm:spPr>
      <dgm:t>
        <a:bodyPr/>
        <a:lstStyle/>
        <a:p>
          <a:r>
            <a:rPr lang="en-AU"/>
            <a:t>Delivery</a:t>
          </a:r>
        </a:p>
      </dgm:t>
    </dgm:pt>
    <dgm:pt modelId="{C8FCB997-01BB-407B-B078-620BE8AD7FD3}" type="parTrans" cxnId="{E7084011-18B5-48BD-A254-87D0498E3D91}">
      <dgm:prSet/>
      <dgm:spPr/>
      <dgm:t>
        <a:bodyPr/>
        <a:lstStyle/>
        <a:p>
          <a:endParaRPr lang="en-AU"/>
        </a:p>
      </dgm:t>
    </dgm:pt>
    <dgm:pt modelId="{F9F2160F-B111-4C0D-91AB-590D6109A6F3}" type="sibTrans" cxnId="{E7084011-18B5-48BD-A254-87D0498E3D91}">
      <dgm:prSet/>
      <dgm:spPr/>
      <dgm:t>
        <a:bodyPr/>
        <a:lstStyle/>
        <a:p>
          <a:endParaRPr lang="en-AU"/>
        </a:p>
      </dgm:t>
    </dgm:pt>
    <dgm:pt modelId="{CB4CCCC3-7370-4A48-B4F0-22A7925D32B5}">
      <dgm:prSet phldrT="[Text]" phldr="0"/>
      <dgm:spPr>
        <a:solidFill>
          <a:schemeClr val="tx2">
            <a:lumMod val="75000"/>
            <a:lumOff val="25000"/>
          </a:schemeClr>
        </a:solidFill>
      </dgm:spPr>
      <dgm:t>
        <a:bodyPr/>
        <a:lstStyle/>
        <a:p>
          <a:r>
            <a:rPr lang="en-AU"/>
            <a:t>Discovery</a:t>
          </a:r>
        </a:p>
      </dgm:t>
    </dgm:pt>
    <dgm:pt modelId="{0A6BB837-EE54-4C42-88BB-B7667B343DB9}" type="parTrans" cxnId="{1AF6DD57-F9BE-4AFC-88FA-34E7AA864238}">
      <dgm:prSet/>
      <dgm:spPr/>
      <dgm:t>
        <a:bodyPr/>
        <a:lstStyle/>
        <a:p>
          <a:endParaRPr lang="en-AU"/>
        </a:p>
      </dgm:t>
    </dgm:pt>
    <dgm:pt modelId="{270BE086-3E2D-4C3E-B2F0-B06DD74276E3}" type="sibTrans" cxnId="{1AF6DD57-F9BE-4AFC-88FA-34E7AA864238}">
      <dgm:prSet/>
      <dgm:spPr/>
      <dgm:t>
        <a:bodyPr/>
        <a:lstStyle/>
        <a:p>
          <a:endParaRPr lang="en-AU"/>
        </a:p>
      </dgm:t>
    </dgm:pt>
    <dgm:pt modelId="{73F84634-D3CD-451B-A2F8-6E423801CF02}">
      <dgm:prSet phldrT="[Text]" phldr="0"/>
      <dgm:spPr>
        <a:solidFill>
          <a:schemeClr val="tx2">
            <a:lumMod val="75000"/>
            <a:lumOff val="25000"/>
          </a:schemeClr>
        </a:solidFill>
      </dgm:spPr>
      <dgm:t>
        <a:bodyPr/>
        <a:lstStyle/>
        <a:p>
          <a:r>
            <a:rPr lang="en-AU"/>
            <a:t>Design</a:t>
          </a:r>
        </a:p>
      </dgm:t>
    </dgm:pt>
    <dgm:pt modelId="{18C4B1BD-11E2-43FF-A82D-D5B914B2DCC7}" type="parTrans" cxnId="{E0E1E548-AF76-45D4-A1D4-2A1315E42EB5}">
      <dgm:prSet/>
      <dgm:spPr/>
      <dgm:t>
        <a:bodyPr/>
        <a:lstStyle/>
        <a:p>
          <a:endParaRPr lang="en-AU"/>
        </a:p>
      </dgm:t>
    </dgm:pt>
    <dgm:pt modelId="{ED9B1AC2-8208-4E15-BA33-FFA728799BD3}" type="sibTrans" cxnId="{E0E1E548-AF76-45D4-A1D4-2A1315E42EB5}">
      <dgm:prSet/>
      <dgm:spPr/>
      <dgm:t>
        <a:bodyPr/>
        <a:lstStyle/>
        <a:p>
          <a:endParaRPr lang="en-AU"/>
        </a:p>
      </dgm:t>
    </dgm:pt>
    <dgm:pt modelId="{F97C641A-CDFD-4990-9902-7956CDBC2724}">
      <dgm:prSet phldrT="[Text]" phldr="0"/>
      <dgm:spPr>
        <a:solidFill>
          <a:schemeClr val="tx2">
            <a:lumMod val="75000"/>
            <a:lumOff val="25000"/>
          </a:schemeClr>
        </a:solidFill>
      </dgm:spPr>
      <dgm:t>
        <a:bodyPr/>
        <a:lstStyle/>
        <a:p>
          <a:r>
            <a:rPr lang="en-AU"/>
            <a:t>Delivery</a:t>
          </a:r>
        </a:p>
      </dgm:t>
    </dgm:pt>
    <dgm:pt modelId="{20348683-EB73-4EFF-BA48-2B803A1F1C4C}" type="parTrans" cxnId="{33B2D61C-FF6B-41E7-A768-BC1FA841DB4D}">
      <dgm:prSet/>
      <dgm:spPr/>
      <dgm:t>
        <a:bodyPr/>
        <a:lstStyle/>
        <a:p>
          <a:endParaRPr lang="en-AU"/>
        </a:p>
      </dgm:t>
    </dgm:pt>
    <dgm:pt modelId="{59FA6C65-7199-41C4-87CB-DB40A5CDDC1D}" type="sibTrans" cxnId="{33B2D61C-FF6B-41E7-A768-BC1FA841DB4D}">
      <dgm:prSet/>
      <dgm:spPr/>
      <dgm:t>
        <a:bodyPr/>
        <a:lstStyle/>
        <a:p>
          <a:endParaRPr lang="en-AU"/>
        </a:p>
      </dgm:t>
    </dgm:pt>
    <dgm:pt modelId="{8121365C-0E5F-46FD-99B3-A0710F6DD8BD}">
      <dgm:prSet phldrT="[Text]" phldr="0"/>
      <dgm:spPr>
        <a:solidFill>
          <a:schemeClr val="tx2">
            <a:lumMod val="75000"/>
            <a:lumOff val="25000"/>
          </a:schemeClr>
        </a:solidFill>
      </dgm:spPr>
      <dgm:t>
        <a:bodyPr/>
        <a:lstStyle/>
        <a:p>
          <a:r>
            <a:rPr lang="en-AU"/>
            <a:t>Discovery</a:t>
          </a:r>
        </a:p>
      </dgm:t>
    </dgm:pt>
    <dgm:pt modelId="{C6AE7227-753A-4CF6-A17C-2204C6059E4B}" type="parTrans" cxnId="{F63ACCED-EAE4-49C7-84BB-52B15598D5CD}">
      <dgm:prSet/>
      <dgm:spPr/>
      <dgm:t>
        <a:bodyPr/>
        <a:lstStyle/>
        <a:p>
          <a:endParaRPr lang="en-AU"/>
        </a:p>
      </dgm:t>
    </dgm:pt>
    <dgm:pt modelId="{2E307615-B0C7-4847-8728-208875E0F83C}" type="sibTrans" cxnId="{F63ACCED-EAE4-49C7-84BB-52B15598D5CD}">
      <dgm:prSet/>
      <dgm:spPr/>
      <dgm:t>
        <a:bodyPr/>
        <a:lstStyle/>
        <a:p>
          <a:endParaRPr lang="en-AU"/>
        </a:p>
      </dgm:t>
    </dgm:pt>
    <dgm:pt modelId="{94D8149F-554D-4003-9716-5C9D44722F38}">
      <dgm:prSet phldrT="[Text]" phldr="0"/>
      <dgm:spPr>
        <a:solidFill>
          <a:schemeClr val="tx2">
            <a:lumMod val="75000"/>
            <a:lumOff val="25000"/>
          </a:schemeClr>
        </a:solidFill>
      </dgm:spPr>
      <dgm:t>
        <a:bodyPr/>
        <a:lstStyle/>
        <a:p>
          <a:r>
            <a:rPr lang="en-AU"/>
            <a:t>Discovery</a:t>
          </a:r>
        </a:p>
      </dgm:t>
    </dgm:pt>
    <dgm:pt modelId="{BB354D1A-632D-4ACE-9574-63C8F0C477B2}" type="parTrans" cxnId="{069D29F4-B76E-4550-BCBB-2D2F61BA04AC}">
      <dgm:prSet/>
      <dgm:spPr/>
      <dgm:t>
        <a:bodyPr/>
        <a:lstStyle/>
        <a:p>
          <a:endParaRPr lang="en-AU"/>
        </a:p>
      </dgm:t>
    </dgm:pt>
    <dgm:pt modelId="{6AC4576B-29B8-44D0-B794-5EFDD75E5CEE}" type="sibTrans" cxnId="{069D29F4-B76E-4550-BCBB-2D2F61BA04AC}">
      <dgm:prSet/>
      <dgm:spPr/>
      <dgm:t>
        <a:bodyPr/>
        <a:lstStyle/>
        <a:p>
          <a:endParaRPr lang="en-AU"/>
        </a:p>
      </dgm:t>
    </dgm:pt>
    <dgm:pt modelId="{EA7F307C-CC0C-4FC9-A82E-FF09A7E600A5}">
      <dgm:prSet phldrT="[Text]" phldr="0"/>
      <dgm:spPr>
        <a:solidFill>
          <a:schemeClr val="tx2">
            <a:lumMod val="75000"/>
            <a:lumOff val="25000"/>
          </a:schemeClr>
        </a:solidFill>
      </dgm:spPr>
      <dgm:t>
        <a:bodyPr/>
        <a:lstStyle/>
        <a:p>
          <a:r>
            <a:rPr lang="en-AU"/>
            <a:t>Design</a:t>
          </a:r>
        </a:p>
      </dgm:t>
    </dgm:pt>
    <dgm:pt modelId="{3BBD5B69-7611-4112-9281-2EA43AE372F4}" type="parTrans" cxnId="{7565B500-71E4-4E99-9D07-CD8C83368D82}">
      <dgm:prSet/>
      <dgm:spPr/>
      <dgm:t>
        <a:bodyPr/>
        <a:lstStyle/>
        <a:p>
          <a:endParaRPr lang="en-AU"/>
        </a:p>
      </dgm:t>
    </dgm:pt>
    <dgm:pt modelId="{4D45F048-0520-4535-A00B-E577DB940ECE}" type="sibTrans" cxnId="{7565B500-71E4-4E99-9D07-CD8C83368D82}">
      <dgm:prSet/>
      <dgm:spPr/>
      <dgm:t>
        <a:bodyPr/>
        <a:lstStyle/>
        <a:p>
          <a:endParaRPr lang="en-AU"/>
        </a:p>
      </dgm:t>
    </dgm:pt>
    <dgm:pt modelId="{F22492A6-BD29-4EE2-BA99-C6A9457F85FD}">
      <dgm:prSet phldrT="[Text]" phldr="0"/>
      <dgm:spPr>
        <a:solidFill>
          <a:schemeClr val="tx2">
            <a:lumMod val="75000"/>
            <a:lumOff val="25000"/>
          </a:schemeClr>
        </a:solidFill>
      </dgm:spPr>
      <dgm:t>
        <a:bodyPr/>
        <a:lstStyle/>
        <a:p>
          <a:r>
            <a:rPr lang="en-AU"/>
            <a:t>Delivery</a:t>
          </a:r>
        </a:p>
      </dgm:t>
    </dgm:pt>
    <dgm:pt modelId="{FE9998EC-E4DE-43E7-A696-2DDB5369B0CC}" type="parTrans" cxnId="{ADCC0018-EAA0-40C6-8EEE-EA534A2F8118}">
      <dgm:prSet/>
      <dgm:spPr/>
      <dgm:t>
        <a:bodyPr/>
        <a:lstStyle/>
        <a:p>
          <a:endParaRPr lang="en-AU"/>
        </a:p>
      </dgm:t>
    </dgm:pt>
    <dgm:pt modelId="{20424AE9-4CFA-4CA5-BFF8-B51F5423FD4C}" type="sibTrans" cxnId="{ADCC0018-EAA0-40C6-8EEE-EA534A2F8118}">
      <dgm:prSet/>
      <dgm:spPr/>
      <dgm:t>
        <a:bodyPr/>
        <a:lstStyle/>
        <a:p>
          <a:endParaRPr lang="en-AU"/>
        </a:p>
      </dgm:t>
    </dgm:pt>
    <dgm:pt modelId="{A28E73CD-1ADF-4FD7-BDF2-94845C2AC621}">
      <dgm:prSet phldrT="[Text]" phldr="0"/>
      <dgm:spPr>
        <a:solidFill>
          <a:schemeClr val="tx2">
            <a:lumMod val="75000"/>
            <a:lumOff val="25000"/>
          </a:schemeClr>
        </a:solidFill>
      </dgm:spPr>
      <dgm:t>
        <a:bodyPr/>
        <a:lstStyle/>
        <a:p>
          <a:r>
            <a:rPr lang="en-AU"/>
            <a:t>Design</a:t>
          </a:r>
        </a:p>
      </dgm:t>
    </dgm:pt>
    <dgm:pt modelId="{CC45007F-695F-455A-A6FF-3E844A3B7B0B}" type="parTrans" cxnId="{52D20ACA-3515-4580-AF08-7ACFC35DB1F1}">
      <dgm:prSet/>
      <dgm:spPr/>
      <dgm:t>
        <a:bodyPr/>
        <a:lstStyle/>
        <a:p>
          <a:endParaRPr lang="en-AU"/>
        </a:p>
      </dgm:t>
    </dgm:pt>
    <dgm:pt modelId="{F19FEEFF-AE5C-44CD-8398-46112BB8760F}" type="sibTrans" cxnId="{52D20ACA-3515-4580-AF08-7ACFC35DB1F1}">
      <dgm:prSet/>
      <dgm:spPr/>
      <dgm:t>
        <a:bodyPr/>
        <a:lstStyle/>
        <a:p>
          <a:endParaRPr lang="en-AU"/>
        </a:p>
      </dgm:t>
    </dgm:pt>
    <dgm:pt modelId="{FDA23E4A-D86D-4E3A-8AFF-AC54CC4F6240}">
      <dgm:prSet phldrT="[Text]" phldr="0"/>
      <dgm:spPr>
        <a:solidFill>
          <a:schemeClr val="tx2">
            <a:lumMod val="75000"/>
            <a:lumOff val="25000"/>
          </a:schemeClr>
        </a:solidFill>
      </dgm:spPr>
      <dgm:t>
        <a:bodyPr/>
        <a:lstStyle/>
        <a:p>
          <a:r>
            <a:rPr lang="en-AU"/>
            <a:t>Delivery</a:t>
          </a:r>
        </a:p>
      </dgm:t>
    </dgm:pt>
    <dgm:pt modelId="{14A66A7B-BC71-4CAA-A095-307F39E37605}" type="parTrans" cxnId="{2B837BF1-73DB-4F97-AA21-99FD89906D44}">
      <dgm:prSet/>
      <dgm:spPr/>
      <dgm:t>
        <a:bodyPr/>
        <a:lstStyle/>
        <a:p>
          <a:endParaRPr lang="en-AU"/>
        </a:p>
      </dgm:t>
    </dgm:pt>
    <dgm:pt modelId="{ECCB187D-2BD3-4271-B235-0B34A57D9E30}" type="sibTrans" cxnId="{2B837BF1-73DB-4F97-AA21-99FD89906D44}">
      <dgm:prSet/>
      <dgm:spPr/>
      <dgm:t>
        <a:bodyPr/>
        <a:lstStyle/>
        <a:p>
          <a:endParaRPr lang="en-AU"/>
        </a:p>
      </dgm:t>
    </dgm:pt>
    <dgm:pt modelId="{CECEB750-6BDD-43D9-B248-B56DE714FE9F}">
      <dgm:prSet phldrT="[Text]"/>
      <dgm:spPr>
        <a:solidFill>
          <a:schemeClr val="accent5">
            <a:lumMod val="40000"/>
            <a:lumOff val="60000"/>
          </a:schemeClr>
        </a:solidFill>
      </dgm:spPr>
      <dgm:t>
        <a:bodyPr/>
        <a:lstStyle/>
        <a:p>
          <a:r>
            <a:rPr lang="en-AU"/>
            <a:t>Quote tool PoC</a:t>
          </a:r>
        </a:p>
      </dgm:t>
    </dgm:pt>
    <dgm:pt modelId="{A4BDB3CD-EE2A-45E9-9022-110A3DD37CB0}" type="parTrans" cxnId="{70FB8D11-9C59-4027-A8AA-7AB0FB3D0DFF}">
      <dgm:prSet/>
      <dgm:spPr/>
      <dgm:t>
        <a:bodyPr/>
        <a:lstStyle/>
        <a:p>
          <a:endParaRPr lang="en-AU"/>
        </a:p>
      </dgm:t>
    </dgm:pt>
    <dgm:pt modelId="{AC6A28B8-9090-40AD-B62F-B7F93581CF60}" type="sibTrans" cxnId="{70FB8D11-9C59-4027-A8AA-7AB0FB3D0DFF}">
      <dgm:prSet/>
      <dgm:spPr/>
      <dgm:t>
        <a:bodyPr/>
        <a:lstStyle/>
        <a:p>
          <a:endParaRPr lang="en-AU"/>
        </a:p>
      </dgm:t>
    </dgm:pt>
    <dgm:pt modelId="{E8E61EEC-3B49-4F5B-A965-6CA2F2EE34CC}">
      <dgm:prSet phldrT="[Text]" phldr="0"/>
      <dgm:spPr>
        <a:solidFill>
          <a:schemeClr val="tx2">
            <a:lumMod val="75000"/>
            <a:lumOff val="25000"/>
          </a:schemeClr>
        </a:solidFill>
      </dgm:spPr>
      <dgm:t>
        <a:bodyPr/>
        <a:lstStyle/>
        <a:p>
          <a:r>
            <a:rPr lang="en-AU"/>
            <a:t>Discovery</a:t>
          </a:r>
        </a:p>
      </dgm:t>
    </dgm:pt>
    <dgm:pt modelId="{B7F610B9-F767-4802-9D62-1F3D8773B4E2}" type="parTrans" cxnId="{11008B82-8D62-4482-AD13-872213F432AA}">
      <dgm:prSet/>
      <dgm:spPr/>
      <dgm:t>
        <a:bodyPr/>
        <a:lstStyle/>
        <a:p>
          <a:endParaRPr lang="en-AU"/>
        </a:p>
      </dgm:t>
    </dgm:pt>
    <dgm:pt modelId="{93B564BE-B8A0-4C3E-BC70-706DC443EC57}" type="sibTrans" cxnId="{11008B82-8D62-4482-AD13-872213F432AA}">
      <dgm:prSet/>
      <dgm:spPr/>
      <dgm:t>
        <a:bodyPr/>
        <a:lstStyle/>
        <a:p>
          <a:endParaRPr lang="en-AU"/>
        </a:p>
      </dgm:t>
    </dgm:pt>
    <dgm:pt modelId="{EF601717-0AD9-4C72-B3C0-54DAC7310903}">
      <dgm:prSet phldrT="[Text]" phldr="0"/>
      <dgm:spPr>
        <a:solidFill>
          <a:schemeClr val="tx2">
            <a:lumMod val="75000"/>
            <a:lumOff val="25000"/>
          </a:schemeClr>
        </a:solidFill>
      </dgm:spPr>
      <dgm:t>
        <a:bodyPr/>
        <a:lstStyle/>
        <a:p>
          <a:r>
            <a:rPr lang="en-AU"/>
            <a:t>Design</a:t>
          </a:r>
        </a:p>
      </dgm:t>
    </dgm:pt>
    <dgm:pt modelId="{7B908BC7-1A59-4FAE-B23E-92AB79DF1A72}" type="parTrans" cxnId="{C2BB43DF-9735-4C9C-82B0-DD08AC3F0AA6}">
      <dgm:prSet/>
      <dgm:spPr/>
      <dgm:t>
        <a:bodyPr/>
        <a:lstStyle/>
        <a:p>
          <a:endParaRPr lang="en-AU"/>
        </a:p>
      </dgm:t>
    </dgm:pt>
    <dgm:pt modelId="{640DCE29-748B-40DE-8B5E-CCECEF23AA21}" type="sibTrans" cxnId="{C2BB43DF-9735-4C9C-82B0-DD08AC3F0AA6}">
      <dgm:prSet/>
      <dgm:spPr/>
      <dgm:t>
        <a:bodyPr/>
        <a:lstStyle/>
        <a:p>
          <a:endParaRPr lang="en-AU"/>
        </a:p>
      </dgm:t>
    </dgm:pt>
    <dgm:pt modelId="{46C62D43-DFB6-4096-86E8-A2BE19E04495}">
      <dgm:prSet phldrT="[Text]" phldr="0"/>
      <dgm:spPr>
        <a:solidFill>
          <a:schemeClr val="tx2">
            <a:lumMod val="75000"/>
            <a:lumOff val="25000"/>
          </a:schemeClr>
        </a:solidFill>
      </dgm:spPr>
      <dgm:t>
        <a:bodyPr/>
        <a:lstStyle/>
        <a:p>
          <a:r>
            <a:rPr lang="en-AU"/>
            <a:t>Delivery</a:t>
          </a:r>
        </a:p>
      </dgm:t>
    </dgm:pt>
    <dgm:pt modelId="{6331494F-B7F7-43B9-B940-A6E92DD520FB}" type="parTrans" cxnId="{B5E99647-71E0-461B-9EFF-2B1E4C38D239}">
      <dgm:prSet/>
      <dgm:spPr/>
      <dgm:t>
        <a:bodyPr/>
        <a:lstStyle/>
        <a:p>
          <a:endParaRPr lang="en-AU"/>
        </a:p>
      </dgm:t>
    </dgm:pt>
    <dgm:pt modelId="{D035F34B-AE58-41A8-BF34-E73157B60F36}" type="sibTrans" cxnId="{B5E99647-71E0-461B-9EFF-2B1E4C38D239}">
      <dgm:prSet/>
      <dgm:spPr/>
      <dgm:t>
        <a:bodyPr/>
        <a:lstStyle/>
        <a:p>
          <a:endParaRPr lang="en-AU"/>
        </a:p>
      </dgm:t>
    </dgm:pt>
    <dgm:pt modelId="{9FB0F92B-EE57-40FB-97CE-A2A3DBCB6808}">
      <dgm:prSet phldrT="[Text]" phldr="0"/>
      <dgm:spPr>
        <a:solidFill>
          <a:schemeClr val="tx2">
            <a:lumMod val="75000"/>
            <a:lumOff val="25000"/>
          </a:schemeClr>
        </a:solidFill>
      </dgm:spPr>
      <dgm:t>
        <a:bodyPr/>
        <a:lstStyle/>
        <a:p>
          <a:r>
            <a:rPr lang="en-AU"/>
            <a:t>Transition</a:t>
          </a:r>
        </a:p>
      </dgm:t>
    </dgm:pt>
    <dgm:pt modelId="{53952EBF-9F68-40F8-9400-02FA480C56DB}" type="parTrans" cxnId="{201A2C89-2121-4CF7-A7BC-16A397877353}">
      <dgm:prSet/>
      <dgm:spPr/>
      <dgm:t>
        <a:bodyPr/>
        <a:lstStyle/>
        <a:p>
          <a:endParaRPr lang="en-AU"/>
        </a:p>
      </dgm:t>
    </dgm:pt>
    <dgm:pt modelId="{26B1CA0F-4330-4188-BC0D-56BC110857B1}" type="sibTrans" cxnId="{201A2C89-2121-4CF7-A7BC-16A397877353}">
      <dgm:prSet/>
      <dgm:spPr/>
      <dgm:t>
        <a:bodyPr/>
        <a:lstStyle/>
        <a:p>
          <a:endParaRPr lang="en-AU"/>
        </a:p>
      </dgm:t>
    </dgm:pt>
    <dgm:pt modelId="{D14C7614-27D5-4E4F-8052-3DCB848C4C15}">
      <dgm:prSet phldrT="[Text]" phldr="0"/>
      <dgm:spPr>
        <a:solidFill>
          <a:schemeClr val="tx2">
            <a:lumMod val="75000"/>
            <a:lumOff val="25000"/>
          </a:schemeClr>
        </a:solidFill>
      </dgm:spPr>
      <dgm:t>
        <a:bodyPr/>
        <a:lstStyle/>
        <a:p>
          <a:r>
            <a:rPr lang="en-AU"/>
            <a:t>Discovery</a:t>
          </a:r>
        </a:p>
      </dgm:t>
    </dgm:pt>
    <dgm:pt modelId="{33508EAC-AEAD-46D9-921B-97C08CEC33E2}" type="parTrans" cxnId="{1039C6A2-8703-4027-A67E-04CEEDEF9997}">
      <dgm:prSet/>
      <dgm:spPr/>
      <dgm:t>
        <a:bodyPr/>
        <a:lstStyle/>
        <a:p>
          <a:endParaRPr lang="en-AU"/>
        </a:p>
      </dgm:t>
    </dgm:pt>
    <dgm:pt modelId="{4F0797BC-4B4B-4825-80AC-DCDA662486D7}" type="sibTrans" cxnId="{1039C6A2-8703-4027-A67E-04CEEDEF9997}">
      <dgm:prSet/>
      <dgm:spPr/>
      <dgm:t>
        <a:bodyPr/>
        <a:lstStyle/>
        <a:p>
          <a:endParaRPr lang="en-AU"/>
        </a:p>
      </dgm:t>
    </dgm:pt>
    <dgm:pt modelId="{1D40FD28-B519-4498-8E8B-68C513BE471D}">
      <dgm:prSet phldrT="[Text]" phldr="0"/>
      <dgm:spPr>
        <a:solidFill>
          <a:schemeClr val="tx2">
            <a:lumMod val="75000"/>
            <a:lumOff val="25000"/>
          </a:schemeClr>
        </a:solidFill>
      </dgm:spPr>
      <dgm:t>
        <a:bodyPr/>
        <a:lstStyle/>
        <a:p>
          <a:r>
            <a:rPr lang="en-AU"/>
            <a:t>Design</a:t>
          </a:r>
        </a:p>
      </dgm:t>
    </dgm:pt>
    <dgm:pt modelId="{0EF56B28-5CCA-46A9-9F09-6380BE012D42}" type="parTrans" cxnId="{9B220CC1-2823-4E27-9F18-E2BF841C2402}">
      <dgm:prSet/>
      <dgm:spPr/>
      <dgm:t>
        <a:bodyPr/>
        <a:lstStyle/>
        <a:p>
          <a:endParaRPr lang="en-AU"/>
        </a:p>
      </dgm:t>
    </dgm:pt>
    <dgm:pt modelId="{240DEBAC-9F65-4195-9D7E-6CC755B8F0C3}" type="sibTrans" cxnId="{9B220CC1-2823-4E27-9F18-E2BF841C2402}">
      <dgm:prSet/>
      <dgm:spPr/>
      <dgm:t>
        <a:bodyPr/>
        <a:lstStyle/>
        <a:p>
          <a:endParaRPr lang="en-AU"/>
        </a:p>
      </dgm:t>
    </dgm:pt>
    <dgm:pt modelId="{54A9AC21-9BEE-46DA-945E-0274E08E01BE}">
      <dgm:prSet phldrT="[Text]" phldr="0"/>
      <dgm:spPr>
        <a:solidFill>
          <a:schemeClr val="tx2">
            <a:lumMod val="75000"/>
            <a:lumOff val="25000"/>
          </a:schemeClr>
        </a:solidFill>
      </dgm:spPr>
      <dgm:t>
        <a:bodyPr/>
        <a:lstStyle/>
        <a:p>
          <a:r>
            <a:rPr lang="en-AU"/>
            <a:t>Delivery</a:t>
          </a:r>
        </a:p>
      </dgm:t>
    </dgm:pt>
    <dgm:pt modelId="{A6487DDA-E2F9-497C-B02B-7EEB212D436A}" type="parTrans" cxnId="{4ACA3802-E648-494C-B27B-FCC3B4DBB053}">
      <dgm:prSet/>
      <dgm:spPr/>
      <dgm:t>
        <a:bodyPr/>
        <a:lstStyle/>
        <a:p>
          <a:endParaRPr lang="en-AU"/>
        </a:p>
      </dgm:t>
    </dgm:pt>
    <dgm:pt modelId="{2EA2461F-B25C-407A-82EC-79A221A08716}" type="sibTrans" cxnId="{4ACA3802-E648-494C-B27B-FCC3B4DBB053}">
      <dgm:prSet/>
      <dgm:spPr/>
      <dgm:t>
        <a:bodyPr/>
        <a:lstStyle/>
        <a:p>
          <a:endParaRPr lang="en-AU"/>
        </a:p>
      </dgm:t>
    </dgm:pt>
    <dgm:pt modelId="{66051843-58C5-47D2-810C-BCB2ADB0ADBD}">
      <dgm:prSet phldrT="[Text]" phldr="0"/>
      <dgm:spPr>
        <a:solidFill>
          <a:schemeClr val="tx2">
            <a:lumMod val="75000"/>
            <a:lumOff val="25000"/>
          </a:schemeClr>
        </a:solidFill>
      </dgm:spPr>
      <dgm:t>
        <a:bodyPr/>
        <a:lstStyle/>
        <a:p>
          <a:r>
            <a:rPr lang="en-AU"/>
            <a:t>Transition</a:t>
          </a:r>
        </a:p>
      </dgm:t>
    </dgm:pt>
    <dgm:pt modelId="{ACE167C1-7184-4D52-AC9E-CCDA05CB4304}" type="parTrans" cxnId="{9C0F1C93-3D4A-4792-A1EA-2D2F2307725D}">
      <dgm:prSet/>
      <dgm:spPr/>
      <dgm:t>
        <a:bodyPr/>
        <a:lstStyle/>
        <a:p>
          <a:endParaRPr lang="en-AU"/>
        </a:p>
      </dgm:t>
    </dgm:pt>
    <dgm:pt modelId="{3322A316-4396-4569-8D25-0A7E64A9C9E8}" type="sibTrans" cxnId="{9C0F1C93-3D4A-4792-A1EA-2D2F2307725D}">
      <dgm:prSet/>
      <dgm:spPr/>
      <dgm:t>
        <a:bodyPr/>
        <a:lstStyle/>
        <a:p>
          <a:endParaRPr lang="en-AU"/>
        </a:p>
      </dgm:t>
    </dgm:pt>
    <dgm:pt modelId="{3141B2B4-F29F-4A1A-8F46-FBB2ED53EBF3}">
      <dgm:prSet phldrT="[Text]" phldr="0"/>
      <dgm:spPr>
        <a:solidFill>
          <a:schemeClr val="bg2">
            <a:lumMod val="75000"/>
          </a:schemeClr>
        </a:solidFill>
      </dgm:spPr>
      <dgm:t>
        <a:bodyPr/>
        <a:lstStyle/>
        <a:p>
          <a:r>
            <a:rPr lang="en-AU" dirty="0"/>
            <a:t>Payment Data Assessment</a:t>
          </a:r>
        </a:p>
      </dgm:t>
    </dgm:pt>
    <dgm:pt modelId="{80C7AF33-D89E-48D1-8E9A-451DAB3C2A5D}" type="parTrans" cxnId="{B2DBB31D-FD0A-4DAF-BFB2-0FAE26C87002}">
      <dgm:prSet/>
      <dgm:spPr/>
      <dgm:t>
        <a:bodyPr/>
        <a:lstStyle/>
        <a:p>
          <a:endParaRPr lang="en-AU"/>
        </a:p>
      </dgm:t>
    </dgm:pt>
    <dgm:pt modelId="{C1C133FA-B9E1-48D5-9F2F-0C2D963D56B0}" type="sibTrans" cxnId="{B2DBB31D-FD0A-4DAF-BFB2-0FAE26C87002}">
      <dgm:prSet/>
      <dgm:spPr/>
      <dgm:t>
        <a:bodyPr/>
        <a:lstStyle/>
        <a:p>
          <a:endParaRPr lang="en-AU"/>
        </a:p>
      </dgm:t>
    </dgm:pt>
    <dgm:pt modelId="{2A0320ED-61B0-487C-8F25-E84F9B0A7CF5}">
      <dgm:prSet phldrT="[Text]" phldr="0"/>
      <dgm:spPr>
        <a:solidFill>
          <a:schemeClr val="bg2">
            <a:lumMod val="75000"/>
          </a:schemeClr>
        </a:solidFill>
      </dgm:spPr>
      <dgm:t>
        <a:bodyPr/>
        <a:lstStyle/>
        <a:p>
          <a:r>
            <a:rPr lang="en-AU" dirty="0"/>
            <a:t>Ownership Assessment</a:t>
          </a:r>
        </a:p>
      </dgm:t>
    </dgm:pt>
    <dgm:pt modelId="{3C0FD429-BE79-4BDB-B554-8E9C181E8F47}" type="parTrans" cxnId="{7E9B3FFF-CE00-48D6-BB33-D6A2DD40254D}">
      <dgm:prSet/>
      <dgm:spPr/>
      <dgm:t>
        <a:bodyPr/>
        <a:lstStyle/>
        <a:p>
          <a:endParaRPr lang="en-AU"/>
        </a:p>
      </dgm:t>
    </dgm:pt>
    <dgm:pt modelId="{EA41227C-DA2F-441E-8FD7-A371BCD2D35A}" type="sibTrans" cxnId="{7E9B3FFF-CE00-48D6-BB33-D6A2DD40254D}">
      <dgm:prSet/>
      <dgm:spPr/>
      <dgm:t>
        <a:bodyPr/>
        <a:lstStyle/>
        <a:p>
          <a:endParaRPr lang="en-AU"/>
        </a:p>
      </dgm:t>
    </dgm:pt>
    <dgm:pt modelId="{5DD4F1D4-186A-4A95-B41A-17DDDE2D9B8F}">
      <dgm:prSet phldrT="[Text]" phldr="0"/>
      <dgm:spPr>
        <a:solidFill>
          <a:schemeClr val="bg2">
            <a:lumMod val="75000"/>
          </a:schemeClr>
        </a:solidFill>
      </dgm:spPr>
      <dgm:t>
        <a:bodyPr/>
        <a:lstStyle/>
        <a:p>
          <a:r>
            <a:rPr lang="en-AU" dirty="0"/>
            <a:t>Governance Assessment</a:t>
          </a:r>
        </a:p>
      </dgm:t>
    </dgm:pt>
    <dgm:pt modelId="{E2E6DF79-7425-48CA-8809-6E1BCAF95692}" type="parTrans" cxnId="{CE55CC53-2475-41F3-A691-3D692AD2BBDC}">
      <dgm:prSet/>
      <dgm:spPr/>
      <dgm:t>
        <a:bodyPr/>
        <a:lstStyle/>
        <a:p>
          <a:endParaRPr lang="en-AU"/>
        </a:p>
      </dgm:t>
    </dgm:pt>
    <dgm:pt modelId="{5C9927DF-C67F-4114-8E6E-DCBCD425B68C}" type="sibTrans" cxnId="{CE55CC53-2475-41F3-A691-3D692AD2BBDC}">
      <dgm:prSet/>
      <dgm:spPr/>
      <dgm:t>
        <a:bodyPr/>
        <a:lstStyle/>
        <a:p>
          <a:endParaRPr lang="en-AU"/>
        </a:p>
      </dgm:t>
    </dgm:pt>
    <dgm:pt modelId="{AFEA2FF0-0667-45C1-994F-B48DF55B89D9}">
      <dgm:prSet phldrT="[Text]" phldr="0"/>
      <dgm:spPr>
        <a:solidFill>
          <a:schemeClr val="bg2">
            <a:lumMod val="75000"/>
          </a:schemeClr>
        </a:solidFill>
      </dgm:spPr>
      <dgm:t>
        <a:bodyPr/>
        <a:lstStyle/>
        <a:p>
          <a:r>
            <a:rPr lang="en-AU"/>
            <a:t>Payment Data Model</a:t>
          </a:r>
        </a:p>
      </dgm:t>
    </dgm:pt>
    <dgm:pt modelId="{6351F46C-3CF4-40AA-918C-6581CAF0CF86}" type="parTrans" cxnId="{67A6D78E-9272-4B7D-8AE8-5FCBBDC99D68}">
      <dgm:prSet/>
      <dgm:spPr/>
      <dgm:t>
        <a:bodyPr/>
        <a:lstStyle/>
        <a:p>
          <a:endParaRPr lang="en-AU"/>
        </a:p>
      </dgm:t>
    </dgm:pt>
    <dgm:pt modelId="{825CE5B5-1682-409E-8F4A-7EE5B7CB292A}" type="sibTrans" cxnId="{67A6D78E-9272-4B7D-8AE8-5FCBBDC99D68}">
      <dgm:prSet/>
      <dgm:spPr/>
      <dgm:t>
        <a:bodyPr/>
        <a:lstStyle/>
        <a:p>
          <a:endParaRPr lang="en-AU"/>
        </a:p>
      </dgm:t>
    </dgm:pt>
    <dgm:pt modelId="{22449987-8025-4B77-8DBC-2091467CAE53}">
      <dgm:prSet phldrT="[Text]" phldr="0"/>
      <dgm:spPr>
        <a:solidFill>
          <a:schemeClr val="bg2">
            <a:lumMod val="75000"/>
          </a:schemeClr>
        </a:solidFill>
      </dgm:spPr>
      <dgm:t>
        <a:bodyPr/>
        <a:lstStyle/>
        <a:p>
          <a:r>
            <a:rPr lang="en-AU"/>
            <a:t>Governance Design</a:t>
          </a:r>
        </a:p>
      </dgm:t>
    </dgm:pt>
    <dgm:pt modelId="{0D71902D-9D4E-4FBD-AB5E-E2E44BA3F273}" type="parTrans" cxnId="{DDA77ECC-8D45-4786-865D-B450A07E4BAE}">
      <dgm:prSet/>
      <dgm:spPr/>
      <dgm:t>
        <a:bodyPr/>
        <a:lstStyle/>
        <a:p>
          <a:endParaRPr lang="en-AU"/>
        </a:p>
      </dgm:t>
    </dgm:pt>
    <dgm:pt modelId="{9F36A8EA-1D91-4955-890E-AA133FB378F9}" type="sibTrans" cxnId="{DDA77ECC-8D45-4786-865D-B450A07E4BAE}">
      <dgm:prSet/>
      <dgm:spPr/>
      <dgm:t>
        <a:bodyPr/>
        <a:lstStyle/>
        <a:p>
          <a:endParaRPr lang="en-AU"/>
        </a:p>
      </dgm:t>
    </dgm:pt>
    <dgm:pt modelId="{EFFEBE65-0D7E-4CFE-B6A2-347B4DCFE3F7}">
      <dgm:prSet phldrT="[Text]" phldr="0"/>
      <dgm:spPr>
        <a:solidFill>
          <a:schemeClr val="bg2">
            <a:lumMod val="75000"/>
          </a:schemeClr>
        </a:solidFill>
      </dgm:spPr>
      <dgm:t>
        <a:bodyPr/>
        <a:lstStyle/>
        <a:p>
          <a:r>
            <a:rPr lang="en-AU"/>
            <a:t>Data Standards</a:t>
          </a:r>
        </a:p>
      </dgm:t>
    </dgm:pt>
    <dgm:pt modelId="{2AB94B77-E2A0-496B-9A71-CBD395F8A1D1}" type="parTrans" cxnId="{FB88B80D-193A-459F-9E26-1EC37F6DF455}">
      <dgm:prSet/>
      <dgm:spPr/>
      <dgm:t>
        <a:bodyPr/>
        <a:lstStyle/>
        <a:p>
          <a:endParaRPr lang="en-AU"/>
        </a:p>
      </dgm:t>
    </dgm:pt>
    <dgm:pt modelId="{822D1839-00DE-472C-AEBB-500A8B108D50}" type="sibTrans" cxnId="{FB88B80D-193A-459F-9E26-1EC37F6DF455}">
      <dgm:prSet/>
      <dgm:spPr/>
      <dgm:t>
        <a:bodyPr/>
        <a:lstStyle/>
        <a:p>
          <a:endParaRPr lang="en-AU"/>
        </a:p>
      </dgm:t>
    </dgm:pt>
    <dgm:pt modelId="{658EF723-C701-46CA-AA8B-07980697ED77}">
      <dgm:prSet phldrT="[Text]" phldr="0"/>
      <dgm:spPr>
        <a:solidFill>
          <a:schemeClr val="bg2">
            <a:lumMod val="75000"/>
          </a:schemeClr>
        </a:solidFill>
      </dgm:spPr>
      <dgm:t>
        <a:bodyPr/>
        <a:lstStyle/>
        <a:p>
          <a:r>
            <a:rPr lang="en-AU" dirty="0"/>
            <a:t>Governance Controls</a:t>
          </a:r>
        </a:p>
      </dgm:t>
    </dgm:pt>
    <dgm:pt modelId="{258B4DF6-21CF-40E1-A750-3E5576C0DCEB}" type="parTrans" cxnId="{85E10AEF-4426-4B5D-8581-BA7BF546AADF}">
      <dgm:prSet/>
      <dgm:spPr/>
      <dgm:t>
        <a:bodyPr/>
        <a:lstStyle/>
        <a:p>
          <a:endParaRPr lang="en-AU"/>
        </a:p>
      </dgm:t>
    </dgm:pt>
    <dgm:pt modelId="{79C9744C-EBA6-4F70-B372-88F6D6514E29}" type="sibTrans" cxnId="{85E10AEF-4426-4B5D-8581-BA7BF546AADF}">
      <dgm:prSet/>
      <dgm:spPr/>
      <dgm:t>
        <a:bodyPr/>
        <a:lstStyle/>
        <a:p>
          <a:endParaRPr lang="en-AU"/>
        </a:p>
      </dgm:t>
    </dgm:pt>
    <dgm:pt modelId="{2271A7C8-9E67-4014-AAFE-50AD5899DF68}">
      <dgm:prSet phldrT="[Text]" phldr="0"/>
      <dgm:spPr>
        <a:solidFill>
          <a:schemeClr val="bg2">
            <a:lumMod val="75000"/>
          </a:schemeClr>
        </a:solidFill>
      </dgm:spPr>
      <dgm:t>
        <a:bodyPr/>
        <a:lstStyle/>
        <a:p>
          <a:r>
            <a:rPr lang="en-AU"/>
            <a:t>Monitoring Processes</a:t>
          </a:r>
        </a:p>
      </dgm:t>
    </dgm:pt>
    <dgm:pt modelId="{1A15C66A-4F1E-4DA9-AE0C-B7B8A9E82E50}" type="parTrans" cxnId="{F5D06D13-2ABD-4940-B6C2-742143E1D805}">
      <dgm:prSet/>
      <dgm:spPr/>
      <dgm:t>
        <a:bodyPr/>
        <a:lstStyle/>
        <a:p>
          <a:endParaRPr lang="en-AU"/>
        </a:p>
      </dgm:t>
    </dgm:pt>
    <dgm:pt modelId="{F65AFC8B-D7D5-437F-ABC3-9621858A4E58}" type="sibTrans" cxnId="{F5D06D13-2ABD-4940-B6C2-742143E1D805}">
      <dgm:prSet/>
      <dgm:spPr/>
      <dgm:t>
        <a:bodyPr/>
        <a:lstStyle/>
        <a:p>
          <a:endParaRPr lang="en-AU"/>
        </a:p>
      </dgm:t>
    </dgm:pt>
    <dgm:pt modelId="{181C05FB-7B3F-4400-B252-493E9E832DA2}">
      <dgm:prSet phldrT="[Text]" phldr="0"/>
      <dgm:spPr>
        <a:solidFill>
          <a:schemeClr val="bg2">
            <a:lumMod val="75000"/>
          </a:schemeClr>
        </a:solidFill>
      </dgm:spPr>
      <dgm:t>
        <a:bodyPr/>
        <a:lstStyle/>
        <a:p>
          <a:r>
            <a:rPr lang="en-AU"/>
            <a:t>Refund Process Assessment</a:t>
          </a:r>
        </a:p>
      </dgm:t>
    </dgm:pt>
    <dgm:pt modelId="{0376C576-567C-4EF2-A84E-1E6D6ABB0F25}" type="parTrans" cxnId="{A09FE2E5-F4B5-4876-988B-60B930AB9521}">
      <dgm:prSet/>
      <dgm:spPr/>
      <dgm:t>
        <a:bodyPr/>
        <a:lstStyle/>
        <a:p>
          <a:endParaRPr lang="en-AU"/>
        </a:p>
      </dgm:t>
    </dgm:pt>
    <dgm:pt modelId="{F53A467C-1233-4413-9526-EBAF7D6486BF}" type="sibTrans" cxnId="{A09FE2E5-F4B5-4876-988B-60B930AB9521}">
      <dgm:prSet/>
      <dgm:spPr/>
      <dgm:t>
        <a:bodyPr/>
        <a:lstStyle/>
        <a:p>
          <a:endParaRPr lang="en-AU"/>
        </a:p>
      </dgm:t>
    </dgm:pt>
    <dgm:pt modelId="{A71A77E5-24BA-420E-8B30-4A829ECA1AED}">
      <dgm:prSet phldrT="[Text]" phldr="0"/>
      <dgm:spPr>
        <a:solidFill>
          <a:schemeClr val="bg2">
            <a:lumMod val="75000"/>
          </a:schemeClr>
        </a:solidFill>
      </dgm:spPr>
      <dgm:t>
        <a:bodyPr/>
        <a:lstStyle/>
        <a:p>
          <a:r>
            <a:rPr lang="en-AU"/>
            <a:t>Customer Pain Points</a:t>
          </a:r>
        </a:p>
      </dgm:t>
    </dgm:pt>
    <dgm:pt modelId="{25BEA430-1233-43F8-B2DD-78656F935735}" type="parTrans" cxnId="{BD127670-97B9-44AA-8AF6-35E3AB9A8579}">
      <dgm:prSet/>
      <dgm:spPr/>
      <dgm:t>
        <a:bodyPr/>
        <a:lstStyle/>
        <a:p>
          <a:endParaRPr lang="en-AU"/>
        </a:p>
      </dgm:t>
    </dgm:pt>
    <dgm:pt modelId="{D3DB7919-ECDC-46EF-A9DA-730126E5F391}" type="sibTrans" cxnId="{BD127670-97B9-44AA-8AF6-35E3AB9A8579}">
      <dgm:prSet/>
      <dgm:spPr/>
      <dgm:t>
        <a:bodyPr/>
        <a:lstStyle/>
        <a:p>
          <a:endParaRPr lang="en-AU"/>
        </a:p>
      </dgm:t>
    </dgm:pt>
    <dgm:pt modelId="{636B73CA-F377-4FC5-9D61-8A6C020B5B94}">
      <dgm:prSet phldrT="[Text]" phldr="0"/>
      <dgm:spPr>
        <a:solidFill>
          <a:schemeClr val="bg2">
            <a:lumMod val="75000"/>
          </a:schemeClr>
        </a:solidFill>
      </dgm:spPr>
      <dgm:t>
        <a:bodyPr/>
        <a:lstStyle/>
        <a:p>
          <a:r>
            <a:rPr lang="en-AU"/>
            <a:t>System Assessment</a:t>
          </a:r>
        </a:p>
      </dgm:t>
    </dgm:pt>
    <dgm:pt modelId="{FEF407C9-4FAA-4FB1-A7EF-EC507BD80CB1}" type="parTrans" cxnId="{290DD67F-C071-4EB8-B416-C7D0F555AB62}">
      <dgm:prSet/>
      <dgm:spPr/>
      <dgm:t>
        <a:bodyPr/>
        <a:lstStyle/>
        <a:p>
          <a:endParaRPr lang="en-AU"/>
        </a:p>
      </dgm:t>
    </dgm:pt>
    <dgm:pt modelId="{BDF6FCCE-C0DE-4F6C-9AA0-7EBD2D66F78E}" type="sibTrans" cxnId="{290DD67F-C071-4EB8-B416-C7D0F555AB62}">
      <dgm:prSet/>
      <dgm:spPr/>
      <dgm:t>
        <a:bodyPr/>
        <a:lstStyle/>
        <a:p>
          <a:endParaRPr lang="en-AU"/>
        </a:p>
      </dgm:t>
    </dgm:pt>
    <dgm:pt modelId="{D3F3D652-40B4-4F77-A0DE-5B308EC84255}">
      <dgm:prSet phldrT="[Text]" phldr="0"/>
      <dgm:spPr>
        <a:solidFill>
          <a:schemeClr val="bg2">
            <a:lumMod val="75000"/>
          </a:schemeClr>
        </a:solidFill>
      </dgm:spPr>
      <dgm:t>
        <a:bodyPr/>
        <a:lstStyle/>
        <a:p>
          <a:r>
            <a:rPr lang="en-AU"/>
            <a:t>Future Refund Process</a:t>
          </a:r>
        </a:p>
      </dgm:t>
    </dgm:pt>
    <dgm:pt modelId="{F17892BF-47E2-4833-B611-477FE3040F2F}" type="parTrans" cxnId="{92E27089-022C-48E9-8BD7-83EDF44EC1CA}">
      <dgm:prSet/>
      <dgm:spPr/>
      <dgm:t>
        <a:bodyPr/>
        <a:lstStyle/>
        <a:p>
          <a:endParaRPr lang="en-AU"/>
        </a:p>
      </dgm:t>
    </dgm:pt>
    <dgm:pt modelId="{3ABD5DDF-8127-47AA-861A-63048E615651}" type="sibTrans" cxnId="{92E27089-022C-48E9-8BD7-83EDF44EC1CA}">
      <dgm:prSet/>
      <dgm:spPr/>
      <dgm:t>
        <a:bodyPr/>
        <a:lstStyle/>
        <a:p>
          <a:endParaRPr lang="en-AU"/>
        </a:p>
      </dgm:t>
    </dgm:pt>
    <dgm:pt modelId="{8CBAF332-68ED-4774-8C6D-E00B80F6BF7F}">
      <dgm:prSet phldrT="[Text]" phldr="0"/>
      <dgm:spPr>
        <a:solidFill>
          <a:schemeClr val="bg2">
            <a:lumMod val="75000"/>
          </a:schemeClr>
        </a:solidFill>
      </dgm:spPr>
      <dgm:t>
        <a:bodyPr/>
        <a:lstStyle/>
        <a:p>
          <a:r>
            <a:rPr lang="en-AU"/>
            <a:t>Rules Design</a:t>
          </a:r>
        </a:p>
      </dgm:t>
    </dgm:pt>
    <dgm:pt modelId="{0452FBBF-A294-4797-A92C-32AA4F2F1EA2}" type="parTrans" cxnId="{48BB2A0A-17CC-4BBA-8612-5CB5A8857FB1}">
      <dgm:prSet/>
      <dgm:spPr/>
      <dgm:t>
        <a:bodyPr/>
        <a:lstStyle/>
        <a:p>
          <a:endParaRPr lang="en-AU"/>
        </a:p>
      </dgm:t>
    </dgm:pt>
    <dgm:pt modelId="{94D5F7F2-EC49-4528-9FAA-ABB979ACD873}" type="sibTrans" cxnId="{48BB2A0A-17CC-4BBA-8612-5CB5A8857FB1}">
      <dgm:prSet/>
      <dgm:spPr/>
      <dgm:t>
        <a:bodyPr/>
        <a:lstStyle/>
        <a:p>
          <a:endParaRPr lang="en-AU"/>
        </a:p>
      </dgm:t>
    </dgm:pt>
    <dgm:pt modelId="{A6C982AE-7E87-42EF-9519-484AC7A8FB62}">
      <dgm:prSet phldrT="[Text]" phldr="0"/>
      <dgm:spPr>
        <a:solidFill>
          <a:schemeClr val="bg2">
            <a:lumMod val="75000"/>
          </a:schemeClr>
        </a:solidFill>
      </dgm:spPr>
      <dgm:t>
        <a:bodyPr/>
        <a:lstStyle/>
        <a:p>
          <a:r>
            <a:rPr lang="en-AU"/>
            <a:t>Refund Services</a:t>
          </a:r>
        </a:p>
      </dgm:t>
    </dgm:pt>
    <dgm:pt modelId="{FBA1094A-72EE-4D29-88C7-F567DE00BB55}" type="parTrans" cxnId="{10D644AD-AD11-4EF5-B06E-C3181489F72B}">
      <dgm:prSet/>
      <dgm:spPr/>
      <dgm:t>
        <a:bodyPr/>
        <a:lstStyle/>
        <a:p>
          <a:endParaRPr lang="en-AU"/>
        </a:p>
      </dgm:t>
    </dgm:pt>
    <dgm:pt modelId="{696E9BE3-11C6-4844-A17A-71362233C544}" type="sibTrans" cxnId="{10D644AD-AD11-4EF5-B06E-C3181489F72B}">
      <dgm:prSet/>
      <dgm:spPr/>
      <dgm:t>
        <a:bodyPr/>
        <a:lstStyle/>
        <a:p>
          <a:endParaRPr lang="en-AU"/>
        </a:p>
      </dgm:t>
    </dgm:pt>
    <dgm:pt modelId="{F628E07E-53BE-490E-A6FE-D0C758C5DFD7}">
      <dgm:prSet phldrT="[Text]" phldr="0"/>
      <dgm:spPr>
        <a:solidFill>
          <a:schemeClr val="bg2">
            <a:lumMod val="75000"/>
          </a:schemeClr>
        </a:solidFill>
      </dgm:spPr>
      <dgm:t>
        <a:bodyPr/>
        <a:lstStyle/>
        <a:p>
          <a:r>
            <a:rPr lang="en-AU"/>
            <a:t>Workflow Components</a:t>
          </a:r>
        </a:p>
      </dgm:t>
    </dgm:pt>
    <dgm:pt modelId="{10BD12F4-EA8A-47BC-ABF3-B51598A15CD2}" type="parTrans" cxnId="{75D69745-29DD-47FD-A6C6-D1C5E031ED89}">
      <dgm:prSet/>
      <dgm:spPr/>
      <dgm:t>
        <a:bodyPr/>
        <a:lstStyle/>
        <a:p>
          <a:endParaRPr lang="en-AU"/>
        </a:p>
      </dgm:t>
    </dgm:pt>
    <dgm:pt modelId="{7C11825D-900D-40AF-9C8B-BCC0749117D6}" type="sibTrans" cxnId="{75D69745-29DD-47FD-A6C6-D1C5E031ED89}">
      <dgm:prSet/>
      <dgm:spPr/>
      <dgm:t>
        <a:bodyPr/>
        <a:lstStyle/>
        <a:p>
          <a:endParaRPr lang="en-AU"/>
        </a:p>
      </dgm:t>
    </dgm:pt>
    <dgm:pt modelId="{4666B991-DC45-406B-A16D-60FF555028DA}">
      <dgm:prSet phldrT="[Text]" phldr="0"/>
      <dgm:spPr>
        <a:solidFill>
          <a:schemeClr val="bg2">
            <a:lumMod val="75000"/>
          </a:schemeClr>
        </a:solidFill>
      </dgm:spPr>
      <dgm:t>
        <a:bodyPr/>
        <a:lstStyle/>
        <a:p>
          <a:r>
            <a:rPr lang="en-AU"/>
            <a:t>User Guidance</a:t>
          </a:r>
        </a:p>
      </dgm:t>
    </dgm:pt>
    <dgm:pt modelId="{9C1E23F2-A1FA-4920-95D8-3D415D562AC0}" type="parTrans" cxnId="{6644A853-1ECE-4C29-870A-85700BC9E77D}">
      <dgm:prSet/>
      <dgm:spPr/>
      <dgm:t>
        <a:bodyPr/>
        <a:lstStyle/>
        <a:p>
          <a:endParaRPr lang="en-AU"/>
        </a:p>
      </dgm:t>
    </dgm:pt>
    <dgm:pt modelId="{7D66DC23-82A3-4DB6-99C0-5480ACC22802}" type="sibTrans" cxnId="{6644A853-1ECE-4C29-870A-85700BC9E77D}">
      <dgm:prSet/>
      <dgm:spPr/>
      <dgm:t>
        <a:bodyPr/>
        <a:lstStyle/>
        <a:p>
          <a:endParaRPr lang="en-AU"/>
        </a:p>
      </dgm:t>
    </dgm:pt>
    <dgm:pt modelId="{A3546E5D-3445-4BD3-A7E1-10A82AD50491}">
      <dgm:prSet phldrT="[Text]" phldr="0"/>
      <dgm:spPr>
        <a:solidFill>
          <a:schemeClr val="bg2">
            <a:lumMod val="75000"/>
          </a:schemeClr>
        </a:solidFill>
      </dgm:spPr>
      <dgm:t>
        <a:bodyPr/>
        <a:lstStyle/>
        <a:p>
          <a:r>
            <a:rPr lang="en-AU"/>
            <a:t>Operational Support</a:t>
          </a:r>
        </a:p>
      </dgm:t>
    </dgm:pt>
    <dgm:pt modelId="{AFD04FEB-694D-41FD-A239-5BD28BB69B98}" type="parTrans" cxnId="{0D58CC39-CEDF-48A0-8A9C-76BFA7BD37A9}">
      <dgm:prSet/>
      <dgm:spPr/>
      <dgm:t>
        <a:bodyPr/>
        <a:lstStyle/>
        <a:p>
          <a:endParaRPr lang="en-AU"/>
        </a:p>
      </dgm:t>
    </dgm:pt>
    <dgm:pt modelId="{B2411511-B4CD-4D73-9DEE-DD0695DB546E}" type="sibTrans" cxnId="{0D58CC39-CEDF-48A0-8A9C-76BFA7BD37A9}">
      <dgm:prSet/>
      <dgm:spPr/>
      <dgm:t>
        <a:bodyPr/>
        <a:lstStyle/>
        <a:p>
          <a:endParaRPr lang="en-AU"/>
        </a:p>
      </dgm:t>
    </dgm:pt>
    <dgm:pt modelId="{C9EE5388-75B5-46BA-920E-F2CC118578B3}">
      <dgm:prSet phldrT="[Text]" phldr="0"/>
      <dgm:spPr>
        <a:solidFill>
          <a:schemeClr val="tx2">
            <a:lumMod val="75000"/>
            <a:lumOff val="25000"/>
          </a:schemeClr>
        </a:solidFill>
      </dgm:spPr>
      <dgm:t>
        <a:bodyPr/>
        <a:lstStyle/>
        <a:p>
          <a:r>
            <a:rPr lang="en-AU"/>
            <a:t>Transition</a:t>
          </a:r>
        </a:p>
      </dgm:t>
    </dgm:pt>
    <dgm:pt modelId="{8F8EB173-FE04-42A8-A31C-8FA48EF125AE}" type="parTrans" cxnId="{C072C166-6528-4091-A21E-A19642027C5D}">
      <dgm:prSet/>
      <dgm:spPr/>
      <dgm:t>
        <a:bodyPr/>
        <a:lstStyle/>
        <a:p>
          <a:endParaRPr lang="en-AU"/>
        </a:p>
      </dgm:t>
    </dgm:pt>
    <dgm:pt modelId="{D882CAE1-9858-49AC-BBE1-405CDFE226DB}" type="sibTrans" cxnId="{C072C166-6528-4091-A21E-A19642027C5D}">
      <dgm:prSet/>
      <dgm:spPr/>
      <dgm:t>
        <a:bodyPr/>
        <a:lstStyle/>
        <a:p>
          <a:endParaRPr lang="en-AU"/>
        </a:p>
      </dgm:t>
    </dgm:pt>
    <dgm:pt modelId="{AA12ED29-2580-4AF7-BCEE-756146F8A3AC}">
      <dgm:prSet phldrT="[Text]" phldr="0"/>
      <dgm:spPr>
        <a:solidFill>
          <a:schemeClr val="bg2">
            <a:lumMod val="75000"/>
          </a:schemeClr>
        </a:solidFill>
      </dgm:spPr>
      <dgm:t>
        <a:bodyPr/>
        <a:lstStyle/>
        <a:p>
          <a:r>
            <a:rPr lang="en-AU" dirty="0"/>
            <a:t>Payment Method Assessment</a:t>
          </a:r>
        </a:p>
      </dgm:t>
    </dgm:pt>
    <dgm:pt modelId="{27DADBFF-F4C0-49D6-85DA-ADAC52F83797}" type="parTrans" cxnId="{CC1AF08C-37FE-4A12-B90E-5F7307361C3F}">
      <dgm:prSet/>
      <dgm:spPr/>
      <dgm:t>
        <a:bodyPr/>
        <a:lstStyle/>
        <a:p>
          <a:endParaRPr lang="en-AU"/>
        </a:p>
      </dgm:t>
    </dgm:pt>
    <dgm:pt modelId="{ED55F2DF-1AAD-4876-83BD-4FB512346029}" type="sibTrans" cxnId="{CC1AF08C-37FE-4A12-B90E-5F7307361C3F}">
      <dgm:prSet/>
      <dgm:spPr/>
      <dgm:t>
        <a:bodyPr/>
        <a:lstStyle/>
        <a:p>
          <a:endParaRPr lang="en-AU"/>
        </a:p>
      </dgm:t>
    </dgm:pt>
    <dgm:pt modelId="{CED1B1AA-491B-4915-8BA2-83CB2A3C7FED}">
      <dgm:prSet phldrT="[Text]" phldr="0"/>
      <dgm:spPr>
        <a:solidFill>
          <a:schemeClr val="bg2">
            <a:lumMod val="75000"/>
          </a:schemeClr>
        </a:solidFill>
      </dgm:spPr>
      <dgm:t>
        <a:bodyPr/>
        <a:lstStyle/>
        <a:p>
          <a:r>
            <a:rPr lang="en-AU" dirty="0"/>
            <a:t>Customer Research</a:t>
          </a:r>
        </a:p>
      </dgm:t>
    </dgm:pt>
    <dgm:pt modelId="{B91696BD-1F93-4301-99EC-546E5904731C}" type="parTrans" cxnId="{562B06ED-9D3B-4EBF-BD38-C83F8E1BCA12}">
      <dgm:prSet/>
      <dgm:spPr/>
      <dgm:t>
        <a:bodyPr/>
        <a:lstStyle/>
        <a:p>
          <a:endParaRPr lang="en-AU"/>
        </a:p>
      </dgm:t>
    </dgm:pt>
    <dgm:pt modelId="{D56F58A8-DDDF-40F6-BFCB-02704D239CE9}" type="sibTrans" cxnId="{562B06ED-9D3B-4EBF-BD38-C83F8E1BCA12}">
      <dgm:prSet/>
      <dgm:spPr/>
      <dgm:t>
        <a:bodyPr/>
        <a:lstStyle/>
        <a:p>
          <a:endParaRPr lang="en-AU"/>
        </a:p>
      </dgm:t>
    </dgm:pt>
    <dgm:pt modelId="{FF2E5661-B47C-4285-BE7D-381982BFB46B}">
      <dgm:prSet phldrT="[Text]" phldr="0"/>
      <dgm:spPr>
        <a:solidFill>
          <a:schemeClr val="bg2">
            <a:lumMod val="75000"/>
          </a:schemeClr>
        </a:solidFill>
      </dgm:spPr>
      <dgm:t>
        <a:bodyPr/>
        <a:lstStyle/>
        <a:p>
          <a:r>
            <a:rPr lang="en-AU"/>
            <a:t>Market Review</a:t>
          </a:r>
        </a:p>
      </dgm:t>
    </dgm:pt>
    <dgm:pt modelId="{E4BF1A9E-E607-4FEC-82D4-747EC207F3B5}" type="parTrans" cxnId="{C5A9DAF5-F557-4BC0-9F48-05F783BB6A29}">
      <dgm:prSet/>
      <dgm:spPr/>
      <dgm:t>
        <a:bodyPr/>
        <a:lstStyle/>
        <a:p>
          <a:endParaRPr lang="en-AU"/>
        </a:p>
      </dgm:t>
    </dgm:pt>
    <dgm:pt modelId="{B62DC937-2149-44C3-8D6F-BB593F97B201}" type="sibTrans" cxnId="{C5A9DAF5-F557-4BC0-9F48-05F783BB6A29}">
      <dgm:prSet/>
      <dgm:spPr/>
      <dgm:t>
        <a:bodyPr/>
        <a:lstStyle/>
        <a:p>
          <a:endParaRPr lang="en-AU"/>
        </a:p>
      </dgm:t>
    </dgm:pt>
    <dgm:pt modelId="{7BF88B82-888B-49BD-A1A1-594F46E7AAFD}">
      <dgm:prSet phldrT="[Text]" phldr="0"/>
      <dgm:spPr>
        <a:solidFill>
          <a:schemeClr val="bg2">
            <a:lumMod val="75000"/>
          </a:schemeClr>
        </a:solidFill>
      </dgm:spPr>
      <dgm:t>
        <a:bodyPr/>
        <a:lstStyle/>
        <a:p>
          <a:r>
            <a:rPr lang="en-AU"/>
            <a:t>Future Payment Capability</a:t>
          </a:r>
        </a:p>
      </dgm:t>
    </dgm:pt>
    <dgm:pt modelId="{42FA3DFA-7D82-4300-BC28-DF695A0D5060}" type="parTrans" cxnId="{78DC8CAA-FF44-4D46-ADD2-95DE26C8532E}">
      <dgm:prSet/>
      <dgm:spPr/>
      <dgm:t>
        <a:bodyPr/>
        <a:lstStyle/>
        <a:p>
          <a:endParaRPr lang="en-AU"/>
        </a:p>
      </dgm:t>
    </dgm:pt>
    <dgm:pt modelId="{20747CCF-25CE-4937-B7D1-4A284383B636}" type="sibTrans" cxnId="{78DC8CAA-FF44-4D46-ADD2-95DE26C8532E}">
      <dgm:prSet/>
      <dgm:spPr/>
      <dgm:t>
        <a:bodyPr/>
        <a:lstStyle/>
        <a:p>
          <a:endParaRPr lang="en-AU"/>
        </a:p>
      </dgm:t>
    </dgm:pt>
    <dgm:pt modelId="{77DBC02B-2E04-4ED6-9C7D-D1831AC32D00}">
      <dgm:prSet phldrT="[Text]" phldr="0"/>
      <dgm:spPr>
        <a:solidFill>
          <a:schemeClr val="bg2">
            <a:lumMod val="75000"/>
          </a:schemeClr>
        </a:solidFill>
      </dgm:spPr>
      <dgm:t>
        <a:bodyPr/>
        <a:lstStyle/>
        <a:p>
          <a:r>
            <a:rPr lang="en-AU"/>
            <a:t>Channel Integrations</a:t>
          </a:r>
        </a:p>
      </dgm:t>
    </dgm:pt>
    <dgm:pt modelId="{D5A20E85-54F1-4BDD-8D5A-85DC2B017FD3}" type="parTrans" cxnId="{339ADB0C-A380-44DD-BAC7-ADAE74ECBC07}">
      <dgm:prSet/>
      <dgm:spPr/>
      <dgm:t>
        <a:bodyPr/>
        <a:lstStyle/>
        <a:p>
          <a:endParaRPr lang="en-AU"/>
        </a:p>
      </dgm:t>
    </dgm:pt>
    <dgm:pt modelId="{46634D61-EAF1-4888-AA99-D5BB02251268}" type="sibTrans" cxnId="{339ADB0C-A380-44DD-BAC7-ADAE74ECBC07}">
      <dgm:prSet/>
      <dgm:spPr/>
      <dgm:t>
        <a:bodyPr/>
        <a:lstStyle/>
        <a:p>
          <a:endParaRPr lang="en-AU"/>
        </a:p>
      </dgm:t>
    </dgm:pt>
    <dgm:pt modelId="{24C89210-D592-4B9A-B496-DFB3A2B7796B}">
      <dgm:prSet phldrT="[Text]" phldr="0"/>
      <dgm:spPr>
        <a:solidFill>
          <a:schemeClr val="bg2">
            <a:lumMod val="75000"/>
          </a:schemeClr>
        </a:solidFill>
      </dgm:spPr>
      <dgm:t>
        <a:bodyPr/>
        <a:lstStyle/>
        <a:p>
          <a:r>
            <a:rPr lang="en-AU"/>
            <a:t>Payment Services</a:t>
          </a:r>
        </a:p>
      </dgm:t>
    </dgm:pt>
    <dgm:pt modelId="{365F738A-913C-4348-9796-D49E1C5033A5}" type="parTrans" cxnId="{B71B309C-F38D-44FC-B43F-8C246FCEBC44}">
      <dgm:prSet/>
      <dgm:spPr/>
      <dgm:t>
        <a:bodyPr/>
        <a:lstStyle/>
        <a:p>
          <a:endParaRPr lang="en-AU"/>
        </a:p>
      </dgm:t>
    </dgm:pt>
    <dgm:pt modelId="{73D16B23-0075-4D31-97E7-94F9124A1348}" type="sibTrans" cxnId="{B71B309C-F38D-44FC-B43F-8C246FCEBC44}">
      <dgm:prSet/>
      <dgm:spPr/>
      <dgm:t>
        <a:bodyPr/>
        <a:lstStyle/>
        <a:p>
          <a:endParaRPr lang="en-AU"/>
        </a:p>
      </dgm:t>
    </dgm:pt>
    <dgm:pt modelId="{E0C1B74B-859B-4FF7-8F22-4688FBB999EE}">
      <dgm:prSet phldrT="[Text]" phldr="0"/>
      <dgm:spPr>
        <a:solidFill>
          <a:schemeClr val="bg2">
            <a:lumMod val="75000"/>
          </a:schemeClr>
        </a:solidFill>
      </dgm:spPr>
      <dgm:t>
        <a:bodyPr/>
        <a:lstStyle/>
        <a:p>
          <a:r>
            <a:rPr lang="en-AU"/>
            <a:t>Chennel Integrations</a:t>
          </a:r>
        </a:p>
      </dgm:t>
    </dgm:pt>
    <dgm:pt modelId="{84E1EA16-F92C-4008-A70E-F50BA1716BBD}" type="parTrans" cxnId="{A2CA41F1-B559-4B31-916B-AFC6297F3A28}">
      <dgm:prSet/>
      <dgm:spPr/>
      <dgm:t>
        <a:bodyPr/>
        <a:lstStyle/>
        <a:p>
          <a:endParaRPr lang="en-AU"/>
        </a:p>
      </dgm:t>
    </dgm:pt>
    <dgm:pt modelId="{22D17EE6-1EEC-443E-9208-9AAA5F1C183D}" type="sibTrans" cxnId="{A2CA41F1-B559-4B31-916B-AFC6297F3A28}">
      <dgm:prSet/>
      <dgm:spPr/>
      <dgm:t>
        <a:bodyPr/>
        <a:lstStyle/>
        <a:p>
          <a:endParaRPr lang="en-AU"/>
        </a:p>
      </dgm:t>
    </dgm:pt>
    <dgm:pt modelId="{CE6A2BBB-B606-4270-A2C1-DFFD79070376}">
      <dgm:prSet phldrT="[Text]" phldr="0"/>
      <dgm:spPr>
        <a:solidFill>
          <a:schemeClr val="bg2">
            <a:lumMod val="75000"/>
          </a:schemeClr>
        </a:solidFill>
      </dgm:spPr>
      <dgm:t>
        <a:bodyPr/>
        <a:lstStyle/>
        <a:p>
          <a:r>
            <a:rPr lang="en-AU"/>
            <a:t>Customer Adoption Plan</a:t>
          </a:r>
        </a:p>
      </dgm:t>
    </dgm:pt>
    <dgm:pt modelId="{BF691FC8-D43F-4F42-A3D8-422F80D7A058}" type="parTrans" cxnId="{EBF3F519-A01E-489B-AD38-EA03C78BE257}">
      <dgm:prSet/>
      <dgm:spPr/>
      <dgm:t>
        <a:bodyPr/>
        <a:lstStyle/>
        <a:p>
          <a:endParaRPr lang="en-AU"/>
        </a:p>
      </dgm:t>
    </dgm:pt>
    <dgm:pt modelId="{BCBE77EF-DCB3-4CC1-BD1C-267C44F000FE}" type="sibTrans" cxnId="{EBF3F519-A01E-489B-AD38-EA03C78BE257}">
      <dgm:prSet/>
      <dgm:spPr/>
      <dgm:t>
        <a:bodyPr/>
        <a:lstStyle/>
        <a:p>
          <a:endParaRPr lang="en-AU"/>
        </a:p>
      </dgm:t>
    </dgm:pt>
    <dgm:pt modelId="{F9E2873B-214B-4A13-8185-ECBA31857982}">
      <dgm:prSet phldrT="[Text]" phldr="0"/>
      <dgm:spPr>
        <a:solidFill>
          <a:schemeClr val="tx2">
            <a:lumMod val="75000"/>
            <a:lumOff val="25000"/>
          </a:schemeClr>
        </a:solidFill>
      </dgm:spPr>
      <dgm:t>
        <a:bodyPr/>
        <a:lstStyle/>
        <a:p>
          <a:r>
            <a:rPr lang="en-AU"/>
            <a:t>Transition</a:t>
          </a:r>
        </a:p>
      </dgm:t>
    </dgm:pt>
    <dgm:pt modelId="{30D83077-9B77-43D3-BF3B-BBBA0C9B5BFE}" type="parTrans" cxnId="{7892A7BD-EE2A-433F-B629-82E35E038A7B}">
      <dgm:prSet/>
      <dgm:spPr/>
      <dgm:t>
        <a:bodyPr/>
        <a:lstStyle/>
        <a:p>
          <a:endParaRPr lang="en-AU"/>
        </a:p>
      </dgm:t>
    </dgm:pt>
    <dgm:pt modelId="{69DA53F9-7D17-4D41-B4A8-E036ACB4F348}" type="sibTrans" cxnId="{7892A7BD-EE2A-433F-B629-82E35E038A7B}">
      <dgm:prSet/>
      <dgm:spPr/>
      <dgm:t>
        <a:bodyPr/>
        <a:lstStyle/>
        <a:p>
          <a:endParaRPr lang="en-AU"/>
        </a:p>
      </dgm:t>
    </dgm:pt>
    <dgm:pt modelId="{6E77453F-549C-468D-A718-5BA539E771F6}">
      <dgm:prSet phldrT="[Text]" phldr="0"/>
      <dgm:spPr>
        <a:solidFill>
          <a:schemeClr val="bg2">
            <a:lumMod val="75000"/>
          </a:schemeClr>
        </a:solidFill>
      </dgm:spPr>
      <dgm:t>
        <a:bodyPr/>
        <a:lstStyle/>
        <a:p>
          <a:r>
            <a:rPr lang="en-AU" dirty="0"/>
            <a:t>Subsidy Assessment</a:t>
          </a:r>
        </a:p>
      </dgm:t>
    </dgm:pt>
    <dgm:pt modelId="{C794B934-ABCD-414D-9E06-77798ACF1D51}" type="parTrans" cxnId="{12C5647C-9EAF-4270-BC28-FC2AEC299AA6}">
      <dgm:prSet/>
      <dgm:spPr/>
      <dgm:t>
        <a:bodyPr/>
        <a:lstStyle/>
        <a:p>
          <a:endParaRPr lang="en-AU"/>
        </a:p>
      </dgm:t>
    </dgm:pt>
    <dgm:pt modelId="{1756D1BC-DE30-460A-92A4-785B033A4C47}" type="sibTrans" cxnId="{12C5647C-9EAF-4270-BC28-FC2AEC299AA6}">
      <dgm:prSet/>
      <dgm:spPr/>
      <dgm:t>
        <a:bodyPr/>
        <a:lstStyle/>
        <a:p>
          <a:endParaRPr lang="en-AU"/>
        </a:p>
      </dgm:t>
    </dgm:pt>
    <dgm:pt modelId="{317F5BF2-3F22-49BC-88D1-95EF9968A9F6}">
      <dgm:prSet phldrT="[Text]" phldr="0"/>
      <dgm:spPr>
        <a:solidFill>
          <a:schemeClr val="bg2">
            <a:lumMod val="75000"/>
          </a:schemeClr>
        </a:solidFill>
      </dgm:spPr>
      <dgm:t>
        <a:bodyPr/>
        <a:lstStyle/>
        <a:p>
          <a:r>
            <a:rPr lang="en-AU"/>
            <a:t>Financial Process Assessment</a:t>
          </a:r>
        </a:p>
      </dgm:t>
    </dgm:pt>
    <dgm:pt modelId="{572C393E-E2B1-4775-A34F-2A4DDEFE6695}" type="parTrans" cxnId="{74828645-74F2-49AD-A6C9-C7A787891C08}">
      <dgm:prSet/>
      <dgm:spPr/>
      <dgm:t>
        <a:bodyPr/>
        <a:lstStyle/>
        <a:p>
          <a:endParaRPr lang="en-AU"/>
        </a:p>
      </dgm:t>
    </dgm:pt>
    <dgm:pt modelId="{1C348137-313D-4B34-ADC4-4EE011022B4E}" type="sibTrans" cxnId="{74828645-74F2-49AD-A6C9-C7A787891C08}">
      <dgm:prSet/>
      <dgm:spPr/>
      <dgm:t>
        <a:bodyPr/>
        <a:lstStyle/>
        <a:p>
          <a:endParaRPr lang="en-AU"/>
        </a:p>
      </dgm:t>
    </dgm:pt>
    <dgm:pt modelId="{2999097B-F99F-4F74-B0CD-45540FCC688E}">
      <dgm:prSet phldrT="[Text]" phldr="0"/>
      <dgm:spPr>
        <a:solidFill>
          <a:schemeClr val="bg2">
            <a:lumMod val="75000"/>
          </a:schemeClr>
        </a:solidFill>
      </dgm:spPr>
      <dgm:t>
        <a:bodyPr/>
        <a:lstStyle/>
        <a:p>
          <a:r>
            <a:rPr lang="en-AU"/>
            <a:t>Data Assessment</a:t>
          </a:r>
        </a:p>
      </dgm:t>
    </dgm:pt>
    <dgm:pt modelId="{1E8C47B4-57B6-44D4-9251-5C3069E5E2A1}" type="parTrans" cxnId="{CDF88DA5-0B71-43D7-84E8-0128197FD532}">
      <dgm:prSet/>
      <dgm:spPr/>
      <dgm:t>
        <a:bodyPr/>
        <a:lstStyle/>
        <a:p>
          <a:endParaRPr lang="en-AU"/>
        </a:p>
      </dgm:t>
    </dgm:pt>
    <dgm:pt modelId="{28179307-4272-47E0-B6FF-72EA220A2B1B}" type="sibTrans" cxnId="{CDF88DA5-0B71-43D7-84E8-0128197FD532}">
      <dgm:prSet/>
      <dgm:spPr/>
      <dgm:t>
        <a:bodyPr/>
        <a:lstStyle/>
        <a:p>
          <a:endParaRPr lang="en-AU"/>
        </a:p>
      </dgm:t>
    </dgm:pt>
    <dgm:pt modelId="{131AAAA6-3DBF-4C5F-AC69-2F518A5D4C71}">
      <dgm:prSet phldrT="[Text]" phldr="0"/>
      <dgm:spPr>
        <a:solidFill>
          <a:schemeClr val="bg2">
            <a:lumMod val="75000"/>
          </a:schemeClr>
        </a:solidFill>
      </dgm:spPr>
      <dgm:t>
        <a:bodyPr/>
        <a:lstStyle/>
        <a:p>
          <a:r>
            <a:rPr lang="en-AU"/>
            <a:t>Ledger Design</a:t>
          </a:r>
        </a:p>
      </dgm:t>
    </dgm:pt>
    <dgm:pt modelId="{7BEE9E06-318B-42F2-9F33-AA5A6AF5AFD3}" type="parTrans" cxnId="{EC2556C9-D0C7-4DB6-91CE-C2087DF5117A}">
      <dgm:prSet/>
      <dgm:spPr/>
      <dgm:t>
        <a:bodyPr/>
        <a:lstStyle/>
        <a:p>
          <a:endParaRPr lang="en-AU"/>
        </a:p>
      </dgm:t>
    </dgm:pt>
    <dgm:pt modelId="{1B3E9211-31F5-444B-A9B8-9968A258610A}" type="sibTrans" cxnId="{EC2556C9-D0C7-4DB6-91CE-C2087DF5117A}">
      <dgm:prSet/>
      <dgm:spPr/>
      <dgm:t>
        <a:bodyPr/>
        <a:lstStyle/>
        <a:p>
          <a:endParaRPr lang="en-AU"/>
        </a:p>
      </dgm:t>
    </dgm:pt>
    <dgm:pt modelId="{DA553376-9E3E-44FE-B635-EC88EBC996F6}">
      <dgm:prSet phldrT="[Text]" phldr="0"/>
      <dgm:spPr>
        <a:solidFill>
          <a:schemeClr val="bg2">
            <a:lumMod val="75000"/>
          </a:schemeClr>
        </a:solidFill>
      </dgm:spPr>
      <dgm:t>
        <a:bodyPr/>
        <a:lstStyle/>
        <a:p>
          <a:r>
            <a:rPr lang="en-AU"/>
            <a:t>Reporting Design</a:t>
          </a:r>
        </a:p>
      </dgm:t>
    </dgm:pt>
    <dgm:pt modelId="{CA99B217-D2E1-434C-9A92-ABF1C7D609A0}" type="parTrans" cxnId="{8E778E5C-326B-4B37-98C5-BA3DBF1E2509}">
      <dgm:prSet/>
      <dgm:spPr/>
      <dgm:t>
        <a:bodyPr/>
        <a:lstStyle/>
        <a:p>
          <a:endParaRPr lang="en-AU"/>
        </a:p>
      </dgm:t>
    </dgm:pt>
    <dgm:pt modelId="{CC2AA9DC-CA97-45B6-8DD3-26E86B7AC11D}" type="sibTrans" cxnId="{8E778E5C-326B-4B37-98C5-BA3DBF1E2509}">
      <dgm:prSet/>
      <dgm:spPr/>
      <dgm:t>
        <a:bodyPr/>
        <a:lstStyle/>
        <a:p>
          <a:endParaRPr lang="en-AU"/>
        </a:p>
      </dgm:t>
    </dgm:pt>
    <dgm:pt modelId="{E0799B28-B033-4578-9678-E99E15C1A950}">
      <dgm:prSet phldrT="[Text]" phldr="0"/>
      <dgm:spPr>
        <a:solidFill>
          <a:schemeClr val="bg2">
            <a:lumMod val="75000"/>
          </a:schemeClr>
        </a:solidFill>
      </dgm:spPr>
      <dgm:t>
        <a:bodyPr/>
        <a:lstStyle/>
        <a:p>
          <a:r>
            <a:rPr lang="en-AU"/>
            <a:t>Ledger Components</a:t>
          </a:r>
        </a:p>
      </dgm:t>
    </dgm:pt>
    <dgm:pt modelId="{7C5B277D-1730-422C-A283-FEF3FA0D9F5E}" type="parTrans" cxnId="{6C73555A-6F71-4F1D-BE00-A98B51D29E2E}">
      <dgm:prSet/>
      <dgm:spPr/>
      <dgm:t>
        <a:bodyPr/>
        <a:lstStyle/>
        <a:p>
          <a:endParaRPr lang="en-AU"/>
        </a:p>
      </dgm:t>
    </dgm:pt>
    <dgm:pt modelId="{EFD03F81-0C5D-40EA-B620-AA7B8C34880D}" type="sibTrans" cxnId="{6C73555A-6F71-4F1D-BE00-A98B51D29E2E}">
      <dgm:prSet/>
      <dgm:spPr/>
      <dgm:t>
        <a:bodyPr/>
        <a:lstStyle/>
        <a:p>
          <a:endParaRPr lang="en-AU"/>
        </a:p>
      </dgm:t>
    </dgm:pt>
    <dgm:pt modelId="{672B9618-FEBF-4346-B30D-A336A0AE8467}">
      <dgm:prSet phldrT="[Text]" phldr="0"/>
      <dgm:spPr>
        <a:solidFill>
          <a:schemeClr val="bg2">
            <a:lumMod val="75000"/>
          </a:schemeClr>
        </a:solidFill>
      </dgm:spPr>
      <dgm:t>
        <a:bodyPr/>
        <a:lstStyle/>
        <a:p>
          <a:r>
            <a:rPr lang="en-AU"/>
            <a:t>Reporting Components</a:t>
          </a:r>
        </a:p>
      </dgm:t>
    </dgm:pt>
    <dgm:pt modelId="{0B5A40CD-3047-4EBF-BB66-1B58B8D6EDCE}" type="parTrans" cxnId="{5E990752-8480-4F4A-9366-D16435C6B7E0}">
      <dgm:prSet/>
      <dgm:spPr/>
      <dgm:t>
        <a:bodyPr/>
        <a:lstStyle/>
        <a:p>
          <a:endParaRPr lang="en-AU"/>
        </a:p>
      </dgm:t>
    </dgm:pt>
    <dgm:pt modelId="{2039A76B-1D35-40CE-81B6-887915FFC6B2}" type="sibTrans" cxnId="{5E990752-8480-4F4A-9366-D16435C6B7E0}">
      <dgm:prSet/>
      <dgm:spPr/>
      <dgm:t>
        <a:bodyPr/>
        <a:lstStyle/>
        <a:p>
          <a:endParaRPr lang="en-AU"/>
        </a:p>
      </dgm:t>
    </dgm:pt>
    <dgm:pt modelId="{21786809-87A8-4F63-8627-AC6AEE3CBE8E}">
      <dgm:prSet phldrT="[Text]" phldr="0"/>
      <dgm:spPr>
        <a:solidFill>
          <a:schemeClr val="bg2">
            <a:lumMod val="75000"/>
          </a:schemeClr>
        </a:solidFill>
      </dgm:spPr>
      <dgm:t>
        <a:bodyPr/>
        <a:lstStyle/>
        <a:p>
          <a:r>
            <a:rPr lang="en-AU"/>
            <a:t>Finance Operational Model</a:t>
          </a:r>
        </a:p>
      </dgm:t>
    </dgm:pt>
    <dgm:pt modelId="{BA8EA7F3-2510-4ED9-8759-017766FA42D6}" type="parTrans" cxnId="{BA9DE53A-3D37-4590-9B15-2FD089BCAC97}">
      <dgm:prSet/>
      <dgm:spPr/>
      <dgm:t>
        <a:bodyPr/>
        <a:lstStyle/>
        <a:p>
          <a:endParaRPr lang="en-AU"/>
        </a:p>
      </dgm:t>
    </dgm:pt>
    <dgm:pt modelId="{182B1521-EAF5-40E6-8536-02219F4FC8A1}" type="sibTrans" cxnId="{BA9DE53A-3D37-4590-9B15-2FD089BCAC97}">
      <dgm:prSet/>
      <dgm:spPr/>
      <dgm:t>
        <a:bodyPr/>
        <a:lstStyle/>
        <a:p>
          <a:endParaRPr lang="en-AU"/>
        </a:p>
      </dgm:t>
    </dgm:pt>
    <dgm:pt modelId="{8ED0AA8F-F858-47AE-BA4B-3DFE84DF61B9}">
      <dgm:prSet phldrT="[Text]" phldr="0"/>
      <dgm:spPr>
        <a:solidFill>
          <a:schemeClr val="tx2">
            <a:lumMod val="75000"/>
            <a:lumOff val="25000"/>
          </a:schemeClr>
        </a:solidFill>
      </dgm:spPr>
      <dgm:t>
        <a:bodyPr/>
        <a:lstStyle/>
        <a:p>
          <a:r>
            <a:rPr lang="en-AU"/>
            <a:t>Transition</a:t>
          </a:r>
        </a:p>
      </dgm:t>
    </dgm:pt>
    <dgm:pt modelId="{51A9A8A4-5521-4C8E-BA32-2E6F8F38A950}" type="parTrans" cxnId="{05B49E1C-F1EF-434C-886E-15586445488E}">
      <dgm:prSet/>
      <dgm:spPr/>
      <dgm:t>
        <a:bodyPr/>
        <a:lstStyle/>
        <a:p>
          <a:endParaRPr lang="en-AU"/>
        </a:p>
      </dgm:t>
    </dgm:pt>
    <dgm:pt modelId="{A893E9B2-EDBD-4344-A304-0A96664D5135}" type="sibTrans" cxnId="{05B49E1C-F1EF-434C-886E-15586445488E}">
      <dgm:prSet/>
      <dgm:spPr/>
      <dgm:t>
        <a:bodyPr/>
        <a:lstStyle/>
        <a:p>
          <a:endParaRPr lang="en-AU"/>
        </a:p>
      </dgm:t>
    </dgm:pt>
    <dgm:pt modelId="{D37181C0-EB2B-41F9-9295-0C7825390699}">
      <dgm:prSet phldrT="[Text]" phldr="0"/>
      <dgm:spPr>
        <a:solidFill>
          <a:schemeClr val="bg2">
            <a:lumMod val="25000"/>
          </a:schemeClr>
        </a:solidFill>
      </dgm:spPr>
      <dgm:t>
        <a:bodyPr/>
        <a:lstStyle/>
        <a:p>
          <a:r>
            <a:rPr lang="en-AU" dirty="0"/>
            <a:t>Customer Discovery</a:t>
          </a:r>
        </a:p>
      </dgm:t>
    </dgm:pt>
    <dgm:pt modelId="{E7FE6D24-1D12-4A2D-B27A-3A8273F500EC}" type="parTrans" cxnId="{060760AA-E253-43A1-BD53-37B7D99BE154}">
      <dgm:prSet/>
      <dgm:spPr/>
      <dgm:t>
        <a:bodyPr/>
        <a:lstStyle/>
        <a:p>
          <a:endParaRPr lang="en-AU"/>
        </a:p>
      </dgm:t>
    </dgm:pt>
    <dgm:pt modelId="{1E522656-8356-4458-A9D1-26EB60021D23}" type="sibTrans" cxnId="{060760AA-E253-43A1-BD53-37B7D99BE154}">
      <dgm:prSet/>
      <dgm:spPr/>
      <dgm:t>
        <a:bodyPr/>
        <a:lstStyle/>
        <a:p>
          <a:endParaRPr lang="en-AU"/>
        </a:p>
      </dgm:t>
    </dgm:pt>
    <dgm:pt modelId="{F3CB416B-52CF-42E4-A3BA-9271F2A926CC}">
      <dgm:prSet phldrT="[Text]" phldr="0"/>
      <dgm:spPr>
        <a:solidFill>
          <a:schemeClr val="bg2">
            <a:lumMod val="25000"/>
          </a:schemeClr>
        </a:solidFill>
      </dgm:spPr>
      <dgm:t>
        <a:bodyPr/>
        <a:lstStyle/>
        <a:p>
          <a:r>
            <a:rPr lang="en-AU"/>
            <a:t>Technical Discovery</a:t>
          </a:r>
        </a:p>
      </dgm:t>
    </dgm:pt>
    <dgm:pt modelId="{81C97C3B-CA0C-4A0D-AFBE-ED62B0755651}" type="parTrans" cxnId="{902D8944-FDC1-4F74-8A8A-60D6477A2B33}">
      <dgm:prSet/>
      <dgm:spPr/>
      <dgm:t>
        <a:bodyPr/>
        <a:lstStyle/>
        <a:p>
          <a:endParaRPr lang="en-AU"/>
        </a:p>
      </dgm:t>
    </dgm:pt>
    <dgm:pt modelId="{CF669431-5720-4A86-82D0-C9676BC45CEE}" type="sibTrans" cxnId="{902D8944-FDC1-4F74-8A8A-60D6477A2B33}">
      <dgm:prSet/>
      <dgm:spPr/>
      <dgm:t>
        <a:bodyPr/>
        <a:lstStyle/>
        <a:p>
          <a:endParaRPr lang="en-AU"/>
        </a:p>
      </dgm:t>
    </dgm:pt>
    <dgm:pt modelId="{47D1B6BD-E01D-4FB8-A48A-F73AE157A8FA}">
      <dgm:prSet phldrT="[Text]" phldr="0"/>
      <dgm:spPr>
        <a:solidFill>
          <a:schemeClr val="bg2">
            <a:lumMod val="75000"/>
          </a:schemeClr>
        </a:solidFill>
      </dgm:spPr>
      <dgm:t>
        <a:bodyPr/>
        <a:lstStyle/>
        <a:p>
          <a:r>
            <a:rPr lang="en-AU"/>
            <a:t>Identity Assessment</a:t>
          </a:r>
        </a:p>
      </dgm:t>
    </dgm:pt>
    <dgm:pt modelId="{042A0B42-35BD-44FF-A127-E1B823388AD3}" type="parTrans" cxnId="{C0E185CD-E29F-40EA-89BE-B3E632E35254}">
      <dgm:prSet/>
      <dgm:spPr/>
      <dgm:t>
        <a:bodyPr/>
        <a:lstStyle/>
        <a:p>
          <a:endParaRPr lang="en-AU"/>
        </a:p>
      </dgm:t>
    </dgm:pt>
    <dgm:pt modelId="{4EFED82B-47A6-44AE-A5B1-824CD0ABEBE1}" type="sibTrans" cxnId="{C0E185CD-E29F-40EA-89BE-B3E632E35254}">
      <dgm:prSet/>
      <dgm:spPr/>
      <dgm:t>
        <a:bodyPr/>
        <a:lstStyle/>
        <a:p>
          <a:endParaRPr lang="en-AU"/>
        </a:p>
      </dgm:t>
    </dgm:pt>
    <dgm:pt modelId="{CB33B5A9-A7BC-4BBE-AD6F-ABFC0F2EF890}">
      <dgm:prSet phldrT="[Text]" phldr="0"/>
      <dgm:spPr>
        <a:solidFill>
          <a:schemeClr val="bg2">
            <a:lumMod val="75000"/>
          </a:schemeClr>
        </a:solidFill>
      </dgm:spPr>
      <dgm:t>
        <a:bodyPr/>
        <a:lstStyle/>
        <a:p>
          <a:r>
            <a:rPr lang="en-AU"/>
            <a:t>Account Assessment</a:t>
          </a:r>
        </a:p>
      </dgm:t>
    </dgm:pt>
    <dgm:pt modelId="{B3937427-3CB7-47A2-A254-1DBEF8391E09}" type="parTrans" cxnId="{AE2034DC-1EA1-4FF5-8DEC-6F522EE09E01}">
      <dgm:prSet/>
      <dgm:spPr/>
      <dgm:t>
        <a:bodyPr/>
        <a:lstStyle/>
        <a:p>
          <a:endParaRPr lang="en-AU"/>
        </a:p>
      </dgm:t>
    </dgm:pt>
    <dgm:pt modelId="{C2F85847-97BA-4AB2-95B4-2FA4F2650357}" type="sibTrans" cxnId="{AE2034DC-1EA1-4FF5-8DEC-6F522EE09E01}">
      <dgm:prSet/>
      <dgm:spPr/>
      <dgm:t>
        <a:bodyPr/>
        <a:lstStyle/>
        <a:p>
          <a:endParaRPr lang="en-AU"/>
        </a:p>
      </dgm:t>
    </dgm:pt>
    <dgm:pt modelId="{7655B349-781D-43F3-BFF9-092478C73A66}">
      <dgm:prSet phldrT="[Text]" phldr="0"/>
      <dgm:spPr>
        <a:solidFill>
          <a:schemeClr val="bg2">
            <a:lumMod val="75000"/>
          </a:schemeClr>
        </a:solidFill>
      </dgm:spPr>
      <dgm:t>
        <a:bodyPr/>
        <a:lstStyle/>
        <a:p>
          <a:r>
            <a:rPr lang="en-AU"/>
            <a:t>Journey Assessment</a:t>
          </a:r>
        </a:p>
      </dgm:t>
    </dgm:pt>
    <dgm:pt modelId="{9757FBD4-62BD-4A35-B21C-19CBC9A54D4E}" type="parTrans" cxnId="{85BE6EB5-E86B-447D-AED0-E33374C0D994}">
      <dgm:prSet/>
      <dgm:spPr/>
      <dgm:t>
        <a:bodyPr/>
        <a:lstStyle/>
        <a:p>
          <a:endParaRPr lang="en-AU"/>
        </a:p>
      </dgm:t>
    </dgm:pt>
    <dgm:pt modelId="{AF7DE6E5-AFF7-4DD9-A929-B156DD4FFF9C}" type="sibTrans" cxnId="{85BE6EB5-E86B-447D-AED0-E33374C0D994}">
      <dgm:prSet/>
      <dgm:spPr/>
      <dgm:t>
        <a:bodyPr/>
        <a:lstStyle/>
        <a:p>
          <a:endParaRPr lang="en-AU"/>
        </a:p>
      </dgm:t>
    </dgm:pt>
    <dgm:pt modelId="{7D572539-DE87-40F3-B669-708AA19CD8FF}">
      <dgm:prSet phldrT="[Text]" phldr="0"/>
      <dgm:spPr>
        <a:solidFill>
          <a:schemeClr val="bg2">
            <a:lumMod val="75000"/>
          </a:schemeClr>
        </a:solidFill>
      </dgm:spPr>
      <dgm:t>
        <a:bodyPr/>
        <a:lstStyle/>
        <a:p>
          <a:r>
            <a:rPr lang="en-AU" dirty="0"/>
            <a:t>Authentication Assessment</a:t>
          </a:r>
        </a:p>
      </dgm:t>
    </dgm:pt>
    <dgm:pt modelId="{9EA5AE3E-643B-4BDD-8799-234696ABFEC9}" type="parTrans" cxnId="{DDADE851-2C91-472B-A002-13C70B427368}">
      <dgm:prSet/>
      <dgm:spPr/>
      <dgm:t>
        <a:bodyPr/>
        <a:lstStyle/>
        <a:p>
          <a:endParaRPr lang="en-AU"/>
        </a:p>
      </dgm:t>
    </dgm:pt>
    <dgm:pt modelId="{0D8C12E2-D74E-400F-8FF3-A5C555599C69}" type="sibTrans" cxnId="{DDADE851-2C91-472B-A002-13C70B427368}">
      <dgm:prSet/>
      <dgm:spPr/>
      <dgm:t>
        <a:bodyPr/>
        <a:lstStyle/>
        <a:p>
          <a:endParaRPr lang="en-AU"/>
        </a:p>
      </dgm:t>
    </dgm:pt>
    <dgm:pt modelId="{5B71C4BA-58D0-4678-BF4C-36DCE37897CB}">
      <dgm:prSet phldrT="[Text]" phldr="0"/>
      <dgm:spPr>
        <a:solidFill>
          <a:schemeClr val="bg2">
            <a:lumMod val="75000"/>
          </a:schemeClr>
        </a:solidFill>
      </dgm:spPr>
      <dgm:t>
        <a:bodyPr/>
        <a:lstStyle/>
        <a:p>
          <a:r>
            <a:rPr lang="en-AU" dirty="0"/>
            <a:t>CRM Assessment</a:t>
          </a:r>
        </a:p>
      </dgm:t>
    </dgm:pt>
    <dgm:pt modelId="{6BE5E73E-2B6B-4804-9C91-54E5262C6C44}" type="parTrans" cxnId="{F2B7858D-742B-425F-831A-DCD8D3B75E12}">
      <dgm:prSet/>
      <dgm:spPr/>
      <dgm:t>
        <a:bodyPr/>
        <a:lstStyle/>
        <a:p>
          <a:endParaRPr lang="en-AU"/>
        </a:p>
      </dgm:t>
    </dgm:pt>
    <dgm:pt modelId="{03C80337-8D1F-4019-B2E2-9F3854BFEBDF}" type="sibTrans" cxnId="{F2B7858D-742B-425F-831A-DCD8D3B75E12}">
      <dgm:prSet/>
      <dgm:spPr/>
      <dgm:t>
        <a:bodyPr/>
        <a:lstStyle/>
        <a:p>
          <a:endParaRPr lang="en-AU"/>
        </a:p>
      </dgm:t>
    </dgm:pt>
    <dgm:pt modelId="{428883E3-5029-479B-B4AE-1E67629A9E51}">
      <dgm:prSet phldrT="[Text]" phldr="0"/>
      <dgm:spPr>
        <a:solidFill>
          <a:schemeClr val="bg2">
            <a:lumMod val="75000"/>
          </a:schemeClr>
        </a:solidFill>
      </dgm:spPr>
      <dgm:t>
        <a:bodyPr/>
        <a:lstStyle/>
        <a:p>
          <a:r>
            <a:rPr lang="en-AU"/>
            <a:t>Customer Account Model</a:t>
          </a:r>
        </a:p>
      </dgm:t>
    </dgm:pt>
    <dgm:pt modelId="{A56718B9-4ED1-4543-BF35-C3D5ED90FC88}" type="parTrans" cxnId="{BBAB00BA-9BD1-4F04-AEEF-3E810CF3C0F5}">
      <dgm:prSet/>
      <dgm:spPr/>
      <dgm:t>
        <a:bodyPr/>
        <a:lstStyle/>
        <a:p>
          <a:endParaRPr lang="en-AU"/>
        </a:p>
      </dgm:t>
    </dgm:pt>
    <dgm:pt modelId="{F5E2D09A-558C-4849-A95B-8FBBC39DA2F4}" type="sibTrans" cxnId="{BBAB00BA-9BD1-4F04-AEEF-3E810CF3C0F5}">
      <dgm:prSet/>
      <dgm:spPr/>
      <dgm:t>
        <a:bodyPr/>
        <a:lstStyle/>
        <a:p>
          <a:endParaRPr lang="en-AU"/>
        </a:p>
      </dgm:t>
    </dgm:pt>
    <dgm:pt modelId="{0A6E5AED-04A8-4811-BD1A-33EA9D4F6827}">
      <dgm:prSet phldrT="[Text]" phldr="0"/>
      <dgm:spPr>
        <a:solidFill>
          <a:schemeClr val="bg2">
            <a:lumMod val="75000"/>
          </a:schemeClr>
        </a:solidFill>
      </dgm:spPr>
      <dgm:t>
        <a:bodyPr/>
        <a:lstStyle/>
        <a:p>
          <a:r>
            <a:rPr lang="en-AU"/>
            <a:t>Identity Model</a:t>
          </a:r>
        </a:p>
      </dgm:t>
    </dgm:pt>
    <dgm:pt modelId="{B90AB80E-CA96-499F-8539-CC4E06AF36F9}" type="parTrans" cxnId="{4A73686B-E8D8-4E1C-9342-B8EE43CE7A57}">
      <dgm:prSet/>
      <dgm:spPr/>
      <dgm:t>
        <a:bodyPr/>
        <a:lstStyle/>
        <a:p>
          <a:endParaRPr lang="en-AU"/>
        </a:p>
      </dgm:t>
    </dgm:pt>
    <dgm:pt modelId="{E09B417C-4151-46D5-B09B-B65A75776ABC}" type="sibTrans" cxnId="{4A73686B-E8D8-4E1C-9342-B8EE43CE7A57}">
      <dgm:prSet/>
      <dgm:spPr/>
      <dgm:t>
        <a:bodyPr/>
        <a:lstStyle/>
        <a:p>
          <a:endParaRPr lang="en-AU"/>
        </a:p>
      </dgm:t>
    </dgm:pt>
    <dgm:pt modelId="{1995E8D6-3D32-433A-A193-4893EEF1BEF8}">
      <dgm:prSet phldrT="[Text]" phldr="0"/>
      <dgm:spPr>
        <a:solidFill>
          <a:schemeClr val="bg2">
            <a:lumMod val="75000"/>
          </a:schemeClr>
        </a:solidFill>
      </dgm:spPr>
      <dgm:t>
        <a:bodyPr/>
        <a:lstStyle/>
        <a:p>
          <a:r>
            <a:rPr lang="en-AU"/>
            <a:t>Account Services</a:t>
          </a:r>
        </a:p>
      </dgm:t>
    </dgm:pt>
    <dgm:pt modelId="{62D1DC27-E448-4E50-86BC-179077DA424A}" type="parTrans" cxnId="{2F9199BB-16C0-42B6-A8E4-09249BF0E22D}">
      <dgm:prSet/>
      <dgm:spPr/>
      <dgm:t>
        <a:bodyPr/>
        <a:lstStyle/>
        <a:p>
          <a:endParaRPr lang="en-AU"/>
        </a:p>
      </dgm:t>
    </dgm:pt>
    <dgm:pt modelId="{F976EC08-CB49-4E51-8841-1D6BF9359F11}" type="sibTrans" cxnId="{2F9199BB-16C0-42B6-A8E4-09249BF0E22D}">
      <dgm:prSet/>
      <dgm:spPr/>
      <dgm:t>
        <a:bodyPr/>
        <a:lstStyle/>
        <a:p>
          <a:endParaRPr lang="en-AU"/>
        </a:p>
      </dgm:t>
    </dgm:pt>
    <dgm:pt modelId="{F8F9AC1B-0166-4241-A7EC-D4A8EE2DAFA0}">
      <dgm:prSet phldrT="[Text]" phldr="0"/>
      <dgm:spPr>
        <a:solidFill>
          <a:schemeClr val="bg2">
            <a:lumMod val="75000"/>
          </a:schemeClr>
        </a:solidFill>
      </dgm:spPr>
      <dgm:t>
        <a:bodyPr/>
        <a:lstStyle/>
        <a:p>
          <a:r>
            <a:rPr lang="en-AU"/>
            <a:t>Profile Services</a:t>
          </a:r>
        </a:p>
      </dgm:t>
    </dgm:pt>
    <dgm:pt modelId="{7AEA11F6-1B9C-4AE4-82D2-B8B7155E9487}" type="parTrans" cxnId="{53AC86FF-5034-400D-BF6F-D8D87D96937E}">
      <dgm:prSet/>
      <dgm:spPr/>
      <dgm:t>
        <a:bodyPr/>
        <a:lstStyle/>
        <a:p>
          <a:endParaRPr lang="en-AU"/>
        </a:p>
      </dgm:t>
    </dgm:pt>
    <dgm:pt modelId="{8BC25A35-2A83-4991-9CE2-F655FB1CBB80}" type="sibTrans" cxnId="{53AC86FF-5034-400D-BF6F-D8D87D96937E}">
      <dgm:prSet/>
      <dgm:spPr/>
      <dgm:t>
        <a:bodyPr/>
        <a:lstStyle/>
        <a:p>
          <a:endParaRPr lang="en-AU"/>
        </a:p>
      </dgm:t>
    </dgm:pt>
    <dgm:pt modelId="{1FBB3E1E-FDE6-4A65-B2B2-16C5A96623EA}">
      <dgm:prSet phldrT="[Text]" phldr="0"/>
      <dgm:spPr>
        <a:solidFill>
          <a:schemeClr val="bg2">
            <a:lumMod val="75000"/>
          </a:schemeClr>
        </a:solidFill>
      </dgm:spPr>
      <dgm:t>
        <a:bodyPr/>
        <a:lstStyle/>
        <a:p>
          <a:r>
            <a:rPr lang="en-AU"/>
            <a:t>Identity Services</a:t>
          </a:r>
        </a:p>
      </dgm:t>
    </dgm:pt>
    <dgm:pt modelId="{3B1E0CB6-E0A6-4373-9F17-A40CF2AD15BD}" type="parTrans" cxnId="{5BBBD94F-6868-47E1-B9A1-6A8DCE1928AD}">
      <dgm:prSet/>
      <dgm:spPr/>
      <dgm:t>
        <a:bodyPr/>
        <a:lstStyle/>
        <a:p>
          <a:endParaRPr lang="en-AU"/>
        </a:p>
      </dgm:t>
    </dgm:pt>
    <dgm:pt modelId="{33C22CD0-3222-4C15-8732-F80C23B2E305}" type="sibTrans" cxnId="{5BBBD94F-6868-47E1-B9A1-6A8DCE1928AD}">
      <dgm:prSet/>
      <dgm:spPr/>
      <dgm:t>
        <a:bodyPr/>
        <a:lstStyle/>
        <a:p>
          <a:endParaRPr lang="en-AU"/>
        </a:p>
      </dgm:t>
    </dgm:pt>
    <dgm:pt modelId="{DA5965B4-997C-4E91-8582-2E1B6FE6AB3A}">
      <dgm:prSet phldrT="[Text]" phldr="0"/>
      <dgm:spPr>
        <a:solidFill>
          <a:schemeClr val="bg2">
            <a:lumMod val="75000"/>
          </a:schemeClr>
        </a:solidFill>
      </dgm:spPr>
      <dgm:t>
        <a:bodyPr/>
        <a:lstStyle/>
        <a:p>
          <a:r>
            <a:rPr lang="en-AU"/>
            <a:t>Customer Migration</a:t>
          </a:r>
        </a:p>
      </dgm:t>
    </dgm:pt>
    <dgm:pt modelId="{6A14A125-FC0D-4475-9DC4-A9A2A4F06E37}" type="parTrans" cxnId="{71DF2FBA-1925-439C-92D8-A223501D9BDD}">
      <dgm:prSet/>
      <dgm:spPr/>
      <dgm:t>
        <a:bodyPr/>
        <a:lstStyle/>
        <a:p>
          <a:endParaRPr lang="en-AU"/>
        </a:p>
      </dgm:t>
    </dgm:pt>
    <dgm:pt modelId="{CA4D7CE4-4DFA-4EBC-AA94-D062E017C712}" type="sibTrans" cxnId="{71DF2FBA-1925-439C-92D8-A223501D9BDD}">
      <dgm:prSet/>
      <dgm:spPr/>
      <dgm:t>
        <a:bodyPr/>
        <a:lstStyle/>
        <a:p>
          <a:endParaRPr lang="en-AU"/>
        </a:p>
      </dgm:t>
    </dgm:pt>
    <dgm:pt modelId="{1FD9FB24-79AC-4307-B920-D3C9FFB2ED44}">
      <dgm:prSet phldrT="[Text]" phldr="0"/>
      <dgm:spPr>
        <a:solidFill>
          <a:schemeClr val="bg2">
            <a:lumMod val="75000"/>
          </a:schemeClr>
        </a:solidFill>
      </dgm:spPr>
      <dgm:t>
        <a:bodyPr/>
        <a:lstStyle/>
        <a:p>
          <a:r>
            <a:rPr lang="en-AU"/>
            <a:t>Support Model</a:t>
          </a:r>
        </a:p>
      </dgm:t>
    </dgm:pt>
    <dgm:pt modelId="{9EA7B35A-8DC1-494D-BAE9-62EF37806B42}" type="parTrans" cxnId="{C2755292-D60B-4F1E-9290-673DDD3E8841}">
      <dgm:prSet/>
      <dgm:spPr/>
      <dgm:t>
        <a:bodyPr/>
        <a:lstStyle/>
        <a:p>
          <a:endParaRPr lang="en-AU"/>
        </a:p>
      </dgm:t>
    </dgm:pt>
    <dgm:pt modelId="{187E6EF4-811C-4921-89CC-595E0652205D}" type="sibTrans" cxnId="{C2755292-D60B-4F1E-9290-673DDD3E8841}">
      <dgm:prSet/>
      <dgm:spPr/>
      <dgm:t>
        <a:bodyPr/>
        <a:lstStyle/>
        <a:p>
          <a:endParaRPr lang="en-AU"/>
        </a:p>
      </dgm:t>
    </dgm:pt>
    <dgm:pt modelId="{5BAB57C2-9245-4A40-8521-5F3800276931}">
      <dgm:prSet phldrT="[Text]" phldr="0"/>
      <dgm:spPr>
        <a:solidFill>
          <a:schemeClr val="tx2">
            <a:lumMod val="75000"/>
            <a:lumOff val="25000"/>
          </a:schemeClr>
        </a:solidFill>
      </dgm:spPr>
      <dgm:t>
        <a:bodyPr/>
        <a:lstStyle/>
        <a:p>
          <a:r>
            <a:rPr lang="en-AU"/>
            <a:t>Transition</a:t>
          </a:r>
        </a:p>
      </dgm:t>
    </dgm:pt>
    <dgm:pt modelId="{898F70C2-74BE-4A6F-87AF-EF0620FD78F4}" type="parTrans" cxnId="{02132977-7160-43AF-831F-AAC551EA0D12}">
      <dgm:prSet/>
      <dgm:spPr/>
      <dgm:t>
        <a:bodyPr/>
        <a:lstStyle/>
        <a:p>
          <a:endParaRPr lang="en-AU"/>
        </a:p>
      </dgm:t>
    </dgm:pt>
    <dgm:pt modelId="{2F66322F-D9BB-470F-B2CA-8443C28C38D2}" type="sibTrans" cxnId="{02132977-7160-43AF-831F-AAC551EA0D12}">
      <dgm:prSet/>
      <dgm:spPr/>
      <dgm:t>
        <a:bodyPr/>
        <a:lstStyle/>
        <a:p>
          <a:endParaRPr lang="en-AU"/>
        </a:p>
      </dgm:t>
    </dgm:pt>
    <dgm:pt modelId="{8EEC5B21-0D2B-4DEE-80C2-D6879B74B3CE}">
      <dgm:prSet phldrT="[Text]" phldr="0"/>
      <dgm:spPr>
        <a:solidFill>
          <a:schemeClr val="bg2">
            <a:lumMod val="75000"/>
          </a:schemeClr>
        </a:solidFill>
      </dgm:spPr>
      <dgm:t>
        <a:bodyPr/>
        <a:lstStyle/>
        <a:p>
          <a:r>
            <a:rPr lang="en-AU"/>
            <a:t>Pricing Process Assessment</a:t>
          </a:r>
        </a:p>
      </dgm:t>
    </dgm:pt>
    <dgm:pt modelId="{8FDE3B2B-CDF4-411F-A8AA-884CE2DB5327}" type="parTrans" cxnId="{0513DAD2-C40C-43F3-8B72-5C38CF489241}">
      <dgm:prSet/>
      <dgm:spPr/>
      <dgm:t>
        <a:bodyPr/>
        <a:lstStyle/>
        <a:p>
          <a:endParaRPr lang="en-AU"/>
        </a:p>
      </dgm:t>
    </dgm:pt>
    <dgm:pt modelId="{7C22C954-5C63-46D0-BE5D-853C777240FB}" type="sibTrans" cxnId="{0513DAD2-C40C-43F3-8B72-5C38CF489241}">
      <dgm:prSet/>
      <dgm:spPr/>
      <dgm:t>
        <a:bodyPr/>
        <a:lstStyle/>
        <a:p>
          <a:endParaRPr lang="en-AU"/>
        </a:p>
      </dgm:t>
    </dgm:pt>
    <dgm:pt modelId="{8741B637-3A66-4486-82EB-D860EBBB90E8}">
      <dgm:prSet phldrT="[Text]" phldr="0"/>
      <dgm:spPr>
        <a:solidFill>
          <a:schemeClr val="bg2">
            <a:lumMod val="75000"/>
          </a:schemeClr>
        </a:solidFill>
      </dgm:spPr>
      <dgm:t>
        <a:bodyPr/>
        <a:lstStyle/>
        <a:p>
          <a:r>
            <a:rPr lang="en-AU"/>
            <a:t>Fee Assessment</a:t>
          </a:r>
        </a:p>
      </dgm:t>
    </dgm:pt>
    <dgm:pt modelId="{0AFC7526-C05C-4E80-8B3E-B5084024A276}" type="parTrans" cxnId="{E1655B45-581A-4AE8-AA4F-2602B6C81EAF}">
      <dgm:prSet/>
      <dgm:spPr/>
      <dgm:t>
        <a:bodyPr/>
        <a:lstStyle/>
        <a:p>
          <a:endParaRPr lang="en-AU"/>
        </a:p>
      </dgm:t>
    </dgm:pt>
    <dgm:pt modelId="{6615C87E-3AB9-4365-98B7-F6E846F273DE}" type="sibTrans" cxnId="{E1655B45-581A-4AE8-AA4F-2602B6C81EAF}">
      <dgm:prSet/>
      <dgm:spPr/>
      <dgm:t>
        <a:bodyPr/>
        <a:lstStyle/>
        <a:p>
          <a:endParaRPr lang="en-AU"/>
        </a:p>
      </dgm:t>
    </dgm:pt>
    <dgm:pt modelId="{4A6BD8FF-ADBD-4F71-9F37-D0CC2B66C712}">
      <dgm:prSet phldrT="[Text]" phldr="0"/>
      <dgm:spPr>
        <a:solidFill>
          <a:schemeClr val="bg2">
            <a:lumMod val="75000"/>
          </a:schemeClr>
        </a:solidFill>
      </dgm:spPr>
      <dgm:t>
        <a:bodyPr/>
        <a:lstStyle/>
        <a:p>
          <a:r>
            <a:rPr lang="en-AU"/>
            <a:t>Legislative Assessment</a:t>
          </a:r>
        </a:p>
      </dgm:t>
    </dgm:pt>
    <dgm:pt modelId="{586199D6-A9A3-4C8C-A44F-DE09F8626B96}" type="parTrans" cxnId="{067520DE-7BA1-4614-90AD-EC26984BCA6E}">
      <dgm:prSet/>
      <dgm:spPr/>
      <dgm:t>
        <a:bodyPr/>
        <a:lstStyle/>
        <a:p>
          <a:endParaRPr lang="en-AU"/>
        </a:p>
      </dgm:t>
    </dgm:pt>
    <dgm:pt modelId="{7B940581-2C17-4304-BA99-94068EE81552}" type="sibTrans" cxnId="{067520DE-7BA1-4614-90AD-EC26984BCA6E}">
      <dgm:prSet/>
      <dgm:spPr/>
      <dgm:t>
        <a:bodyPr/>
        <a:lstStyle/>
        <a:p>
          <a:endParaRPr lang="en-AU"/>
        </a:p>
      </dgm:t>
    </dgm:pt>
    <dgm:pt modelId="{5BC67B52-23FD-43D0-BDDE-2A1751ACE510}">
      <dgm:prSet phldrT="[Text]" phldr="0"/>
      <dgm:spPr>
        <a:solidFill>
          <a:schemeClr val="bg2">
            <a:lumMod val="75000"/>
          </a:schemeClr>
        </a:solidFill>
      </dgm:spPr>
      <dgm:t>
        <a:bodyPr/>
        <a:lstStyle/>
        <a:p>
          <a:r>
            <a:rPr lang="en-AU"/>
            <a:t>Pricing Rules Model</a:t>
          </a:r>
        </a:p>
      </dgm:t>
    </dgm:pt>
    <dgm:pt modelId="{B72FBF70-8E1A-4F24-AD17-11320D232558}" type="parTrans" cxnId="{CF84A294-9670-4ED5-A856-EC12A5637057}">
      <dgm:prSet/>
      <dgm:spPr/>
      <dgm:t>
        <a:bodyPr/>
        <a:lstStyle/>
        <a:p>
          <a:endParaRPr lang="en-AU"/>
        </a:p>
      </dgm:t>
    </dgm:pt>
    <dgm:pt modelId="{7E80A858-63D0-4A1A-8E0D-8EAE47511545}" type="sibTrans" cxnId="{CF84A294-9670-4ED5-A856-EC12A5637057}">
      <dgm:prSet/>
      <dgm:spPr/>
      <dgm:t>
        <a:bodyPr/>
        <a:lstStyle/>
        <a:p>
          <a:endParaRPr lang="en-AU"/>
        </a:p>
      </dgm:t>
    </dgm:pt>
    <dgm:pt modelId="{84299A7F-02C5-4B49-9EA1-9CA5D6E05631}">
      <dgm:prSet phldrT="[Text]" phldr="0"/>
      <dgm:spPr>
        <a:solidFill>
          <a:schemeClr val="bg2">
            <a:lumMod val="75000"/>
          </a:schemeClr>
        </a:solidFill>
      </dgm:spPr>
      <dgm:t>
        <a:bodyPr/>
        <a:lstStyle/>
        <a:p>
          <a:r>
            <a:rPr lang="en-AU"/>
            <a:t>Fee Management Design</a:t>
          </a:r>
        </a:p>
      </dgm:t>
    </dgm:pt>
    <dgm:pt modelId="{8EFC0F4F-CB07-4D99-BF57-011C9F84254D}" type="parTrans" cxnId="{D54BE93D-0095-4E1B-82B5-FF783BFACA2C}">
      <dgm:prSet/>
      <dgm:spPr/>
      <dgm:t>
        <a:bodyPr/>
        <a:lstStyle/>
        <a:p>
          <a:endParaRPr lang="en-AU"/>
        </a:p>
      </dgm:t>
    </dgm:pt>
    <dgm:pt modelId="{4611ABFC-38D2-4B38-A56F-F3022213B526}" type="sibTrans" cxnId="{D54BE93D-0095-4E1B-82B5-FF783BFACA2C}">
      <dgm:prSet/>
      <dgm:spPr/>
      <dgm:t>
        <a:bodyPr/>
        <a:lstStyle/>
        <a:p>
          <a:endParaRPr lang="en-AU"/>
        </a:p>
      </dgm:t>
    </dgm:pt>
    <dgm:pt modelId="{15829F6C-B79C-4AC3-8668-BA9C030767AA}">
      <dgm:prSet phldrT="[Text]" phldr="0"/>
      <dgm:spPr>
        <a:solidFill>
          <a:schemeClr val="bg2">
            <a:lumMod val="75000"/>
          </a:schemeClr>
        </a:solidFill>
      </dgm:spPr>
      <dgm:t>
        <a:bodyPr/>
        <a:lstStyle/>
        <a:p>
          <a:r>
            <a:rPr lang="en-AU"/>
            <a:t>Pricing Engine</a:t>
          </a:r>
        </a:p>
      </dgm:t>
    </dgm:pt>
    <dgm:pt modelId="{9F67CAE4-E92C-417F-AFE7-07BD28D029B6}" type="parTrans" cxnId="{16FFAF47-B3BB-47F5-B943-1A9F6732785D}">
      <dgm:prSet/>
      <dgm:spPr/>
      <dgm:t>
        <a:bodyPr/>
        <a:lstStyle/>
        <a:p>
          <a:endParaRPr lang="en-AU"/>
        </a:p>
      </dgm:t>
    </dgm:pt>
    <dgm:pt modelId="{DE3775BB-C526-4B5E-A3D2-F6C44A5BB8D7}" type="sibTrans" cxnId="{16FFAF47-B3BB-47F5-B943-1A9F6732785D}">
      <dgm:prSet/>
      <dgm:spPr/>
      <dgm:t>
        <a:bodyPr/>
        <a:lstStyle/>
        <a:p>
          <a:endParaRPr lang="en-AU"/>
        </a:p>
      </dgm:t>
    </dgm:pt>
    <dgm:pt modelId="{9F2B3FC3-61DB-4B5C-922E-18663BADF539}">
      <dgm:prSet phldrT="[Text]" phldr="0"/>
      <dgm:spPr>
        <a:solidFill>
          <a:schemeClr val="bg2">
            <a:lumMod val="75000"/>
          </a:schemeClr>
        </a:solidFill>
      </dgm:spPr>
      <dgm:t>
        <a:bodyPr/>
        <a:lstStyle/>
        <a:p>
          <a:r>
            <a:rPr lang="en-AU"/>
            <a:t>Rules Services</a:t>
          </a:r>
        </a:p>
      </dgm:t>
    </dgm:pt>
    <dgm:pt modelId="{2DBDE1C8-F41F-4B3C-AA84-516857A2AE7C}" type="parTrans" cxnId="{BFB66C02-9B9F-4FE7-94D2-8E79255E32C2}">
      <dgm:prSet/>
      <dgm:spPr/>
      <dgm:t>
        <a:bodyPr/>
        <a:lstStyle/>
        <a:p>
          <a:endParaRPr lang="en-AU"/>
        </a:p>
      </dgm:t>
    </dgm:pt>
    <dgm:pt modelId="{81F1FD1C-E1D2-4BFB-B1AE-43D771035DA3}" type="sibTrans" cxnId="{BFB66C02-9B9F-4FE7-94D2-8E79255E32C2}">
      <dgm:prSet/>
      <dgm:spPr/>
      <dgm:t>
        <a:bodyPr/>
        <a:lstStyle/>
        <a:p>
          <a:endParaRPr lang="en-AU"/>
        </a:p>
      </dgm:t>
    </dgm:pt>
    <dgm:pt modelId="{DD8563EF-8D5E-4FD6-BC07-B8003E4327DB}">
      <dgm:prSet phldrT="[Text]" phldr="0"/>
      <dgm:spPr>
        <a:solidFill>
          <a:schemeClr val="bg2">
            <a:lumMod val="75000"/>
          </a:schemeClr>
        </a:solidFill>
      </dgm:spPr>
      <dgm:t>
        <a:bodyPr/>
        <a:lstStyle/>
        <a:p>
          <a:r>
            <a:rPr lang="en-AU"/>
            <a:t>Administrative Procedures</a:t>
          </a:r>
        </a:p>
      </dgm:t>
    </dgm:pt>
    <dgm:pt modelId="{96E27FCF-E628-4E84-96FC-E913BC7BA4DE}" type="parTrans" cxnId="{D385752B-AA03-4C8F-AAA8-D79E0FB8C9EF}">
      <dgm:prSet/>
      <dgm:spPr/>
      <dgm:t>
        <a:bodyPr/>
        <a:lstStyle/>
        <a:p>
          <a:endParaRPr lang="en-AU"/>
        </a:p>
      </dgm:t>
    </dgm:pt>
    <dgm:pt modelId="{2A40E22C-B7B4-4D13-8638-79DDCFEE8D5B}" type="sibTrans" cxnId="{D385752B-AA03-4C8F-AAA8-D79E0FB8C9EF}">
      <dgm:prSet/>
      <dgm:spPr/>
      <dgm:t>
        <a:bodyPr/>
        <a:lstStyle/>
        <a:p>
          <a:endParaRPr lang="en-AU"/>
        </a:p>
      </dgm:t>
    </dgm:pt>
    <dgm:pt modelId="{3C4D4573-00FE-4385-9AB0-35B1A3B99E3A}">
      <dgm:prSet phldrT="[Text]" phldr="0"/>
      <dgm:spPr>
        <a:solidFill>
          <a:schemeClr val="tx2">
            <a:lumMod val="75000"/>
            <a:lumOff val="25000"/>
          </a:schemeClr>
        </a:solidFill>
      </dgm:spPr>
      <dgm:t>
        <a:bodyPr/>
        <a:lstStyle/>
        <a:p>
          <a:r>
            <a:rPr lang="en-AU"/>
            <a:t>Transition</a:t>
          </a:r>
        </a:p>
      </dgm:t>
    </dgm:pt>
    <dgm:pt modelId="{10D25BFA-95D3-49BE-AB7D-E43CD336D1CF}" type="parTrans" cxnId="{4BEBEE66-6717-4772-A5E3-C680EC73A2E2}">
      <dgm:prSet/>
      <dgm:spPr/>
      <dgm:t>
        <a:bodyPr/>
        <a:lstStyle/>
        <a:p>
          <a:endParaRPr lang="en-AU"/>
        </a:p>
      </dgm:t>
    </dgm:pt>
    <dgm:pt modelId="{6FAAFA21-0170-4307-A313-2F29E2AA8431}" type="sibTrans" cxnId="{4BEBEE66-6717-4772-A5E3-C680EC73A2E2}">
      <dgm:prSet/>
      <dgm:spPr/>
      <dgm:t>
        <a:bodyPr/>
        <a:lstStyle/>
        <a:p>
          <a:endParaRPr lang="en-AU"/>
        </a:p>
      </dgm:t>
    </dgm:pt>
    <dgm:pt modelId="{3AE023C7-59F1-46C1-A58D-6539FF08421A}">
      <dgm:prSet phldrT="[Text]" phldr="0"/>
      <dgm:spPr>
        <a:solidFill>
          <a:schemeClr val="bg2">
            <a:lumMod val="75000"/>
          </a:schemeClr>
        </a:solidFill>
      </dgm:spPr>
      <dgm:t>
        <a:bodyPr/>
        <a:lstStyle/>
        <a:p>
          <a:r>
            <a:rPr lang="en-AU"/>
            <a:t>Business Need Assessment</a:t>
          </a:r>
        </a:p>
      </dgm:t>
    </dgm:pt>
    <dgm:pt modelId="{CA1BCE5D-6FD8-44EE-B583-7F8291340239}" type="parTrans" cxnId="{FF885D32-4DB7-49C0-B6E1-F8F3D32D6E28}">
      <dgm:prSet/>
      <dgm:spPr/>
      <dgm:t>
        <a:bodyPr/>
        <a:lstStyle/>
        <a:p>
          <a:endParaRPr lang="en-AU"/>
        </a:p>
      </dgm:t>
    </dgm:pt>
    <dgm:pt modelId="{C490ACD3-456C-423A-B3FC-107283190B1C}" type="sibTrans" cxnId="{FF885D32-4DB7-49C0-B6E1-F8F3D32D6E28}">
      <dgm:prSet/>
      <dgm:spPr/>
      <dgm:t>
        <a:bodyPr/>
        <a:lstStyle/>
        <a:p>
          <a:endParaRPr lang="en-AU"/>
        </a:p>
      </dgm:t>
    </dgm:pt>
    <dgm:pt modelId="{19A5F091-320E-41CF-A2EE-E592463A8CD2}">
      <dgm:prSet phldrT="[Text]" phldr="0"/>
      <dgm:spPr>
        <a:solidFill>
          <a:schemeClr val="bg2">
            <a:lumMod val="75000"/>
          </a:schemeClr>
        </a:solidFill>
      </dgm:spPr>
      <dgm:t>
        <a:bodyPr/>
        <a:lstStyle/>
        <a:p>
          <a:r>
            <a:rPr lang="en-AU"/>
            <a:t>Feasibility Assessment</a:t>
          </a:r>
        </a:p>
      </dgm:t>
    </dgm:pt>
    <dgm:pt modelId="{E4B1343E-423B-4C66-91A4-3B532FE93BED}" type="parTrans" cxnId="{BCF5E624-111D-4AB1-BE4F-3FC27341601B}">
      <dgm:prSet/>
      <dgm:spPr/>
      <dgm:t>
        <a:bodyPr/>
        <a:lstStyle/>
        <a:p>
          <a:endParaRPr lang="en-AU"/>
        </a:p>
      </dgm:t>
    </dgm:pt>
    <dgm:pt modelId="{C6056351-96C9-4A7A-91B2-797AD0AA5D1B}" type="sibTrans" cxnId="{BCF5E624-111D-4AB1-BE4F-3FC27341601B}">
      <dgm:prSet/>
      <dgm:spPr/>
      <dgm:t>
        <a:bodyPr/>
        <a:lstStyle/>
        <a:p>
          <a:endParaRPr lang="en-AU"/>
        </a:p>
      </dgm:t>
    </dgm:pt>
    <dgm:pt modelId="{3D98A34E-0254-40BD-AAD3-2B4009B13A81}">
      <dgm:prSet phldrT="[Text]" phldr="0"/>
      <dgm:spPr>
        <a:solidFill>
          <a:schemeClr val="bg2">
            <a:lumMod val="75000"/>
          </a:schemeClr>
        </a:solidFill>
      </dgm:spPr>
      <dgm:t>
        <a:bodyPr/>
        <a:lstStyle/>
        <a:p>
          <a:r>
            <a:rPr lang="en-AU"/>
            <a:t>PoC Design</a:t>
          </a:r>
        </a:p>
      </dgm:t>
    </dgm:pt>
    <dgm:pt modelId="{CDEB6513-51BE-4382-BDCF-A5F9FB314DA0}" type="parTrans" cxnId="{8D4C1717-8C11-4369-B2BD-73BC9659EA42}">
      <dgm:prSet/>
      <dgm:spPr/>
      <dgm:t>
        <a:bodyPr/>
        <a:lstStyle/>
        <a:p>
          <a:endParaRPr lang="en-AU"/>
        </a:p>
      </dgm:t>
    </dgm:pt>
    <dgm:pt modelId="{A2DCD116-DAF2-4813-BD3C-B5BA08A94FD6}" type="sibTrans" cxnId="{8D4C1717-8C11-4369-B2BD-73BC9659EA42}">
      <dgm:prSet/>
      <dgm:spPr/>
      <dgm:t>
        <a:bodyPr/>
        <a:lstStyle/>
        <a:p>
          <a:endParaRPr lang="en-AU"/>
        </a:p>
      </dgm:t>
    </dgm:pt>
    <dgm:pt modelId="{F3D3C862-32B3-48DB-855E-F0D17B875E57}">
      <dgm:prSet phldrT="[Text]" phldr="0"/>
      <dgm:spPr>
        <a:solidFill>
          <a:schemeClr val="bg2">
            <a:lumMod val="75000"/>
          </a:schemeClr>
        </a:solidFill>
      </dgm:spPr>
      <dgm:t>
        <a:bodyPr/>
        <a:lstStyle/>
        <a:p>
          <a:r>
            <a:rPr lang="en-AU"/>
            <a:t>Quote Tool Prototype</a:t>
          </a:r>
        </a:p>
      </dgm:t>
    </dgm:pt>
    <dgm:pt modelId="{F5018B2D-9C90-46EB-B2A3-FAE5DAC49F3A}" type="parTrans" cxnId="{7404A8B0-EDD9-40BB-89D6-3E9F35DEA4E0}">
      <dgm:prSet/>
      <dgm:spPr/>
      <dgm:t>
        <a:bodyPr/>
        <a:lstStyle/>
        <a:p>
          <a:endParaRPr lang="en-AU"/>
        </a:p>
      </dgm:t>
    </dgm:pt>
    <dgm:pt modelId="{2AB52093-D58E-4647-805B-549C890DBA47}" type="sibTrans" cxnId="{7404A8B0-EDD9-40BB-89D6-3E9F35DEA4E0}">
      <dgm:prSet/>
      <dgm:spPr/>
      <dgm:t>
        <a:bodyPr/>
        <a:lstStyle/>
        <a:p>
          <a:endParaRPr lang="en-AU"/>
        </a:p>
      </dgm:t>
    </dgm:pt>
    <dgm:pt modelId="{DD019138-C359-494D-98ED-347B0105B949}">
      <dgm:prSet phldrT="[Text]" phldr="0"/>
      <dgm:spPr>
        <a:solidFill>
          <a:schemeClr val="bg2">
            <a:lumMod val="75000"/>
          </a:schemeClr>
        </a:solidFill>
      </dgm:spPr>
      <dgm:t>
        <a:bodyPr/>
        <a:lstStyle/>
        <a:p>
          <a:r>
            <a:rPr lang="en-AU"/>
            <a:t>Evaluation Metrics</a:t>
          </a:r>
        </a:p>
      </dgm:t>
    </dgm:pt>
    <dgm:pt modelId="{2D161398-42D5-4C73-B54E-213F219956E3}" type="parTrans" cxnId="{5650AEDC-F807-4B81-B95A-049D40A627EA}">
      <dgm:prSet/>
      <dgm:spPr/>
      <dgm:t>
        <a:bodyPr/>
        <a:lstStyle/>
        <a:p>
          <a:endParaRPr lang="en-AU"/>
        </a:p>
      </dgm:t>
    </dgm:pt>
    <dgm:pt modelId="{1C295444-0813-4175-80DD-8A3993533D9B}" type="sibTrans" cxnId="{5650AEDC-F807-4B81-B95A-049D40A627EA}">
      <dgm:prSet/>
      <dgm:spPr/>
      <dgm:t>
        <a:bodyPr/>
        <a:lstStyle/>
        <a:p>
          <a:endParaRPr lang="en-AU"/>
        </a:p>
      </dgm:t>
    </dgm:pt>
    <dgm:pt modelId="{2B7A2AF4-8948-4079-A7B3-2708D37C20EA}">
      <dgm:prSet phldrT="[Text]" phldr="0"/>
      <dgm:spPr>
        <a:solidFill>
          <a:schemeClr val="bg2">
            <a:lumMod val="75000"/>
          </a:schemeClr>
        </a:solidFill>
      </dgm:spPr>
      <dgm:t>
        <a:bodyPr/>
        <a:lstStyle/>
        <a:p>
          <a:r>
            <a:rPr lang="en-AU" dirty="0"/>
            <a:t>Recommendation Report</a:t>
          </a:r>
        </a:p>
      </dgm:t>
    </dgm:pt>
    <dgm:pt modelId="{451590DA-2CEC-4D80-A8A1-1037149B1796}" type="parTrans" cxnId="{A6C515D2-B4DB-4DD7-874D-B06FBA544E75}">
      <dgm:prSet/>
      <dgm:spPr/>
      <dgm:t>
        <a:bodyPr/>
        <a:lstStyle/>
        <a:p>
          <a:endParaRPr lang="en-AU"/>
        </a:p>
      </dgm:t>
    </dgm:pt>
    <dgm:pt modelId="{95442638-25BB-4592-831D-0191AB737D13}" type="sibTrans" cxnId="{A6C515D2-B4DB-4DD7-874D-B06FBA544E75}">
      <dgm:prSet/>
      <dgm:spPr/>
      <dgm:t>
        <a:bodyPr/>
        <a:lstStyle/>
        <a:p>
          <a:endParaRPr lang="en-AU"/>
        </a:p>
      </dgm:t>
    </dgm:pt>
    <dgm:pt modelId="{CE01B670-1EEA-4848-90D3-DFD1C7C7F55F}" type="pres">
      <dgm:prSet presAssocID="{DBEA68D6-E158-4934-BAF2-CD3B153353BA}" presName="hierChild1" presStyleCnt="0">
        <dgm:presLayoutVars>
          <dgm:orgChart val="1"/>
          <dgm:chPref val="1"/>
          <dgm:dir/>
          <dgm:animOne val="branch"/>
          <dgm:animLvl val="lvl"/>
          <dgm:resizeHandles/>
        </dgm:presLayoutVars>
      </dgm:prSet>
      <dgm:spPr/>
    </dgm:pt>
    <dgm:pt modelId="{3AF247A6-5907-446E-AA6F-4BAC28FD9F2C}" type="pres">
      <dgm:prSet presAssocID="{10A0EA3D-3AD4-4A16-AC66-3525B6400D15}" presName="hierRoot1" presStyleCnt="0">
        <dgm:presLayoutVars>
          <dgm:hierBranch val="init"/>
        </dgm:presLayoutVars>
      </dgm:prSet>
      <dgm:spPr/>
    </dgm:pt>
    <dgm:pt modelId="{FB8CCF8C-63A8-4B00-B8C6-A24AC6552628}" type="pres">
      <dgm:prSet presAssocID="{10A0EA3D-3AD4-4A16-AC66-3525B6400D15}" presName="rootComposite1" presStyleCnt="0"/>
      <dgm:spPr/>
    </dgm:pt>
    <dgm:pt modelId="{248530AC-F178-403E-A897-42E299E5ED21}" type="pres">
      <dgm:prSet presAssocID="{10A0EA3D-3AD4-4A16-AC66-3525B6400D15}" presName="rootText1" presStyleLbl="node0" presStyleIdx="0" presStyleCnt="1" custScaleX="2000000" custScaleY="315689">
        <dgm:presLayoutVars>
          <dgm:chPref val="3"/>
        </dgm:presLayoutVars>
      </dgm:prSet>
      <dgm:spPr/>
    </dgm:pt>
    <dgm:pt modelId="{BD047E60-9F9C-4B43-B9EF-1A7F5A8327BA}" type="pres">
      <dgm:prSet presAssocID="{10A0EA3D-3AD4-4A16-AC66-3525B6400D15}" presName="rootConnector1" presStyleLbl="node1" presStyleIdx="0" presStyleCnt="0"/>
      <dgm:spPr/>
    </dgm:pt>
    <dgm:pt modelId="{9098D234-D388-4106-B539-B7C38DD6D81C}" type="pres">
      <dgm:prSet presAssocID="{10A0EA3D-3AD4-4A16-AC66-3525B6400D15}" presName="hierChild2" presStyleCnt="0"/>
      <dgm:spPr/>
    </dgm:pt>
    <dgm:pt modelId="{A6E2B9B1-B808-4C3E-9CA4-FDBFEB7C6E12}" type="pres">
      <dgm:prSet presAssocID="{691118F6-AAF5-40E0-AD6D-235FADC018C0}" presName="Name37" presStyleLbl="parChTrans1D2" presStyleIdx="0" presStyleCnt="7"/>
      <dgm:spPr/>
    </dgm:pt>
    <dgm:pt modelId="{842694ED-63FE-41F5-8205-A2D2ED7AB622}" type="pres">
      <dgm:prSet presAssocID="{92162928-B373-4802-B988-4C318FAE4B4C}" presName="hierRoot2" presStyleCnt="0">
        <dgm:presLayoutVars>
          <dgm:hierBranch val="init"/>
        </dgm:presLayoutVars>
      </dgm:prSet>
      <dgm:spPr/>
    </dgm:pt>
    <dgm:pt modelId="{156B7B81-9C4B-4435-88FA-61CD1E94F7AC}" type="pres">
      <dgm:prSet presAssocID="{92162928-B373-4802-B988-4C318FAE4B4C}" presName="rootComposite" presStyleCnt="0"/>
      <dgm:spPr/>
    </dgm:pt>
    <dgm:pt modelId="{E053A169-9C0A-4979-A9C3-739101C47B4F}" type="pres">
      <dgm:prSet presAssocID="{92162928-B373-4802-B988-4C318FAE4B4C}" presName="rootText" presStyleLbl="node2" presStyleIdx="0" presStyleCnt="7" custScaleX="460458">
        <dgm:presLayoutVars>
          <dgm:chPref val="3"/>
        </dgm:presLayoutVars>
      </dgm:prSet>
      <dgm:spPr/>
    </dgm:pt>
    <dgm:pt modelId="{38710617-AD94-492E-877A-67DEA8A29246}" type="pres">
      <dgm:prSet presAssocID="{92162928-B373-4802-B988-4C318FAE4B4C}" presName="rootConnector" presStyleLbl="node2" presStyleIdx="0" presStyleCnt="7"/>
      <dgm:spPr/>
    </dgm:pt>
    <dgm:pt modelId="{EE25FEE9-C0A4-43A3-BC29-09C1DC02735B}" type="pres">
      <dgm:prSet presAssocID="{92162928-B373-4802-B988-4C318FAE4B4C}" presName="hierChild4" presStyleCnt="0"/>
      <dgm:spPr/>
    </dgm:pt>
    <dgm:pt modelId="{7F6FAB1A-4F3F-496B-8FC9-2E055A58212C}" type="pres">
      <dgm:prSet presAssocID="{BB354D1A-632D-4ACE-9574-63C8F0C477B2}" presName="Name37" presStyleLbl="parChTrans1D3" presStyleIdx="0" presStyleCnt="28"/>
      <dgm:spPr/>
    </dgm:pt>
    <dgm:pt modelId="{6276573E-B9EF-4349-BEB6-8BD8F11905B6}" type="pres">
      <dgm:prSet presAssocID="{94D8149F-554D-4003-9716-5C9D44722F38}" presName="hierRoot2" presStyleCnt="0">
        <dgm:presLayoutVars>
          <dgm:hierBranch val="init"/>
        </dgm:presLayoutVars>
      </dgm:prSet>
      <dgm:spPr/>
    </dgm:pt>
    <dgm:pt modelId="{6421B715-2D01-4962-B1A8-41912B699B13}" type="pres">
      <dgm:prSet presAssocID="{94D8149F-554D-4003-9716-5C9D44722F38}" presName="rootComposite" presStyleCnt="0"/>
      <dgm:spPr/>
    </dgm:pt>
    <dgm:pt modelId="{25EDA822-2740-427F-B2EB-05B204FDD260}" type="pres">
      <dgm:prSet presAssocID="{94D8149F-554D-4003-9716-5C9D44722F38}" presName="rootText" presStyleLbl="node3" presStyleIdx="0" presStyleCnt="28">
        <dgm:presLayoutVars>
          <dgm:chPref val="3"/>
        </dgm:presLayoutVars>
      </dgm:prSet>
      <dgm:spPr/>
    </dgm:pt>
    <dgm:pt modelId="{68FC91E5-C49C-41BF-B024-7CA098363A02}" type="pres">
      <dgm:prSet presAssocID="{94D8149F-554D-4003-9716-5C9D44722F38}" presName="rootConnector" presStyleLbl="node3" presStyleIdx="0" presStyleCnt="28"/>
      <dgm:spPr/>
    </dgm:pt>
    <dgm:pt modelId="{44961601-153D-4690-9479-23CE4DE5CB8B}" type="pres">
      <dgm:prSet presAssocID="{94D8149F-554D-4003-9716-5C9D44722F38}" presName="hierChild4" presStyleCnt="0"/>
      <dgm:spPr/>
    </dgm:pt>
    <dgm:pt modelId="{754F407F-64FE-425E-8E48-9E048CAC56A2}" type="pres">
      <dgm:prSet presAssocID="{80C7AF33-D89E-48D1-8E9A-451DAB3C2A5D}" presName="Name37" presStyleLbl="parChTrans1D4" presStyleIdx="0" presStyleCnt="61"/>
      <dgm:spPr/>
    </dgm:pt>
    <dgm:pt modelId="{3E560495-16C8-479A-B23E-AE9EA1C96B1E}" type="pres">
      <dgm:prSet presAssocID="{3141B2B4-F29F-4A1A-8F46-FBB2ED53EBF3}" presName="hierRoot2" presStyleCnt="0">
        <dgm:presLayoutVars>
          <dgm:hierBranch val="init"/>
        </dgm:presLayoutVars>
      </dgm:prSet>
      <dgm:spPr/>
    </dgm:pt>
    <dgm:pt modelId="{A06592D9-23CC-4926-ADA6-AAAC7A9C34D2}" type="pres">
      <dgm:prSet presAssocID="{3141B2B4-F29F-4A1A-8F46-FBB2ED53EBF3}" presName="rootComposite" presStyleCnt="0"/>
      <dgm:spPr/>
    </dgm:pt>
    <dgm:pt modelId="{8DDAFCC4-1D6F-4569-AF27-B53D9DE660BF}" type="pres">
      <dgm:prSet presAssocID="{3141B2B4-F29F-4A1A-8F46-FBB2ED53EBF3}" presName="rootText" presStyleLbl="node4" presStyleIdx="0" presStyleCnt="61">
        <dgm:presLayoutVars>
          <dgm:chPref val="3"/>
        </dgm:presLayoutVars>
      </dgm:prSet>
      <dgm:spPr/>
    </dgm:pt>
    <dgm:pt modelId="{9ECDA0F2-6C11-4071-B562-84EAFB8B40C1}" type="pres">
      <dgm:prSet presAssocID="{3141B2B4-F29F-4A1A-8F46-FBB2ED53EBF3}" presName="rootConnector" presStyleLbl="node4" presStyleIdx="0" presStyleCnt="61"/>
      <dgm:spPr/>
    </dgm:pt>
    <dgm:pt modelId="{866F5080-6D81-4E13-9950-6C91F3CE2FD6}" type="pres">
      <dgm:prSet presAssocID="{3141B2B4-F29F-4A1A-8F46-FBB2ED53EBF3}" presName="hierChild4" presStyleCnt="0"/>
      <dgm:spPr/>
    </dgm:pt>
    <dgm:pt modelId="{3A29ABEF-6BFC-410F-BA8D-C033FDFD23DF}" type="pres">
      <dgm:prSet presAssocID="{3141B2B4-F29F-4A1A-8F46-FBB2ED53EBF3}" presName="hierChild5" presStyleCnt="0"/>
      <dgm:spPr/>
    </dgm:pt>
    <dgm:pt modelId="{92688EC5-8553-470C-9855-A32AF2C57E8C}" type="pres">
      <dgm:prSet presAssocID="{3C0FD429-BE79-4BDB-B554-8E9C181E8F47}" presName="Name37" presStyleLbl="parChTrans1D4" presStyleIdx="1" presStyleCnt="61"/>
      <dgm:spPr/>
    </dgm:pt>
    <dgm:pt modelId="{31B61349-49DB-421D-AFEA-CF6A364F7C2A}" type="pres">
      <dgm:prSet presAssocID="{2A0320ED-61B0-487C-8F25-E84F9B0A7CF5}" presName="hierRoot2" presStyleCnt="0">
        <dgm:presLayoutVars>
          <dgm:hierBranch val="init"/>
        </dgm:presLayoutVars>
      </dgm:prSet>
      <dgm:spPr/>
    </dgm:pt>
    <dgm:pt modelId="{53C8E28E-F199-4A54-9BF0-D0858AD1570D}" type="pres">
      <dgm:prSet presAssocID="{2A0320ED-61B0-487C-8F25-E84F9B0A7CF5}" presName="rootComposite" presStyleCnt="0"/>
      <dgm:spPr/>
    </dgm:pt>
    <dgm:pt modelId="{91BA2BA9-DBFA-4D81-B1AD-2995A56974E9}" type="pres">
      <dgm:prSet presAssocID="{2A0320ED-61B0-487C-8F25-E84F9B0A7CF5}" presName="rootText" presStyleLbl="node4" presStyleIdx="1" presStyleCnt="61">
        <dgm:presLayoutVars>
          <dgm:chPref val="3"/>
        </dgm:presLayoutVars>
      </dgm:prSet>
      <dgm:spPr/>
    </dgm:pt>
    <dgm:pt modelId="{2CFB5806-69C3-4271-965C-3B6C20120C8D}" type="pres">
      <dgm:prSet presAssocID="{2A0320ED-61B0-487C-8F25-E84F9B0A7CF5}" presName="rootConnector" presStyleLbl="node4" presStyleIdx="1" presStyleCnt="61"/>
      <dgm:spPr/>
    </dgm:pt>
    <dgm:pt modelId="{07ED79A9-FFC2-450E-AE4D-00BBAC60A8BF}" type="pres">
      <dgm:prSet presAssocID="{2A0320ED-61B0-487C-8F25-E84F9B0A7CF5}" presName="hierChild4" presStyleCnt="0"/>
      <dgm:spPr/>
    </dgm:pt>
    <dgm:pt modelId="{CA137874-775D-4655-8B61-E35827CB9614}" type="pres">
      <dgm:prSet presAssocID="{2A0320ED-61B0-487C-8F25-E84F9B0A7CF5}" presName="hierChild5" presStyleCnt="0"/>
      <dgm:spPr/>
    </dgm:pt>
    <dgm:pt modelId="{A9BECE89-7409-46B8-A154-D3B00822D466}" type="pres">
      <dgm:prSet presAssocID="{E2E6DF79-7425-48CA-8809-6E1BCAF95692}" presName="Name37" presStyleLbl="parChTrans1D4" presStyleIdx="2" presStyleCnt="61"/>
      <dgm:spPr/>
    </dgm:pt>
    <dgm:pt modelId="{0964DFC7-7E15-4A61-9497-872CE95AF997}" type="pres">
      <dgm:prSet presAssocID="{5DD4F1D4-186A-4A95-B41A-17DDDE2D9B8F}" presName="hierRoot2" presStyleCnt="0">
        <dgm:presLayoutVars>
          <dgm:hierBranch val="init"/>
        </dgm:presLayoutVars>
      </dgm:prSet>
      <dgm:spPr/>
    </dgm:pt>
    <dgm:pt modelId="{1B867430-1BBC-436B-939E-B3148EBD205E}" type="pres">
      <dgm:prSet presAssocID="{5DD4F1D4-186A-4A95-B41A-17DDDE2D9B8F}" presName="rootComposite" presStyleCnt="0"/>
      <dgm:spPr/>
    </dgm:pt>
    <dgm:pt modelId="{5C5C6605-4B53-4F0A-990A-111AC7BC0A66}" type="pres">
      <dgm:prSet presAssocID="{5DD4F1D4-186A-4A95-B41A-17DDDE2D9B8F}" presName="rootText" presStyleLbl="node4" presStyleIdx="2" presStyleCnt="61" custScaleX="124524" custScaleY="282651">
        <dgm:presLayoutVars>
          <dgm:chPref val="3"/>
        </dgm:presLayoutVars>
      </dgm:prSet>
      <dgm:spPr/>
    </dgm:pt>
    <dgm:pt modelId="{B741AB0E-1EF5-45CA-99ED-B018D16E3EFD}" type="pres">
      <dgm:prSet presAssocID="{5DD4F1D4-186A-4A95-B41A-17DDDE2D9B8F}" presName="rootConnector" presStyleLbl="node4" presStyleIdx="2" presStyleCnt="61"/>
      <dgm:spPr/>
    </dgm:pt>
    <dgm:pt modelId="{22433A1B-8536-4B9E-9BAC-25DCC984043D}" type="pres">
      <dgm:prSet presAssocID="{5DD4F1D4-186A-4A95-B41A-17DDDE2D9B8F}" presName="hierChild4" presStyleCnt="0"/>
      <dgm:spPr/>
    </dgm:pt>
    <dgm:pt modelId="{066AB78E-FF70-4467-B38E-B74344BFCB85}" type="pres">
      <dgm:prSet presAssocID="{5DD4F1D4-186A-4A95-B41A-17DDDE2D9B8F}" presName="hierChild5" presStyleCnt="0"/>
      <dgm:spPr/>
    </dgm:pt>
    <dgm:pt modelId="{7DDCC140-DBB8-44D0-8F46-29ECBA5F1359}" type="pres">
      <dgm:prSet presAssocID="{94D8149F-554D-4003-9716-5C9D44722F38}" presName="hierChild5" presStyleCnt="0"/>
      <dgm:spPr/>
    </dgm:pt>
    <dgm:pt modelId="{DBAD3D67-73EA-47EE-8B7D-B405F9600C71}" type="pres">
      <dgm:prSet presAssocID="{3BBD5B69-7611-4112-9281-2EA43AE372F4}" presName="Name37" presStyleLbl="parChTrans1D3" presStyleIdx="1" presStyleCnt="28"/>
      <dgm:spPr/>
    </dgm:pt>
    <dgm:pt modelId="{BEECF0AD-4B54-4BEF-A356-903B3D6FC8FB}" type="pres">
      <dgm:prSet presAssocID="{EA7F307C-CC0C-4FC9-A82E-FF09A7E600A5}" presName="hierRoot2" presStyleCnt="0">
        <dgm:presLayoutVars>
          <dgm:hierBranch val="init"/>
        </dgm:presLayoutVars>
      </dgm:prSet>
      <dgm:spPr/>
    </dgm:pt>
    <dgm:pt modelId="{DD710259-D2A9-4128-B134-289B0C57E028}" type="pres">
      <dgm:prSet presAssocID="{EA7F307C-CC0C-4FC9-A82E-FF09A7E600A5}" presName="rootComposite" presStyleCnt="0"/>
      <dgm:spPr/>
    </dgm:pt>
    <dgm:pt modelId="{0E49DEDC-2F21-4D10-8473-7AFFF426254E}" type="pres">
      <dgm:prSet presAssocID="{EA7F307C-CC0C-4FC9-A82E-FF09A7E600A5}" presName="rootText" presStyleLbl="node3" presStyleIdx="1" presStyleCnt="28">
        <dgm:presLayoutVars>
          <dgm:chPref val="3"/>
        </dgm:presLayoutVars>
      </dgm:prSet>
      <dgm:spPr/>
    </dgm:pt>
    <dgm:pt modelId="{3BB94C45-32A7-40D6-8416-738B05FC886C}" type="pres">
      <dgm:prSet presAssocID="{EA7F307C-CC0C-4FC9-A82E-FF09A7E600A5}" presName="rootConnector" presStyleLbl="node3" presStyleIdx="1" presStyleCnt="28"/>
      <dgm:spPr/>
    </dgm:pt>
    <dgm:pt modelId="{EC152C44-D568-48CB-99ED-A92737C036EF}" type="pres">
      <dgm:prSet presAssocID="{EA7F307C-CC0C-4FC9-A82E-FF09A7E600A5}" presName="hierChild4" presStyleCnt="0"/>
      <dgm:spPr/>
    </dgm:pt>
    <dgm:pt modelId="{98CAAE57-CF3C-4401-9F2D-94B6A659D078}" type="pres">
      <dgm:prSet presAssocID="{6351F46C-3CF4-40AA-918C-6581CAF0CF86}" presName="Name37" presStyleLbl="parChTrans1D4" presStyleIdx="3" presStyleCnt="61"/>
      <dgm:spPr/>
    </dgm:pt>
    <dgm:pt modelId="{63DDB1D1-A069-43C8-8D9B-5039FE194B70}" type="pres">
      <dgm:prSet presAssocID="{AFEA2FF0-0667-45C1-994F-B48DF55B89D9}" presName="hierRoot2" presStyleCnt="0">
        <dgm:presLayoutVars>
          <dgm:hierBranch val="init"/>
        </dgm:presLayoutVars>
      </dgm:prSet>
      <dgm:spPr/>
    </dgm:pt>
    <dgm:pt modelId="{474F9E2A-FFA0-415B-882F-CC85FD70B6D4}" type="pres">
      <dgm:prSet presAssocID="{AFEA2FF0-0667-45C1-994F-B48DF55B89D9}" presName="rootComposite" presStyleCnt="0"/>
      <dgm:spPr/>
    </dgm:pt>
    <dgm:pt modelId="{8DD2836F-1A91-4A56-92CD-F5130CF0875C}" type="pres">
      <dgm:prSet presAssocID="{AFEA2FF0-0667-45C1-994F-B48DF55B89D9}" presName="rootText" presStyleLbl="node4" presStyleIdx="3" presStyleCnt="61">
        <dgm:presLayoutVars>
          <dgm:chPref val="3"/>
        </dgm:presLayoutVars>
      </dgm:prSet>
      <dgm:spPr/>
    </dgm:pt>
    <dgm:pt modelId="{69680318-E916-47EB-8BE1-7553D59CAAE6}" type="pres">
      <dgm:prSet presAssocID="{AFEA2FF0-0667-45C1-994F-B48DF55B89D9}" presName="rootConnector" presStyleLbl="node4" presStyleIdx="3" presStyleCnt="61"/>
      <dgm:spPr/>
    </dgm:pt>
    <dgm:pt modelId="{FAB9FDE5-7134-4B0C-A102-058EE36D2E28}" type="pres">
      <dgm:prSet presAssocID="{AFEA2FF0-0667-45C1-994F-B48DF55B89D9}" presName="hierChild4" presStyleCnt="0"/>
      <dgm:spPr/>
    </dgm:pt>
    <dgm:pt modelId="{BB207D8D-4926-49C7-8DF0-80C177232024}" type="pres">
      <dgm:prSet presAssocID="{AFEA2FF0-0667-45C1-994F-B48DF55B89D9}" presName="hierChild5" presStyleCnt="0"/>
      <dgm:spPr/>
    </dgm:pt>
    <dgm:pt modelId="{E8EB28F7-9209-4944-9937-D01B567BC438}" type="pres">
      <dgm:prSet presAssocID="{0D71902D-9D4E-4FBD-AB5E-E2E44BA3F273}" presName="Name37" presStyleLbl="parChTrans1D4" presStyleIdx="4" presStyleCnt="61"/>
      <dgm:spPr/>
    </dgm:pt>
    <dgm:pt modelId="{1B1FD471-BAAB-4D2C-991A-E738586BE5D5}" type="pres">
      <dgm:prSet presAssocID="{22449987-8025-4B77-8DBC-2091467CAE53}" presName="hierRoot2" presStyleCnt="0">
        <dgm:presLayoutVars>
          <dgm:hierBranch val="init"/>
        </dgm:presLayoutVars>
      </dgm:prSet>
      <dgm:spPr/>
    </dgm:pt>
    <dgm:pt modelId="{DA8CAD8F-BEB9-4C86-8F2F-9F1E8594C4CB}" type="pres">
      <dgm:prSet presAssocID="{22449987-8025-4B77-8DBC-2091467CAE53}" presName="rootComposite" presStyleCnt="0"/>
      <dgm:spPr/>
    </dgm:pt>
    <dgm:pt modelId="{D9DEFA6F-50D7-42A0-8010-448A962F1AD9}" type="pres">
      <dgm:prSet presAssocID="{22449987-8025-4B77-8DBC-2091467CAE53}" presName="rootText" presStyleLbl="node4" presStyleIdx="4" presStyleCnt="61">
        <dgm:presLayoutVars>
          <dgm:chPref val="3"/>
        </dgm:presLayoutVars>
      </dgm:prSet>
      <dgm:spPr/>
    </dgm:pt>
    <dgm:pt modelId="{100E626E-0858-470F-8EAC-9A8793F561CD}" type="pres">
      <dgm:prSet presAssocID="{22449987-8025-4B77-8DBC-2091467CAE53}" presName="rootConnector" presStyleLbl="node4" presStyleIdx="4" presStyleCnt="61"/>
      <dgm:spPr/>
    </dgm:pt>
    <dgm:pt modelId="{4D51235B-0717-4479-ADEB-C8BF9017FB53}" type="pres">
      <dgm:prSet presAssocID="{22449987-8025-4B77-8DBC-2091467CAE53}" presName="hierChild4" presStyleCnt="0"/>
      <dgm:spPr/>
    </dgm:pt>
    <dgm:pt modelId="{07A0AE88-16B5-41A7-BF6E-7D8B6DD34E1F}" type="pres">
      <dgm:prSet presAssocID="{22449987-8025-4B77-8DBC-2091467CAE53}" presName="hierChild5" presStyleCnt="0"/>
      <dgm:spPr/>
    </dgm:pt>
    <dgm:pt modelId="{606CAFCE-0163-4972-9A57-4F02D4D06DEF}" type="pres">
      <dgm:prSet presAssocID="{EA7F307C-CC0C-4FC9-A82E-FF09A7E600A5}" presName="hierChild5" presStyleCnt="0"/>
      <dgm:spPr/>
    </dgm:pt>
    <dgm:pt modelId="{43E7B4AF-AB68-40CC-83C4-A0123A584FAF}" type="pres">
      <dgm:prSet presAssocID="{FE9998EC-E4DE-43E7-A696-2DDB5369B0CC}" presName="Name37" presStyleLbl="parChTrans1D3" presStyleIdx="2" presStyleCnt="28"/>
      <dgm:spPr/>
    </dgm:pt>
    <dgm:pt modelId="{55AABA33-62AC-4505-80F1-EB3BA6E711EC}" type="pres">
      <dgm:prSet presAssocID="{F22492A6-BD29-4EE2-BA99-C6A9457F85FD}" presName="hierRoot2" presStyleCnt="0">
        <dgm:presLayoutVars>
          <dgm:hierBranch val="init"/>
        </dgm:presLayoutVars>
      </dgm:prSet>
      <dgm:spPr/>
    </dgm:pt>
    <dgm:pt modelId="{B1E591D9-1C83-4ED9-8385-39C5ED7F2043}" type="pres">
      <dgm:prSet presAssocID="{F22492A6-BD29-4EE2-BA99-C6A9457F85FD}" presName="rootComposite" presStyleCnt="0"/>
      <dgm:spPr/>
    </dgm:pt>
    <dgm:pt modelId="{A72B1B77-EA95-4552-ACDE-4E1891BD48DB}" type="pres">
      <dgm:prSet presAssocID="{F22492A6-BD29-4EE2-BA99-C6A9457F85FD}" presName="rootText" presStyleLbl="node3" presStyleIdx="2" presStyleCnt="28">
        <dgm:presLayoutVars>
          <dgm:chPref val="3"/>
        </dgm:presLayoutVars>
      </dgm:prSet>
      <dgm:spPr/>
    </dgm:pt>
    <dgm:pt modelId="{DD49756B-F967-468A-96A6-15ED37397F93}" type="pres">
      <dgm:prSet presAssocID="{F22492A6-BD29-4EE2-BA99-C6A9457F85FD}" presName="rootConnector" presStyleLbl="node3" presStyleIdx="2" presStyleCnt="28"/>
      <dgm:spPr/>
    </dgm:pt>
    <dgm:pt modelId="{DE7029B6-2482-4498-9419-90AE1B7D915F}" type="pres">
      <dgm:prSet presAssocID="{F22492A6-BD29-4EE2-BA99-C6A9457F85FD}" presName="hierChild4" presStyleCnt="0"/>
      <dgm:spPr/>
    </dgm:pt>
    <dgm:pt modelId="{3942E30A-3B69-4E09-81CA-004E0B5811D8}" type="pres">
      <dgm:prSet presAssocID="{2AB94B77-E2A0-496B-9A71-CBD395F8A1D1}" presName="Name37" presStyleLbl="parChTrans1D4" presStyleIdx="5" presStyleCnt="61"/>
      <dgm:spPr/>
    </dgm:pt>
    <dgm:pt modelId="{4720F427-6B7F-4EC7-8B4A-82A2CB6ABE12}" type="pres">
      <dgm:prSet presAssocID="{EFFEBE65-0D7E-4CFE-B6A2-347B4DCFE3F7}" presName="hierRoot2" presStyleCnt="0">
        <dgm:presLayoutVars>
          <dgm:hierBranch val="init"/>
        </dgm:presLayoutVars>
      </dgm:prSet>
      <dgm:spPr/>
    </dgm:pt>
    <dgm:pt modelId="{03F1D9BD-9519-4AA5-866A-5D0EA37506D5}" type="pres">
      <dgm:prSet presAssocID="{EFFEBE65-0D7E-4CFE-B6A2-347B4DCFE3F7}" presName="rootComposite" presStyleCnt="0"/>
      <dgm:spPr/>
    </dgm:pt>
    <dgm:pt modelId="{9F7855A0-9801-4A1D-9327-C28E3F921815}" type="pres">
      <dgm:prSet presAssocID="{EFFEBE65-0D7E-4CFE-B6A2-347B4DCFE3F7}" presName="rootText" presStyleLbl="node4" presStyleIdx="5" presStyleCnt="61">
        <dgm:presLayoutVars>
          <dgm:chPref val="3"/>
        </dgm:presLayoutVars>
      </dgm:prSet>
      <dgm:spPr/>
    </dgm:pt>
    <dgm:pt modelId="{AE2696DE-6BAC-4CC2-9C40-EDF7CD2B0B93}" type="pres">
      <dgm:prSet presAssocID="{EFFEBE65-0D7E-4CFE-B6A2-347B4DCFE3F7}" presName="rootConnector" presStyleLbl="node4" presStyleIdx="5" presStyleCnt="61"/>
      <dgm:spPr/>
    </dgm:pt>
    <dgm:pt modelId="{41A34B52-4E81-40F6-9165-8C588F9D38E6}" type="pres">
      <dgm:prSet presAssocID="{EFFEBE65-0D7E-4CFE-B6A2-347B4DCFE3F7}" presName="hierChild4" presStyleCnt="0"/>
      <dgm:spPr/>
    </dgm:pt>
    <dgm:pt modelId="{B9954C9D-B3AE-4FC9-B990-E74EC7ABC1CB}" type="pres">
      <dgm:prSet presAssocID="{EFFEBE65-0D7E-4CFE-B6A2-347B4DCFE3F7}" presName="hierChild5" presStyleCnt="0"/>
      <dgm:spPr/>
    </dgm:pt>
    <dgm:pt modelId="{5E784545-77CC-4E17-87AC-2B0F212349AE}" type="pres">
      <dgm:prSet presAssocID="{258B4DF6-21CF-40E1-A750-3E5576C0DCEB}" presName="Name37" presStyleLbl="parChTrans1D4" presStyleIdx="6" presStyleCnt="61"/>
      <dgm:spPr/>
    </dgm:pt>
    <dgm:pt modelId="{F6920353-D874-4F3F-B094-F9D7CB1D448A}" type="pres">
      <dgm:prSet presAssocID="{658EF723-C701-46CA-AA8B-07980697ED77}" presName="hierRoot2" presStyleCnt="0">
        <dgm:presLayoutVars>
          <dgm:hierBranch val="init"/>
        </dgm:presLayoutVars>
      </dgm:prSet>
      <dgm:spPr/>
    </dgm:pt>
    <dgm:pt modelId="{E90D52BA-D791-4CA5-B158-062072F27482}" type="pres">
      <dgm:prSet presAssocID="{658EF723-C701-46CA-AA8B-07980697ED77}" presName="rootComposite" presStyleCnt="0"/>
      <dgm:spPr/>
    </dgm:pt>
    <dgm:pt modelId="{B4F02860-03E7-482C-B6FA-930B7079E8D6}" type="pres">
      <dgm:prSet presAssocID="{658EF723-C701-46CA-AA8B-07980697ED77}" presName="rootText" presStyleLbl="node4" presStyleIdx="6" presStyleCnt="61">
        <dgm:presLayoutVars>
          <dgm:chPref val="3"/>
        </dgm:presLayoutVars>
      </dgm:prSet>
      <dgm:spPr/>
    </dgm:pt>
    <dgm:pt modelId="{A9E8EC62-882B-458E-B046-3A5C01A16C8C}" type="pres">
      <dgm:prSet presAssocID="{658EF723-C701-46CA-AA8B-07980697ED77}" presName="rootConnector" presStyleLbl="node4" presStyleIdx="6" presStyleCnt="61"/>
      <dgm:spPr/>
    </dgm:pt>
    <dgm:pt modelId="{1B852B8E-8E7E-4B91-96B9-C03E92B846A7}" type="pres">
      <dgm:prSet presAssocID="{658EF723-C701-46CA-AA8B-07980697ED77}" presName="hierChild4" presStyleCnt="0"/>
      <dgm:spPr/>
    </dgm:pt>
    <dgm:pt modelId="{0F9190E8-271B-44E6-8379-659D439171FD}" type="pres">
      <dgm:prSet presAssocID="{658EF723-C701-46CA-AA8B-07980697ED77}" presName="hierChild5" presStyleCnt="0"/>
      <dgm:spPr/>
    </dgm:pt>
    <dgm:pt modelId="{D09DABBC-7540-45F9-8495-CDB9A6818137}" type="pres">
      <dgm:prSet presAssocID="{F22492A6-BD29-4EE2-BA99-C6A9457F85FD}" presName="hierChild5" presStyleCnt="0"/>
      <dgm:spPr/>
    </dgm:pt>
    <dgm:pt modelId="{367AF7A0-2A01-4D95-8B5E-972F70B4C0F5}" type="pres">
      <dgm:prSet presAssocID="{53952EBF-9F68-40F8-9400-02FA480C56DB}" presName="Name37" presStyleLbl="parChTrans1D3" presStyleIdx="3" presStyleCnt="28"/>
      <dgm:spPr/>
    </dgm:pt>
    <dgm:pt modelId="{31E731C6-D2DC-4343-80BC-F20066F2A914}" type="pres">
      <dgm:prSet presAssocID="{9FB0F92B-EE57-40FB-97CE-A2A3DBCB6808}" presName="hierRoot2" presStyleCnt="0">
        <dgm:presLayoutVars>
          <dgm:hierBranch val="init"/>
        </dgm:presLayoutVars>
      </dgm:prSet>
      <dgm:spPr/>
    </dgm:pt>
    <dgm:pt modelId="{4FBF0BD0-D9AF-4D54-ADBF-EFF805CA9D4F}" type="pres">
      <dgm:prSet presAssocID="{9FB0F92B-EE57-40FB-97CE-A2A3DBCB6808}" presName="rootComposite" presStyleCnt="0"/>
      <dgm:spPr/>
    </dgm:pt>
    <dgm:pt modelId="{D3A5EE3C-4260-444A-B632-C44383CA70CC}" type="pres">
      <dgm:prSet presAssocID="{9FB0F92B-EE57-40FB-97CE-A2A3DBCB6808}" presName="rootText" presStyleLbl="node3" presStyleIdx="3" presStyleCnt="28">
        <dgm:presLayoutVars>
          <dgm:chPref val="3"/>
        </dgm:presLayoutVars>
      </dgm:prSet>
      <dgm:spPr/>
    </dgm:pt>
    <dgm:pt modelId="{33C97D1B-23DA-464D-8980-EB0636D8F67E}" type="pres">
      <dgm:prSet presAssocID="{9FB0F92B-EE57-40FB-97CE-A2A3DBCB6808}" presName="rootConnector" presStyleLbl="node3" presStyleIdx="3" presStyleCnt="28"/>
      <dgm:spPr/>
    </dgm:pt>
    <dgm:pt modelId="{B7BE2070-0709-4BC3-8BDE-49C76D42B69F}" type="pres">
      <dgm:prSet presAssocID="{9FB0F92B-EE57-40FB-97CE-A2A3DBCB6808}" presName="hierChild4" presStyleCnt="0"/>
      <dgm:spPr/>
    </dgm:pt>
    <dgm:pt modelId="{63106C8E-7B4F-4FAD-BA44-601A9E79A13E}" type="pres">
      <dgm:prSet presAssocID="{1A15C66A-4F1E-4DA9-AE0C-B7B8A9E82E50}" presName="Name37" presStyleLbl="parChTrans1D4" presStyleIdx="7" presStyleCnt="61"/>
      <dgm:spPr/>
    </dgm:pt>
    <dgm:pt modelId="{AAB3AB12-160C-40C9-B72C-EADD32A9D0AA}" type="pres">
      <dgm:prSet presAssocID="{2271A7C8-9E67-4014-AAFE-50AD5899DF68}" presName="hierRoot2" presStyleCnt="0">
        <dgm:presLayoutVars>
          <dgm:hierBranch val="init"/>
        </dgm:presLayoutVars>
      </dgm:prSet>
      <dgm:spPr/>
    </dgm:pt>
    <dgm:pt modelId="{E2C133C0-D633-4249-A79C-D6B248F34CFF}" type="pres">
      <dgm:prSet presAssocID="{2271A7C8-9E67-4014-AAFE-50AD5899DF68}" presName="rootComposite" presStyleCnt="0"/>
      <dgm:spPr/>
    </dgm:pt>
    <dgm:pt modelId="{89E09DE1-78B9-40EA-9917-BE79B8951401}" type="pres">
      <dgm:prSet presAssocID="{2271A7C8-9E67-4014-AAFE-50AD5899DF68}" presName="rootText" presStyleLbl="node4" presStyleIdx="7" presStyleCnt="61">
        <dgm:presLayoutVars>
          <dgm:chPref val="3"/>
        </dgm:presLayoutVars>
      </dgm:prSet>
      <dgm:spPr/>
    </dgm:pt>
    <dgm:pt modelId="{B8560F27-EDEB-4F04-9ECA-CAD3C7FD48D6}" type="pres">
      <dgm:prSet presAssocID="{2271A7C8-9E67-4014-AAFE-50AD5899DF68}" presName="rootConnector" presStyleLbl="node4" presStyleIdx="7" presStyleCnt="61"/>
      <dgm:spPr/>
    </dgm:pt>
    <dgm:pt modelId="{6F4B449D-8C9F-4164-A282-886E91CCA7C4}" type="pres">
      <dgm:prSet presAssocID="{2271A7C8-9E67-4014-AAFE-50AD5899DF68}" presName="hierChild4" presStyleCnt="0"/>
      <dgm:spPr/>
    </dgm:pt>
    <dgm:pt modelId="{DE4A259D-08CD-49BA-85DC-116D0079509D}" type="pres">
      <dgm:prSet presAssocID="{2271A7C8-9E67-4014-AAFE-50AD5899DF68}" presName="hierChild5" presStyleCnt="0"/>
      <dgm:spPr/>
    </dgm:pt>
    <dgm:pt modelId="{05C762D9-504E-4304-8E6C-AFF705FF3743}" type="pres">
      <dgm:prSet presAssocID="{9FB0F92B-EE57-40FB-97CE-A2A3DBCB6808}" presName="hierChild5" presStyleCnt="0"/>
      <dgm:spPr/>
    </dgm:pt>
    <dgm:pt modelId="{7AE4D891-AFDF-47CA-AE12-C9E64E4BC610}" type="pres">
      <dgm:prSet presAssocID="{92162928-B373-4802-B988-4C318FAE4B4C}" presName="hierChild5" presStyleCnt="0"/>
      <dgm:spPr/>
    </dgm:pt>
    <dgm:pt modelId="{AB1F82AE-D204-494B-90C7-632A99586039}" type="pres">
      <dgm:prSet presAssocID="{F967AC73-60EA-4945-AEC1-1AE5D8629C87}" presName="Name37" presStyleLbl="parChTrans1D2" presStyleIdx="1" presStyleCnt="7"/>
      <dgm:spPr/>
    </dgm:pt>
    <dgm:pt modelId="{DC0B2FDF-D839-45FE-9E9A-D22897A1B887}" type="pres">
      <dgm:prSet presAssocID="{0F02B370-286F-4E1B-80A8-B2AD40265B7C}" presName="hierRoot2" presStyleCnt="0">
        <dgm:presLayoutVars>
          <dgm:hierBranch val="init"/>
        </dgm:presLayoutVars>
      </dgm:prSet>
      <dgm:spPr/>
    </dgm:pt>
    <dgm:pt modelId="{1B76E2B1-AF57-455C-83AC-6048046D1721}" type="pres">
      <dgm:prSet presAssocID="{0F02B370-286F-4E1B-80A8-B2AD40265B7C}" presName="rootComposite" presStyleCnt="0"/>
      <dgm:spPr/>
    </dgm:pt>
    <dgm:pt modelId="{78F581A2-A236-4AAE-9594-81595AF744C3}" type="pres">
      <dgm:prSet presAssocID="{0F02B370-286F-4E1B-80A8-B2AD40265B7C}" presName="rootText" presStyleLbl="node2" presStyleIdx="1" presStyleCnt="7" custScaleX="469442">
        <dgm:presLayoutVars>
          <dgm:chPref val="3"/>
        </dgm:presLayoutVars>
      </dgm:prSet>
      <dgm:spPr/>
    </dgm:pt>
    <dgm:pt modelId="{45497D4B-7384-4409-B2DD-8111D10AE21C}" type="pres">
      <dgm:prSet presAssocID="{0F02B370-286F-4E1B-80A8-B2AD40265B7C}" presName="rootConnector" presStyleLbl="node2" presStyleIdx="1" presStyleCnt="7"/>
      <dgm:spPr/>
    </dgm:pt>
    <dgm:pt modelId="{7655522E-218E-4AD1-9853-C6F4EBC0DDEE}" type="pres">
      <dgm:prSet presAssocID="{0F02B370-286F-4E1B-80A8-B2AD40265B7C}" presName="hierChild4" presStyleCnt="0"/>
      <dgm:spPr/>
    </dgm:pt>
    <dgm:pt modelId="{A0EB184D-D89D-4179-A9D5-4BF22E200A76}" type="pres">
      <dgm:prSet presAssocID="{33508EAC-AEAD-46D9-921B-97C08CEC33E2}" presName="Name37" presStyleLbl="parChTrans1D3" presStyleIdx="4" presStyleCnt="28"/>
      <dgm:spPr/>
    </dgm:pt>
    <dgm:pt modelId="{FAE268D1-BB4B-43D4-B61A-AB10F0DBAAF5}" type="pres">
      <dgm:prSet presAssocID="{D14C7614-27D5-4E4F-8052-3DCB848C4C15}" presName="hierRoot2" presStyleCnt="0">
        <dgm:presLayoutVars>
          <dgm:hierBranch val="init"/>
        </dgm:presLayoutVars>
      </dgm:prSet>
      <dgm:spPr/>
    </dgm:pt>
    <dgm:pt modelId="{5944405D-8C11-48DE-AA64-44D7B19A5541}" type="pres">
      <dgm:prSet presAssocID="{D14C7614-27D5-4E4F-8052-3DCB848C4C15}" presName="rootComposite" presStyleCnt="0"/>
      <dgm:spPr/>
    </dgm:pt>
    <dgm:pt modelId="{593CCA12-D3A5-425D-877A-13F8D723C812}" type="pres">
      <dgm:prSet presAssocID="{D14C7614-27D5-4E4F-8052-3DCB848C4C15}" presName="rootText" presStyleLbl="node3" presStyleIdx="4" presStyleCnt="28">
        <dgm:presLayoutVars>
          <dgm:chPref val="3"/>
        </dgm:presLayoutVars>
      </dgm:prSet>
      <dgm:spPr/>
    </dgm:pt>
    <dgm:pt modelId="{053E7528-9975-46DD-90D3-7C78C82B0A23}" type="pres">
      <dgm:prSet presAssocID="{D14C7614-27D5-4E4F-8052-3DCB848C4C15}" presName="rootConnector" presStyleLbl="node3" presStyleIdx="4" presStyleCnt="28"/>
      <dgm:spPr/>
    </dgm:pt>
    <dgm:pt modelId="{640C4AE7-6DBF-4634-ABAF-7B698C1FFFCB}" type="pres">
      <dgm:prSet presAssocID="{D14C7614-27D5-4E4F-8052-3DCB848C4C15}" presName="hierChild4" presStyleCnt="0"/>
      <dgm:spPr/>
    </dgm:pt>
    <dgm:pt modelId="{3A318B23-F676-4CE2-8F5E-0936947C634F}" type="pres">
      <dgm:prSet presAssocID="{0376C576-567C-4EF2-A84E-1E6D6ABB0F25}" presName="Name37" presStyleLbl="parChTrans1D4" presStyleIdx="8" presStyleCnt="61"/>
      <dgm:spPr/>
    </dgm:pt>
    <dgm:pt modelId="{28352CA7-1D8A-4683-B83F-754F11F8E80C}" type="pres">
      <dgm:prSet presAssocID="{181C05FB-7B3F-4400-B252-493E9E832DA2}" presName="hierRoot2" presStyleCnt="0">
        <dgm:presLayoutVars>
          <dgm:hierBranch val="init"/>
        </dgm:presLayoutVars>
      </dgm:prSet>
      <dgm:spPr/>
    </dgm:pt>
    <dgm:pt modelId="{2C88C5C0-374D-4D85-A48A-AA827915267A}" type="pres">
      <dgm:prSet presAssocID="{181C05FB-7B3F-4400-B252-493E9E832DA2}" presName="rootComposite" presStyleCnt="0"/>
      <dgm:spPr/>
    </dgm:pt>
    <dgm:pt modelId="{62E4AD9E-47A1-447D-8322-9B19E0A5CC83}" type="pres">
      <dgm:prSet presAssocID="{181C05FB-7B3F-4400-B252-493E9E832DA2}" presName="rootText" presStyleLbl="node4" presStyleIdx="8" presStyleCnt="61">
        <dgm:presLayoutVars>
          <dgm:chPref val="3"/>
        </dgm:presLayoutVars>
      </dgm:prSet>
      <dgm:spPr/>
    </dgm:pt>
    <dgm:pt modelId="{6C4B6E16-80F4-4615-BD89-92ED471EE9E1}" type="pres">
      <dgm:prSet presAssocID="{181C05FB-7B3F-4400-B252-493E9E832DA2}" presName="rootConnector" presStyleLbl="node4" presStyleIdx="8" presStyleCnt="61"/>
      <dgm:spPr/>
    </dgm:pt>
    <dgm:pt modelId="{C93FC063-5D29-4454-B469-B4CE2C88249D}" type="pres">
      <dgm:prSet presAssocID="{181C05FB-7B3F-4400-B252-493E9E832DA2}" presName="hierChild4" presStyleCnt="0"/>
      <dgm:spPr/>
    </dgm:pt>
    <dgm:pt modelId="{6C167FE6-A557-4F15-A732-F57B497A8ACB}" type="pres">
      <dgm:prSet presAssocID="{181C05FB-7B3F-4400-B252-493E9E832DA2}" presName="hierChild5" presStyleCnt="0"/>
      <dgm:spPr/>
    </dgm:pt>
    <dgm:pt modelId="{D824738C-28D9-4508-88FC-5B017300123E}" type="pres">
      <dgm:prSet presAssocID="{25BEA430-1233-43F8-B2DD-78656F935735}" presName="Name37" presStyleLbl="parChTrans1D4" presStyleIdx="9" presStyleCnt="61"/>
      <dgm:spPr/>
    </dgm:pt>
    <dgm:pt modelId="{6322A342-AB6D-41FB-90DB-62F15860589B}" type="pres">
      <dgm:prSet presAssocID="{A71A77E5-24BA-420E-8B30-4A829ECA1AED}" presName="hierRoot2" presStyleCnt="0">
        <dgm:presLayoutVars>
          <dgm:hierBranch val="init"/>
        </dgm:presLayoutVars>
      </dgm:prSet>
      <dgm:spPr/>
    </dgm:pt>
    <dgm:pt modelId="{7AEC5356-9391-4EA4-A88C-9D41174A50BB}" type="pres">
      <dgm:prSet presAssocID="{A71A77E5-24BA-420E-8B30-4A829ECA1AED}" presName="rootComposite" presStyleCnt="0"/>
      <dgm:spPr/>
    </dgm:pt>
    <dgm:pt modelId="{E4E8AC78-C4E5-4DD2-A266-2107A6878DF0}" type="pres">
      <dgm:prSet presAssocID="{A71A77E5-24BA-420E-8B30-4A829ECA1AED}" presName="rootText" presStyleLbl="node4" presStyleIdx="9" presStyleCnt="61">
        <dgm:presLayoutVars>
          <dgm:chPref val="3"/>
        </dgm:presLayoutVars>
      </dgm:prSet>
      <dgm:spPr/>
    </dgm:pt>
    <dgm:pt modelId="{175754E1-90D4-4974-88E7-44920EA07451}" type="pres">
      <dgm:prSet presAssocID="{A71A77E5-24BA-420E-8B30-4A829ECA1AED}" presName="rootConnector" presStyleLbl="node4" presStyleIdx="9" presStyleCnt="61"/>
      <dgm:spPr/>
    </dgm:pt>
    <dgm:pt modelId="{BF98B891-CB94-4F93-BCF2-E0178273B7DA}" type="pres">
      <dgm:prSet presAssocID="{A71A77E5-24BA-420E-8B30-4A829ECA1AED}" presName="hierChild4" presStyleCnt="0"/>
      <dgm:spPr/>
    </dgm:pt>
    <dgm:pt modelId="{3A3C1994-4203-47B8-89DE-D84AAEE59D82}" type="pres">
      <dgm:prSet presAssocID="{A71A77E5-24BA-420E-8B30-4A829ECA1AED}" presName="hierChild5" presStyleCnt="0"/>
      <dgm:spPr/>
    </dgm:pt>
    <dgm:pt modelId="{ABE12951-B467-46F9-8C1E-26AC8337646D}" type="pres">
      <dgm:prSet presAssocID="{FEF407C9-4FAA-4FB1-A7EF-EC507BD80CB1}" presName="Name37" presStyleLbl="parChTrans1D4" presStyleIdx="10" presStyleCnt="61"/>
      <dgm:spPr/>
    </dgm:pt>
    <dgm:pt modelId="{7124B849-A3F0-4CE4-849D-A4ED4C1843CF}" type="pres">
      <dgm:prSet presAssocID="{636B73CA-F377-4FC5-9D61-8A6C020B5B94}" presName="hierRoot2" presStyleCnt="0">
        <dgm:presLayoutVars>
          <dgm:hierBranch val="init"/>
        </dgm:presLayoutVars>
      </dgm:prSet>
      <dgm:spPr/>
    </dgm:pt>
    <dgm:pt modelId="{2C9286D6-EE7C-4C57-AB4D-0FD9E821468D}" type="pres">
      <dgm:prSet presAssocID="{636B73CA-F377-4FC5-9D61-8A6C020B5B94}" presName="rootComposite" presStyleCnt="0"/>
      <dgm:spPr/>
    </dgm:pt>
    <dgm:pt modelId="{399092EC-4254-45BF-8201-5A33F11B3596}" type="pres">
      <dgm:prSet presAssocID="{636B73CA-F377-4FC5-9D61-8A6C020B5B94}" presName="rootText" presStyleLbl="node4" presStyleIdx="10" presStyleCnt="61">
        <dgm:presLayoutVars>
          <dgm:chPref val="3"/>
        </dgm:presLayoutVars>
      </dgm:prSet>
      <dgm:spPr/>
    </dgm:pt>
    <dgm:pt modelId="{B7B9480D-D810-47BD-905C-C910CC4828CE}" type="pres">
      <dgm:prSet presAssocID="{636B73CA-F377-4FC5-9D61-8A6C020B5B94}" presName="rootConnector" presStyleLbl="node4" presStyleIdx="10" presStyleCnt="61"/>
      <dgm:spPr/>
    </dgm:pt>
    <dgm:pt modelId="{44999C8E-E7AE-4B24-812A-BAE2A10A8AB8}" type="pres">
      <dgm:prSet presAssocID="{636B73CA-F377-4FC5-9D61-8A6C020B5B94}" presName="hierChild4" presStyleCnt="0"/>
      <dgm:spPr/>
    </dgm:pt>
    <dgm:pt modelId="{D65186DD-AEBB-475B-B9A4-2B0B834F9181}" type="pres">
      <dgm:prSet presAssocID="{636B73CA-F377-4FC5-9D61-8A6C020B5B94}" presName="hierChild5" presStyleCnt="0"/>
      <dgm:spPr/>
    </dgm:pt>
    <dgm:pt modelId="{80918CF6-0896-44DD-B4D4-4FFBBD6EE89A}" type="pres">
      <dgm:prSet presAssocID="{D14C7614-27D5-4E4F-8052-3DCB848C4C15}" presName="hierChild5" presStyleCnt="0"/>
      <dgm:spPr/>
    </dgm:pt>
    <dgm:pt modelId="{172A5C06-1FDF-486C-BACB-B644806CDA53}" type="pres">
      <dgm:prSet presAssocID="{0EF56B28-5CCA-46A9-9F09-6380BE012D42}" presName="Name37" presStyleLbl="parChTrans1D3" presStyleIdx="5" presStyleCnt="28"/>
      <dgm:spPr/>
    </dgm:pt>
    <dgm:pt modelId="{156919DA-D34A-4144-A168-059E76DD1E8B}" type="pres">
      <dgm:prSet presAssocID="{1D40FD28-B519-4498-8E8B-68C513BE471D}" presName="hierRoot2" presStyleCnt="0">
        <dgm:presLayoutVars>
          <dgm:hierBranch val="init"/>
        </dgm:presLayoutVars>
      </dgm:prSet>
      <dgm:spPr/>
    </dgm:pt>
    <dgm:pt modelId="{15CE1D0E-D768-424E-8632-FD6B7564EB28}" type="pres">
      <dgm:prSet presAssocID="{1D40FD28-B519-4498-8E8B-68C513BE471D}" presName="rootComposite" presStyleCnt="0"/>
      <dgm:spPr/>
    </dgm:pt>
    <dgm:pt modelId="{AC04C93D-2F26-475E-A5D5-877BA8D12475}" type="pres">
      <dgm:prSet presAssocID="{1D40FD28-B519-4498-8E8B-68C513BE471D}" presName="rootText" presStyleLbl="node3" presStyleIdx="5" presStyleCnt="28">
        <dgm:presLayoutVars>
          <dgm:chPref val="3"/>
        </dgm:presLayoutVars>
      </dgm:prSet>
      <dgm:spPr/>
    </dgm:pt>
    <dgm:pt modelId="{67ACFAD5-BD25-49C9-9042-E74EBFDF171A}" type="pres">
      <dgm:prSet presAssocID="{1D40FD28-B519-4498-8E8B-68C513BE471D}" presName="rootConnector" presStyleLbl="node3" presStyleIdx="5" presStyleCnt="28"/>
      <dgm:spPr/>
    </dgm:pt>
    <dgm:pt modelId="{730758F1-925A-42F4-A73D-6D32DAD98705}" type="pres">
      <dgm:prSet presAssocID="{1D40FD28-B519-4498-8E8B-68C513BE471D}" presName="hierChild4" presStyleCnt="0"/>
      <dgm:spPr/>
    </dgm:pt>
    <dgm:pt modelId="{30C27BDE-5193-4911-AFB7-DA6D4E51DCFF}" type="pres">
      <dgm:prSet presAssocID="{F17892BF-47E2-4833-B611-477FE3040F2F}" presName="Name37" presStyleLbl="parChTrans1D4" presStyleIdx="11" presStyleCnt="61"/>
      <dgm:spPr/>
    </dgm:pt>
    <dgm:pt modelId="{4C278AA9-92A8-4451-BF4C-5716333C8CA3}" type="pres">
      <dgm:prSet presAssocID="{D3F3D652-40B4-4F77-A0DE-5B308EC84255}" presName="hierRoot2" presStyleCnt="0">
        <dgm:presLayoutVars>
          <dgm:hierBranch val="init"/>
        </dgm:presLayoutVars>
      </dgm:prSet>
      <dgm:spPr/>
    </dgm:pt>
    <dgm:pt modelId="{9779B9D5-1CE0-453E-9DB3-C0DEEB546799}" type="pres">
      <dgm:prSet presAssocID="{D3F3D652-40B4-4F77-A0DE-5B308EC84255}" presName="rootComposite" presStyleCnt="0"/>
      <dgm:spPr/>
    </dgm:pt>
    <dgm:pt modelId="{F183183A-BA52-4850-8FF9-4CADAF5E4868}" type="pres">
      <dgm:prSet presAssocID="{D3F3D652-40B4-4F77-A0DE-5B308EC84255}" presName="rootText" presStyleLbl="node4" presStyleIdx="11" presStyleCnt="61">
        <dgm:presLayoutVars>
          <dgm:chPref val="3"/>
        </dgm:presLayoutVars>
      </dgm:prSet>
      <dgm:spPr/>
    </dgm:pt>
    <dgm:pt modelId="{EA5B87A1-2245-4AE3-A378-D6D243C13F8C}" type="pres">
      <dgm:prSet presAssocID="{D3F3D652-40B4-4F77-A0DE-5B308EC84255}" presName="rootConnector" presStyleLbl="node4" presStyleIdx="11" presStyleCnt="61"/>
      <dgm:spPr/>
    </dgm:pt>
    <dgm:pt modelId="{A60A47D8-A9D0-458A-A701-1EFE654846EF}" type="pres">
      <dgm:prSet presAssocID="{D3F3D652-40B4-4F77-A0DE-5B308EC84255}" presName="hierChild4" presStyleCnt="0"/>
      <dgm:spPr/>
    </dgm:pt>
    <dgm:pt modelId="{8241A64E-9F44-481A-9848-BE5F8C1C5D0F}" type="pres">
      <dgm:prSet presAssocID="{D3F3D652-40B4-4F77-A0DE-5B308EC84255}" presName="hierChild5" presStyleCnt="0"/>
      <dgm:spPr/>
    </dgm:pt>
    <dgm:pt modelId="{0398A2E2-F7C0-47B0-BBCD-41C56B125775}" type="pres">
      <dgm:prSet presAssocID="{0452FBBF-A294-4797-A92C-32AA4F2F1EA2}" presName="Name37" presStyleLbl="parChTrans1D4" presStyleIdx="12" presStyleCnt="61"/>
      <dgm:spPr/>
    </dgm:pt>
    <dgm:pt modelId="{009F35E4-88DB-4D76-9B20-EBE3BB8B6AA2}" type="pres">
      <dgm:prSet presAssocID="{8CBAF332-68ED-4774-8C6D-E00B80F6BF7F}" presName="hierRoot2" presStyleCnt="0">
        <dgm:presLayoutVars>
          <dgm:hierBranch val="init"/>
        </dgm:presLayoutVars>
      </dgm:prSet>
      <dgm:spPr/>
    </dgm:pt>
    <dgm:pt modelId="{EDAC1DD8-C7EA-44A2-BD08-95A7FB302F6E}" type="pres">
      <dgm:prSet presAssocID="{8CBAF332-68ED-4774-8C6D-E00B80F6BF7F}" presName="rootComposite" presStyleCnt="0"/>
      <dgm:spPr/>
    </dgm:pt>
    <dgm:pt modelId="{2C1EE1EB-8F68-4B65-8861-0FD6D2503922}" type="pres">
      <dgm:prSet presAssocID="{8CBAF332-68ED-4774-8C6D-E00B80F6BF7F}" presName="rootText" presStyleLbl="node4" presStyleIdx="12" presStyleCnt="61">
        <dgm:presLayoutVars>
          <dgm:chPref val="3"/>
        </dgm:presLayoutVars>
      </dgm:prSet>
      <dgm:spPr/>
    </dgm:pt>
    <dgm:pt modelId="{2DF6743B-D684-4033-8446-1A233B68B521}" type="pres">
      <dgm:prSet presAssocID="{8CBAF332-68ED-4774-8C6D-E00B80F6BF7F}" presName="rootConnector" presStyleLbl="node4" presStyleIdx="12" presStyleCnt="61"/>
      <dgm:spPr/>
    </dgm:pt>
    <dgm:pt modelId="{1E493735-EC93-4271-B7E9-2844BC0559F1}" type="pres">
      <dgm:prSet presAssocID="{8CBAF332-68ED-4774-8C6D-E00B80F6BF7F}" presName="hierChild4" presStyleCnt="0"/>
      <dgm:spPr/>
    </dgm:pt>
    <dgm:pt modelId="{6CF19BFF-E0DA-458C-B0CE-5C03EA164E36}" type="pres">
      <dgm:prSet presAssocID="{8CBAF332-68ED-4774-8C6D-E00B80F6BF7F}" presName="hierChild5" presStyleCnt="0"/>
      <dgm:spPr/>
    </dgm:pt>
    <dgm:pt modelId="{D81C161F-2FD4-44C3-A28E-C88E0C69F410}" type="pres">
      <dgm:prSet presAssocID="{1D40FD28-B519-4498-8E8B-68C513BE471D}" presName="hierChild5" presStyleCnt="0"/>
      <dgm:spPr/>
    </dgm:pt>
    <dgm:pt modelId="{2AEC6C7A-DDCF-4B40-99EA-D4DD011ECA4E}" type="pres">
      <dgm:prSet presAssocID="{A6487DDA-E2F9-497C-B02B-7EEB212D436A}" presName="Name37" presStyleLbl="parChTrans1D3" presStyleIdx="6" presStyleCnt="28"/>
      <dgm:spPr/>
    </dgm:pt>
    <dgm:pt modelId="{CBCEE18C-0AE5-42D6-91A4-E06E1849DB73}" type="pres">
      <dgm:prSet presAssocID="{54A9AC21-9BEE-46DA-945E-0274E08E01BE}" presName="hierRoot2" presStyleCnt="0">
        <dgm:presLayoutVars>
          <dgm:hierBranch val="init"/>
        </dgm:presLayoutVars>
      </dgm:prSet>
      <dgm:spPr/>
    </dgm:pt>
    <dgm:pt modelId="{91F85B73-A485-47EA-912D-D926888C8347}" type="pres">
      <dgm:prSet presAssocID="{54A9AC21-9BEE-46DA-945E-0274E08E01BE}" presName="rootComposite" presStyleCnt="0"/>
      <dgm:spPr/>
    </dgm:pt>
    <dgm:pt modelId="{26F789C9-E831-422F-A592-F51F03B1AAE0}" type="pres">
      <dgm:prSet presAssocID="{54A9AC21-9BEE-46DA-945E-0274E08E01BE}" presName="rootText" presStyleLbl="node3" presStyleIdx="6" presStyleCnt="28">
        <dgm:presLayoutVars>
          <dgm:chPref val="3"/>
        </dgm:presLayoutVars>
      </dgm:prSet>
      <dgm:spPr/>
    </dgm:pt>
    <dgm:pt modelId="{1E67F216-58ED-4840-9B6E-311D3A19BF87}" type="pres">
      <dgm:prSet presAssocID="{54A9AC21-9BEE-46DA-945E-0274E08E01BE}" presName="rootConnector" presStyleLbl="node3" presStyleIdx="6" presStyleCnt="28"/>
      <dgm:spPr/>
    </dgm:pt>
    <dgm:pt modelId="{4C75F75D-BF4E-4E7B-ABF2-45B4ADA4113F}" type="pres">
      <dgm:prSet presAssocID="{54A9AC21-9BEE-46DA-945E-0274E08E01BE}" presName="hierChild4" presStyleCnt="0"/>
      <dgm:spPr/>
    </dgm:pt>
    <dgm:pt modelId="{B05F1E3E-1684-4D4F-BFAB-EA357F099E38}" type="pres">
      <dgm:prSet presAssocID="{FBA1094A-72EE-4D29-88C7-F567DE00BB55}" presName="Name37" presStyleLbl="parChTrans1D4" presStyleIdx="13" presStyleCnt="61"/>
      <dgm:spPr/>
    </dgm:pt>
    <dgm:pt modelId="{4003F3E9-36A9-4A43-82BE-385100D0420E}" type="pres">
      <dgm:prSet presAssocID="{A6C982AE-7E87-42EF-9519-484AC7A8FB62}" presName="hierRoot2" presStyleCnt="0">
        <dgm:presLayoutVars>
          <dgm:hierBranch val="init"/>
        </dgm:presLayoutVars>
      </dgm:prSet>
      <dgm:spPr/>
    </dgm:pt>
    <dgm:pt modelId="{C04A112A-2080-4DD8-A6F1-7D8C4319601C}" type="pres">
      <dgm:prSet presAssocID="{A6C982AE-7E87-42EF-9519-484AC7A8FB62}" presName="rootComposite" presStyleCnt="0"/>
      <dgm:spPr/>
    </dgm:pt>
    <dgm:pt modelId="{F90F84C2-691A-4F2A-873F-B805BBB47FB4}" type="pres">
      <dgm:prSet presAssocID="{A6C982AE-7E87-42EF-9519-484AC7A8FB62}" presName="rootText" presStyleLbl="node4" presStyleIdx="13" presStyleCnt="61">
        <dgm:presLayoutVars>
          <dgm:chPref val="3"/>
        </dgm:presLayoutVars>
      </dgm:prSet>
      <dgm:spPr/>
    </dgm:pt>
    <dgm:pt modelId="{95E76989-391A-4968-AB34-2DC1494D3E54}" type="pres">
      <dgm:prSet presAssocID="{A6C982AE-7E87-42EF-9519-484AC7A8FB62}" presName="rootConnector" presStyleLbl="node4" presStyleIdx="13" presStyleCnt="61"/>
      <dgm:spPr/>
    </dgm:pt>
    <dgm:pt modelId="{541D975D-1A4E-4C8F-8F53-26F7EB866103}" type="pres">
      <dgm:prSet presAssocID="{A6C982AE-7E87-42EF-9519-484AC7A8FB62}" presName="hierChild4" presStyleCnt="0"/>
      <dgm:spPr/>
    </dgm:pt>
    <dgm:pt modelId="{070448E3-AB57-4344-9317-5953AEC8496A}" type="pres">
      <dgm:prSet presAssocID="{A6C982AE-7E87-42EF-9519-484AC7A8FB62}" presName="hierChild5" presStyleCnt="0"/>
      <dgm:spPr/>
    </dgm:pt>
    <dgm:pt modelId="{74C18401-4F8F-492F-A811-04B5EDC1A769}" type="pres">
      <dgm:prSet presAssocID="{10BD12F4-EA8A-47BC-ABF3-B51598A15CD2}" presName="Name37" presStyleLbl="parChTrans1D4" presStyleIdx="14" presStyleCnt="61"/>
      <dgm:spPr/>
    </dgm:pt>
    <dgm:pt modelId="{1902DCA4-2EF9-4A52-95FD-FB961C6A9C53}" type="pres">
      <dgm:prSet presAssocID="{F628E07E-53BE-490E-A6FE-D0C758C5DFD7}" presName="hierRoot2" presStyleCnt="0">
        <dgm:presLayoutVars>
          <dgm:hierBranch val="init"/>
        </dgm:presLayoutVars>
      </dgm:prSet>
      <dgm:spPr/>
    </dgm:pt>
    <dgm:pt modelId="{53E1A93A-533E-476D-A5BE-CDAC33DA4600}" type="pres">
      <dgm:prSet presAssocID="{F628E07E-53BE-490E-A6FE-D0C758C5DFD7}" presName="rootComposite" presStyleCnt="0"/>
      <dgm:spPr/>
    </dgm:pt>
    <dgm:pt modelId="{9A444F87-7A55-4C5E-A1E8-8723EACC0906}" type="pres">
      <dgm:prSet presAssocID="{F628E07E-53BE-490E-A6FE-D0C758C5DFD7}" presName="rootText" presStyleLbl="node4" presStyleIdx="14" presStyleCnt="61">
        <dgm:presLayoutVars>
          <dgm:chPref val="3"/>
        </dgm:presLayoutVars>
      </dgm:prSet>
      <dgm:spPr/>
    </dgm:pt>
    <dgm:pt modelId="{B1C10AF3-8969-492F-A90F-714985DDC5F3}" type="pres">
      <dgm:prSet presAssocID="{F628E07E-53BE-490E-A6FE-D0C758C5DFD7}" presName="rootConnector" presStyleLbl="node4" presStyleIdx="14" presStyleCnt="61"/>
      <dgm:spPr/>
    </dgm:pt>
    <dgm:pt modelId="{A7BD15A6-0BD0-40C5-AB58-36B0A633D0BE}" type="pres">
      <dgm:prSet presAssocID="{F628E07E-53BE-490E-A6FE-D0C758C5DFD7}" presName="hierChild4" presStyleCnt="0"/>
      <dgm:spPr/>
    </dgm:pt>
    <dgm:pt modelId="{E494DBB1-5DE2-4A4C-A16A-94D65C4457BE}" type="pres">
      <dgm:prSet presAssocID="{F628E07E-53BE-490E-A6FE-D0C758C5DFD7}" presName="hierChild5" presStyleCnt="0"/>
      <dgm:spPr/>
    </dgm:pt>
    <dgm:pt modelId="{E8F69551-9111-4ED5-BD1F-A07222DC06B8}" type="pres">
      <dgm:prSet presAssocID="{54A9AC21-9BEE-46DA-945E-0274E08E01BE}" presName="hierChild5" presStyleCnt="0"/>
      <dgm:spPr/>
    </dgm:pt>
    <dgm:pt modelId="{DF6C8D7F-3BAB-4FAD-B22F-086B0EC4D22B}" type="pres">
      <dgm:prSet presAssocID="{ACE167C1-7184-4D52-AC9E-CCDA05CB4304}" presName="Name37" presStyleLbl="parChTrans1D3" presStyleIdx="7" presStyleCnt="28"/>
      <dgm:spPr/>
    </dgm:pt>
    <dgm:pt modelId="{8B5C3688-7A4C-4CFD-88EA-5BCB6E3793AE}" type="pres">
      <dgm:prSet presAssocID="{66051843-58C5-47D2-810C-BCB2ADB0ADBD}" presName="hierRoot2" presStyleCnt="0">
        <dgm:presLayoutVars>
          <dgm:hierBranch val="init"/>
        </dgm:presLayoutVars>
      </dgm:prSet>
      <dgm:spPr/>
    </dgm:pt>
    <dgm:pt modelId="{E727014E-3DBC-4C80-AC27-26B4DE878266}" type="pres">
      <dgm:prSet presAssocID="{66051843-58C5-47D2-810C-BCB2ADB0ADBD}" presName="rootComposite" presStyleCnt="0"/>
      <dgm:spPr/>
    </dgm:pt>
    <dgm:pt modelId="{A60C6735-5A16-42A6-A5F9-2C2EFCECFD93}" type="pres">
      <dgm:prSet presAssocID="{66051843-58C5-47D2-810C-BCB2ADB0ADBD}" presName="rootText" presStyleLbl="node3" presStyleIdx="7" presStyleCnt="28">
        <dgm:presLayoutVars>
          <dgm:chPref val="3"/>
        </dgm:presLayoutVars>
      </dgm:prSet>
      <dgm:spPr/>
    </dgm:pt>
    <dgm:pt modelId="{F190EF91-3547-4D5E-A7BF-FFA002092950}" type="pres">
      <dgm:prSet presAssocID="{66051843-58C5-47D2-810C-BCB2ADB0ADBD}" presName="rootConnector" presStyleLbl="node3" presStyleIdx="7" presStyleCnt="28"/>
      <dgm:spPr/>
    </dgm:pt>
    <dgm:pt modelId="{44A9DC21-870F-445F-9F11-D20C67E5AA08}" type="pres">
      <dgm:prSet presAssocID="{66051843-58C5-47D2-810C-BCB2ADB0ADBD}" presName="hierChild4" presStyleCnt="0"/>
      <dgm:spPr/>
    </dgm:pt>
    <dgm:pt modelId="{49204600-32B6-4DAA-B2A9-33D342E36570}" type="pres">
      <dgm:prSet presAssocID="{9C1E23F2-A1FA-4920-95D8-3D415D562AC0}" presName="Name37" presStyleLbl="parChTrans1D4" presStyleIdx="15" presStyleCnt="61"/>
      <dgm:spPr/>
    </dgm:pt>
    <dgm:pt modelId="{21B7AF75-0341-4CCD-ADD1-811CB721A790}" type="pres">
      <dgm:prSet presAssocID="{4666B991-DC45-406B-A16D-60FF555028DA}" presName="hierRoot2" presStyleCnt="0">
        <dgm:presLayoutVars>
          <dgm:hierBranch val="init"/>
        </dgm:presLayoutVars>
      </dgm:prSet>
      <dgm:spPr/>
    </dgm:pt>
    <dgm:pt modelId="{14582C36-E211-44C5-8C7D-001C0DB3AC1C}" type="pres">
      <dgm:prSet presAssocID="{4666B991-DC45-406B-A16D-60FF555028DA}" presName="rootComposite" presStyleCnt="0"/>
      <dgm:spPr/>
    </dgm:pt>
    <dgm:pt modelId="{30BE7A5D-22D7-4444-B3E3-B24ABC199CF5}" type="pres">
      <dgm:prSet presAssocID="{4666B991-DC45-406B-A16D-60FF555028DA}" presName="rootText" presStyleLbl="node4" presStyleIdx="15" presStyleCnt="61">
        <dgm:presLayoutVars>
          <dgm:chPref val="3"/>
        </dgm:presLayoutVars>
      </dgm:prSet>
      <dgm:spPr/>
    </dgm:pt>
    <dgm:pt modelId="{397A1580-3A59-4BF5-A024-221FBC34F39B}" type="pres">
      <dgm:prSet presAssocID="{4666B991-DC45-406B-A16D-60FF555028DA}" presName="rootConnector" presStyleLbl="node4" presStyleIdx="15" presStyleCnt="61"/>
      <dgm:spPr/>
    </dgm:pt>
    <dgm:pt modelId="{6310191B-4B2F-41E3-85C6-B784FD40F3BA}" type="pres">
      <dgm:prSet presAssocID="{4666B991-DC45-406B-A16D-60FF555028DA}" presName="hierChild4" presStyleCnt="0"/>
      <dgm:spPr/>
    </dgm:pt>
    <dgm:pt modelId="{308CB1C8-C262-4FD4-8A79-0E9E8C1D2554}" type="pres">
      <dgm:prSet presAssocID="{4666B991-DC45-406B-A16D-60FF555028DA}" presName="hierChild5" presStyleCnt="0"/>
      <dgm:spPr/>
    </dgm:pt>
    <dgm:pt modelId="{C93867DA-7EDD-4CC2-BC85-5F49D3A9714B}" type="pres">
      <dgm:prSet presAssocID="{AFD04FEB-694D-41FD-A239-5BD28BB69B98}" presName="Name37" presStyleLbl="parChTrans1D4" presStyleIdx="16" presStyleCnt="61"/>
      <dgm:spPr/>
    </dgm:pt>
    <dgm:pt modelId="{467515F0-FE66-4B2F-8613-0B22286B1C40}" type="pres">
      <dgm:prSet presAssocID="{A3546E5D-3445-4BD3-A7E1-10A82AD50491}" presName="hierRoot2" presStyleCnt="0">
        <dgm:presLayoutVars>
          <dgm:hierBranch val="init"/>
        </dgm:presLayoutVars>
      </dgm:prSet>
      <dgm:spPr/>
    </dgm:pt>
    <dgm:pt modelId="{3274DB35-3F80-4E5B-A181-1ED73E022AC1}" type="pres">
      <dgm:prSet presAssocID="{A3546E5D-3445-4BD3-A7E1-10A82AD50491}" presName="rootComposite" presStyleCnt="0"/>
      <dgm:spPr/>
    </dgm:pt>
    <dgm:pt modelId="{1169C044-7F37-4B26-8D67-B23B96CB519A}" type="pres">
      <dgm:prSet presAssocID="{A3546E5D-3445-4BD3-A7E1-10A82AD50491}" presName="rootText" presStyleLbl="node4" presStyleIdx="16" presStyleCnt="61">
        <dgm:presLayoutVars>
          <dgm:chPref val="3"/>
        </dgm:presLayoutVars>
      </dgm:prSet>
      <dgm:spPr/>
    </dgm:pt>
    <dgm:pt modelId="{82248FA9-2B52-40CA-B0EE-EF1391AC2EDC}" type="pres">
      <dgm:prSet presAssocID="{A3546E5D-3445-4BD3-A7E1-10A82AD50491}" presName="rootConnector" presStyleLbl="node4" presStyleIdx="16" presStyleCnt="61"/>
      <dgm:spPr/>
    </dgm:pt>
    <dgm:pt modelId="{5D312A9A-D963-4AE6-876C-77DB679AE030}" type="pres">
      <dgm:prSet presAssocID="{A3546E5D-3445-4BD3-A7E1-10A82AD50491}" presName="hierChild4" presStyleCnt="0"/>
      <dgm:spPr/>
    </dgm:pt>
    <dgm:pt modelId="{55FD8EAC-25E5-4719-A60A-7D6EBB93DD0C}" type="pres">
      <dgm:prSet presAssocID="{A3546E5D-3445-4BD3-A7E1-10A82AD50491}" presName="hierChild5" presStyleCnt="0"/>
      <dgm:spPr/>
    </dgm:pt>
    <dgm:pt modelId="{5CFFCCB8-E3FC-41AC-BA5B-F967A974F9B3}" type="pres">
      <dgm:prSet presAssocID="{66051843-58C5-47D2-810C-BCB2ADB0ADBD}" presName="hierChild5" presStyleCnt="0"/>
      <dgm:spPr/>
    </dgm:pt>
    <dgm:pt modelId="{67DAF67C-13D5-4345-A3A2-7B8725F07673}" type="pres">
      <dgm:prSet presAssocID="{0F02B370-286F-4E1B-80A8-B2AD40265B7C}" presName="hierChild5" presStyleCnt="0"/>
      <dgm:spPr/>
    </dgm:pt>
    <dgm:pt modelId="{727B956F-D72C-4AE4-8D9E-D5EAAA044204}" type="pres">
      <dgm:prSet presAssocID="{0A2748D7-A676-47D0-86C9-1C95FAEAC323}" presName="Name37" presStyleLbl="parChTrans1D2" presStyleIdx="2" presStyleCnt="7"/>
      <dgm:spPr/>
    </dgm:pt>
    <dgm:pt modelId="{3F0D928F-C5C6-4209-89C7-2DC22F440C9A}" type="pres">
      <dgm:prSet presAssocID="{DF9E427A-F061-4D73-876E-50DFE6A2B7E5}" presName="hierRoot2" presStyleCnt="0">
        <dgm:presLayoutVars>
          <dgm:hierBranch val="init"/>
        </dgm:presLayoutVars>
      </dgm:prSet>
      <dgm:spPr/>
    </dgm:pt>
    <dgm:pt modelId="{89A646BC-328E-41A9-8DF1-DCDA6CC3C425}" type="pres">
      <dgm:prSet presAssocID="{DF9E427A-F061-4D73-876E-50DFE6A2B7E5}" presName="rootComposite" presStyleCnt="0"/>
      <dgm:spPr/>
    </dgm:pt>
    <dgm:pt modelId="{016EC23A-2D0E-41F6-A49C-4A8A9AA629EE}" type="pres">
      <dgm:prSet presAssocID="{DF9E427A-F061-4D73-876E-50DFE6A2B7E5}" presName="rootText" presStyleLbl="node2" presStyleIdx="2" presStyleCnt="7" custScaleX="480246">
        <dgm:presLayoutVars>
          <dgm:chPref val="3"/>
        </dgm:presLayoutVars>
      </dgm:prSet>
      <dgm:spPr/>
    </dgm:pt>
    <dgm:pt modelId="{CBB73073-E2BE-4561-B51B-94EBAD9E9723}" type="pres">
      <dgm:prSet presAssocID="{DF9E427A-F061-4D73-876E-50DFE6A2B7E5}" presName="rootConnector" presStyleLbl="node2" presStyleIdx="2" presStyleCnt="7"/>
      <dgm:spPr/>
    </dgm:pt>
    <dgm:pt modelId="{A2D7CAED-0941-4B4F-8DD4-28606AD9D38D}" type="pres">
      <dgm:prSet presAssocID="{DF9E427A-F061-4D73-876E-50DFE6A2B7E5}" presName="hierChild4" presStyleCnt="0"/>
      <dgm:spPr/>
    </dgm:pt>
    <dgm:pt modelId="{CF5056B5-8551-456B-ADDD-172A82571A09}" type="pres">
      <dgm:prSet presAssocID="{C6AE7227-753A-4CF6-A17C-2204C6059E4B}" presName="Name37" presStyleLbl="parChTrans1D3" presStyleIdx="8" presStyleCnt="28"/>
      <dgm:spPr/>
    </dgm:pt>
    <dgm:pt modelId="{D0DC5082-C07E-4DB8-8F36-40D55BF804DD}" type="pres">
      <dgm:prSet presAssocID="{8121365C-0E5F-46FD-99B3-A0710F6DD8BD}" presName="hierRoot2" presStyleCnt="0">
        <dgm:presLayoutVars>
          <dgm:hierBranch val="init"/>
        </dgm:presLayoutVars>
      </dgm:prSet>
      <dgm:spPr/>
    </dgm:pt>
    <dgm:pt modelId="{D0342674-33B5-4217-A8C7-67D49714F34E}" type="pres">
      <dgm:prSet presAssocID="{8121365C-0E5F-46FD-99B3-A0710F6DD8BD}" presName="rootComposite" presStyleCnt="0"/>
      <dgm:spPr/>
    </dgm:pt>
    <dgm:pt modelId="{9AB20978-08CF-4AAB-B144-0305DE5CA8BA}" type="pres">
      <dgm:prSet presAssocID="{8121365C-0E5F-46FD-99B3-A0710F6DD8BD}" presName="rootText" presStyleLbl="node3" presStyleIdx="8" presStyleCnt="28">
        <dgm:presLayoutVars>
          <dgm:chPref val="3"/>
        </dgm:presLayoutVars>
      </dgm:prSet>
      <dgm:spPr/>
    </dgm:pt>
    <dgm:pt modelId="{DC6F336E-1CA9-44AC-82E9-07790781CCBA}" type="pres">
      <dgm:prSet presAssocID="{8121365C-0E5F-46FD-99B3-A0710F6DD8BD}" presName="rootConnector" presStyleLbl="node3" presStyleIdx="8" presStyleCnt="28"/>
      <dgm:spPr/>
    </dgm:pt>
    <dgm:pt modelId="{2D4F6C11-F321-463F-A1D2-6F819D6E9D95}" type="pres">
      <dgm:prSet presAssocID="{8121365C-0E5F-46FD-99B3-A0710F6DD8BD}" presName="hierChild4" presStyleCnt="0"/>
      <dgm:spPr/>
    </dgm:pt>
    <dgm:pt modelId="{05B2AEB4-65D8-4E63-95C3-E56431D618E8}" type="pres">
      <dgm:prSet presAssocID="{27DADBFF-F4C0-49D6-85DA-ADAC52F83797}" presName="Name37" presStyleLbl="parChTrans1D4" presStyleIdx="17" presStyleCnt="61"/>
      <dgm:spPr/>
    </dgm:pt>
    <dgm:pt modelId="{CDEB0F2B-3BBE-43C6-A2FD-23D76B578FB1}" type="pres">
      <dgm:prSet presAssocID="{AA12ED29-2580-4AF7-BCEE-756146F8A3AC}" presName="hierRoot2" presStyleCnt="0">
        <dgm:presLayoutVars>
          <dgm:hierBranch val="init"/>
        </dgm:presLayoutVars>
      </dgm:prSet>
      <dgm:spPr/>
    </dgm:pt>
    <dgm:pt modelId="{40D09781-45C2-4C5C-A8D4-6F96AD7092C9}" type="pres">
      <dgm:prSet presAssocID="{AA12ED29-2580-4AF7-BCEE-756146F8A3AC}" presName="rootComposite" presStyleCnt="0"/>
      <dgm:spPr/>
    </dgm:pt>
    <dgm:pt modelId="{1197839D-7591-4796-83CB-6DF7E63485ED}" type="pres">
      <dgm:prSet presAssocID="{AA12ED29-2580-4AF7-BCEE-756146F8A3AC}" presName="rootText" presStyleLbl="node4" presStyleIdx="17" presStyleCnt="61">
        <dgm:presLayoutVars>
          <dgm:chPref val="3"/>
        </dgm:presLayoutVars>
      </dgm:prSet>
      <dgm:spPr/>
    </dgm:pt>
    <dgm:pt modelId="{EDFEBE60-2358-4760-B666-CF5DCBD8F85F}" type="pres">
      <dgm:prSet presAssocID="{AA12ED29-2580-4AF7-BCEE-756146F8A3AC}" presName="rootConnector" presStyleLbl="node4" presStyleIdx="17" presStyleCnt="61"/>
      <dgm:spPr/>
    </dgm:pt>
    <dgm:pt modelId="{05F121A2-96FA-403E-93A7-16F4346AEE67}" type="pres">
      <dgm:prSet presAssocID="{AA12ED29-2580-4AF7-BCEE-756146F8A3AC}" presName="hierChild4" presStyleCnt="0"/>
      <dgm:spPr/>
    </dgm:pt>
    <dgm:pt modelId="{00F8B1FF-A440-46FC-9B50-E67454AB2D32}" type="pres">
      <dgm:prSet presAssocID="{AA12ED29-2580-4AF7-BCEE-756146F8A3AC}" presName="hierChild5" presStyleCnt="0"/>
      <dgm:spPr/>
    </dgm:pt>
    <dgm:pt modelId="{7C78795E-339C-4EAE-81EA-646450E244D9}" type="pres">
      <dgm:prSet presAssocID="{B91696BD-1F93-4301-99EC-546E5904731C}" presName="Name37" presStyleLbl="parChTrans1D4" presStyleIdx="18" presStyleCnt="61"/>
      <dgm:spPr/>
    </dgm:pt>
    <dgm:pt modelId="{1B993BAE-4DA6-4B9B-9D0C-58AC0FFF8259}" type="pres">
      <dgm:prSet presAssocID="{CED1B1AA-491B-4915-8BA2-83CB2A3C7FED}" presName="hierRoot2" presStyleCnt="0">
        <dgm:presLayoutVars>
          <dgm:hierBranch val="init"/>
        </dgm:presLayoutVars>
      </dgm:prSet>
      <dgm:spPr/>
    </dgm:pt>
    <dgm:pt modelId="{A93ECCCF-515B-477A-B283-7C45B1ACDA56}" type="pres">
      <dgm:prSet presAssocID="{CED1B1AA-491B-4915-8BA2-83CB2A3C7FED}" presName="rootComposite" presStyleCnt="0"/>
      <dgm:spPr/>
    </dgm:pt>
    <dgm:pt modelId="{22784FEE-C9BE-4553-BF22-3AF9DB761EEA}" type="pres">
      <dgm:prSet presAssocID="{CED1B1AA-491B-4915-8BA2-83CB2A3C7FED}" presName="rootText" presStyleLbl="node4" presStyleIdx="18" presStyleCnt="61">
        <dgm:presLayoutVars>
          <dgm:chPref val="3"/>
        </dgm:presLayoutVars>
      </dgm:prSet>
      <dgm:spPr/>
    </dgm:pt>
    <dgm:pt modelId="{816A1863-93E1-4A11-8859-164C5DB3AE5B}" type="pres">
      <dgm:prSet presAssocID="{CED1B1AA-491B-4915-8BA2-83CB2A3C7FED}" presName="rootConnector" presStyleLbl="node4" presStyleIdx="18" presStyleCnt="61"/>
      <dgm:spPr/>
    </dgm:pt>
    <dgm:pt modelId="{A930229A-0001-4BBA-BD6F-C78B672589DE}" type="pres">
      <dgm:prSet presAssocID="{CED1B1AA-491B-4915-8BA2-83CB2A3C7FED}" presName="hierChild4" presStyleCnt="0"/>
      <dgm:spPr/>
    </dgm:pt>
    <dgm:pt modelId="{E6A0038D-41EA-46E8-8978-17FDFE875228}" type="pres">
      <dgm:prSet presAssocID="{CED1B1AA-491B-4915-8BA2-83CB2A3C7FED}" presName="hierChild5" presStyleCnt="0"/>
      <dgm:spPr/>
    </dgm:pt>
    <dgm:pt modelId="{46FCC678-959D-403D-BA0B-39E8BAC03985}" type="pres">
      <dgm:prSet presAssocID="{E4BF1A9E-E607-4FEC-82D4-747EC207F3B5}" presName="Name37" presStyleLbl="parChTrans1D4" presStyleIdx="19" presStyleCnt="61"/>
      <dgm:spPr/>
    </dgm:pt>
    <dgm:pt modelId="{39FE1EF0-E9B1-4ACB-B2D9-3D97AE3278F0}" type="pres">
      <dgm:prSet presAssocID="{FF2E5661-B47C-4285-BE7D-381982BFB46B}" presName="hierRoot2" presStyleCnt="0">
        <dgm:presLayoutVars>
          <dgm:hierBranch val="init"/>
        </dgm:presLayoutVars>
      </dgm:prSet>
      <dgm:spPr/>
    </dgm:pt>
    <dgm:pt modelId="{A546C19B-C9A1-4C7B-9369-21719BC9BF99}" type="pres">
      <dgm:prSet presAssocID="{FF2E5661-B47C-4285-BE7D-381982BFB46B}" presName="rootComposite" presStyleCnt="0"/>
      <dgm:spPr/>
    </dgm:pt>
    <dgm:pt modelId="{173D8E75-8BD2-459C-8789-774A1F928B56}" type="pres">
      <dgm:prSet presAssocID="{FF2E5661-B47C-4285-BE7D-381982BFB46B}" presName="rootText" presStyleLbl="node4" presStyleIdx="19" presStyleCnt="61">
        <dgm:presLayoutVars>
          <dgm:chPref val="3"/>
        </dgm:presLayoutVars>
      </dgm:prSet>
      <dgm:spPr/>
    </dgm:pt>
    <dgm:pt modelId="{893D2EC9-8AB0-4D5F-A929-37247C996C8F}" type="pres">
      <dgm:prSet presAssocID="{FF2E5661-B47C-4285-BE7D-381982BFB46B}" presName="rootConnector" presStyleLbl="node4" presStyleIdx="19" presStyleCnt="61"/>
      <dgm:spPr/>
    </dgm:pt>
    <dgm:pt modelId="{B5007A93-15CE-4A22-A62B-D2790E518311}" type="pres">
      <dgm:prSet presAssocID="{FF2E5661-B47C-4285-BE7D-381982BFB46B}" presName="hierChild4" presStyleCnt="0"/>
      <dgm:spPr/>
    </dgm:pt>
    <dgm:pt modelId="{46A889B1-73DC-40E7-BBDC-095C5CB2BB92}" type="pres">
      <dgm:prSet presAssocID="{FF2E5661-B47C-4285-BE7D-381982BFB46B}" presName="hierChild5" presStyleCnt="0"/>
      <dgm:spPr/>
    </dgm:pt>
    <dgm:pt modelId="{8DE0A00B-158F-4C5C-9D33-0C22D6FD3504}" type="pres">
      <dgm:prSet presAssocID="{8121365C-0E5F-46FD-99B3-A0710F6DD8BD}" presName="hierChild5" presStyleCnt="0"/>
      <dgm:spPr/>
    </dgm:pt>
    <dgm:pt modelId="{F9466997-C39E-450C-A6C6-7B559C41C9FC}" type="pres">
      <dgm:prSet presAssocID="{CC45007F-695F-455A-A6FF-3E844A3B7B0B}" presName="Name37" presStyleLbl="parChTrans1D3" presStyleIdx="9" presStyleCnt="28"/>
      <dgm:spPr/>
    </dgm:pt>
    <dgm:pt modelId="{229DF0AB-7A1D-406C-8F69-E472096D7228}" type="pres">
      <dgm:prSet presAssocID="{A28E73CD-1ADF-4FD7-BDF2-94845C2AC621}" presName="hierRoot2" presStyleCnt="0">
        <dgm:presLayoutVars>
          <dgm:hierBranch val="init"/>
        </dgm:presLayoutVars>
      </dgm:prSet>
      <dgm:spPr/>
    </dgm:pt>
    <dgm:pt modelId="{5CE0041E-C1EF-44E1-988D-A8B546DEC78D}" type="pres">
      <dgm:prSet presAssocID="{A28E73CD-1ADF-4FD7-BDF2-94845C2AC621}" presName="rootComposite" presStyleCnt="0"/>
      <dgm:spPr/>
    </dgm:pt>
    <dgm:pt modelId="{EB248189-E0EB-497A-80EF-F03FDCCD8D0E}" type="pres">
      <dgm:prSet presAssocID="{A28E73CD-1ADF-4FD7-BDF2-94845C2AC621}" presName="rootText" presStyleLbl="node3" presStyleIdx="9" presStyleCnt="28">
        <dgm:presLayoutVars>
          <dgm:chPref val="3"/>
        </dgm:presLayoutVars>
      </dgm:prSet>
      <dgm:spPr/>
    </dgm:pt>
    <dgm:pt modelId="{2C0E9B76-49CE-4D8B-B570-33ED9DF92348}" type="pres">
      <dgm:prSet presAssocID="{A28E73CD-1ADF-4FD7-BDF2-94845C2AC621}" presName="rootConnector" presStyleLbl="node3" presStyleIdx="9" presStyleCnt="28"/>
      <dgm:spPr/>
    </dgm:pt>
    <dgm:pt modelId="{22F2AFEB-2FB3-481E-809C-EF7FA00C0156}" type="pres">
      <dgm:prSet presAssocID="{A28E73CD-1ADF-4FD7-BDF2-94845C2AC621}" presName="hierChild4" presStyleCnt="0"/>
      <dgm:spPr/>
    </dgm:pt>
    <dgm:pt modelId="{DB6629F3-83C5-41B8-980E-5E915FE384BF}" type="pres">
      <dgm:prSet presAssocID="{42FA3DFA-7D82-4300-BC28-DF695A0D5060}" presName="Name37" presStyleLbl="parChTrans1D4" presStyleIdx="20" presStyleCnt="61"/>
      <dgm:spPr/>
    </dgm:pt>
    <dgm:pt modelId="{36B08FF4-DB0D-4577-BBD9-7D36A750EF6D}" type="pres">
      <dgm:prSet presAssocID="{7BF88B82-888B-49BD-A1A1-594F46E7AAFD}" presName="hierRoot2" presStyleCnt="0">
        <dgm:presLayoutVars>
          <dgm:hierBranch val="init"/>
        </dgm:presLayoutVars>
      </dgm:prSet>
      <dgm:spPr/>
    </dgm:pt>
    <dgm:pt modelId="{70AD6D6A-D051-472A-9732-50005080532A}" type="pres">
      <dgm:prSet presAssocID="{7BF88B82-888B-49BD-A1A1-594F46E7AAFD}" presName="rootComposite" presStyleCnt="0"/>
      <dgm:spPr/>
    </dgm:pt>
    <dgm:pt modelId="{AC7F5EB0-1D8C-4884-A37E-75184CBA0061}" type="pres">
      <dgm:prSet presAssocID="{7BF88B82-888B-49BD-A1A1-594F46E7AAFD}" presName="rootText" presStyleLbl="node4" presStyleIdx="20" presStyleCnt="61">
        <dgm:presLayoutVars>
          <dgm:chPref val="3"/>
        </dgm:presLayoutVars>
      </dgm:prSet>
      <dgm:spPr/>
    </dgm:pt>
    <dgm:pt modelId="{3AE7B6D5-A9E5-45D7-99CE-794AFB82D9B3}" type="pres">
      <dgm:prSet presAssocID="{7BF88B82-888B-49BD-A1A1-594F46E7AAFD}" presName="rootConnector" presStyleLbl="node4" presStyleIdx="20" presStyleCnt="61"/>
      <dgm:spPr/>
    </dgm:pt>
    <dgm:pt modelId="{2448D40E-32EB-401C-B272-021F370AF524}" type="pres">
      <dgm:prSet presAssocID="{7BF88B82-888B-49BD-A1A1-594F46E7AAFD}" presName="hierChild4" presStyleCnt="0"/>
      <dgm:spPr/>
    </dgm:pt>
    <dgm:pt modelId="{FDD5B1CA-F8F2-4270-BE12-1FE3BBB0F4D2}" type="pres">
      <dgm:prSet presAssocID="{7BF88B82-888B-49BD-A1A1-594F46E7AAFD}" presName="hierChild5" presStyleCnt="0"/>
      <dgm:spPr/>
    </dgm:pt>
    <dgm:pt modelId="{44AAF98A-5541-4052-8283-E669C2C8C015}" type="pres">
      <dgm:prSet presAssocID="{D5A20E85-54F1-4BDD-8D5A-85DC2B017FD3}" presName="Name37" presStyleLbl="parChTrans1D4" presStyleIdx="21" presStyleCnt="61"/>
      <dgm:spPr/>
    </dgm:pt>
    <dgm:pt modelId="{DEF7F5BE-C95C-4BDF-B969-FC003A00D7B8}" type="pres">
      <dgm:prSet presAssocID="{77DBC02B-2E04-4ED6-9C7D-D1831AC32D00}" presName="hierRoot2" presStyleCnt="0">
        <dgm:presLayoutVars>
          <dgm:hierBranch val="init"/>
        </dgm:presLayoutVars>
      </dgm:prSet>
      <dgm:spPr/>
    </dgm:pt>
    <dgm:pt modelId="{ED2CAAF3-13F0-4F07-B4F0-0CA0E0EE83A4}" type="pres">
      <dgm:prSet presAssocID="{77DBC02B-2E04-4ED6-9C7D-D1831AC32D00}" presName="rootComposite" presStyleCnt="0"/>
      <dgm:spPr/>
    </dgm:pt>
    <dgm:pt modelId="{5226C33E-345B-47D5-919A-C56BA7092219}" type="pres">
      <dgm:prSet presAssocID="{77DBC02B-2E04-4ED6-9C7D-D1831AC32D00}" presName="rootText" presStyleLbl="node4" presStyleIdx="21" presStyleCnt="61">
        <dgm:presLayoutVars>
          <dgm:chPref val="3"/>
        </dgm:presLayoutVars>
      </dgm:prSet>
      <dgm:spPr/>
    </dgm:pt>
    <dgm:pt modelId="{D7008205-7CFD-457D-BEFD-60103809B2AE}" type="pres">
      <dgm:prSet presAssocID="{77DBC02B-2E04-4ED6-9C7D-D1831AC32D00}" presName="rootConnector" presStyleLbl="node4" presStyleIdx="21" presStyleCnt="61"/>
      <dgm:spPr/>
    </dgm:pt>
    <dgm:pt modelId="{13EEFAC4-DD37-435E-B099-005C0F19ECBA}" type="pres">
      <dgm:prSet presAssocID="{77DBC02B-2E04-4ED6-9C7D-D1831AC32D00}" presName="hierChild4" presStyleCnt="0"/>
      <dgm:spPr/>
    </dgm:pt>
    <dgm:pt modelId="{80D37FFF-4C80-4851-8381-B18EF2ABDAA3}" type="pres">
      <dgm:prSet presAssocID="{77DBC02B-2E04-4ED6-9C7D-D1831AC32D00}" presName="hierChild5" presStyleCnt="0"/>
      <dgm:spPr/>
    </dgm:pt>
    <dgm:pt modelId="{6CAC62D5-0E7A-4240-AF44-E1966B1ED63A}" type="pres">
      <dgm:prSet presAssocID="{A28E73CD-1ADF-4FD7-BDF2-94845C2AC621}" presName="hierChild5" presStyleCnt="0"/>
      <dgm:spPr/>
    </dgm:pt>
    <dgm:pt modelId="{59F53C41-11F2-442F-9B6A-7FDE362F9753}" type="pres">
      <dgm:prSet presAssocID="{14A66A7B-BC71-4CAA-A095-307F39E37605}" presName="Name37" presStyleLbl="parChTrans1D3" presStyleIdx="10" presStyleCnt="28"/>
      <dgm:spPr/>
    </dgm:pt>
    <dgm:pt modelId="{737FB33C-CFD4-4FC0-AAC4-82915C643F29}" type="pres">
      <dgm:prSet presAssocID="{FDA23E4A-D86D-4E3A-8AFF-AC54CC4F6240}" presName="hierRoot2" presStyleCnt="0">
        <dgm:presLayoutVars>
          <dgm:hierBranch val="init"/>
        </dgm:presLayoutVars>
      </dgm:prSet>
      <dgm:spPr/>
    </dgm:pt>
    <dgm:pt modelId="{12907466-A479-4568-9D67-682E67D42475}" type="pres">
      <dgm:prSet presAssocID="{FDA23E4A-D86D-4E3A-8AFF-AC54CC4F6240}" presName="rootComposite" presStyleCnt="0"/>
      <dgm:spPr/>
    </dgm:pt>
    <dgm:pt modelId="{0F3BE9D2-FE1C-400C-9E2D-0E59FB03D403}" type="pres">
      <dgm:prSet presAssocID="{FDA23E4A-D86D-4E3A-8AFF-AC54CC4F6240}" presName="rootText" presStyleLbl="node3" presStyleIdx="10" presStyleCnt="28">
        <dgm:presLayoutVars>
          <dgm:chPref val="3"/>
        </dgm:presLayoutVars>
      </dgm:prSet>
      <dgm:spPr/>
    </dgm:pt>
    <dgm:pt modelId="{31234D82-1FA2-43E9-A6E3-99808E33C9ED}" type="pres">
      <dgm:prSet presAssocID="{FDA23E4A-D86D-4E3A-8AFF-AC54CC4F6240}" presName="rootConnector" presStyleLbl="node3" presStyleIdx="10" presStyleCnt="28"/>
      <dgm:spPr/>
    </dgm:pt>
    <dgm:pt modelId="{CEDCA6A0-A5F8-42B8-B971-87F1115FFFBE}" type="pres">
      <dgm:prSet presAssocID="{FDA23E4A-D86D-4E3A-8AFF-AC54CC4F6240}" presName="hierChild4" presStyleCnt="0"/>
      <dgm:spPr/>
    </dgm:pt>
    <dgm:pt modelId="{3E1D6295-783B-42D6-8E82-BBC5821961A8}" type="pres">
      <dgm:prSet presAssocID="{365F738A-913C-4348-9796-D49E1C5033A5}" presName="Name37" presStyleLbl="parChTrans1D4" presStyleIdx="22" presStyleCnt="61"/>
      <dgm:spPr/>
    </dgm:pt>
    <dgm:pt modelId="{970A7BC9-4C46-43A1-9F1C-F15B1922DC18}" type="pres">
      <dgm:prSet presAssocID="{24C89210-D592-4B9A-B496-DFB3A2B7796B}" presName="hierRoot2" presStyleCnt="0">
        <dgm:presLayoutVars>
          <dgm:hierBranch val="init"/>
        </dgm:presLayoutVars>
      </dgm:prSet>
      <dgm:spPr/>
    </dgm:pt>
    <dgm:pt modelId="{258B408A-135D-4645-B86F-53DC4042BBAD}" type="pres">
      <dgm:prSet presAssocID="{24C89210-D592-4B9A-B496-DFB3A2B7796B}" presName="rootComposite" presStyleCnt="0"/>
      <dgm:spPr/>
    </dgm:pt>
    <dgm:pt modelId="{C75B54DB-3E49-4B47-BD96-C811E653AA13}" type="pres">
      <dgm:prSet presAssocID="{24C89210-D592-4B9A-B496-DFB3A2B7796B}" presName="rootText" presStyleLbl="node4" presStyleIdx="22" presStyleCnt="61">
        <dgm:presLayoutVars>
          <dgm:chPref val="3"/>
        </dgm:presLayoutVars>
      </dgm:prSet>
      <dgm:spPr/>
    </dgm:pt>
    <dgm:pt modelId="{483ED532-2319-47EF-9565-3A6578D62522}" type="pres">
      <dgm:prSet presAssocID="{24C89210-D592-4B9A-B496-DFB3A2B7796B}" presName="rootConnector" presStyleLbl="node4" presStyleIdx="22" presStyleCnt="61"/>
      <dgm:spPr/>
    </dgm:pt>
    <dgm:pt modelId="{58209A49-5456-4A3D-9055-2D982E888296}" type="pres">
      <dgm:prSet presAssocID="{24C89210-D592-4B9A-B496-DFB3A2B7796B}" presName="hierChild4" presStyleCnt="0"/>
      <dgm:spPr/>
    </dgm:pt>
    <dgm:pt modelId="{11E5743E-5476-4AD8-9E9D-B6A260247E9A}" type="pres">
      <dgm:prSet presAssocID="{24C89210-D592-4B9A-B496-DFB3A2B7796B}" presName="hierChild5" presStyleCnt="0"/>
      <dgm:spPr/>
    </dgm:pt>
    <dgm:pt modelId="{EE6710BB-329B-46DE-8BA8-3134788349F8}" type="pres">
      <dgm:prSet presAssocID="{84E1EA16-F92C-4008-A70E-F50BA1716BBD}" presName="Name37" presStyleLbl="parChTrans1D4" presStyleIdx="23" presStyleCnt="61"/>
      <dgm:spPr/>
    </dgm:pt>
    <dgm:pt modelId="{9C56529B-814E-4707-A6DC-834BCFA0B612}" type="pres">
      <dgm:prSet presAssocID="{E0C1B74B-859B-4FF7-8F22-4688FBB999EE}" presName="hierRoot2" presStyleCnt="0">
        <dgm:presLayoutVars>
          <dgm:hierBranch val="init"/>
        </dgm:presLayoutVars>
      </dgm:prSet>
      <dgm:spPr/>
    </dgm:pt>
    <dgm:pt modelId="{32E34DA2-0D8A-427E-9E29-55FBDF73FFD7}" type="pres">
      <dgm:prSet presAssocID="{E0C1B74B-859B-4FF7-8F22-4688FBB999EE}" presName="rootComposite" presStyleCnt="0"/>
      <dgm:spPr/>
    </dgm:pt>
    <dgm:pt modelId="{9A1B5845-83E6-481B-ADAB-9B3CC54F5594}" type="pres">
      <dgm:prSet presAssocID="{E0C1B74B-859B-4FF7-8F22-4688FBB999EE}" presName="rootText" presStyleLbl="node4" presStyleIdx="23" presStyleCnt="61">
        <dgm:presLayoutVars>
          <dgm:chPref val="3"/>
        </dgm:presLayoutVars>
      </dgm:prSet>
      <dgm:spPr/>
    </dgm:pt>
    <dgm:pt modelId="{3119C672-9357-4E18-9CA7-0F40F2058477}" type="pres">
      <dgm:prSet presAssocID="{E0C1B74B-859B-4FF7-8F22-4688FBB999EE}" presName="rootConnector" presStyleLbl="node4" presStyleIdx="23" presStyleCnt="61"/>
      <dgm:spPr/>
    </dgm:pt>
    <dgm:pt modelId="{30E237A3-DC07-411C-B4BF-BFC2A288B551}" type="pres">
      <dgm:prSet presAssocID="{E0C1B74B-859B-4FF7-8F22-4688FBB999EE}" presName="hierChild4" presStyleCnt="0"/>
      <dgm:spPr/>
    </dgm:pt>
    <dgm:pt modelId="{D169B0C6-A0F1-4735-841A-3BE44F13BB2A}" type="pres">
      <dgm:prSet presAssocID="{E0C1B74B-859B-4FF7-8F22-4688FBB999EE}" presName="hierChild5" presStyleCnt="0"/>
      <dgm:spPr/>
    </dgm:pt>
    <dgm:pt modelId="{0ED6B5CB-0767-4D14-9357-EC20E790564E}" type="pres">
      <dgm:prSet presAssocID="{FDA23E4A-D86D-4E3A-8AFF-AC54CC4F6240}" presName="hierChild5" presStyleCnt="0"/>
      <dgm:spPr/>
    </dgm:pt>
    <dgm:pt modelId="{EB396DB6-4DC5-4442-837A-E2E1CE38B356}" type="pres">
      <dgm:prSet presAssocID="{8F8EB173-FE04-42A8-A31C-8FA48EF125AE}" presName="Name37" presStyleLbl="parChTrans1D3" presStyleIdx="11" presStyleCnt="28"/>
      <dgm:spPr/>
    </dgm:pt>
    <dgm:pt modelId="{922C7B93-BEB3-4374-A0D3-39452F38EA2E}" type="pres">
      <dgm:prSet presAssocID="{C9EE5388-75B5-46BA-920E-F2CC118578B3}" presName="hierRoot2" presStyleCnt="0">
        <dgm:presLayoutVars>
          <dgm:hierBranch val="init"/>
        </dgm:presLayoutVars>
      </dgm:prSet>
      <dgm:spPr/>
    </dgm:pt>
    <dgm:pt modelId="{86403FE9-A1CD-4F12-9641-8BDF69DA9A2B}" type="pres">
      <dgm:prSet presAssocID="{C9EE5388-75B5-46BA-920E-F2CC118578B3}" presName="rootComposite" presStyleCnt="0"/>
      <dgm:spPr/>
    </dgm:pt>
    <dgm:pt modelId="{40F0C546-9A1D-4B1D-9263-B3895EE42751}" type="pres">
      <dgm:prSet presAssocID="{C9EE5388-75B5-46BA-920E-F2CC118578B3}" presName="rootText" presStyleLbl="node3" presStyleIdx="11" presStyleCnt="28">
        <dgm:presLayoutVars>
          <dgm:chPref val="3"/>
        </dgm:presLayoutVars>
      </dgm:prSet>
      <dgm:spPr/>
    </dgm:pt>
    <dgm:pt modelId="{0F1C3114-D0FD-4110-BA76-7A4B58B34AA0}" type="pres">
      <dgm:prSet presAssocID="{C9EE5388-75B5-46BA-920E-F2CC118578B3}" presName="rootConnector" presStyleLbl="node3" presStyleIdx="11" presStyleCnt="28"/>
      <dgm:spPr/>
    </dgm:pt>
    <dgm:pt modelId="{84DFA0E0-8DEF-4D5C-97C8-C1AD8EDC5BB1}" type="pres">
      <dgm:prSet presAssocID="{C9EE5388-75B5-46BA-920E-F2CC118578B3}" presName="hierChild4" presStyleCnt="0"/>
      <dgm:spPr/>
    </dgm:pt>
    <dgm:pt modelId="{7F133CB3-991E-4AFC-A3F7-62D1B6844686}" type="pres">
      <dgm:prSet presAssocID="{BF691FC8-D43F-4F42-A3D8-422F80D7A058}" presName="Name37" presStyleLbl="parChTrans1D4" presStyleIdx="24" presStyleCnt="61"/>
      <dgm:spPr/>
    </dgm:pt>
    <dgm:pt modelId="{853CF737-10CC-4FFD-A3F2-92B3C79CAD03}" type="pres">
      <dgm:prSet presAssocID="{CE6A2BBB-B606-4270-A2C1-DFFD79070376}" presName="hierRoot2" presStyleCnt="0">
        <dgm:presLayoutVars>
          <dgm:hierBranch val="init"/>
        </dgm:presLayoutVars>
      </dgm:prSet>
      <dgm:spPr/>
    </dgm:pt>
    <dgm:pt modelId="{CB3EF892-B20F-42C9-99FD-62A4EDE9E1CD}" type="pres">
      <dgm:prSet presAssocID="{CE6A2BBB-B606-4270-A2C1-DFFD79070376}" presName="rootComposite" presStyleCnt="0"/>
      <dgm:spPr/>
    </dgm:pt>
    <dgm:pt modelId="{4CA652C3-FD02-492E-B8A5-DA0B66D5315D}" type="pres">
      <dgm:prSet presAssocID="{CE6A2BBB-B606-4270-A2C1-DFFD79070376}" presName="rootText" presStyleLbl="node4" presStyleIdx="24" presStyleCnt="61">
        <dgm:presLayoutVars>
          <dgm:chPref val="3"/>
        </dgm:presLayoutVars>
      </dgm:prSet>
      <dgm:spPr/>
    </dgm:pt>
    <dgm:pt modelId="{BAF2012E-1745-4F2E-BF28-4A4B629B4B7F}" type="pres">
      <dgm:prSet presAssocID="{CE6A2BBB-B606-4270-A2C1-DFFD79070376}" presName="rootConnector" presStyleLbl="node4" presStyleIdx="24" presStyleCnt="61"/>
      <dgm:spPr/>
    </dgm:pt>
    <dgm:pt modelId="{9E9F3C5D-B891-4890-9647-277B20F4153A}" type="pres">
      <dgm:prSet presAssocID="{CE6A2BBB-B606-4270-A2C1-DFFD79070376}" presName="hierChild4" presStyleCnt="0"/>
      <dgm:spPr/>
    </dgm:pt>
    <dgm:pt modelId="{A2EC50F8-AE41-4BCF-B60A-6D6C7B782590}" type="pres">
      <dgm:prSet presAssocID="{CE6A2BBB-B606-4270-A2C1-DFFD79070376}" presName="hierChild5" presStyleCnt="0"/>
      <dgm:spPr/>
    </dgm:pt>
    <dgm:pt modelId="{E5FA6A17-0CEA-40C9-9923-D535456C1734}" type="pres">
      <dgm:prSet presAssocID="{C9EE5388-75B5-46BA-920E-F2CC118578B3}" presName="hierChild5" presStyleCnt="0"/>
      <dgm:spPr/>
    </dgm:pt>
    <dgm:pt modelId="{06DD9A92-3EBE-4509-A0B6-B94B2A043EB1}" type="pres">
      <dgm:prSet presAssocID="{DF9E427A-F061-4D73-876E-50DFE6A2B7E5}" presName="hierChild5" presStyleCnt="0"/>
      <dgm:spPr/>
    </dgm:pt>
    <dgm:pt modelId="{B67FA171-3DC1-4B30-B97D-AAB0EE775448}" type="pres">
      <dgm:prSet presAssocID="{F8130828-F801-48B7-A83D-32C060147E31}" presName="Name37" presStyleLbl="parChTrans1D2" presStyleIdx="3" presStyleCnt="7"/>
      <dgm:spPr/>
    </dgm:pt>
    <dgm:pt modelId="{9050899D-C12D-433D-BA67-5366AE2099EB}" type="pres">
      <dgm:prSet presAssocID="{75DFC915-9462-4A30-AE1F-37CE18B3C6D2}" presName="hierRoot2" presStyleCnt="0">
        <dgm:presLayoutVars>
          <dgm:hierBranch val="init"/>
        </dgm:presLayoutVars>
      </dgm:prSet>
      <dgm:spPr/>
    </dgm:pt>
    <dgm:pt modelId="{FA4CBB32-6DC4-463A-97E6-6F6C874672E4}" type="pres">
      <dgm:prSet presAssocID="{75DFC915-9462-4A30-AE1F-37CE18B3C6D2}" presName="rootComposite" presStyleCnt="0"/>
      <dgm:spPr/>
    </dgm:pt>
    <dgm:pt modelId="{858CCC95-E4CA-427E-8CC5-EA54BE327E50}" type="pres">
      <dgm:prSet presAssocID="{75DFC915-9462-4A30-AE1F-37CE18B3C6D2}" presName="rootText" presStyleLbl="node2" presStyleIdx="3" presStyleCnt="7" custScaleX="470687">
        <dgm:presLayoutVars>
          <dgm:chPref val="3"/>
        </dgm:presLayoutVars>
      </dgm:prSet>
      <dgm:spPr/>
    </dgm:pt>
    <dgm:pt modelId="{6F0642B5-C6D2-460F-8B0D-117246BD79FD}" type="pres">
      <dgm:prSet presAssocID="{75DFC915-9462-4A30-AE1F-37CE18B3C6D2}" presName="rootConnector" presStyleLbl="node2" presStyleIdx="3" presStyleCnt="7"/>
      <dgm:spPr/>
    </dgm:pt>
    <dgm:pt modelId="{212E254B-8521-46A2-8B27-60BF05F6C21C}" type="pres">
      <dgm:prSet presAssocID="{75DFC915-9462-4A30-AE1F-37CE18B3C6D2}" presName="hierChild4" presStyleCnt="0"/>
      <dgm:spPr/>
    </dgm:pt>
    <dgm:pt modelId="{27480C38-F788-44D0-8BD2-BD48D0A99F72}" type="pres">
      <dgm:prSet presAssocID="{88F3F940-1A2B-4FE8-9119-7BD54E7030DE}" presName="Name37" presStyleLbl="parChTrans1D3" presStyleIdx="12" presStyleCnt="28"/>
      <dgm:spPr/>
    </dgm:pt>
    <dgm:pt modelId="{E1E5B2E3-3616-45A2-8592-EB3E8F3F1F11}" type="pres">
      <dgm:prSet presAssocID="{6643273A-E0A0-44C9-AA4C-39F5626F8635}" presName="hierRoot2" presStyleCnt="0">
        <dgm:presLayoutVars>
          <dgm:hierBranch val="init"/>
        </dgm:presLayoutVars>
      </dgm:prSet>
      <dgm:spPr/>
    </dgm:pt>
    <dgm:pt modelId="{8A1D0950-BF9E-4D62-AEAE-A69C1E0A6A7A}" type="pres">
      <dgm:prSet presAssocID="{6643273A-E0A0-44C9-AA4C-39F5626F8635}" presName="rootComposite" presStyleCnt="0"/>
      <dgm:spPr/>
    </dgm:pt>
    <dgm:pt modelId="{4D18FC79-1D32-4A57-8194-C37CE7939140}" type="pres">
      <dgm:prSet presAssocID="{6643273A-E0A0-44C9-AA4C-39F5626F8635}" presName="rootText" presStyleLbl="node3" presStyleIdx="12" presStyleCnt="28">
        <dgm:presLayoutVars>
          <dgm:chPref val="3"/>
        </dgm:presLayoutVars>
      </dgm:prSet>
      <dgm:spPr/>
    </dgm:pt>
    <dgm:pt modelId="{B4C9AB85-2A2D-4373-8413-B56F93CE0A6F}" type="pres">
      <dgm:prSet presAssocID="{6643273A-E0A0-44C9-AA4C-39F5626F8635}" presName="rootConnector" presStyleLbl="node3" presStyleIdx="12" presStyleCnt="28"/>
      <dgm:spPr/>
    </dgm:pt>
    <dgm:pt modelId="{32433B4F-9ED2-4F65-BCB0-2D5E6B3705AB}" type="pres">
      <dgm:prSet presAssocID="{6643273A-E0A0-44C9-AA4C-39F5626F8635}" presName="hierChild4" presStyleCnt="0"/>
      <dgm:spPr/>
    </dgm:pt>
    <dgm:pt modelId="{9D3C0F13-BAA2-4E20-800A-6E5910A1B445}" type="pres">
      <dgm:prSet presAssocID="{C794B934-ABCD-414D-9E06-77798ACF1D51}" presName="Name37" presStyleLbl="parChTrans1D4" presStyleIdx="25" presStyleCnt="61"/>
      <dgm:spPr/>
    </dgm:pt>
    <dgm:pt modelId="{36650E23-CD87-4826-8AB3-23D4F2F9CD53}" type="pres">
      <dgm:prSet presAssocID="{6E77453F-549C-468D-A718-5BA539E771F6}" presName="hierRoot2" presStyleCnt="0">
        <dgm:presLayoutVars>
          <dgm:hierBranch val="init"/>
        </dgm:presLayoutVars>
      </dgm:prSet>
      <dgm:spPr/>
    </dgm:pt>
    <dgm:pt modelId="{5B712D55-33BE-4B99-A34E-91E235A9944F}" type="pres">
      <dgm:prSet presAssocID="{6E77453F-549C-468D-A718-5BA539E771F6}" presName="rootComposite" presStyleCnt="0"/>
      <dgm:spPr/>
    </dgm:pt>
    <dgm:pt modelId="{4024B69A-A5B1-4FFD-A105-470485972074}" type="pres">
      <dgm:prSet presAssocID="{6E77453F-549C-468D-A718-5BA539E771F6}" presName="rootText" presStyleLbl="node4" presStyleIdx="25" presStyleCnt="61">
        <dgm:presLayoutVars>
          <dgm:chPref val="3"/>
        </dgm:presLayoutVars>
      </dgm:prSet>
      <dgm:spPr/>
    </dgm:pt>
    <dgm:pt modelId="{DF0F6781-6D9F-43E1-B0A6-3FB05F7672A9}" type="pres">
      <dgm:prSet presAssocID="{6E77453F-549C-468D-A718-5BA539E771F6}" presName="rootConnector" presStyleLbl="node4" presStyleIdx="25" presStyleCnt="61"/>
      <dgm:spPr/>
    </dgm:pt>
    <dgm:pt modelId="{A10219DB-D4D0-4BA8-86BF-2FAB4189E439}" type="pres">
      <dgm:prSet presAssocID="{6E77453F-549C-468D-A718-5BA539E771F6}" presName="hierChild4" presStyleCnt="0"/>
      <dgm:spPr/>
    </dgm:pt>
    <dgm:pt modelId="{BE6848FD-20E0-433D-8ADC-46E6A2AD5527}" type="pres">
      <dgm:prSet presAssocID="{6E77453F-549C-468D-A718-5BA539E771F6}" presName="hierChild5" presStyleCnt="0"/>
      <dgm:spPr/>
    </dgm:pt>
    <dgm:pt modelId="{B955F3C1-A356-4C02-95F3-C5107BAEBC53}" type="pres">
      <dgm:prSet presAssocID="{572C393E-E2B1-4775-A34F-2A4DDEFE6695}" presName="Name37" presStyleLbl="parChTrans1D4" presStyleIdx="26" presStyleCnt="61"/>
      <dgm:spPr/>
    </dgm:pt>
    <dgm:pt modelId="{8827BD71-8860-41C0-B532-DFFEAC3A92A8}" type="pres">
      <dgm:prSet presAssocID="{317F5BF2-3F22-49BC-88D1-95EF9968A9F6}" presName="hierRoot2" presStyleCnt="0">
        <dgm:presLayoutVars>
          <dgm:hierBranch val="init"/>
        </dgm:presLayoutVars>
      </dgm:prSet>
      <dgm:spPr/>
    </dgm:pt>
    <dgm:pt modelId="{57FC1E2B-06D4-4778-AE99-FAD54AF91271}" type="pres">
      <dgm:prSet presAssocID="{317F5BF2-3F22-49BC-88D1-95EF9968A9F6}" presName="rootComposite" presStyleCnt="0"/>
      <dgm:spPr/>
    </dgm:pt>
    <dgm:pt modelId="{EECB86D5-D64F-438B-B9DB-5313C68B36A5}" type="pres">
      <dgm:prSet presAssocID="{317F5BF2-3F22-49BC-88D1-95EF9968A9F6}" presName="rootText" presStyleLbl="node4" presStyleIdx="26" presStyleCnt="61">
        <dgm:presLayoutVars>
          <dgm:chPref val="3"/>
        </dgm:presLayoutVars>
      </dgm:prSet>
      <dgm:spPr/>
    </dgm:pt>
    <dgm:pt modelId="{CE27303E-36DD-4568-A01C-EFE3F2EE3596}" type="pres">
      <dgm:prSet presAssocID="{317F5BF2-3F22-49BC-88D1-95EF9968A9F6}" presName="rootConnector" presStyleLbl="node4" presStyleIdx="26" presStyleCnt="61"/>
      <dgm:spPr/>
    </dgm:pt>
    <dgm:pt modelId="{754A4FB5-5838-40D5-9FC4-D5BC052A33F5}" type="pres">
      <dgm:prSet presAssocID="{317F5BF2-3F22-49BC-88D1-95EF9968A9F6}" presName="hierChild4" presStyleCnt="0"/>
      <dgm:spPr/>
    </dgm:pt>
    <dgm:pt modelId="{AEC34B41-F060-4E26-8D3F-C7D4BB3662B9}" type="pres">
      <dgm:prSet presAssocID="{317F5BF2-3F22-49BC-88D1-95EF9968A9F6}" presName="hierChild5" presStyleCnt="0"/>
      <dgm:spPr/>
    </dgm:pt>
    <dgm:pt modelId="{E6F698D2-2093-458F-B84D-AA66833538A9}" type="pres">
      <dgm:prSet presAssocID="{1E8C47B4-57B6-44D4-9251-5C3069E5E2A1}" presName="Name37" presStyleLbl="parChTrans1D4" presStyleIdx="27" presStyleCnt="61"/>
      <dgm:spPr/>
    </dgm:pt>
    <dgm:pt modelId="{886A19C1-64C4-45A8-AFCC-6AD90F427E53}" type="pres">
      <dgm:prSet presAssocID="{2999097B-F99F-4F74-B0CD-45540FCC688E}" presName="hierRoot2" presStyleCnt="0">
        <dgm:presLayoutVars>
          <dgm:hierBranch val="init"/>
        </dgm:presLayoutVars>
      </dgm:prSet>
      <dgm:spPr/>
    </dgm:pt>
    <dgm:pt modelId="{9F44CBA9-821F-4170-A4AE-FDCF73F3FCD2}" type="pres">
      <dgm:prSet presAssocID="{2999097B-F99F-4F74-B0CD-45540FCC688E}" presName="rootComposite" presStyleCnt="0"/>
      <dgm:spPr/>
    </dgm:pt>
    <dgm:pt modelId="{88A7852B-DB1B-4EC7-A3D3-D7577EA24083}" type="pres">
      <dgm:prSet presAssocID="{2999097B-F99F-4F74-B0CD-45540FCC688E}" presName="rootText" presStyleLbl="node4" presStyleIdx="27" presStyleCnt="61">
        <dgm:presLayoutVars>
          <dgm:chPref val="3"/>
        </dgm:presLayoutVars>
      </dgm:prSet>
      <dgm:spPr/>
    </dgm:pt>
    <dgm:pt modelId="{892723B2-08EF-4D74-8DDA-6C2745635267}" type="pres">
      <dgm:prSet presAssocID="{2999097B-F99F-4F74-B0CD-45540FCC688E}" presName="rootConnector" presStyleLbl="node4" presStyleIdx="27" presStyleCnt="61"/>
      <dgm:spPr/>
    </dgm:pt>
    <dgm:pt modelId="{1BF5203D-DCC5-45F1-A998-1B6B14559AEB}" type="pres">
      <dgm:prSet presAssocID="{2999097B-F99F-4F74-B0CD-45540FCC688E}" presName="hierChild4" presStyleCnt="0"/>
      <dgm:spPr/>
    </dgm:pt>
    <dgm:pt modelId="{22D929C9-A56E-413E-A906-CB3027D78DEE}" type="pres">
      <dgm:prSet presAssocID="{2999097B-F99F-4F74-B0CD-45540FCC688E}" presName="hierChild5" presStyleCnt="0"/>
      <dgm:spPr/>
    </dgm:pt>
    <dgm:pt modelId="{0F0E3A4D-45B1-4096-9BBC-3C9354AB1F97}" type="pres">
      <dgm:prSet presAssocID="{6643273A-E0A0-44C9-AA4C-39F5626F8635}" presName="hierChild5" presStyleCnt="0"/>
      <dgm:spPr/>
    </dgm:pt>
    <dgm:pt modelId="{9B3E5AE3-F174-4FF5-94C2-F98BD1DE49CA}" type="pres">
      <dgm:prSet presAssocID="{9142E8A0-224B-4E01-A1E9-48A064437162}" presName="Name37" presStyleLbl="parChTrans1D3" presStyleIdx="13" presStyleCnt="28"/>
      <dgm:spPr/>
    </dgm:pt>
    <dgm:pt modelId="{A5C682F9-6950-43BA-88C9-D0F487E5BB79}" type="pres">
      <dgm:prSet presAssocID="{CD88A2CD-F5BF-4BD7-9A4B-860328F73501}" presName="hierRoot2" presStyleCnt="0">
        <dgm:presLayoutVars>
          <dgm:hierBranch val="init"/>
        </dgm:presLayoutVars>
      </dgm:prSet>
      <dgm:spPr/>
    </dgm:pt>
    <dgm:pt modelId="{A9FA76A9-5A15-4BDF-A408-E2EB1E1139C6}" type="pres">
      <dgm:prSet presAssocID="{CD88A2CD-F5BF-4BD7-9A4B-860328F73501}" presName="rootComposite" presStyleCnt="0"/>
      <dgm:spPr/>
    </dgm:pt>
    <dgm:pt modelId="{6F255A7A-696D-4CB9-BAAA-BD4B147C9278}" type="pres">
      <dgm:prSet presAssocID="{CD88A2CD-F5BF-4BD7-9A4B-860328F73501}" presName="rootText" presStyleLbl="node3" presStyleIdx="13" presStyleCnt="28">
        <dgm:presLayoutVars>
          <dgm:chPref val="3"/>
        </dgm:presLayoutVars>
      </dgm:prSet>
      <dgm:spPr/>
    </dgm:pt>
    <dgm:pt modelId="{47DECCF2-B8D7-415B-A58B-475F1777F574}" type="pres">
      <dgm:prSet presAssocID="{CD88A2CD-F5BF-4BD7-9A4B-860328F73501}" presName="rootConnector" presStyleLbl="node3" presStyleIdx="13" presStyleCnt="28"/>
      <dgm:spPr/>
    </dgm:pt>
    <dgm:pt modelId="{204498CD-F54E-4550-93D9-309D8EFCBC9C}" type="pres">
      <dgm:prSet presAssocID="{CD88A2CD-F5BF-4BD7-9A4B-860328F73501}" presName="hierChild4" presStyleCnt="0"/>
      <dgm:spPr/>
    </dgm:pt>
    <dgm:pt modelId="{3DD08C02-678A-4FCF-B5A8-CEA2F0052064}" type="pres">
      <dgm:prSet presAssocID="{7BEE9E06-318B-42F2-9F33-AA5A6AF5AFD3}" presName="Name37" presStyleLbl="parChTrans1D4" presStyleIdx="28" presStyleCnt="61"/>
      <dgm:spPr/>
    </dgm:pt>
    <dgm:pt modelId="{27874A2B-BEA2-4CF2-9373-4AAE6CA7F46D}" type="pres">
      <dgm:prSet presAssocID="{131AAAA6-3DBF-4C5F-AC69-2F518A5D4C71}" presName="hierRoot2" presStyleCnt="0">
        <dgm:presLayoutVars>
          <dgm:hierBranch val="init"/>
        </dgm:presLayoutVars>
      </dgm:prSet>
      <dgm:spPr/>
    </dgm:pt>
    <dgm:pt modelId="{6A1F7F89-0120-4893-874C-DD113BF748DA}" type="pres">
      <dgm:prSet presAssocID="{131AAAA6-3DBF-4C5F-AC69-2F518A5D4C71}" presName="rootComposite" presStyleCnt="0"/>
      <dgm:spPr/>
    </dgm:pt>
    <dgm:pt modelId="{8A2407D3-EBD6-4D77-90C3-92765B85C633}" type="pres">
      <dgm:prSet presAssocID="{131AAAA6-3DBF-4C5F-AC69-2F518A5D4C71}" presName="rootText" presStyleLbl="node4" presStyleIdx="28" presStyleCnt="61">
        <dgm:presLayoutVars>
          <dgm:chPref val="3"/>
        </dgm:presLayoutVars>
      </dgm:prSet>
      <dgm:spPr/>
    </dgm:pt>
    <dgm:pt modelId="{BB601152-E28A-4968-9EA4-4CE93BB81E0E}" type="pres">
      <dgm:prSet presAssocID="{131AAAA6-3DBF-4C5F-AC69-2F518A5D4C71}" presName="rootConnector" presStyleLbl="node4" presStyleIdx="28" presStyleCnt="61"/>
      <dgm:spPr/>
    </dgm:pt>
    <dgm:pt modelId="{C5D46B93-EB29-40EF-ADB9-4B570A3B02FD}" type="pres">
      <dgm:prSet presAssocID="{131AAAA6-3DBF-4C5F-AC69-2F518A5D4C71}" presName="hierChild4" presStyleCnt="0"/>
      <dgm:spPr/>
    </dgm:pt>
    <dgm:pt modelId="{1A27ABA7-E374-4151-B5CD-B128F8159DE3}" type="pres">
      <dgm:prSet presAssocID="{131AAAA6-3DBF-4C5F-AC69-2F518A5D4C71}" presName="hierChild5" presStyleCnt="0"/>
      <dgm:spPr/>
    </dgm:pt>
    <dgm:pt modelId="{0A159BFA-B2DC-4B51-A627-4D380F447DFE}" type="pres">
      <dgm:prSet presAssocID="{CA99B217-D2E1-434C-9A92-ABF1C7D609A0}" presName="Name37" presStyleLbl="parChTrans1D4" presStyleIdx="29" presStyleCnt="61"/>
      <dgm:spPr/>
    </dgm:pt>
    <dgm:pt modelId="{776328EB-830B-4775-9FB3-CB6F44B30919}" type="pres">
      <dgm:prSet presAssocID="{DA553376-9E3E-44FE-B635-EC88EBC996F6}" presName="hierRoot2" presStyleCnt="0">
        <dgm:presLayoutVars>
          <dgm:hierBranch val="init"/>
        </dgm:presLayoutVars>
      </dgm:prSet>
      <dgm:spPr/>
    </dgm:pt>
    <dgm:pt modelId="{CE73A49E-6F83-4514-950E-22F9D7234877}" type="pres">
      <dgm:prSet presAssocID="{DA553376-9E3E-44FE-B635-EC88EBC996F6}" presName="rootComposite" presStyleCnt="0"/>
      <dgm:spPr/>
    </dgm:pt>
    <dgm:pt modelId="{877303BB-A1C1-49E3-8425-6380A19A44B6}" type="pres">
      <dgm:prSet presAssocID="{DA553376-9E3E-44FE-B635-EC88EBC996F6}" presName="rootText" presStyleLbl="node4" presStyleIdx="29" presStyleCnt="61">
        <dgm:presLayoutVars>
          <dgm:chPref val="3"/>
        </dgm:presLayoutVars>
      </dgm:prSet>
      <dgm:spPr/>
    </dgm:pt>
    <dgm:pt modelId="{AAA38D6A-187B-4277-8272-879D573BAB06}" type="pres">
      <dgm:prSet presAssocID="{DA553376-9E3E-44FE-B635-EC88EBC996F6}" presName="rootConnector" presStyleLbl="node4" presStyleIdx="29" presStyleCnt="61"/>
      <dgm:spPr/>
    </dgm:pt>
    <dgm:pt modelId="{E875E132-75E3-4867-B40B-C663CB4CD308}" type="pres">
      <dgm:prSet presAssocID="{DA553376-9E3E-44FE-B635-EC88EBC996F6}" presName="hierChild4" presStyleCnt="0"/>
      <dgm:spPr/>
    </dgm:pt>
    <dgm:pt modelId="{9D8DF4F5-F63D-4BBB-B580-0E9A470E2244}" type="pres">
      <dgm:prSet presAssocID="{DA553376-9E3E-44FE-B635-EC88EBC996F6}" presName="hierChild5" presStyleCnt="0"/>
      <dgm:spPr/>
    </dgm:pt>
    <dgm:pt modelId="{2BEFC4CD-A8A7-4990-B687-9EE9FFA5B0DE}" type="pres">
      <dgm:prSet presAssocID="{CD88A2CD-F5BF-4BD7-9A4B-860328F73501}" presName="hierChild5" presStyleCnt="0"/>
      <dgm:spPr/>
    </dgm:pt>
    <dgm:pt modelId="{4788FCB2-3828-42AD-9C38-205BCA40069F}" type="pres">
      <dgm:prSet presAssocID="{8292667C-5B88-4FD1-809B-C0508950839D}" presName="Name37" presStyleLbl="parChTrans1D3" presStyleIdx="14" presStyleCnt="28"/>
      <dgm:spPr/>
    </dgm:pt>
    <dgm:pt modelId="{D4BEFBC2-2767-4F85-868B-561459E250D4}" type="pres">
      <dgm:prSet presAssocID="{FEF61A38-35CB-418B-9A28-D57FECDEC7CA}" presName="hierRoot2" presStyleCnt="0">
        <dgm:presLayoutVars>
          <dgm:hierBranch val="init"/>
        </dgm:presLayoutVars>
      </dgm:prSet>
      <dgm:spPr/>
    </dgm:pt>
    <dgm:pt modelId="{C2ADF7E1-1DDF-491B-B941-8897884BF256}" type="pres">
      <dgm:prSet presAssocID="{FEF61A38-35CB-418B-9A28-D57FECDEC7CA}" presName="rootComposite" presStyleCnt="0"/>
      <dgm:spPr/>
    </dgm:pt>
    <dgm:pt modelId="{A1B3F0DA-598D-4D5B-A3B7-03AA84C20428}" type="pres">
      <dgm:prSet presAssocID="{FEF61A38-35CB-418B-9A28-D57FECDEC7CA}" presName="rootText" presStyleLbl="node3" presStyleIdx="14" presStyleCnt="28">
        <dgm:presLayoutVars>
          <dgm:chPref val="3"/>
        </dgm:presLayoutVars>
      </dgm:prSet>
      <dgm:spPr/>
    </dgm:pt>
    <dgm:pt modelId="{13B5F22A-003B-45DF-90F6-0489D0025457}" type="pres">
      <dgm:prSet presAssocID="{FEF61A38-35CB-418B-9A28-D57FECDEC7CA}" presName="rootConnector" presStyleLbl="node3" presStyleIdx="14" presStyleCnt="28"/>
      <dgm:spPr/>
    </dgm:pt>
    <dgm:pt modelId="{15D004D1-DCA0-4C79-AD32-02C71298D440}" type="pres">
      <dgm:prSet presAssocID="{FEF61A38-35CB-418B-9A28-D57FECDEC7CA}" presName="hierChild4" presStyleCnt="0"/>
      <dgm:spPr/>
    </dgm:pt>
    <dgm:pt modelId="{697E832B-8641-4B4A-9DB5-C228109E0A1E}" type="pres">
      <dgm:prSet presAssocID="{7C5B277D-1730-422C-A283-FEF3FA0D9F5E}" presName="Name37" presStyleLbl="parChTrans1D4" presStyleIdx="30" presStyleCnt="61"/>
      <dgm:spPr/>
    </dgm:pt>
    <dgm:pt modelId="{B3770E49-E14C-485F-9C25-0A1B9182F030}" type="pres">
      <dgm:prSet presAssocID="{E0799B28-B033-4578-9678-E99E15C1A950}" presName="hierRoot2" presStyleCnt="0">
        <dgm:presLayoutVars>
          <dgm:hierBranch val="init"/>
        </dgm:presLayoutVars>
      </dgm:prSet>
      <dgm:spPr/>
    </dgm:pt>
    <dgm:pt modelId="{BFC2FAFA-785F-4FF2-9D00-E961391D052D}" type="pres">
      <dgm:prSet presAssocID="{E0799B28-B033-4578-9678-E99E15C1A950}" presName="rootComposite" presStyleCnt="0"/>
      <dgm:spPr/>
    </dgm:pt>
    <dgm:pt modelId="{6ADA04BB-B014-4556-AAE6-28679D7C3DC6}" type="pres">
      <dgm:prSet presAssocID="{E0799B28-B033-4578-9678-E99E15C1A950}" presName="rootText" presStyleLbl="node4" presStyleIdx="30" presStyleCnt="61">
        <dgm:presLayoutVars>
          <dgm:chPref val="3"/>
        </dgm:presLayoutVars>
      </dgm:prSet>
      <dgm:spPr/>
    </dgm:pt>
    <dgm:pt modelId="{181243D9-9B73-401B-BCEF-B9D42EB26EF2}" type="pres">
      <dgm:prSet presAssocID="{E0799B28-B033-4578-9678-E99E15C1A950}" presName="rootConnector" presStyleLbl="node4" presStyleIdx="30" presStyleCnt="61"/>
      <dgm:spPr/>
    </dgm:pt>
    <dgm:pt modelId="{B967619A-1554-4E66-8742-6FA3C2FD27C4}" type="pres">
      <dgm:prSet presAssocID="{E0799B28-B033-4578-9678-E99E15C1A950}" presName="hierChild4" presStyleCnt="0"/>
      <dgm:spPr/>
    </dgm:pt>
    <dgm:pt modelId="{87E24361-8C21-4E88-B654-A7452E5F0BDE}" type="pres">
      <dgm:prSet presAssocID="{E0799B28-B033-4578-9678-E99E15C1A950}" presName="hierChild5" presStyleCnt="0"/>
      <dgm:spPr/>
    </dgm:pt>
    <dgm:pt modelId="{CB74EA50-36F5-4FF5-A59F-623387AC7C79}" type="pres">
      <dgm:prSet presAssocID="{0B5A40CD-3047-4EBF-BB66-1B58B8D6EDCE}" presName="Name37" presStyleLbl="parChTrans1D4" presStyleIdx="31" presStyleCnt="61"/>
      <dgm:spPr/>
    </dgm:pt>
    <dgm:pt modelId="{5944DE41-BA84-4FEE-B2CA-A7B32CC9B7C3}" type="pres">
      <dgm:prSet presAssocID="{672B9618-FEBF-4346-B30D-A336A0AE8467}" presName="hierRoot2" presStyleCnt="0">
        <dgm:presLayoutVars>
          <dgm:hierBranch val="init"/>
        </dgm:presLayoutVars>
      </dgm:prSet>
      <dgm:spPr/>
    </dgm:pt>
    <dgm:pt modelId="{FB3762C8-7265-4399-AA2B-A8FD00B5580B}" type="pres">
      <dgm:prSet presAssocID="{672B9618-FEBF-4346-B30D-A336A0AE8467}" presName="rootComposite" presStyleCnt="0"/>
      <dgm:spPr/>
    </dgm:pt>
    <dgm:pt modelId="{AC7B7392-2FBA-42D7-8F86-79759B11B8DE}" type="pres">
      <dgm:prSet presAssocID="{672B9618-FEBF-4346-B30D-A336A0AE8467}" presName="rootText" presStyleLbl="node4" presStyleIdx="31" presStyleCnt="61">
        <dgm:presLayoutVars>
          <dgm:chPref val="3"/>
        </dgm:presLayoutVars>
      </dgm:prSet>
      <dgm:spPr/>
    </dgm:pt>
    <dgm:pt modelId="{C4A680E6-35BA-4611-9F8F-42F9EFD04CB0}" type="pres">
      <dgm:prSet presAssocID="{672B9618-FEBF-4346-B30D-A336A0AE8467}" presName="rootConnector" presStyleLbl="node4" presStyleIdx="31" presStyleCnt="61"/>
      <dgm:spPr/>
    </dgm:pt>
    <dgm:pt modelId="{C3D93C0A-2046-41F3-BA5D-4E231B5D7F29}" type="pres">
      <dgm:prSet presAssocID="{672B9618-FEBF-4346-B30D-A336A0AE8467}" presName="hierChild4" presStyleCnt="0"/>
      <dgm:spPr/>
    </dgm:pt>
    <dgm:pt modelId="{56BAFBFC-D804-4764-9A0D-7FAF54A40657}" type="pres">
      <dgm:prSet presAssocID="{672B9618-FEBF-4346-B30D-A336A0AE8467}" presName="hierChild5" presStyleCnt="0"/>
      <dgm:spPr/>
    </dgm:pt>
    <dgm:pt modelId="{D2A1E133-885D-46CC-BFF9-BA54EDBFC6C7}" type="pres">
      <dgm:prSet presAssocID="{FEF61A38-35CB-418B-9A28-D57FECDEC7CA}" presName="hierChild5" presStyleCnt="0"/>
      <dgm:spPr/>
    </dgm:pt>
    <dgm:pt modelId="{616EBF83-A692-40D3-BF8E-62B65D4BE81E}" type="pres">
      <dgm:prSet presAssocID="{30D83077-9B77-43D3-BF3B-BBBA0C9B5BFE}" presName="Name37" presStyleLbl="parChTrans1D3" presStyleIdx="15" presStyleCnt="28"/>
      <dgm:spPr/>
    </dgm:pt>
    <dgm:pt modelId="{FA4F7FD3-C893-4AB5-97AA-1E97B7014D41}" type="pres">
      <dgm:prSet presAssocID="{F9E2873B-214B-4A13-8185-ECBA31857982}" presName="hierRoot2" presStyleCnt="0">
        <dgm:presLayoutVars>
          <dgm:hierBranch val="init"/>
        </dgm:presLayoutVars>
      </dgm:prSet>
      <dgm:spPr/>
    </dgm:pt>
    <dgm:pt modelId="{9222A234-0ED9-4F66-97B6-DA2AD74E74B8}" type="pres">
      <dgm:prSet presAssocID="{F9E2873B-214B-4A13-8185-ECBA31857982}" presName="rootComposite" presStyleCnt="0"/>
      <dgm:spPr/>
    </dgm:pt>
    <dgm:pt modelId="{55448931-3811-4C8C-A990-16F8822F4A54}" type="pres">
      <dgm:prSet presAssocID="{F9E2873B-214B-4A13-8185-ECBA31857982}" presName="rootText" presStyleLbl="node3" presStyleIdx="15" presStyleCnt="28">
        <dgm:presLayoutVars>
          <dgm:chPref val="3"/>
        </dgm:presLayoutVars>
      </dgm:prSet>
      <dgm:spPr/>
    </dgm:pt>
    <dgm:pt modelId="{6FBB02BB-80F6-4940-A0CF-360B0A93D55E}" type="pres">
      <dgm:prSet presAssocID="{F9E2873B-214B-4A13-8185-ECBA31857982}" presName="rootConnector" presStyleLbl="node3" presStyleIdx="15" presStyleCnt="28"/>
      <dgm:spPr/>
    </dgm:pt>
    <dgm:pt modelId="{27D08F0F-7F6F-41B6-B85B-3ABA9EA33607}" type="pres">
      <dgm:prSet presAssocID="{F9E2873B-214B-4A13-8185-ECBA31857982}" presName="hierChild4" presStyleCnt="0"/>
      <dgm:spPr/>
    </dgm:pt>
    <dgm:pt modelId="{523C10DC-D63C-44B3-AF4B-4A696EA86803}" type="pres">
      <dgm:prSet presAssocID="{BA8EA7F3-2510-4ED9-8759-017766FA42D6}" presName="Name37" presStyleLbl="parChTrans1D4" presStyleIdx="32" presStyleCnt="61"/>
      <dgm:spPr/>
    </dgm:pt>
    <dgm:pt modelId="{CC70270A-EA8F-4662-9BB9-DF427D833F05}" type="pres">
      <dgm:prSet presAssocID="{21786809-87A8-4F63-8627-AC6AEE3CBE8E}" presName="hierRoot2" presStyleCnt="0">
        <dgm:presLayoutVars>
          <dgm:hierBranch val="init"/>
        </dgm:presLayoutVars>
      </dgm:prSet>
      <dgm:spPr/>
    </dgm:pt>
    <dgm:pt modelId="{81F35415-6BF3-4154-88E2-DC9D2C6E6C78}" type="pres">
      <dgm:prSet presAssocID="{21786809-87A8-4F63-8627-AC6AEE3CBE8E}" presName="rootComposite" presStyleCnt="0"/>
      <dgm:spPr/>
    </dgm:pt>
    <dgm:pt modelId="{4A53432D-CC54-44C5-8A3F-A7CDEFD746BE}" type="pres">
      <dgm:prSet presAssocID="{21786809-87A8-4F63-8627-AC6AEE3CBE8E}" presName="rootText" presStyleLbl="node4" presStyleIdx="32" presStyleCnt="61">
        <dgm:presLayoutVars>
          <dgm:chPref val="3"/>
        </dgm:presLayoutVars>
      </dgm:prSet>
      <dgm:spPr/>
    </dgm:pt>
    <dgm:pt modelId="{96802D50-6A53-49AB-861C-B717B91E4A8B}" type="pres">
      <dgm:prSet presAssocID="{21786809-87A8-4F63-8627-AC6AEE3CBE8E}" presName="rootConnector" presStyleLbl="node4" presStyleIdx="32" presStyleCnt="61"/>
      <dgm:spPr/>
    </dgm:pt>
    <dgm:pt modelId="{484D9443-3F88-49B0-902A-78101EAF77F3}" type="pres">
      <dgm:prSet presAssocID="{21786809-87A8-4F63-8627-AC6AEE3CBE8E}" presName="hierChild4" presStyleCnt="0"/>
      <dgm:spPr/>
    </dgm:pt>
    <dgm:pt modelId="{8C6089AC-AB63-4680-879C-CA157E0059FD}" type="pres">
      <dgm:prSet presAssocID="{21786809-87A8-4F63-8627-AC6AEE3CBE8E}" presName="hierChild5" presStyleCnt="0"/>
      <dgm:spPr/>
    </dgm:pt>
    <dgm:pt modelId="{7A3B01A1-CA9E-40F6-B68C-A666E672E57E}" type="pres">
      <dgm:prSet presAssocID="{F9E2873B-214B-4A13-8185-ECBA31857982}" presName="hierChild5" presStyleCnt="0"/>
      <dgm:spPr/>
    </dgm:pt>
    <dgm:pt modelId="{EE5F734F-9F36-4C79-A3BC-220E7FAA674E}" type="pres">
      <dgm:prSet presAssocID="{75DFC915-9462-4A30-AE1F-37CE18B3C6D2}" presName="hierChild5" presStyleCnt="0"/>
      <dgm:spPr/>
    </dgm:pt>
    <dgm:pt modelId="{BCDC2B85-A8D5-4593-867F-DC0483840EB2}" type="pres">
      <dgm:prSet presAssocID="{E93B594F-0000-4F1E-9B42-4CBD54251AE9}" presName="Name37" presStyleLbl="parChTrans1D2" presStyleIdx="4" presStyleCnt="7"/>
      <dgm:spPr/>
    </dgm:pt>
    <dgm:pt modelId="{5737F07D-3BAB-48F7-A08D-31C96ABB745A}" type="pres">
      <dgm:prSet presAssocID="{CFBF96BE-57AC-4278-BEE8-4529105B485E}" presName="hierRoot2" presStyleCnt="0">
        <dgm:presLayoutVars>
          <dgm:hierBranch val="init"/>
        </dgm:presLayoutVars>
      </dgm:prSet>
      <dgm:spPr/>
    </dgm:pt>
    <dgm:pt modelId="{400E70F2-206E-4207-9BAE-AA4950AB067D}" type="pres">
      <dgm:prSet presAssocID="{CFBF96BE-57AC-4278-BEE8-4529105B485E}" presName="rootComposite" presStyleCnt="0"/>
      <dgm:spPr/>
    </dgm:pt>
    <dgm:pt modelId="{B6882BBA-C028-45B6-AA74-004B50941257}" type="pres">
      <dgm:prSet presAssocID="{CFBF96BE-57AC-4278-BEE8-4529105B485E}" presName="rootText" presStyleLbl="node2" presStyleIdx="4" presStyleCnt="7" custScaleX="581634" custLinFactNeighborX="-22787">
        <dgm:presLayoutVars>
          <dgm:chPref val="3"/>
        </dgm:presLayoutVars>
      </dgm:prSet>
      <dgm:spPr/>
    </dgm:pt>
    <dgm:pt modelId="{566DBE28-CF1C-4D21-A527-ACA2FA65BB5E}" type="pres">
      <dgm:prSet presAssocID="{CFBF96BE-57AC-4278-BEE8-4529105B485E}" presName="rootConnector" presStyleLbl="node2" presStyleIdx="4" presStyleCnt="7"/>
      <dgm:spPr/>
    </dgm:pt>
    <dgm:pt modelId="{03CD7D9C-8C3B-4156-87BC-15BE577EF0F1}" type="pres">
      <dgm:prSet presAssocID="{CFBF96BE-57AC-4278-BEE8-4529105B485E}" presName="hierChild4" presStyleCnt="0"/>
      <dgm:spPr/>
    </dgm:pt>
    <dgm:pt modelId="{E2985616-1ED6-4366-80A9-6009A2942E9D}" type="pres">
      <dgm:prSet presAssocID="{0B27C579-8C00-4838-8FD8-A03E68F7EEEE}" presName="Name37" presStyleLbl="parChTrans1D3" presStyleIdx="16" presStyleCnt="28"/>
      <dgm:spPr/>
    </dgm:pt>
    <dgm:pt modelId="{7043A876-B2AC-48D3-9176-DEF87EBCBFC9}" type="pres">
      <dgm:prSet presAssocID="{F347438A-0669-4C4D-B43B-E4FE3266C9E4}" presName="hierRoot2" presStyleCnt="0">
        <dgm:presLayoutVars>
          <dgm:hierBranch val="init"/>
        </dgm:presLayoutVars>
      </dgm:prSet>
      <dgm:spPr/>
    </dgm:pt>
    <dgm:pt modelId="{F42918BC-F82F-489B-BD8B-269E5D3ECDB8}" type="pres">
      <dgm:prSet presAssocID="{F347438A-0669-4C4D-B43B-E4FE3266C9E4}" presName="rootComposite" presStyleCnt="0"/>
      <dgm:spPr/>
    </dgm:pt>
    <dgm:pt modelId="{877CA1CD-EE42-45B1-B6A0-23D6C72D87D2}" type="pres">
      <dgm:prSet presAssocID="{F347438A-0669-4C4D-B43B-E4FE3266C9E4}" presName="rootText" presStyleLbl="node3" presStyleIdx="16" presStyleCnt="28">
        <dgm:presLayoutVars>
          <dgm:chPref val="3"/>
        </dgm:presLayoutVars>
      </dgm:prSet>
      <dgm:spPr/>
    </dgm:pt>
    <dgm:pt modelId="{5CE5A0EE-AEBE-4F26-A92C-A02F4C3C403C}" type="pres">
      <dgm:prSet presAssocID="{F347438A-0669-4C4D-B43B-E4FE3266C9E4}" presName="rootConnector" presStyleLbl="node3" presStyleIdx="16" presStyleCnt="28"/>
      <dgm:spPr/>
    </dgm:pt>
    <dgm:pt modelId="{DF1FD2D3-FD27-4A92-A6E2-82F291C1EAFA}" type="pres">
      <dgm:prSet presAssocID="{F347438A-0669-4C4D-B43B-E4FE3266C9E4}" presName="hierChild4" presStyleCnt="0"/>
      <dgm:spPr/>
    </dgm:pt>
    <dgm:pt modelId="{27FBAFCE-CA86-495F-B9B2-CF9A6E3802BF}" type="pres">
      <dgm:prSet presAssocID="{E7FE6D24-1D12-4A2D-B27A-3A8273F500EC}" presName="Name37" presStyleLbl="parChTrans1D4" presStyleIdx="33" presStyleCnt="61"/>
      <dgm:spPr/>
    </dgm:pt>
    <dgm:pt modelId="{0714BD4C-97BC-494C-A31B-199C99688621}" type="pres">
      <dgm:prSet presAssocID="{D37181C0-EB2B-41F9-9295-0C7825390699}" presName="hierRoot2" presStyleCnt="0">
        <dgm:presLayoutVars>
          <dgm:hierBranch val="init"/>
        </dgm:presLayoutVars>
      </dgm:prSet>
      <dgm:spPr/>
    </dgm:pt>
    <dgm:pt modelId="{1D9C1CC6-A566-4B75-8326-DD54DA12320B}" type="pres">
      <dgm:prSet presAssocID="{D37181C0-EB2B-41F9-9295-0C7825390699}" presName="rootComposite" presStyleCnt="0"/>
      <dgm:spPr/>
    </dgm:pt>
    <dgm:pt modelId="{10CE085D-2F87-4D72-B64C-E94D593F7602}" type="pres">
      <dgm:prSet presAssocID="{D37181C0-EB2B-41F9-9295-0C7825390699}" presName="rootText" presStyleLbl="node4" presStyleIdx="33" presStyleCnt="61">
        <dgm:presLayoutVars>
          <dgm:chPref val="3"/>
        </dgm:presLayoutVars>
      </dgm:prSet>
      <dgm:spPr/>
    </dgm:pt>
    <dgm:pt modelId="{B61A179E-988E-42B7-8D87-9E50EB3E5E8E}" type="pres">
      <dgm:prSet presAssocID="{D37181C0-EB2B-41F9-9295-0C7825390699}" presName="rootConnector" presStyleLbl="node4" presStyleIdx="33" presStyleCnt="61"/>
      <dgm:spPr/>
    </dgm:pt>
    <dgm:pt modelId="{573500B1-3C8B-4B13-90B8-5DA048EFA338}" type="pres">
      <dgm:prSet presAssocID="{D37181C0-EB2B-41F9-9295-0C7825390699}" presName="hierChild4" presStyleCnt="0"/>
      <dgm:spPr/>
    </dgm:pt>
    <dgm:pt modelId="{5ED2EB62-5800-46F7-9A21-4E14BD8B2C1E}" type="pres">
      <dgm:prSet presAssocID="{042A0B42-35BD-44FF-A127-E1B823388AD3}" presName="Name37" presStyleLbl="parChTrans1D4" presStyleIdx="34" presStyleCnt="61"/>
      <dgm:spPr/>
    </dgm:pt>
    <dgm:pt modelId="{DB76DC63-9395-4CFB-85BA-E9ADBE97B83A}" type="pres">
      <dgm:prSet presAssocID="{47D1B6BD-E01D-4FB8-A48A-F73AE157A8FA}" presName="hierRoot2" presStyleCnt="0">
        <dgm:presLayoutVars>
          <dgm:hierBranch val="init"/>
        </dgm:presLayoutVars>
      </dgm:prSet>
      <dgm:spPr/>
    </dgm:pt>
    <dgm:pt modelId="{1AC720E6-0F9D-43D2-BA67-9CAE1B0770FC}" type="pres">
      <dgm:prSet presAssocID="{47D1B6BD-E01D-4FB8-A48A-F73AE157A8FA}" presName="rootComposite" presStyleCnt="0"/>
      <dgm:spPr/>
    </dgm:pt>
    <dgm:pt modelId="{DEF32698-E10A-4C31-AF88-40E8F271221A}" type="pres">
      <dgm:prSet presAssocID="{47D1B6BD-E01D-4FB8-A48A-F73AE157A8FA}" presName="rootText" presStyleLbl="node4" presStyleIdx="34" presStyleCnt="61">
        <dgm:presLayoutVars>
          <dgm:chPref val="3"/>
        </dgm:presLayoutVars>
      </dgm:prSet>
      <dgm:spPr/>
    </dgm:pt>
    <dgm:pt modelId="{C20F7FE4-01CF-4E17-9805-BFB1CA1223F6}" type="pres">
      <dgm:prSet presAssocID="{47D1B6BD-E01D-4FB8-A48A-F73AE157A8FA}" presName="rootConnector" presStyleLbl="node4" presStyleIdx="34" presStyleCnt="61"/>
      <dgm:spPr/>
    </dgm:pt>
    <dgm:pt modelId="{BB4BB926-9213-482E-99CB-0E64B0F316BB}" type="pres">
      <dgm:prSet presAssocID="{47D1B6BD-E01D-4FB8-A48A-F73AE157A8FA}" presName="hierChild4" presStyleCnt="0"/>
      <dgm:spPr/>
    </dgm:pt>
    <dgm:pt modelId="{866C3880-570C-4B92-BC36-17DE29273F1F}" type="pres">
      <dgm:prSet presAssocID="{47D1B6BD-E01D-4FB8-A48A-F73AE157A8FA}" presName="hierChild5" presStyleCnt="0"/>
      <dgm:spPr/>
    </dgm:pt>
    <dgm:pt modelId="{C06A6C2A-F54F-4DBB-B0E3-6A5619106660}" type="pres">
      <dgm:prSet presAssocID="{B3937427-3CB7-47A2-A254-1DBEF8391E09}" presName="Name37" presStyleLbl="parChTrans1D4" presStyleIdx="35" presStyleCnt="61"/>
      <dgm:spPr/>
    </dgm:pt>
    <dgm:pt modelId="{43B489A8-8068-4C4A-AB63-E3F99C7D2471}" type="pres">
      <dgm:prSet presAssocID="{CB33B5A9-A7BC-4BBE-AD6F-ABFC0F2EF890}" presName="hierRoot2" presStyleCnt="0">
        <dgm:presLayoutVars>
          <dgm:hierBranch val="init"/>
        </dgm:presLayoutVars>
      </dgm:prSet>
      <dgm:spPr/>
    </dgm:pt>
    <dgm:pt modelId="{3A69E6DE-2031-41CA-9FAD-7F08E7576D47}" type="pres">
      <dgm:prSet presAssocID="{CB33B5A9-A7BC-4BBE-AD6F-ABFC0F2EF890}" presName="rootComposite" presStyleCnt="0"/>
      <dgm:spPr/>
    </dgm:pt>
    <dgm:pt modelId="{0F648730-8BFC-4DC8-A74D-D3255D87FD58}" type="pres">
      <dgm:prSet presAssocID="{CB33B5A9-A7BC-4BBE-AD6F-ABFC0F2EF890}" presName="rootText" presStyleLbl="node4" presStyleIdx="35" presStyleCnt="61">
        <dgm:presLayoutVars>
          <dgm:chPref val="3"/>
        </dgm:presLayoutVars>
      </dgm:prSet>
      <dgm:spPr/>
    </dgm:pt>
    <dgm:pt modelId="{5D3A5779-4A54-4B3C-A933-32956310450C}" type="pres">
      <dgm:prSet presAssocID="{CB33B5A9-A7BC-4BBE-AD6F-ABFC0F2EF890}" presName="rootConnector" presStyleLbl="node4" presStyleIdx="35" presStyleCnt="61"/>
      <dgm:spPr/>
    </dgm:pt>
    <dgm:pt modelId="{734D3D24-6D60-4DC6-9A0A-7AF4ED1D5745}" type="pres">
      <dgm:prSet presAssocID="{CB33B5A9-A7BC-4BBE-AD6F-ABFC0F2EF890}" presName="hierChild4" presStyleCnt="0"/>
      <dgm:spPr/>
    </dgm:pt>
    <dgm:pt modelId="{243BBBB8-329C-4DF1-9BEA-1ABC0ECC2D0E}" type="pres">
      <dgm:prSet presAssocID="{CB33B5A9-A7BC-4BBE-AD6F-ABFC0F2EF890}" presName="hierChild5" presStyleCnt="0"/>
      <dgm:spPr/>
    </dgm:pt>
    <dgm:pt modelId="{80202B05-063D-44C8-B4E5-FD8DAED57567}" type="pres">
      <dgm:prSet presAssocID="{9757FBD4-62BD-4A35-B21C-19CBC9A54D4E}" presName="Name37" presStyleLbl="parChTrans1D4" presStyleIdx="36" presStyleCnt="61"/>
      <dgm:spPr/>
    </dgm:pt>
    <dgm:pt modelId="{3FE16480-9E36-4DCA-8953-FF8B346D92EE}" type="pres">
      <dgm:prSet presAssocID="{7655B349-781D-43F3-BFF9-092478C73A66}" presName="hierRoot2" presStyleCnt="0">
        <dgm:presLayoutVars>
          <dgm:hierBranch val="init"/>
        </dgm:presLayoutVars>
      </dgm:prSet>
      <dgm:spPr/>
    </dgm:pt>
    <dgm:pt modelId="{F275042D-1542-4F8A-AA07-D9B895B07BAD}" type="pres">
      <dgm:prSet presAssocID="{7655B349-781D-43F3-BFF9-092478C73A66}" presName="rootComposite" presStyleCnt="0"/>
      <dgm:spPr/>
    </dgm:pt>
    <dgm:pt modelId="{493E9B97-1901-4683-9B02-187A0D762811}" type="pres">
      <dgm:prSet presAssocID="{7655B349-781D-43F3-BFF9-092478C73A66}" presName="rootText" presStyleLbl="node4" presStyleIdx="36" presStyleCnt="61">
        <dgm:presLayoutVars>
          <dgm:chPref val="3"/>
        </dgm:presLayoutVars>
      </dgm:prSet>
      <dgm:spPr/>
    </dgm:pt>
    <dgm:pt modelId="{795959AB-1194-46CD-83DA-099786D61E17}" type="pres">
      <dgm:prSet presAssocID="{7655B349-781D-43F3-BFF9-092478C73A66}" presName="rootConnector" presStyleLbl="node4" presStyleIdx="36" presStyleCnt="61"/>
      <dgm:spPr/>
    </dgm:pt>
    <dgm:pt modelId="{CE122B56-73E5-4B86-995E-32B64C31B5D2}" type="pres">
      <dgm:prSet presAssocID="{7655B349-781D-43F3-BFF9-092478C73A66}" presName="hierChild4" presStyleCnt="0"/>
      <dgm:spPr/>
    </dgm:pt>
    <dgm:pt modelId="{71814B55-280F-4FDC-A5B8-963603445CFB}" type="pres">
      <dgm:prSet presAssocID="{7655B349-781D-43F3-BFF9-092478C73A66}" presName="hierChild5" presStyleCnt="0"/>
      <dgm:spPr/>
    </dgm:pt>
    <dgm:pt modelId="{D75E2BB1-9E69-4D60-ADE4-321375D21AE1}" type="pres">
      <dgm:prSet presAssocID="{D37181C0-EB2B-41F9-9295-0C7825390699}" presName="hierChild5" presStyleCnt="0"/>
      <dgm:spPr/>
    </dgm:pt>
    <dgm:pt modelId="{1C8BD9B2-5819-44BA-8583-EACD12D86772}" type="pres">
      <dgm:prSet presAssocID="{81C97C3B-CA0C-4A0D-AFBE-ED62B0755651}" presName="Name37" presStyleLbl="parChTrans1D4" presStyleIdx="37" presStyleCnt="61"/>
      <dgm:spPr/>
    </dgm:pt>
    <dgm:pt modelId="{21A905A5-78A7-481C-9295-E6D4CE3B68AB}" type="pres">
      <dgm:prSet presAssocID="{F3CB416B-52CF-42E4-A3BA-9271F2A926CC}" presName="hierRoot2" presStyleCnt="0">
        <dgm:presLayoutVars>
          <dgm:hierBranch val="init"/>
        </dgm:presLayoutVars>
      </dgm:prSet>
      <dgm:spPr/>
    </dgm:pt>
    <dgm:pt modelId="{6E68C599-BB20-43EB-9D7A-514887C037C0}" type="pres">
      <dgm:prSet presAssocID="{F3CB416B-52CF-42E4-A3BA-9271F2A926CC}" presName="rootComposite" presStyleCnt="0"/>
      <dgm:spPr/>
    </dgm:pt>
    <dgm:pt modelId="{41A2E402-A2C4-474A-AF52-E960AC6BED6C}" type="pres">
      <dgm:prSet presAssocID="{F3CB416B-52CF-42E4-A3BA-9271F2A926CC}" presName="rootText" presStyleLbl="node4" presStyleIdx="37" presStyleCnt="61">
        <dgm:presLayoutVars>
          <dgm:chPref val="3"/>
        </dgm:presLayoutVars>
      </dgm:prSet>
      <dgm:spPr/>
    </dgm:pt>
    <dgm:pt modelId="{4AB2E9C6-7D73-44EC-A4EF-847FC83E4FE9}" type="pres">
      <dgm:prSet presAssocID="{F3CB416B-52CF-42E4-A3BA-9271F2A926CC}" presName="rootConnector" presStyleLbl="node4" presStyleIdx="37" presStyleCnt="61"/>
      <dgm:spPr/>
    </dgm:pt>
    <dgm:pt modelId="{47A989B5-97E4-46A8-BB05-089C98771E89}" type="pres">
      <dgm:prSet presAssocID="{F3CB416B-52CF-42E4-A3BA-9271F2A926CC}" presName="hierChild4" presStyleCnt="0"/>
      <dgm:spPr/>
    </dgm:pt>
    <dgm:pt modelId="{3E46437F-E32F-47F7-8EDD-64115821CC2A}" type="pres">
      <dgm:prSet presAssocID="{9EA5AE3E-643B-4BDD-8799-234696ABFEC9}" presName="Name37" presStyleLbl="parChTrans1D4" presStyleIdx="38" presStyleCnt="61"/>
      <dgm:spPr/>
    </dgm:pt>
    <dgm:pt modelId="{669C51D3-3D9E-45B6-98CB-DF6B53383E32}" type="pres">
      <dgm:prSet presAssocID="{7D572539-DE87-40F3-B669-708AA19CD8FF}" presName="hierRoot2" presStyleCnt="0">
        <dgm:presLayoutVars>
          <dgm:hierBranch val="init"/>
        </dgm:presLayoutVars>
      </dgm:prSet>
      <dgm:spPr/>
    </dgm:pt>
    <dgm:pt modelId="{DC5D1EA8-6797-4230-A13E-BBC4F70B38AB}" type="pres">
      <dgm:prSet presAssocID="{7D572539-DE87-40F3-B669-708AA19CD8FF}" presName="rootComposite" presStyleCnt="0"/>
      <dgm:spPr/>
    </dgm:pt>
    <dgm:pt modelId="{49E67E62-2C01-47D1-B4EC-9E00895DFB76}" type="pres">
      <dgm:prSet presAssocID="{7D572539-DE87-40F3-B669-708AA19CD8FF}" presName="rootText" presStyleLbl="node4" presStyleIdx="38" presStyleCnt="61" custScaleX="108273" custScaleY="214390">
        <dgm:presLayoutVars>
          <dgm:chPref val="3"/>
        </dgm:presLayoutVars>
      </dgm:prSet>
      <dgm:spPr/>
    </dgm:pt>
    <dgm:pt modelId="{3A9D65CA-3A4D-4649-A0A8-F7C2E4CC2981}" type="pres">
      <dgm:prSet presAssocID="{7D572539-DE87-40F3-B669-708AA19CD8FF}" presName="rootConnector" presStyleLbl="node4" presStyleIdx="38" presStyleCnt="61"/>
      <dgm:spPr/>
    </dgm:pt>
    <dgm:pt modelId="{09350BBE-3568-4947-9727-7D5368D9B793}" type="pres">
      <dgm:prSet presAssocID="{7D572539-DE87-40F3-B669-708AA19CD8FF}" presName="hierChild4" presStyleCnt="0"/>
      <dgm:spPr/>
    </dgm:pt>
    <dgm:pt modelId="{1B8D133B-9C2D-4865-8E85-DDB6871AE2DA}" type="pres">
      <dgm:prSet presAssocID="{7D572539-DE87-40F3-B669-708AA19CD8FF}" presName="hierChild5" presStyleCnt="0"/>
      <dgm:spPr/>
    </dgm:pt>
    <dgm:pt modelId="{44C36A85-A485-4E6C-BB1D-A0184ACFAC54}" type="pres">
      <dgm:prSet presAssocID="{6BE5E73E-2B6B-4804-9C91-54E5262C6C44}" presName="Name37" presStyleLbl="parChTrans1D4" presStyleIdx="39" presStyleCnt="61"/>
      <dgm:spPr/>
    </dgm:pt>
    <dgm:pt modelId="{DEDF40AA-874D-4492-A3BF-658DBBF485B3}" type="pres">
      <dgm:prSet presAssocID="{5B71C4BA-58D0-4678-BF4C-36DCE37897CB}" presName="hierRoot2" presStyleCnt="0">
        <dgm:presLayoutVars>
          <dgm:hierBranch val="init"/>
        </dgm:presLayoutVars>
      </dgm:prSet>
      <dgm:spPr/>
    </dgm:pt>
    <dgm:pt modelId="{A3D9062C-C505-4113-9D5B-3BA9E91DEAA6}" type="pres">
      <dgm:prSet presAssocID="{5B71C4BA-58D0-4678-BF4C-36DCE37897CB}" presName="rootComposite" presStyleCnt="0"/>
      <dgm:spPr/>
    </dgm:pt>
    <dgm:pt modelId="{5FC9E703-6BA5-4B1B-9742-1AE456126BDE}" type="pres">
      <dgm:prSet presAssocID="{5B71C4BA-58D0-4678-BF4C-36DCE37897CB}" presName="rootText" presStyleLbl="node4" presStyleIdx="39" presStyleCnt="61" custScaleX="131777" custScaleY="188598">
        <dgm:presLayoutVars>
          <dgm:chPref val="3"/>
        </dgm:presLayoutVars>
      </dgm:prSet>
      <dgm:spPr/>
    </dgm:pt>
    <dgm:pt modelId="{951DC332-85C5-4269-BD26-8A9B72B49A19}" type="pres">
      <dgm:prSet presAssocID="{5B71C4BA-58D0-4678-BF4C-36DCE37897CB}" presName="rootConnector" presStyleLbl="node4" presStyleIdx="39" presStyleCnt="61"/>
      <dgm:spPr/>
    </dgm:pt>
    <dgm:pt modelId="{036FD22D-43BF-4957-AEF3-6911BD72FE58}" type="pres">
      <dgm:prSet presAssocID="{5B71C4BA-58D0-4678-BF4C-36DCE37897CB}" presName="hierChild4" presStyleCnt="0"/>
      <dgm:spPr/>
    </dgm:pt>
    <dgm:pt modelId="{FE72D097-9326-4E11-8E8C-BB48DE6AF9ED}" type="pres">
      <dgm:prSet presAssocID="{5B71C4BA-58D0-4678-BF4C-36DCE37897CB}" presName="hierChild5" presStyleCnt="0"/>
      <dgm:spPr/>
    </dgm:pt>
    <dgm:pt modelId="{17F18731-6C47-41B8-B1D3-A7873C11F604}" type="pres">
      <dgm:prSet presAssocID="{F3CB416B-52CF-42E4-A3BA-9271F2A926CC}" presName="hierChild5" presStyleCnt="0"/>
      <dgm:spPr/>
    </dgm:pt>
    <dgm:pt modelId="{BE42C145-4B16-429B-B15E-A15103B4DB8B}" type="pres">
      <dgm:prSet presAssocID="{F347438A-0669-4C4D-B43B-E4FE3266C9E4}" presName="hierChild5" presStyleCnt="0"/>
      <dgm:spPr/>
    </dgm:pt>
    <dgm:pt modelId="{3CBB3C8B-EDA8-443F-A753-B9F8C1290B13}" type="pres">
      <dgm:prSet presAssocID="{3BF46AEE-2B7F-47D2-8895-ACA63BBF056C}" presName="Name37" presStyleLbl="parChTrans1D3" presStyleIdx="17" presStyleCnt="28"/>
      <dgm:spPr/>
    </dgm:pt>
    <dgm:pt modelId="{DB0B8790-1253-4435-8F8E-64AE8AD86574}" type="pres">
      <dgm:prSet presAssocID="{5E220795-0225-42DF-B063-0BBD03747952}" presName="hierRoot2" presStyleCnt="0">
        <dgm:presLayoutVars>
          <dgm:hierBranch val="init"/>
        </dgm:presLayoutVars>
      </dgm:prSet>
      <dgm:spPr/>
    </dgm:pt>
    <dgm:pt modelId="{C0F2763A-8911-47AB-8769-55BC544D2BF8}" type="pres">
      <dgm:prSet presAssocID="{5E220795-0225-42DF-B063-0BBD03747952}" presName="rootComposite" presStyleCnt="0"/>
      <dgm:spPr/>
    </dgm:pt>
    <dgm:pt modelId="{7BFDFDA9-0E96-458B-AB70-D87709AE2675}" type="pres">
      <dgm:prSet presAssocID="{5E220795-0225-42DF-B063-0BBD03747952}" presName="rootText" presStyleLbl="node3" presStyleIdx="17" presStyleCnt="28">
        <dgm:presLayoutVars>
          <dgm:chPref val="3"/>
        </dgm:presLayoutVars>
      </dgm:prSet>
      <dgm:spPr/>
    </dgm:pt>
    <dgm:pt modelId="{1EEC46A2-0F29-439A-B4F4-76B02D257297}" type="pres">
      <dgm:prSet presAssocID="{5E220795-0225-42DF-B063-0BBD03747952}" presName="rootConnector" presStyleLbl="node3" presStyleIdx="17" presStyleCnt="28"/>
      <dgm:spPr/>
    </dgm:pt>
    <dgm:pt modelId="{7558E39A-5908-41F3-8DC1-7AE5464A6791}" type="pres">
      <dgm:prSet presAssocID="{5E220795-0225-42DF-B063-0BBD03747952}" presName="hierChild4" presStyleCnt="0"/>
      <dgm:spPr/>
    </dgm:pt>
    <dgm:pt modelId="{FBC76845-3C35-4CD3-AC53-836B8FC44B77}" type="pres">
      <dgm:prSet presAssocID="{A56718B9-4ED1-4543-BF35-C3D5ED90FC88}" presName="Name37" presStyleLbl="parChTrans1D4" presStyleIdx="40" presStyleCnt="61"/>
      <dgm:spPr/>
    </dgm:pt>
    <dgm:pt modelId="{2CA819FB-A8E6-4E8C-9F8E-0654ECC86EEA}" type="pres">
      <dgm:prSet presAssocID="{428883E3-5029-479B-B4AE-1E67629A9E51}" presName="hierRoot2" presStyleCnt="0">
        <dgm:presLayoutVars>
          <dgm:hierBranch val="init"/>
        </dgm:presLayoutVars>
      </dgm:prSet>
      <dgm:spPr/>
    </dgm:pt>
    <dgm:pt modelId="{C3C10BCA-5B4C-4F4B-BD0D-E8963CC68006}" type="pres">
      <dgm:prSet presAssocID="{428883E3-5029-479B-B4AE-1E67629A9E51}" presName="rootComposite" presStyleCnt="0"/>
      <dgm:spPr/>
    </dgm:pt>
    <dgm:pt modelId="{4B77D862-5A6C-4EFB-9E4D-26A9B3AD6BF8}" type="pres">
      <dgm:prSet presAssocID="{428883E3-5029-479B-B4AE-1E67629A9E51}" presName="rootText" presStyleLbl="node4" presStyleIdx="40" presStyleCnt="61">
        <dgm:presLayoutVars>
          <dgm:chPref val="3"/>
        </dgm:presLayoutVars>
      </dgm:prSet>
      <dgm:spPr/>
    </dgm:pt>
    <dgm:pt modelId="{F5DCB9DF-6828-4C36-9696-F45AAB39404F}" type="pres">
      <dgm:prSet presAssocID="{428883E3-5029-479B-B4AE-1E67629A9E51}" presName="rootConnector" presStyleLbl="node4" presStyleIdx="40" presStyleCnt="61"/>
      <dgm:spPr/>
    </dgm:pt>
    <dgm:pt modelId="{9C8AA7E5-CBC2-4584-A2E4-5DE8CB27BD17}" type="pres">
      <dgm:prSet presAssocID="{428883E3-5029-479B-B4AE-1E67629A9E51}" presName="hierChild4" presStyleCnt="0"/>
      <dgm:spPr/>
    </dgm:pt>
    <dgm:pt modelId="{90D0A36B-8568-457E-9B0F-9E8AF583A79A}" type="pres">
      <dgm:prSet presAssocID="{428883E3-5029-479B-B4AE-1E67629A9E51}" presName="hierChild5" presStyleCnt="0"/>
      <dgm:spPr/>
    </dgm:pt>
    <dgm:pt modelId="{CB6D3EDD-2CDF-4574-BD80-E9DCD9634DFE}" type="pres">
      <dgm:prSet presAssocID="{B90AB80E-CA96-499F-8539-CC4E06AF36F9}" presName="Name37" presStyleLbl="parChTrans1D4" presStyleIdx="41" presStyleCnt="61"/>
      <dgm:spPr/>
    </dgm:pt>
    <dgm:pt modelId="{0A42D3F3-444E-4E78-8FA1-3C02C6A30FAC}" type="pres">
      <dgm:prSet presAssocID="{0A6E5AED-04A8-4811-BD1A-33EA9D4F6827}" presName="hierRoot2" presStyleCnt="0">
        <dgm:presLayoutVars>
          <dgm:hierBranch val="init"/>
        </dgm:presLayoutVars>
      </dgm:prSet>
      <dgm:spPr/>
    </dgm:pt>
    <dgm:pt modelId="{E0B6020C-328D-470C-A4A3-B016F8ACCB1E}" type="pres">
      <dgm:prSet presAssocID="{0A6E5AED-04A8-4811-BD1A-33EA9D4F6827}" presName="rootComposite" presStyleCnt="0"/>
      <dgm:spPr/>
    </dgm:pt>
    <dgm:pt modelId="{097ABA50-293D-4445-84F9-7F2919DEE820}" type="pres">
      <dgm:prSet presAssocID="{0A6E5AED-04A8-4811-BD1A-33EA9D4F6827}" presName="rootText" presStyleLbl="node4" presStyleIdx="41" presStyleCnt="61">
        <dgm:presLayoutVars>
          <dgm:chPref val="3"/>
        </dgm:presLayoutVars>
      </dgm:prSet>
      <dgm:spPr/>
    </dgm:pt>
    <dgm:pt modelId="{EA747B34-661A-4E5D-A35A-FF16AF2D4857}" type="pres">
      <dgm:prSet presAssocID="{0A6E5AED-04A8-4811-BD1A-33EA9D4F6827}" presName="rootConnector" presStyleLbl="node4" presStyleIdx="41" presStyleCnt="61"/>
      <dgm:spPr/>
    </dgm:pt>
    <dgm:pt modelId="{F4A8BC1E-1EC3-4DF0-B60F-D56B2E315453}" type="pres">
      <dgm:prSet presAssocID="{0A6E5AED-04A8-4811-BD1A-33EA9D4F6827}" presName="hierChild4" presStyleCnt="0"/>
      <dgm:spPr/>
    </dgm:pt>
    <dgm:pt modelId="{56AA810E-53A6-4292-8626-76B3F91BB7B6}" type="pres">
      <dgm:prSet presAssocID="{0A6E5AED-04A8-4811-BD1A-33EA9D4F6827}" presName="hierChild5" presStyleCnt="0"/>
      <dgm:spPr/>
    </dgm:pt>
    <dgm:pt modelId="{5968F5E0-47FD-4EBC-B75C-5CD4E3453887}" type="pres">
      <dgm:prSet presAssocID="{5E220795-0225-42DF-B063-0BBD03747952}" presName="hierChild5" presStyleCnt="0"/>
      <dgm:spPr/>
    </dgm:pt>
    <dgm:pt modelId="{9AF28BEA-AC06-4E70-B109-AA3C284FD172}" type="pres">
      <dgm:prSet presAssocID="{C8FCB997-01BB-407B-B078-620BE8AD7FD3}" presName="Name37" presStyleLbl="parChTrans1D3" presStyleIdx="18" presStyleCnt="28"/>
      <dgm:spPr/>
    </dgm:pt>
    <dgm:pt modelId="{0319A3CC-F660-42A3-91FE-194C9F27B63B}" type="pres">
      <dgm:prSet presAssocID="{802F07BC-ECAC-4E64-9E89-16BF0F6F2967}" presName="hierRoot2" presStyleCnt="0">
        <dgm:presLayoutVars>
          <dgm:hierBranch val="init"/>
        </dgm:presLayoutVars>
      </dgm:prSet>
      <dgm:spPr/>
    </dgm:pt>
    <dgm:pt modelId="{435CE1FF-C711-4EB0-B4F6-F1C03BD84A0F}" type="pres">
      <dgm:prSet presAssocID="{802F07BC-ECAC-4E64-9E89-16BF0F6F2967}" presName="rootComposite" presStyleCnt="0"/>
      <dgm:spPr/>
    </dgm:pt>
    <dgm:pt modelId="{6DB20552-0B3B-4D12-B06C-E2F8E7440FB1}" type="pres">
      <dgm:prSet presAssocID="{802F07BC-ECAC-4E64-9E89-16BF0F6F2967}" presName="rootText" presStyleLbl="node3" presStyleIdx="18" presStyleCnt="28">
        <dgm:presLayoutVars>
          <dgm:chPref val="3"/>
        </dgm:presLayoutVars>
      </dgm:prSet>
      <dgm:spPr/>
    </dgm:pt>
    <dgm:pt modelId="{4EAE3A71-081D-4ACC-8FFF-727BE0B1B5EF}" type="pres">
      <dgm:prSet presAssocID="{802F07BC-ECAC-4E64-9E89-16BF0F6F2967}" presName="rootConnector" presStyleLbl="node3" presStyleIdx="18" presStyleCnt="28"/>
      <dgm:spPr/>
    </dgm:pt>
    <dgm:pt modelId="{00DCE0C9-8DED-414B-99BC-6DFAFB4B6966}" type="pres">
      <dgm:prSet presAssocID="{802F07BC-ECAC-4E64-9E89-16BF0F6F2967}" presName="hierChild4" presStyleCnt="0"/>
      <dgm:spPr/>
    </dgm:pt>
    <dgm:pt modelId="{22E05EFA-A742-4D43-9B55-34EB2488687D}" type="pres">
      <dgm:prSet presAssocID="{62D1DC27-E448-4E50-86BC-179077DA424A}" presName="Name37" presStyleLbl="parChTrans1D4" presStyleIdx="42" presStyleCnt="61"/>
      <dgm:spPr/>
    </dgm:pt>
    <dgm:pt modelId="{1CA291EC-8FCE-4115-AEFC-4934C4EA2FA9}" type="pres">
      <dgm:prSet presAssocID="{1995E8D6-3D32-433A-A193-4893EEF1BEF8}" presName="hierRoot2" presStyleCnt="0">
        <dgm:presLayoutVars>
          <dgm:hierBranch val="init"/>
        </dgm:presLayoutVars>
      </dgm:prSet>
      <dgm:spPr/>
    </dgm:pt>
    <dgm:pt modelId="{9BEC6EB4-DC0F-4979-BDCA-88F9EFEB3121}" type="pres">
      <dgm:prSet presAssocID="{1995E8D6-3D32-433A-A193-4893EEF1BEF8}" presName="rootComposite" presStyleCnt="0"/>
      <dgm:spPr/>
    </dgm:pt>
    <dgm:pt modelId="{A27B7638-8AA0-450C-A725-769926F7B9EE}" type="pres">
      <dgm:prSet presAssocID="{1995E8D6-3D32-433A-A193-4893EEF1BEF8}" presName="rootText" presStyleLbl="node4" presStyleIdx="42" presStyleCnt="61">
        <dgm:presLayoutVars>
          <dgm:chPref val="3"/>
        </dgm:presLayoutVars>
      </dgm:prSet>
      <dgm:spPr/>
    </dgm:pt>
    <dgm:pt modelId="{1ADBBC1E-7ED5-435F-95F3-8E1520734A7C}" type="pres">
      <dgm:prSet presAssocID="{1995E8D6-3D32-433A-A193-4893EEF1BEF8}" presName="rootConnector" presStyleLbl="node4" presStyleIdx="42" presStyleCnt="61"/>
      <dgm:spPr/>
    </dgm:pt>
    <dgm:pt modelId="{60E85443-5154-4FF5-A286-77174326271A}" type="pres">
      <dgm:prSet presAssocID="{1995E8D6-3D32-433A-A193-4893EEF1BEF8}" presName="hierChild4" presStyleCnt="0"/>
      <dgm:spPr/>
    </dgm:pt>
    <dgm:pt modelId="{A1B6B25F-C4A7-4E47-AD7B-1B13A6A9D97E}" type="pres">
      <dgm:prSet presAssocID="{1995E8D6-3D32-433A-A193-4893EEF1BEF8}" presName="hierChild5" presStyleCnt="0"/>
      <dgm:spPr/>
    </dgm:pt>
    <dgm:pt modelId="{07A8540D-6A6E-43B9-9C2F-591EF7F7E188}" type="pres">
      <dgm:prSet presAssocID="{7AEA11F6-1B9C-4AE4-82D2-B8B7155E9487}" presName="Name37" presStyleLbl="parChTrans1D4" presStyleIdx="43" presStyleCnt="61"/>
      <dgm:spPr/>
    </dgm:pt>
    <dgm:pt modelId="{C7BBA391-FEE4-4458-AC33-4EEF485D52F3}" type="pres">
      <dgm:prSet presAssocID="{F8F9AC1B-0166-4241-A7EC-D4A8EE2DAFA0}" presName="hierRoot2" presStyleCnt="0">
        <dgm:presLayoutVars>
          <dgm:hierBranch val="init"/>
        </dgm:presLayoutVars>
      </dgm:prSet>
      <dgm:spPr/>
    </dgm:pt>
    <dgm:pt modelId="{C4E8A407-4BAA-4D36-9574-FF3B8124334C}" type="pres">
      <dgm:prSet presAssocID="{F8F9AC1B-0166-4241-A7EC-D4A8EE2DAFA0}" presName="rootComposite" presStyleCnt="0"/>
      <dgm:spPr/>
    </dgm:pt>
    <dgm:pt modelId="{F14A81F5-D175-449B-BB7B-99551BDC2901}" type="pres">
      <dgm:prSet presAssocID="{F8F9AC1B-0166-4241-A7EC-D4A8EE2DAFA0}" presName="rootText" presStyleLbl="node4" presStyleIdx="43" presStyleCnt="61">
        <dgm:presLayoutVars>
          <dgm:chPref val="3"/>
        </dgm:presLayoutVars>
      </dgm:prSet>
      <dgm:spPr/>
    </dgm:pt>
    <dgm:pt modelId="{599D3654-CCB9-4868-B2CB-1A55782A3EE8}" type="pres">
      <dgm:prSet presAssocID="{F8F9AC1B-0166-4241-A7EC-D4A8EE2DAFA0}" presName="rootConnector" presStyleLbl="node4" presStyleIdx="43" presStyleCnt="61"/>
      <dgm:spPr/>
    </dgm:pt>
    <dgm:pt modelId="{B249DD78-326A-41B2-AFDD-44A73DE5DD38}" type="pres">
      <dgm:prSet presAssocID="{F8F9AC1B-0166-4241-A7EC-D4A8EE2DAFA0}" presName="hierChild4" presStyleCnt="0"/>
      <dgm:spPr/>
    </dgm:pt>
    <dgm:pt modelId="{1472C37F-C0A5-49EF-AC7D-84BEAC3D9EDF}" type="pres">
      <dgm:prSet presAssocID="{F8F9AC1B-0166-4241-A7EC-D4A8EE2DAFA0}" presName="hierChild5" presStyleCnt="0"/>
      <dgm:spPr/>
    </dgm:pt>
    <dgm:pt modelId="{43A41B88-F096-4AE9-B0E6-6717715312BE}" type="pres">
      <dgm:prSet presAssocID="{3B1E0CB6-E0A6-4373-9F17-A40CF2AD15BD}" presName="Name37" presStyleLbl="parChTrans1D4" presStyleIdx="44" presStyleCnt="61"/>
      <dgm:spPr/>
    </dgm:pt>
    <dgm:pt modelId="{6A549A32-D6E3-4E8D-8D30-CAAA02E2D37C}" type="pres">
      <dgm:prSet presAssocID="{1FBB3E1E-FDE6-4A65-B2B2-16C5A96623EA}" presName="hierRoot2" presStyleCnt="0">
        <dgm:presLayoutVars>
          <dgm:hierBranch val="init"/>
        </dgm:presLayoutVars>
      </dgm:prSet>
      <dgm:spPr/>
    </dgm:pt>
    <dgm:pt modelId="{273F6FF3-6C0F-4E20-8252-A6D2656B6FA2}" type="pres">
      <dgm:prSet presAssocID="{1FBB3E1E-FDE6-4A65-B2B2-16C5A96623EA}" presName="rootComposite" presStyleCnt="0"/>
      <dgm:spPr/>
    </dgm:pt>
    <dgm:pt modelId="{FEBB5087-4D1B-4891-A2C5-E2FC9B8DA6CB}" type="pres">
      <dgm:prSet presAssocID="{1FBB3E1E-FDE6-4A65-B2B2-16C5A96623EA}" presName="rootText" presStyleLbl="node4" presStyleIdx="44" presStyleCnt="61">
        <dgm:presLayoutVars>
          <dgm:chPref val="3"/>
        </dgm:presLayoutVars>
      </dgm:prSet>
      <dgm:spPr/>
    </dgm:pt>
    <dgm:pt modelId="{4974060B-299C-4368-9349-1E6C6ED540F6}" type="pres">
      <dgm:prSet presAssocID="{1FBB3E1E-FDE6-4A65-B2B2-16C5A96623EA}" presName="rootConnector" presStyleLbl="node4" presStyleIdx="44" presStyleCnt="61"/>
      <dgm:spPr/>
    </dgm:pt>
    <dgm:pt modelId="{6777050C-ED04-4BC3-9193-7C03E9CD9EFD}" type="pres">
      <dgm:prSet presAssocID="{1FBB3E1E-FDE6-4A65-B2B2-16C5A96623EA}" presName="hierChild4" presStyleCnt="0"/>
      <dgm:spPr/>
    </dgm:pt>
    <dgm:pt modelId="{5DC16DCD-F726-44C5-BEEC-2F7A8C4C704F}" type="pres">
      <dgm:prSet presAssocID="{1FBB3E1E-FDE6-4A65-B2B2-16C5A96623EA}" presName="hierChild5" presStyleCnt="0"/>
      <dgm:spPr/>
    </dgm:pt>
    <dgm:pt modelId="{094A2C3D-D57F-4DE1-900B-556D01BBE84C}" type="pres">
      <dgm:prSet presAssocID="{802F07BC-ECAC-4E64-9E89-16BF0F6F2967}" presName="hierChild5" presStyleCnt="0"/>
      <dgm:spPr/>
    </dgm:pt>
    <dgm:pt modelId="{E3306546-A296-48FD-82CB-417DDF75828B}" type="pres">
      <dgm:prSet presAssocID="{51A9A8A4-5521-4C8E-BA32-2E6F8F38A950}" presName="Name37" presStyleLbl="parChTrans1D3" presStyleIdx="19" presStyleCnt="28"/>
      <dgm:spPr/>
    </dgm:pt>
    <dgm:pt modelId="{9A6C584E-061D-4954-9888-89544F607556}" type="pres">
      <dgm:prSet presAssocID="{8ED0AA8F-F858-47AE-BA4B-3DFE84DF61B9}" presName="hierRoot2" presStyleCnt="0">
        <dgm:presLayoutVars>
          <dgm:hierBranch val="init"/>
        </dgm:presLayoutVars>
      </dgm:prSet>
      <dgm:spPr/>
    </dgm:pt>
    <dgm:pt modelId="{C23835AC-89DA-4468-97DD-E0F5A3ED626B}" type="pres">
      <dgm:prSet presAssocID="{8ED0AA8F-F858-47AE-BA4B-3DFE84DF61B9}" presName="rootComposite" presStyleCnt="0"/>
      <dgm:spPr/>
    </dgm:pt>
    <dgm:pt modelId="{AE7A238A-86F7-4A92-865C-18F4FFEBA551}" type="pres">
      <dgm:prSet presAssocID="{8ED0AA8F-F858-47AE-BA4B-3DFE84DF61B9}" presName="rootText" presStyleLbl="node3" presStyleIdx="19" presStyleCnt="28">
        <dgm:presLayoutVars>
          <dgm:chPref val="3"/>
        </dgm:presLayoutVars>
      </dgm:prSet>
      <dgm:spPr/>
    </dgm:pt>
    <dgm:pt modelId="{2ECFFB9D-A434-4CDC-B47A-DA4C6FAAD18E}" type="pres">
      <dgm:prSet presAssocID="{8ED0AA8F-F858-47AE-BA4B-3DFE84DF61B9}" presName="rootConnector" presStyleLbl="node3" presStyleIdx="19" presStyleCnt="28"/>
      <dgm:spPr/>
    </dgm:pt>
    <dgm:pt modelId="{0442401A-35BE-4BA5-BD72-C6DEF5E29CA9}" type="pres">
      <dgm:prSet presAssocID="{8ED0AA8F-F858-47AE-BA4B-3DFE84DF61B9}" presName="hierChild4" presStyleCnt="0"/>
      <dgm:spPr/>
    </dgm:pt>
    <dgm:pt modelId="{676288A0-3CF7-4ECB-8732-A4649E9A7865}" type="pres">
      <dgm:prSet presAssocID="{6A14A125-FC0D-4475-9DC4-A9A2A4F06E37}" presName="Name37" presStyleLbl="parChTrans1D4" presStyleIdx="45" presStyleCnt="61"/>
      <dgm:spPr/>
    </dgm:pt>
    <dgm:pt modelId="{E813267A-B17A-4EFC-B6EE-EFF328956E2A}" type="pres">
      <dgm:prSet presAssocID="{DA5965B4-997C-4E91-8582-2E1B6FE6AB3A}" presName="hierRoot2" presStyleCnt="0">
        <dgm:presLayoutVars>
          <dgm:hierBranch val="init"/>
        </dgm:presLayoutVars>
      </dgm:prSet>
      <dgm:spPr/>
    </dgm:pt>
    <dgm:pt modelId="{415F1A9D-CF78-4A9D-934C-9752DFDB5D55}" type="pres">
      <dgm:prSet presAssocID="{DA5965B4-997C-4E91-8582-2E1B6FE6AB3A}" presName="rootComposite" presStyleCnt="0"/>
      <dgm:spPr/>
    </dgm:pt>
    <dgm:pt modelId="{E30C3D8E-9EFB-4F65-AA77-ED306EB1682C}" type="pres">
      <dgm:prSet presAssocID="{DA5965B4-997C-4E91-8582-2E1B6FE6AB3A}" presName="rootText" presStyleLbl="node4" presStyleIdx="45" presStyleCnt="61">
        <dgm:presLayoutVars>
          <dgm:chPref val="3"/>
        </dgm:presLayoutVars>
      </dgm:prSet>
      <dgm:spPr/>
    </dgm:pt>
    <dgm:pt modelId="{21CF4B4E-17F3-4B7E-AC9B-1BE9F8AFC298}" type="pres">
      <dgm:prSet presAssocID="{DA5965B4-997C-4E91-8582-2E1B6FE6AB3A}" presName="rootConnector" presStyleLbl="node4" presStyleIdx="45" presStyleCnt="61"/>
      <dgm:spPr/>
    </dgm:pt>
    <dgm:pt modelId="{945AC1C9-97C2-4451-9E8A-85930E6B298D}" type="pres">
      <dgm:prSet presAssocID="{DA5965B4-997C-4E91-8582-2E1B6FE6AB3A}" presName="hierChild4" presStyleCnt="0"/>
      <dgm:spPr/>
    </dgm:pt>
    <dgm:pt modelId="{F8E1E572-9E13-40D0-B030-B135777C9DBA}" type="pres">
      <dgm:prSet presAssocID="{DA5965B4-997C-4E91-8582-2E1B6FE6AB3A}" presName="hierChild5" presStyleCnt="0"/>
      <dgm:spPr/>
    </dgm:pt>
    <dgm:pt modelId="{FC5F034D-544B-47E7-8D9E-574023E1F275}" type="pres">
      <dgm:prSet presAssocID="{9EA7B35A-8DC1-494D-BAE9-62EF37806B42}" presName="Name37" presStyleLbl="parChTrans1D4" presStyleIdx="46" presStyleCnt="61"/>
      <dgm:spPr/>
    </dgm:pt>
    <dgm:pt modelId="{C84163C5-AD67-4FCD-B0BA-144049802B6C}" type="pres">
      <dgm:prSet presAssocID="{1FD9FB24-79AC-4307-B920-D3C9FFB2ED44}" presName="hierRoot2" presStyleCnt="0">
        <dgm:presLayoutVars>
          <dgm:hierBranch val="init"/>
        </dgm:presLayoutVars>
      </dgm:prSet>
      <dgm:spPr/>
    </dgm:pt>
    <dgm:pt modelId="{2899C8D6-9038-43F2-A6B7-A30F4AE80C98}" type="pres">
      <dgm:prSet presAssocID="{1FD9FB24-79AC-4307-B920-D3C9FFB2ED44}" presName="rootComposite" presStyleCnt="0"/>
      <dgm:spPr/>
    </dgm:pt>
    <dgm:pt modelId="{295B9A4E-8E64-4201-8A7C-5234C3C19A60}" type="pres">
      <dgm:prSet presAssocID="{1FD9FB24-79AC-4307-B920-D3C9FFB2ED44}" presName="rootText" presStyleLbl="node4" presStyleIdx="46" presStyleCnt="61">
        <dgm:presLayoutVars>
          <dgm:chPref val="3"/>
        </dgm:presLayoutVars>
      </dgm:prSet>
      <dgm:spPr/>
    </dgm:pt>
    <dgm:pt modelId="{2B5A2CFB-67C7-46BC-8366-189ADAA1D2DB}" type="pres">
      <dgm:prSet presAssocID="{1FD9FB24-79AC-4307-B920-D3C9FFB2ED44}" presName="rootConnector" presStyleLbl="node4" presStyleIdx="46" presStyleCnt="61"/>
      <dgm:spPr/>
    </dgm:pt>
    <dgm:pt modelId="{AFB14B37-1FEF-460C-B930-27F8E00EE723}" type="pres">
      <dgm:prSet presAssocID="{1FD9FB24-79AC-4307-B920-D3C9FFB2ED44}" presName="hierChild4" presStyleCnt="0"/>
      <dgm:spPr/>
    </dgm:pt>
    <dgm:pt modelId="{05F77CCE-F26F-4CD4-847B-E999EF2A8839}" type="pres">
      <dgm:prSet presAssocID="{1FD9FB24-79AC-4307-B920-D3C9FFB2ED44}" presName="hierChild5" presStyleCnt="0"/>
      <dgm:spPr/>
    </dgm:pt>
    <dgm:pt modelId="{6B8BA931-9E7B-4C94-83EB-0966E1BAF9A0}" type="pres">
      <dgm:prSet presAssocID="{8ED0AA8F-F858-47AE-BA4B-3DFE84DF61B9}" presName="hierChild5" presStyleCnt="0"/>
      <dgm:spPr/>
    </dgm:pt>
    <dgm:pt modelId="{FD21FF1C-F2CA-4171-8B6E-255BBCDFCAB3}" type="pres">
      <dgm:prSet presAssocID="{CFBF96BE-57AC-4278-BEE8-4529105B485E}" presName="hierChild5" presStyleCnt="0"/>
      <dgm:spPr/>
    </dgm:pt>
    <dgm:pt modelId="{DF3304B9-2D35-4617-A0C0-EEA5ED4D896F}" type="pres">
      <dgm:prSet presAssocID="{3D17D3DC-3F84-42B8-BAE4-84EB154E8AF0}" presName="Name37" presStyleLbl="parChTrans1D2" presStyleIdx="5" presStyleCnt="7"/>
      <dgm:spPr/>
    </dgm:pt>
    <dgm:pt modelId="{290F9BD2-314A-40EC-8F8C-7C2C30AE1C4C}" type="pres">
      <dgm:prSet presAssocID="{7E92AB31-7104-46B2-B607-60B646D69120}" presName="hierRoot2" presStyleCnt="0">
        <dgm:presLayoutVars>
          <dgm:hierBranch val="init"/>
        </dgm:presLayoutVars>
      </dgm:prSet>
      <dgm:spPr/>
    </dgm:pt>
    <dgm:pt modelId="{CCBA5961-DC64-4685-A2D2-BD491EC926C9}" type="pres">
      <dgm:prSet presAssocID="{7E92AB31-7104-46B2-B607-60B646D69120}" presName="rootComposite" presStyleCnt="0"/>
      <dgm:spPr/>
    </dgm:pt>
    <dgm:pt modelId="{949025D6-383D-4129-B503-AA9F63878290}" type="pres">
      <dgm:prSet presAssocID="{7E92AB31-7104-46B2-B607-60B646D69120}" presName="rootText" presStyleLbl="node2" presStyleIdx="5" presStyleCnt="7" custScaleX="449413">
        <dgm:presLayoutVars>
          <dgm:chPref val="3"/>
        </dgm:presLayoutVars>
      </dgm:prSet>
      <dgm:spPr/>
    </dgm:pt>
    <dgm:pt modelId="{9782DF0C-0A54-406B-939A-B78411C5F682}" type="pres">
      <dgm:prSet presAssocID="{7E92AB31-7104-46B2-B607-60B646D69120}" presName="rootConnector" presStyleLbl="node2" presStyleIdx="5" presStyleCnt="7"/>
      <dgm:spPr/>
    </dgm:pt>
    <dgm:pt modelId="{11E5094F-32B3-4FF1-947A-92A564B90629}" type="pres">
      <dgm:prSet presAssocID="{7E92AB31-7104-46B2-B607-60B646D69120}" presName="hierChild4" presStyleCnt="0"/>
      <dgm:spPr/>
    </dgm:pt>
    <dgm:pt modelId="{D29E7901-C25F-4B55-BCD3-8DE905D92833}" type="pres">
      <dgm:prSet presAssocID="{0A6BB837-EE54-4C42-88BB-B7667B343DB9}" presName="Name37" presStyleLbl="parChTrans1D3" presStyleIdx="20" presStyleCnt="28"/>
      <dgm:spPr/>
    </dgm:pt>
    <dgm:pt modelId="{12FAEC07-BD21-4AED-9831-02EEE083C9D4}" type="pres">
      <dgm:prSet presAssocID="{CB4CCCC3-7370-4A48-B4F0-22A7925D32B5}" presName="hierRoot2" presStyleCnt="0">
        <dgm:presLayoutVars>
          <dgm:hierBranch val="init"/>
        </dgm:presLayoutVars>
      </dgm:prSet>
      <dgm:spPr/>
    </dgm:pt>
    <dgm:pt modelId="{B3DDBEE3-6474-4911-BFE9-489386C4052A}" type="pres">
      <dgm:prSet presAssocID="{CB4CCCC3-7370-4A48-B4F0-22A7925D32B5}" presName="rootComposite" presStyleCnt="0"/>
      <dgm:spPr/>
    </dgm:pt>
    <dgm:pt modelId="{629ACA42-75A5-47A9-B63E-1B6A6425DD33}" type="pres">
      <dgm:prSet presAssocID="{CB4CCCC3-7370-4A48-B4F0-22A7925D32B5}" presName="rootText" presStyleLbl="node3" presStyleIdx="20" presStyleCnt="28">
        <dgm:presLayoutVars>
          <dgm:chPref val="3"/>
        </dgm:presLayoutVars>
      </dgm:prSet>
      <dgm:spPr/>
    </dgm:pt>
    <dgm:pt modelId="{1A76D733-6FD3-44DD-9CB9-531DA70C2DDE}" type="pres">
      <dgm:prSet presAssocID="{CB4CCCC3-7370-4A48-B4F0-22A7925D32B5}" presName="rootConnector" presStyleLbl="node3" presStyleIdx="20" presStyleCnt="28"/>
      <dgm:spPr/>
    </dgm:pt>
    <dgm:pt modelId="{C1324E59-4EB7-4F06-85AA-C39F5406F90C}" type="pres">
      <dgm:prSet presAssocID="{CB4CCCC3-7370-4A48-B4F0-22A7925D32B5}" presName="hierChild4" presStyleCnt="0"/>
      <dgm:spPr/>
    </dgm:pt>
    <dgm:pt modelId="{525263E0-9FEB-4E00-B519-0E92728E0701}" type="pres">
      <dgm:prSet presAssocID="{8FDE3B2B-CDF4-411F-A8AA-884CE2DB5327}" presName="Name37" presStyleLbl="parChTrans1D4" presStyleIdx="47" presStyleCnt="61"/>
      <dgm:spPr/>
    </dgm:pt>
    <dgm:pt modelId="{BFE57F6C-AC92-42E1-888E-0D02591AEEF6}" type="pres">
      <dgm:prSet presAssocID="{8EEC5B21-0D2B-4DEE-80C2-D6879B74B3CE}" presName="hierRoot2" presStyleCnt="0">
        <dgm:presLayoutVars>
          <dgm:hierBranch val="init"/>
        </dgm:presLayoutVars>
      </dgm:prSet>
      <dgm:spPr/>
    </dgm:pt>
    <dgm:pt modelId="{6F9D900F-F98B-4E34-B39A-CB979B22E969}" type="pres">
      <dgm:prSet presAssocID="{8EEC5B21-0D2B-4DEE-80C2-D6879B74B3CE}" presName="rootComposite" presStyleCnt="0"/>
      <dgm:spPr/>
    </dgm:pt>
    <dgm:pt modelId="{400A4F14-ABE7-45DB-BC34-F71FA2BFE5C0}" type="pres">
      <dgm:prSet presAssocID="{8EEC5B21-0D2B-4DEE-80C2-D6879B74B3CE}" presName="rootText" presStyleLbl="node4" presStyleIdx="47" presStyleCnt="61">
        <dgm:presLayoutVars>
          <dgm:chPref val="3"/>
        </dgm:presLayoutVars>
      </dgm:prSet>
      <dgm:spPr/>
    </dgm:pt>
    <dgm:pt modelId="{7E6EAC54-FD42-404E-8232-8861F51D237D}" type="pres">
      <dgm:prSet presAssocID="{8EEC5B21-0D2B-4DEE-80C2-D6879B74B3CE}" presName="rootConnector" presStyleLbl="node4" presStyleIdx="47" presStyleCnt="61"/>
      <dgm:spPr/>
    </dgm:pt>
    <dgm:pt modelId="{10C3E81A-015B-4403-933E-06A0C4FE03AB}" type="pres">
      <dgm:prSet presAssocID="{8EEC5B21-0D2B-4DEE-80C2-D6879B74B3CE}" presName="hierChild4" presStyleCnt="0"/>
      <dgm:spPr/>
    </dgm:pt>
    <dgm:pt modelId="{821ED66F-2498-4FE0-8BEA-FDAE5FA6271E}" type="pres">
      <dgm:prSet presAssocID="{8EEC5B21-0D2B-4DEE-80C2-D6879B74B3CE}" presName="hierChild5" presStyleCnt="0"/>
      <dgm:spPr/>
    </dgm:pt>
    <dgm:pt modelId="{261BF19F-B196-4752-81B1-D97D7DA5F493}" type="pres">
      <dgm:prSet presAssocID="{0AFC7526-C05C-4E80-8B3E-B5084024A276}" presName="Name37" presStyleLbl="parChTrans1D4" presStyleIdx="48" presStyleCnt="61"/>
      <dgm:spPr/>
    </dgm:pt>
    <dgm:pt modelId="{5585F31C-8B7B-4023-9E54-979B1F56F62C}" type="pres">
      <dgm:prSet presAssocID="{8741B637-3A66-4486-82EB-D860EBBB90E8}" presName="hierRoot2" presStyleCnt="0">
        <dgm:presLayoutVars>
          <dgm:hierBranch val="init"/>
        </dgm:presLayoutVars>
      </dgm:prSet>
      <dgm:spPr/>
    </dgm:pt>
    <dgm:pt modelId="{CB938A00-ED65-4A67-A141-83EBB7D144E3}" type="pres">
      <dgm:prSet presAssocID="{8741B637-3A66-4486-82EB-D860EBBB90E8}" presName="rootComposite" presStyleCnt="0"/>
      <dgm:spPr/>
    </dgm:pt>
    <dgm:pt modelId="{2EB9E4CB-1F8A-4DE7-8FAF-C5BED80144F2}" type="pres">
      <dgm:prSet presAssocID="{8741B637-3A66-4486-82EB-D860EBBB90E8}" presName="rootText" presStyleLbl="node4" presStyleIdx="48" presStyleCnt="61">
        <dgm:presLayoutVars>
          <dgm:chPref val="3"/>
        </dgm:presLayoutVars>
      </dgm:prSet>
      <dgm:spPr/>
    </dgm:pt>
    <dgm:pt modelId="{162B8196-3192-4394-A19D-1D45520737D9}" type="pres">
      <dgm:prSet presAssocID="{8741B637-3A66-4486-82EB-D860EBBB90E8}" presName="rootConnector" presStyleLbl="node4" presStyleIdx="48" presStyleCnt="61"/>
      <dgm:spPr/>
    </dgm:pt>
    <dgm:pt modelId="{3A61B7E8-DC96-4009-BF60-045B050A9299}" type="pres">
      <dgm:prSet presAssocID="{8741B637-3A66-4486-82EB-D860EBBB90E8}" presName="hierChild4" presStyleCnt="0"/>
      <dgm:spPr/>
    </dgm:pt>
    <dgm:pt modelId="{CFD4F687-D164-491D-9D68-F683E18251C1}" type="pres">
      <dgm:prSet presAssocID="{8741B637-3A66-4486-82EB-D860EBBB90E8}" presName="hierChild5" presStyleCnt="0"/>
      <dgm:spPr/>
    </dgm:pt>
    <dgm:pt modelId="{C20CDA56-E36F-4843-8000-6554A65FE4F4}" type="pres">
      <dgm:prSet presAssocID="{586199D6-A9A3-4C8C-A44F-DE09F8626B96}" presName="Name37" presStyleLbl="parChTrans1D4" presStyleIdx="49" presStyleCnt="61"/>
      <dgm:spPr/>
    </dgm:pt>
    <dgm:pt modelId="{562C8152-E3A9-41D6-BE48-05E71888CC89}" type="pres">
      <dgm:prSet presAssocID="{4A6BD8FF-ADBD-4F71-9F37-D0CC2B66C712}" presName="hierRoot2" presStyleCnt="0">
        <dgm:presLayoutVars>
          <dgm:hierBranch val="init"/>
        </dgm:presLayoutVars>
      </dgm:prSet>
      <dgm:spPr/>
    </dgm:pt>
    <dgm:pt modelId="{0B90F531-C5B9-4C79-97BE-E064E0DAD6E6}" type="pres">
      <dgm:prSet presAssocID="{4A6BD8FF-ADBD-4F71-9F37-D0CC2B66C712}" presName="rootComposite" presStyleCnt="0"/>
      <dgm:spPr/>
    </dgm:pt>
    <dgm:pt modelId="{68B72A22-715D-4605-A0F3-9E9346346B74}" type="pres">
      <dgm:prSet presAssocID="{4A6BD8FF-ADBD-4F71-9F37-D0CC2B66C712}" presName="rootText" presStyleLbl="node4" presStyleIdx="49" presStyleCnt="61">
        <dgm:presLayoutVars>
          <dgm:chPref val="3"/>
        </dgm:presLayoutVars>
      </dgm:prSet>
      <dgm:spPr/>
    </dgm:pt>
    <dgm:pt modelId="{CFAFF93A-1C4C-4882-BB30-7252FF173ECA}" type="pres">
      <dgm:prSet presAssocID="{4A6BD8FF-ADBD-4F71-9F37-D0CC2B66C712}" presName="rootConnector" presStyleLbl="node4" presStyleIdx="49" presStyleCnt="61"/>
      <dgm:spPr/>
    </dgm:pt>
    <dgm:pt modelId="{23797C95-A961-4611-80CA-BCE3C31F7243}" type="pres">
      <dgm:prSet presAssocID="{4A6BD8FF-ADBD-4F71-9F37-D0CC2B66C712}" presName="hierChild4" presStyleCnt="0"/>
      <dgm:spPr/>
    </dgm:pt>
    <dgm:pt modelId="{9BFA7BC1-8A27-4D46-8582-3A5666F921CC}" type="pres">
      <dgm:prSet presAssocID="{4A6BD8FF-ADBD-4F71-9F37-D0CC2B66C712}" presName="hierChild5" presStyleCnt="0"/>
      <dgm:spPr/>
    </dgm:pt>
    <dgm:pt modelId="{613995BA-B8E7-483B-AE55-241B950D5AEC}" type="pres">
      <dgm:prSet presAssocID="{CB4CCCC3-7370-4A48-B4F0-22A7925D32B5}" presName="hierChild5" presStyleCnt="0"/>
      <dgm:spPr/>
    </dgm:pt>
    <dgm:pt modelId="{350FEEAE-D250-4EE0-8B1D-6FD31EB2E96C}" type="pres">
      <dgm:prSet presAssocID="{18C4B1BD-11E2-43FF-A82D-D5B914B2DCC7}" presName="Name37" presStyleLbl="parChTrans1D3" presStyleIdx="21" presStyleCnt="28"/>
      <dgm:spPr/>
    </dgm:pt>
    <dgm:pt modelId="{C9E13905-A154-430A-8A00-3D2E83A165AD}" type="pres">
      <dgm:prSet presAssocID="{73F84634-D3CD-451B-A2F8-6E423801CF02}" presName="hierRoot2" presStyleCnt="0">
        <dgm:presLayoutVars>
          <dgm:hierBranch val="init"/>
        </dgm:presLayoutVars>
      </dgm:prSet>
      <dgm:spPr/>
    </dgm:pt>
    <dgm:pt modelId="{8653BD5E-5186-4A3B-B179-9DE6C6C7196C}" type="pres">
      <dgm:prSet presAssocID="{73F84634-D3CD-451B-A2F8-6E423801CF02}" presName="rootComposite" presStyleCnt="0"/>
      <dgm:spPr/>
    </dgm:pt>
    <dgm:pt modelId="{1A7E5CD3-33AA-43EC-95A3-8639A04AF689}" type="pres">
      <dgm:prSet presAssocID="{73F84634-D3CD-451B-A2F8-6E423801CF02}" presName="rootText" presStyleLbl="node3" presStyleIdx="21" presStyleCnt="28">
        <dgm:presLayoutVars>
          <dgm:chPref val="3"/>
        </dgm:presLayoutVars>
      </dgm:prSet>
      <dgm:spPr/>
    </dgm:pt>
    <dgm:pt modelId="{3E1F7D43-1786-444D-9DEF-BC8A35304D46}" type="pres">
      <dgm:prSet presAssocID="{73F84634-D3CD-451B-A2F8-6E423801CF02}" presName="rootConnector" presStyleLbl="node3" presStyleIdx="21" presStyleCnt="28"/>
      <dgm:spPr/>
    </dgm:pt>
    <dgm:pt modelId="{178DE31E-BF85-4B6E-8775-AF7913A00924}" type="pres">
      <dgm:prSet presAssocID="{73F84634-D3CD-451B-A2F8-6E423801CF02}" presName="hierChild4" presStyleCnt="0"/>
      <dgm:spPr/>
    </dgm:pt>
    <dgm:pt modelId="{BB8B2059-4800-4077-8093-7D2CEF5958F0}" type="pres">
      <dgm:prSet presAssocID="{B72FBF70-8E1A-4F24-AD17-11320D232558}" presName="Name37" presStyleLbl="parChTrans1D4" presStyleIdx="50" presStyleCnt="61"/>
      <dgm:spPr/>
    </dgm:pt>
    <dgm:pt modelId="{3A55235B-4010-4E9E-9F69-5E7C5482010A}" type="pres">
      <dgm:prSet presAssocID="{5BC67B52-23FD-43D0-BDDE-2A1751ACE510}" presName="hierRoot2" presStyleCnt="0">
        <dgm:presLayoutVars>
          <dgm:hierBranch val="init"/>
        </dgm:presLayoutVars>
      </dgm:prSet>
      <dgm:spPr/>
    </dgm:pt>
    <dgm:pt modelId="{7453EF34-6B0F-4C65-ABFF-543121BFC561}" type="pres">
      <dgm:prSet presAssocID="{5BC67B52-23FD-43D0-BDDE-2A1751ACE510}" presName="rootComposite" presStyleCnt="0"/>
      <dgm:spPr/>
    </dgm:pt>
    <dgm:pt modelId="{AB33D127-EC1A-4AFE-B4BB-B3EF5D912A2F}" type="pres">
      <dgm:prSet presAssocID="{5BC67B52-23FD-43D0-BDDE-2A1751ACE510}" presName="rootText" presStyleLbl="node4" presStyleIdx="50" presStyleCnt="61">
        <dgm:presLayoutVars>
          <dgm:chPref val="3"/>
        </dgm:presLayoutVars>
      </dgm:prSet>
      <dgm:spPr/>
    </dgm:pt>
    <dgm:pt modelId="{7CFEFB37-4283-47BA-9C43-F70CA0AF8AA7}" type="pres">
      <dgm:prSet presAssocID="{5BC67B52-23FD-43D0-BDDE-2A1751ACE510}" presName="rootConnector" presStyleLbl="node4" presStyleIdx="50" presStyleCnt="61"/>
      <dgm:spPr/>
    </dgm:pt>
    <dgm:pt modelId="{DA387A0C-3BEC-490A-A8E7-03580F215B34}" type="pres">
      <dgm:prSet presAssocID="{5BC67B52-23FD-43D0-BDDE-2A1751ACE510}" presName="hierChild4" presStyleCnt="0"/>
      <dgm:spPr/>
    </dgm:pt>
    <dgm:pt modelId="{A4E835C0-6E73-4399-8627-0C0183D1A199}" type="pres">
      <dgm:prSet presAssocID="{5BC67B52-23FD-43D0-BDDE-2A1751ACE510}" presName="hierChild5" presStyleCnt="0"/>
      <dgm:spPr/>
    </dgm:pt>
    <dgm:pt modelId="{7C8EAF65-A1B0-4B3D-B519-57D033C16C47}" type="pres">
      <dgm:prSet presAssocID="{8EFC0F4F-CB07-4D99-BF57-011C9F84254D}" presName="Name37" presStyleLbl="parChTrans1D4" presStyleIdx="51" presStyleCnt="61"/>
      <dgm:spPr/>
    </dgm:pt>
    <dgm:pt modelId="{8A181E32-429F-4C9B-AC9A-5E245D108F97}" type="pres">
      <dgm:prSet presAssocID="{84299A7F-02C5-4B49-9EA1-9CA5D6E05631}" presName="hierRoot2" presStyleCnt="0">
        <dgm:presLayoutVars>
          <dgm:hierBranch val="init"/>
        </dgm:presLayoutVars>
      </dgm:prSet>
      <dgm:spPr/>
    </dgm:pt>
    <dgm:pt modelId="{DF64962B-C2CA-4C12-A79E-E2E34756E1E4}" type="pres">
      <dgm:prSet presAssocID="{84299A7F-02C5-4B49-9EA1-9CA5D6E05631}" presName="rootComposite" presStyleCnt="0"/>
      <dgm:spPr/>
    </dgm:pt>
    <dgm:pt modelId="{4DFFD00E-124F-42FD-BC06-34C79630AD43}" type="pres">
      <dgm:prSet presAssocID="{84299A7F-02C5-4B49-9EA1-9CA5D6E05631}" presName="rootText" presStyleLbl="node4" presStyleIdx="51" presStyleCnt="61">
        <dgm:presLayoutVars>
          <dgm:chPref val="3"/>
        </dgm:presLayoutVars>
      </dgm:prSet>
      <dgm:spPr/>
    </dgm:pt>
    <dgm:pt modelId="{AF2DF78D-567C-4016-AC4C-E32A344908BA}" type="pres">
      <dgm:prSet presAssocID="{84299A7F-02C5-4B49-9EA1-9CA5D6E05631}" presName="rootConnector" presStyleLbl="node4" presStyleIdx="51" presStyleCnt="61"/>
      <dgm:spPr/>
    </dgm:pt>
    <dgm:pt modelId="{03482ED4-7C36-419F-8C9D-DEB9033A95DE}" type="pres">
      <dgm:prSet presAssocID="{84299A7F-02C5-4B49-9EA1-9CA5D6E05631}" presName="hierChild4" presStyleCnt="0"/>
      <dgm:spPr/>
    </dgm:pt>
    <dgm:pt modelId="{A6F297AE-665C-46EB-85FE-2A9F45B4A104}" type="pres">
      <dgm:prSet presAssocID="{84299A7F-02C5-4B49-9EA1-9CA5D6E05631}" presName="hierChild5" presStyleCnt="0"/>
      <dgm:spPr/>
    </dgm:pt>
    <dgm:pt modelId="{2097504B-AEC0-45BE-9A4C-FC6549BF32A1}" type="pres">
      <dgm:prSet presAssocID="{73F84634-D3CD-451B-A2F8-6E423801CF02}" presName="hierChild5" presStyleCnt="0"/>
      <dgm:spPr/>
    </dgm:pt>
    <dgm:pt modelId="{CC5951CB-377D-4A09-9F2E-2FA0E357924C}" type="pres">
      <dgm:prSet presAssocID="{20348683-EB73-4EFF-BA48-2B803A1F1C4C}" presName="Name37" presStyleLbl="parChTrans1D3" presStyleIdx="22" presStyleCnt="28"/>
      <dgm:spPr/>
    </dgm:pt>
    <dgm:pt modelId="{AF2B67EB-A1CE-4A78-9C5A-163DC08BA27B}" type="pres">
      <dgm:prSet presAssocID="{F97C641A-CDFD-4990-9902-7956CDBC2724}" presName="hierRoot2" presStyleCnt="0">
        <dgm:presLayoutVars>
          <dgm:hierBranch val="init"/>
        </dgm:presLayoutVars>
      </dgm:prSet>
      <dgm:spPr/>
    </dgm:pt>
    <dgm:pt modelId="{083CC7C1-0215-4372-8646-5785A92A9927}" type="pres">
      <dgm:prSet presAssocID="{F97C641A-CDFD-4990-9902-7956CDBC2724}" presName="rootComposite" presStyleCnt="0"/>
      <dgm:spPr/>
    </dgm:pt>
    <dgm:pt modelId="{9875EC1A-83F9-4E2A-BDAC-212FBA64CA45}" type="pres">
      <dgm:prSet presAssocID="{F97C641A-CDFD-4990-9902-7956CDBC2724}" presName="rootText" presStyleLbl="node3" presStyleIdx="22" presStyleCnt="28">
        <dgm:presLayoutVars>
          <dgm:chPref val="3"/>
        </dgm:presLayoutVars>
      </dgm:prSet>
      <dgm:spPr/>
    </dgm:pt>
    <dgm:pt modelId="{618A373B-274B-4706-B34B-B313A11E4E13}" type="pres">
      <dgm:prSet presAssocID="{F97C641A-CDFD-4990-9902-7956CDBC2724}" presName="rootConnector" presStyleLbl="node3" presStyleIdx="22" presStyleCnt="28"/>
      <dgm:spPr/>
    </dgm:pt>
    <dgm:pt modelId="{A3F10D07-D82D-4061-82E2-269DC105CDF3}" type="pres">
      <dgm:prSet presAssocID="{F97C641A-CDFD-4990-9902-7956CDBC2724}" presName="hierChild4" presStyleCnt="0"/>
      <dgm:spPr/>
    </dgm:pt>
    <dgm:pt modelId="{3DB4E9DF-8756-4DE7-88C8-D5C9CFAF646D}" type="pres">
      <dgm:prSet presAssocID="{9F67CAE4-E92C-417F-AFE7-07BD28D029B6}" presName="Name37" presStyleLbl="parChTrans1D4" presStyleIdx="52" presStyleCnt="61"/>
      <dgm:spPr/>
    </dgm:pt>
    <dgm:pt modelId="{5213E686-4DF3-4CB1-B167-69EDFD8E7092}" type="pres">
      <dgm:prSet presAssocID="{15829F6C-B79C-4AC3-8668-BA9C030767AA}" presName="hierRoot2" presStyleCnt="0">
        <dgm:presLayoutVars>
          <dgm:hierBranch val="init"/>
        </dgm:presLayoutVars>
      </dgm:prSet>
      <dgm:spPr/>
    </dgm:pt>
    <dgm:pt modelId="{EA9FBC39-045E-44E0-AB52-AB9143802CA3}" type="pres">
      <dgm:prSet presAssocID="{15829F6C-B79C-4AC3-8668-BA9C030767AA}" presName="rootComposite" presStyleCnt="0"/>
      <dgm:spPr/>
    </dgm:pt>
    <dgm:pt modelId="{CA272BC1-FC89-403D-BCA5-2BEB1DA3C0DF}" type="pres">
      <dgm:prSet presAssocID="{15829F6C-B79C-4AC3-8668-BA9C030767AA}" presName="rootText" presStyleLbl="node4" presStyleIdx="52" presStyleCnt="61">
        <dgm:presLayoutVars>
          <dgm:chPref val="3"/>
        </dgm:presLayoutVars>
      </dgm:prSet>
      <dgm:spPr/>
    </dgm:pt>
    <dgm:pt modelId="{71972226-CF9B-4B5E-B7D0-334CD4E2FD05}" type="pres">
      <dgm:prSet presAssocID="{15829F6C-B79C-4AC3-8668-BA9C030767AA}" presName="rootConnector" presStyleLbl="node4" presStyleIdx="52" presStyleCnt="61"/>
      <dgm:spPr/>
    </dgm:pt>
    <dgm:pt modelId="{E2A1C4B4-50FF-4131-98D3-705F9B698747}" type="pres">
      <dgm:prSet presAssocID="{15829F6C-B79C-4AC3-8668-BA9C030767AA}" presName="hierChild4" presStyleCnt="0"/>
      <dgm:spPr/>
    </dgm:pt>
    <dgm:pt modelId="{A9640B7D-6B07-45E8-9410-2B8A9B4C203D}" type="pres">
      <dgm:prSet presAssocID="{15829F6C-B79C-4AC3-8668-BA9C030767AA}" presName="hierChild5" presStyleCnt="0"/>
      <dgm:spPr/>
    </dgm:pt>
    <dgm:pt modelId="{A35E48D9-176E-4927-A3CD-33CF8F28E45E}" type="pres">
      <dgm:prSet presAssocID="{2DBDE1C8-F41F-4B3C-AA84-516857A2AE7C}" presName="Name37" presStyleLbl="parChTrans1D4" presStyleIdx="53" presStyleCnt="61"/>
      <dgm:spPr/>
    </dgm:pt>
    <dgm:pt modelId="{F782C608-8C86-42B9-84D8-8088827DB0D3}" type="pres">
      <dgm:prSet presAssocID="{9F2B3FC3-61DB-4B5C-922E-18663BADF539}" presName="hierRoot2" presStyleCnt="0">
        <dgm:presLayoutVars>
          <dgm:hierBranch val="init"/>
        </dgm:presLayoutVars>
      </dgm:prSet>
      <dgm:spPr/>
    </dgm:pt>
    <dgm:pt modelId="{31F7C07F-282F-4ED9-98E0-51A7E7FB973F}" type="pres">
      <dgm:prSet presAssocID="{9F2B3FC3-61DB-4B5C-922E-18663BADF539}" presName="rootComposite" presStyleCnt="0"/>
      <dgm:spPr/>
    </dgm:pt>
    <dgm:pt modelId="{3AB09C24-4E65-4147-AB8E-F6FE406B2EB4}" type="pres">
      <dgm:prSet presAssocID="{9F2B3FC3-61DB-4B5C-922E-18663BADF539}" presName="rootText" presStyleLbl="node4" presStyleIdx="53" presStyleCnt="61">
        <dgm:presLayoutVars>
          <dgm:chPref val="3"/>
        </dgm:presLayoutVars>
      </dgm:prSet>
      <dgm:spPr/>
    </dgm:pt>
    <dgm:pt modelId="{1E1A1485-4167-4663-862A-365013665B02}" type="pres">
      <dgm:prSet presAssocID="{9F2B3FC3-61DB-4B5C-922E-18663BADF539}" presName="rootConnector" presStyleLbl="node4" presStyleIdx="53" presStyleCnt="61"/>
      <dgm:spPr/>
    </dgm:pt>
    <dgm:pt modelId="{7F829C72-2701-40AE-B7B6-0F1916E886F2}" type="pres">
      <dgm:prSet presAssocID="{9F2B3FC3-61DB-4B5C-922E-18663BADF539}" presName="hierChild4" presStyleCnt="0"/>
      <dgm:spPr/>
    </dgm:pt>
    <dgm:pt modelId="{D323C0B5-DD11-4887-8A27-4DC769BD1EC2}" type="pres">
      <dgm:prSet presAssocID="{9F2B3FC3-61DB-4B5C-922E-18663BADF539}" presName="hierChild5" presStyleCnt="0"/>
      <dgm:spPr/>
    </dgm:pt>
    <dgm:pt modelId="{A6FFAE11-5EDE-4560-BF7E-EB9417A4CA5D}" type="pres">
      <dgm:prSet presAssocID="{F97C641A-CDFD-4990-9902-7956CDBC2724}" presName="hierChild5" presStyleCnt="0"/>
      <dgm:spPr/>
    </dgm:pt>
    <dgm:pt modelId="{687415F3-7050-49DD-B936-B2A516193E35}" type="pres">
      <dgm:prSet presAssocID="{898F70C2-74BE-4A6F-87AF-EF0620FD78F4}" presName="Name37" presStyleLbl="parChTrans1D3" presStyleIdx="23" presStyleCnt="28"/>
      <dgm:spPr/>
    </dgm:pt>
    <dgm:pt modelId="{47608DA7-0294-40DB-A79D-9BC13277B409}" type="pres">
      <dgm:prSet presAssocID="{5BAB57C2-9245-4A40-8521-5F3800276931}" presName="hierRoot2" presStyleCnt="0">
        <dgm:presLayoutVars>
          <dgm:hierBranch val="init"/>
        </dgm:presLayoutVars>
      </dgm:prSet>
      <dgm:spPr/>
    </dgm:pt>
    <dgm:pt modelId="{B9102CE1-581B-42A2-AA59-C49CBF092EF5}" type="pres">
      <dgm:prSet presAssocID="{5BAB57C2-9245-4A40-8521-5F3800276931}" presName="rootComposite" presStyleCnt="0"/>
      <dgm:spPr/>
    </dgm:pt>
    <dgm:pt modelId="{0917EADD-6C67-44BE-A569-3EEFB4C12FD5}" type="pres">
      <dgm:prSet presAssocID="{5BAB57C2-9245-4A40-8521-5F3800276931}" presName="rootText" presStyleLbl="node3" presStyleIdx="23" presStyleCnt="28">
        <dgm:presLayoutVars>
          <dgm:chPref val="3"/>
        </dgm:presLayoutVars>
      </dgm:prSet>
      <dgm:spPr/>
    </dgm:pt>
    <dgm:pt modelId="{C7FF32B4-DC1E-4CB3-BD20-3F4620857999}" type="pres">
      <dgm:prSet presAssocID="{5BAB57C2-9245-4A40-8521-5F3800276931}" presName="rootConnector" presStyleLbl="node3" presStyleIdx="23" presStyleCnt="28"/>
      <dgm:spPr/>
    </dgm:pt>
    <dgm:pt modelId="{B095ED05-1476-483C-A16C-345645E7FC61}" type="pres">
      <dgm:prSet presAssocID="{5BAB57C2-9245-4A40-8521-5F3800276931}" presName="hierChild4" presStyleCnt="0"/>
      <dgm:spPr/>
    </dgm:pt>
    <dgm:pt modelId="{75A40A27-3246-48BA-9745-3EE0A23D2AF8}" type="pres">
      <dgm:prSet presAssocID="{96E27FCF-E628-4E84-96FC-E913BC7BA4DE}" presName="Name37" presStyleLbl="parChTrans1D4" presStyleIdx="54" presStyleCnt="61"/>
      <dgm:spPr/>
    </dgm:pt>
    <dgm:pt modelId="{716A8EF7-BCBB-4E6F-8C8F-61FB5B26CCB7}" type="pres">
      <dgm:prSet presAssocID="{DD8563EF-8D5E-4FD6-BC07-B8003E4327DB}" presName="hierRoot2" presStyleCnt="0">
        <dgm:presLayoutVars>
          <dgm:hierBranch val="init"/>
        </dgm:presLayoutVars>
      </dgm:prSet>
      <dgm:spPr/>
    </dgm:pt>
    <dgm:pt modelId="{30603609-6D99-490D-A055-47A81E77DDAF}" type="pres">
      <dgm:prSet presAssocID="{DD8563EF-8D5E-4FD6-BC07-B8003E4327DB}" presName="rootComposite" presStyleCnt="0"/>
      <dgm:spPr/>
    </dgm:pt>
    <dgm:pt modelId="{BD28419B-F13C-4CD0-B3D3-0E4086713D75}" type="pres">
      <dgm:prSet presAssocID="{DD8563EF-8D5E-4FD6-BC07-B8003E4327DB}" presName="rootText" presStyleLbl="node4" presStyleIdx="54" presStyleCnt="61">
        <dgm:presLayoutVars>
          <dgm:chPref val="3"/>
        </dgm:presLayoutVars>
      </dgm:prSet>
      <dgm:spPr/>
    </dgm:pt>
    <dgm:pt modelId="{60C41411-AF91-4703-9265-94A5BCF0AA3A}" type="pres">
      <dgm:prSet presAssocID="{DD8563EF-8D5E-4FD6-BC07-B8003E4327DB}" presName="rootConnector" presStyleLbl="node4" presStyleIdx="54" presStyleCnt="61"/>
      <dgm:spPr/>
    </dgm:pt>
    <dgm:pt modelId="{33C039F2-AF8D-41E4-8DD1-FC983FD78A8D}" type="pres">
      <dgm:prSet presAssocID="{DD8563EF-8D5E-4FD6-BC07-B8003E4327DB}" presName="hierChild4" presStyleCnt="0"/>
      <dgm:spPr/>
    </dgm:pt>
    <dgm:pt modelId="{4F5162C2-20E9-42D2-BC48-6E4FD158FA4E}" type="pres">
      <dgm:prSet presAssocID="{DD8563EF-8D5E-4FD6-BC07-B8003E4327DB}" presName="hierChild5" presStyleCnt="0"/>
      <dgm:spPr/>
    </dgm:pt>
    <dgm:pt modelId="{96B41AE8-D65A-4F35-A5C5-8D216762B2F9}" type="pres">
      <dgm:prSet presAssocID="{5BAB57C2-9245-4A40-8521-5F3800276931}" presName="hierChild5" presStyleCnt="0"/>
      <dgm:spPr/>
    </dgm:pt>
    <dgm:pt modelId="{5787E037-33E1-483B-984F-39E55A9FCF03}" type="pres">
      <dgm:prSet presAssocID="{7E92AB31-7104-46B2-B607-60B646D69120}" presName="hierChild5" presStyleCnt="0"/>
      <dgm:spPr/>
    </dgm:pt>
    <dgm:pt modelId="{58E6B59D-67AF-4670-AFBA-AC5A9308B6F0}" type="pres">
      <dgm:prSet presAssocID="{A4BDB3CD-EE2A-45E9-9022-110A3DD37CB0}" presName="Name37" presStyleLbl="parChTrans1D2" presStyleIdx="6" presStyleCnt="7"/>
      <dgm:spPr/>
    </dgm:pt>
    <dgm:pt modelId="{F61FF694-85D9-4435-B08F-AA202607381D}" type="pres">
      <dgm:prSet presAssocID="{CECEB750-6BDD-43D9-B248-B56DE714FE9F}" presName="hierRoot2" presStyleCnt="0">
        <dgm:presLayoutVars>
          <dgm:hierBranch val="init"/>
        </dgm:presLayoutVars>
      </dgm:prSet>
      <dgm:spPr/>
    </dgm:pt>
    <dgm:pt modelId="{1849A8DD-CE2C-4385-9129-A253ACB3387B}" type="pres">
      <dgm:prSet presAssocID="{CECEB750-6BDD-43D9-B248-B56DE714FE9F}" presName="rootComposite" presStyleCnt="0"/>
      <dgm:spPr/>
    </dgm:pt>
    <dgm:pt modelId="{143AF4F4-4FE0-4CA7-B1B3-E01970CC144A}" type="pres">
      <dgm:prSet presAssocID="{CECEB750-6BDD-43D9-B248-B56DE714FE9F}" presName="rootText" presStyleLbl="node2" presStyleIdx="6" presStyleCnt="7" custScaleX="474502">
        <dgm:presLayoutVars>
          <dgm:chPref val="3"/>
        </dgm:presLayoutVars>
      </dgm:prSet>
      <dgm:spPr/>
    </dgm:pt>
    <dgm:pt modelId="{E98730D9-0C9B-46A8-8ECB-737E7C0530F2}" type="pres">
      <dgm:prSet presAssocID="{CECEB750-6BDD-43D9-B248-B56DE714FE9F}" presName="rootConnector" presStyleLbl="node2" presStyleIdx="6" presStyleCnt="7"/>
      <dgm:spPr/>
    </dgm:pt>
    <dgm:pt modelId="{2E0D7CC3-CFF6-47E7-BDDB-E22715F8C180}" type="pres">
      <dgm:prSet presAssocID="{CECEB750-6BDD-43D9-B248-B56DE714FE9F}" presName="hierChild4" presStyleCnt="0"/>
      <dgm:spPr/>
    </dgm:pt>
    <dgm:pt modelId="{7182617D-495A-4B51-8D1D-5DFF050DBB49}" type="pres">
      <dgm:prSet presAssocID="{B7F610B9-F767-4802-9D62-1F3D8773B4E2}" presName="Name37" presStyleLbl="parChTrans1D3" presStyleIdx="24" presStyleCnt="28"/>
      <dgm:spPr/>
    </dgm:pt>
    <dgm:pt modelId="{63B108A6-60A7-4E89-93AC-8F330D0E444A}" type="pres">
      <dgm:prSet presAssocID="{E8E61EEC-3B49-4F5B-A965-6CA2F2EE34CC}" presName="hierRoot2" presStyleCnt="0">
        <dgm:presLayoutVars>
          <dgm:hierBranch val="init"/>
        </dgm:presLayoutVars>
      </dgm:prSet>
      <dgm:spPr/>
    </dgm:pt>
    <dgm:pt modelId="{01778140-95D7-4754-A034-ABE00E0A8641}" type="pres">
      <dgm:prSet presAssocID="{E8E61EEC-3B49-4F5B-A965-6CA2F2EE34CC}" presName="rootComposite" presStyleCnt="0"/>
      <dgm:spPr/>
    </dgm:pt>
    <dgm:pt modelId="{F6B27BA5-9559-44BE-A3C9-E3601CCAB8A6}" type="pres">
      <dgm:prSet presAssocID="{E8E61EEC-3B49-4F5B-A965-6CA2F2EE34CC}" presName="rootText" presStyleLbl="node3" presStyleIdx="24" presStyleCnt="28">
        <dgm:presLayoutVars>
          <dgm:chPref val="3"/>
        </dgm:presLayoutVars>
      </dgm:prSet>
      <dgm:spPr/>
    </dgm:pt>
    <dgm:pt modelId="{447F2885-09C7-4BCC-94FA-1E1597A06618}" type="pres">
      <dgm:prSet presAssocID="{E8E61EEC-3B49-4F5B-A965-6CA2F2EE34CC}" presName="rootConnector" presStyleLbl="node3" presStyleIdx="24" presStyleCnt="28"/>
      <dgm:spPr/>
    </dgm:pt>
    <dgm:pt modelId="{BD7AFBD3-38BA-4850-BA5A-F390DE995ED1}" type="pres">
      <dgm:prSet presAssocID="{E8E61EEC-3B49-4F5B-A965-6CA2F2EE34CC}" presName="hierChild4" presStyleCnt="0"/>
      <dgm:spPr/>
    </dgm:pt>
    <dgm:pt modelId="{D5E18670-3FA3-4B42-B0B4-41849AD1D8B3}" type="pres">
      <dgm:prSet presAssocID="{CA1BCE5D-6FD8-44EE-B583-7F8291340239}" presName="Name37" presStyleLbl="parChTrans1D4" presStyleIdx="55" presStyleCnt="61"/>
      <dgm:spPr/>
    </dgm:pt>
    <dgm:pt modelId="{807CE8A6-A10E-4C4E-8429-299C2F05EE42}" type="pres">
      <dgm:prSet presAssocID="{3AE023C7-59F1-46C1-A58D-6539FF08421A}" presName="hierRoot2" presStyleCnt="0">
        <dgm:presLayoutVars>
          <dgm:hierBranch val="init"/>
        </dgm:presLayoutVars>
      </dgm:prSet>
      <dgm:spPr/>
    </dgm:pt>
    <dgm:pt modelId="{3C8827FE-E933-4FBB-AB87-91C3EDC3A622}" type="pres">
      <dgm:prSet presAssocID="{3AE023C7-59F1-46C1-A58D-6539FF08421A}" presName="rootComposite" presStyleCnt="0"/>
      <dgm:spPr/>
    </dgm:pt>
    <dgm:pt modelId="{B52DB602-8DD0-424A-A7BF-90A43A1CF2C4}" type="pres">
      <dgm:prSet presAssocID="{3AE023C7-59F1-46C1-A58D-6539FF08421A}" presName="rootText" presStyleLbl="node4" presStyleIdx="55" presStyleCnt="61">
        <dgm:presLayoutVars>
          <dgm:chPref val="3"/>
        </dgm:presLayoutVars>
      </dgm:prSet>
      <dgm:spPr/>
    </dgm:pt>
    <dgm:pt modelId="{D7472B0D-8AD8-4F75-B189-6EA90487EEA0}" type="pres">
      <dgm:prSet presAssocID="{3AE023C7-59F1-46C1-A58D-6539FF08421A}" presName="rootConnector" presStyleLbl="node4" presStyleIdx="55" presStyleCnt="61"/>
      <dgm:spPr/>
    </dgm:pt>
    <dgm:pt modelId="{E589FBF1-6D38-4F87-881F-CFDB2E1269F8}" type="pres">
      <dgm:prSet presAssocID="{3AE023C7-59F1-46C1-A58D-6539FF08421A}" presName="hierChild4" presStyleCnt="0"/>
      <dgm:spPr/>
    </dgm:pt>
    <dgm:pt modelId="{3D345D31-0C19-4F31-8723-10BB5DA04E22}" type="pres">
      <dgm:prSet presAssocID="{3AE023C7-59F1-46C1-A58D-6539FF08421A}" presName="hierChild5" presStyleCnt="0"/>
      <dgm:spPr/>
    </dgm:pt>
    <dgm:pt modelId="{9CD4C9EF-2D10-4B07-857A-DB281FBCE91A}" type="pres">
      <dgm:prSet presAssocID="{E4B1343E-423B-4C66-91A4-3B532FE93BED}" presName="Name37" presStyleLbl="parChTrans1D4" presStyleIdx="56" presStyleCnt="61"/>
      <dgm:spPr/>
    </dgm:pt>
    <dgm:pt modelId="{EC616A58-F4F2-4EFB-8830-8CE1B472C74A}" type="pres">
      <dgm:prSet presAssocID="{19A5F091-320E-41CF-A2EE-E592463A8CD2}" presName="hierRoot2" presStyleCnt="0">
        <dgm:presLayoutVars>
          <dgm:hierBranch val="init"/>
        </dgm:presLayoutVars>
      </dgm:prSet>
      <dgm:spPr/>
    </dgm:pt>
    <dgm:pt modelId="{EA9CBEBE-F494-4280-BF1F-B3E8847FB85E}" type="pres">
      <dgm:prSet presAssocID="{19A5F091-320E-41CF-A2EE-E592463A8CD2}" presName="rootComposite" presStyleCnt="0"/>
      <dgm:spPr/>
    </dgm:pt>
    <dgm:pt modelId="{0656A4C7-C2AF-4550-9F18-794214B5096F}" type="pres">
      <dgm:prSet presAssocID="{19A5F091-320E-41CF-A2EE-E592463A8CD2}" presName="rootText" presStyleLbl="node4" presStyleIdx="56" presStyleCnt="61">
        <dgm:presLayoutVars>
          <dgm:chPref val="3"/>
        </dgm:presLayoutVars>
      </dgm:prSet>
      <dgm:spPr/>
    </dgm:pt>
    <dgm:pt modelId="{954CDCF5-30FA-4C86-B4BF-EEF0C65E6162}" type="pres">
      <dgm:prSet presAssocID="{19A5F091-320E-41CF-A2EE-E592463A8CD2}" presName="rootConnector" presStyleLbl="node4" presStyleIdx="56" presStyleCnt="61"/>
      <dgm:spPr/>
    </dgm:pt>
    <dgm:pt modelId="{D4C5E0DE-6081-4E45-A450-80B5AAD75BA5}" type="pres">
      <dgm:prSet presAssocID="{19A5F091-320E-41CF-A2EE-E592463A8CD2}" presName="hierChild4" presStyleCnt="0"/>
      <dgm:spPr/>
    </dgm:pt>
    <dgm:pt modelId="{0005C30C-7BF2-4CB0-98F4-C4432C0834E0}" type="pres">
      <dgm:prSet presAssocID="{19A5F091-320E-41CF-A2EE-E592463A8CD2}" presName="hierChild5" presStyleCnt="0"/>
      <dgm:spPr/>
    </dgm:pt>
    <dgm:pt modelId="{8E2A37B5-5065-4F61-8238-7BDA92C832D4}" type="pres">
      <dgm:prSet presAssocID="{E8E61EEC-3B49-4F5B-A965-6CA2F2EE34CC}" presName="hierChild5" presStyleCnt="0"/>
      <dgm:spPr/>
    </dgm:pt>
    <dgm:pt modelId="{C7CB3EFE-31CC-469D-AF88-1C748AE43492}" type="pres">
      <dgm:prSet presAssocID="{7B908BC7-1A59-4FAE-B23E-92AB79DF1A72}" presName="Name37" presStyleLbl="parChTrans1D3" presStyleIdx="25" presStyleCnt="28"/>
      <dgm:spPr/>
    </dgm:pt>
    <dgm:pt modelId="{53327C69-C848-47C5-AEF7-892BCC8B8DB8}" type="pres">
      <dgm:prSet presAssocID="{EF601717-0AD9-4C72-B3C0-54DAC7310903}" presName="hierRoot2" presStyleCnt="0">
        <dgm:presLayoutVars>
          <dgm:hierBranch val="init"/>
        </dgm:presLayoutVars>
      </dgm:prSet>
      <dgm:spPr/>
    </dgm:pt>
    <dgm:pt modelId="{C6B84162-9603-4ECA-921D-0E3903E4EDDA}" type="pres">
      <dgm:prSet presAssocID="{EF601717-0AD9-4C72-B3C0-54DAC7310903}" presName="rootComposite" presStyleCnt="0"/>
      <dgm:spPr/>
    </dgm:pt>
    <dgm:pt modelId="{C21D2407-BF05-4920-8C8B-6695B7838ED9}" type="pres">
      <dgm:prSet presAssocID="{EF601717-0AD9-4C72-B3C0-54DAC7310903}" presName="rootText" presStyleLbl="node3" presStyleIdx="25" presStyleCnt="28">
        <dgm:presLayoutVars>
          <dgm:chPref val="3"/>
        </dgm:presLayoutVars>
      </dgm:prSet>
      <dgm:spPr/>
    </dgm:pt>
    <dgm:pt modelId="{D209CD97-34F8-4277-AE34-04A45E9016B3}" type="pres">
      <dgm:prSet presAssocID="{EF601717-0AD9-4C72-B3C0-54DAC7310903}" presName="rootConnector" presStyleLbl="node3" presStyleIdx="25" presStyleCnt="28"/>
      <dgm:spPr/>
    </dgm:pt>
    <dgm:pt modelId="{4A214210-1DD6-4E16-84C1-1B7E02AC09B3}" type="pres">
      <dgm:prSet presAssocID="{EF601717-0AD9-4C72-B3C0-54DAC7310903}" presName="hierChild4" presStyleCnt="0"/>
      <dgm:spPr/>
    </dgm:pt>
    <dgm:pt modelId="{B1821381-3025-43E0-B0DC-C7D6C71554A1}" type="pres">
      <dgm:prSet presAssocID="{CDEB6513-51BE-4382-BDCF-A5F9FB314DA0}" presName="Name37" presStyleLbl="parChTrans1D4" presStyleIdx="57" presStyleCnt="61"/>
      <dgm:spPr/>
    </dgm:pt>
    <dgm:pt modelId="{01AAF933-1C86-40F0-9309-B18802D2B443}" type="pres">
      <dgm:prSet presAssocID="{3D98A34E-0254-40BD-AAD3-2B4009B13A81}" presName="hierRoot2" presStyleCnt="0">
        <dgm:presLayoutVars>
          <dgm:hierBranch val="init"/>
        </dgm:presLayoutVars>
      </dgm:prSet>
      <dgm:spPr/>
    </dgm:pt>
    <dgm:pt modelId="{242B85F1-C21F-4D13-AED6-3DF52CA6B7FD}" type="pres">
      <dgm:prSet presAssocID="{3D98A34E-0254-40BD-AAD3-2B4009B13A81}" presName="rootComposite" presStyleCnt="0"/>
      <dgm:spPr/>
    </dgm:pt>
    <dgm:pt modelId="{2FBD46D6-CD97-4A2F-9D2F-029ADD643CD0}" type="pres">
      <dgm:prSet presAssocID="{3D98A34E-0254-40BD-AAD3-2B4009B13A81}" presName="rootText" presStyleLbl="node4" presStyleIdx="57" presStyleCnt="61">
        <dgm:presLayoutVars>
          <dgm:chPref val="3"/>
        </dgm:presLayoutVars>
      </dgm:prSet>
      <dgm:spPr/>
    </dgm:pt>
    <dgm:pt modelId="{F8F8A523-7BA9-43A2-9D42-9EA28BB56C3C}" type="pres">
      <dgm:prSet presAssocID="{3D98A34E-0254-40BD-AAD3-2B4009B13A81}" presName="rootConnector" presStyleLbl="node4" presStyleIdx="57" presStyleCnt="61"/>
      <dgm:spPr/>
    </dgm:pt>
    <dgm:pt modelId="{0E8F88E6-2CF4-43B1-B223-F842D3D2A866}" type="pres">
      <dgm:prSet presAssocID="{3D98A34E-0254-40BD-AAD3-2B4009B13A81}" presName="hierChild4" presStyleCnt="0"/>
      <dgm:spPr/>
    </dgm:pt>
    <dgm:pt modelId="{76F9AFFF-D2B3-437A-BEF0-777580AD7F57}" type="pres">
      <dgm:prSet presAssocID="{3D98A34E-0254-40BD-AAD3-2B4009B13A81}" presName="hierChild5" presStyleCnt="0"/>
      <dgm:spPr/>
    </dgm:pt>
    <dgm:pt modelId="{555B79B6-2721-4787-9496-A0A7D8F19486}" type="pres">
      <dgm:prSet presAssocID="{EF601717-0AD9-4C72-B3C0-54DAC7310903}" presName="hierChild5" presStyleCnt="0"/>
      <dgm:spPr/>
    </dgm:pt>
    <dgm:pt modelId="{6F18EC68-9423-4D3E-AE7A-3341E59033DA}" type="pres">
      <dgm:prSet presAssocID="{6331494F-B7F7-43B9-B940-A6E92DD520FB}" presName="Name37" presStyleLbl="parChTrans1D3" presStyleIdx="26" presStyleCnt="28"/>
      <dgm:spPr/>
    </dgm:pt>
    <dgm:pt modelId="{6A0DA2C6-2463-4848-903C-746BD1DC2CA7}" type="pres">
      <dgm:prSet presAssocID="{46C62D43-DFB6-4096-86E8-A2BE19E04495}" presName="hierRoot2" presStyleCnt="0">
        <dgm:presLayoutVars>
          <dgm:hierBranch val="init"/>
        </dgm:presLayoutVars>
      </dgm:prSet>
      <dgm:spPr/>
    </dgm:pt>
    <dgm:pt modelId="{C6BDE33B-AE12-4EB6-B55A-D4DA83E36128}" type="pres">
      <dgm:prSet presAssocID="{46C62D43-DFB6-4096-86E8-A2BE19E04495}" presName="rootComposite" presStyleCnt="0"/>
      <dgm:spPr/>
    </dgm:pt>
    <dgm:pt modelId="{FABF3838-5C98-4717-A5BE-9885639C8580}" type="pres">
      <dgm:prSet presAssocID="{46C62D43-DFB6-4096-86E8-A2BE19E04495}" presName="rootText" presStyleLbl="node3" presStyleIdx="26" presStyleCnt="28">
        <dgm:presLayoutVars>
          <dgm:chPref val="3"/>
        </dgm:presLayoutVars>
      </dgm:prSet>
      <dgm:spPr/>
    </dgm:pt>
    <dgm:pt modelId="{BFD3DD16-A489-41C2-93C6-9A2387ED4794}" type="pres">
      <dgm:prSet presAssocID="{46C62D43-DFB6-4096-86E8-A2BE19E04495}" presName="rootConnector" presStyleLbl="node3" presStyleIdx="26" presStyleCnt="28"/>
      <dgm:spPr/>
    </dgm:pt>
    <dgm:pt modelId="{69706CDA-BD3B-41FA-9D19-AB5271FE2B0A}" type="pres">
      <dgm:prSet presAssocID="{46C62D43-DFB6-4096-86E8-A2BE19E04495}" presName="hierChild4" presStyleCnt="0"/>
      <dgm:spPr/>
    </dgm:pt>
    <dgm:pt modelId="{91D904B0-F4E8-48B2-BF5D-EE0D561C5656}" type="pres">
      <dgm:prSet presAssocID="{F5018B2D-9C90-46EB-B2A3-FAE5DAC49F3A}" presName="Name37" presStyleLbl="parChTrans1D4" presStyleIdx="58" presStyleCnt="61"/>
      <dgm:spPr/>
    </dgm:pt>
    <dgm:pt modelId="{6078DE46-935A-4E08-81F8-46075CF10EEB}" type="pres">
      <dgm:prSet presAssocID="{F3D3C862-32B3-48DB-855E-F0D17B875E57}" presName="hierRoot2" presStyleCnt="0">
        <dgm:presLayoutVars>
          <dgm:hierBranch val="init"/>
        </dgm:presLayoutVars>
      </dgm:prSet>
      <dgm:spPr/>
    </dgm:pt>
    <dgm:pt modelId="{E7BE926A-E9AA-42D3-8F12-196FF68490A6}" type="pres">
      <dgm:prSet presAssocID="{F3D3C862-32B3-48DB-855E-F0D17B875E57}" presName="rootComposite" presStyleCnt="0"/>
      <dgm:spPr/>
    </dgm:pt>
    <dgm:pt modelId="{843A46F4-9DDD-485E-823A-2E9CBE4EC287}" type="pres">
      <dgm:prSet presAssocID="{F3D3C862-32B3-48DB-855E-F0D17B875E57}" presName="rootText" presStyleLbl="node4" presStyleIdx="58" presStyleCnt="61">
        <dgm:presLayoutVars>
          <dgm:chPref val="3"/>
        </dgm:presLayoutVars>
      </dgm:prSet>
      <dgm:spPr/>
    </dgm:pt>
    <dgm:pt modelId="{18F47857-A815-4863-8C1E-22C7A796C6F2}" type="pres">
      <dgm:prSet presAssocID="{F3D3C862-32B3-48DB-855E-F0D17B875E57}" presName="rootConnector" presStyleLbl="node4" presStyleIdx="58" presStyleCnt="61"/>
      <dgm:spPr/>
    </dgm:pt>
    <dgm:pt modelId="{70C1E481-8867-4578-A267-EA0C77591989}" type="pres">
      <dgm:prSet presAssocID="{F3D3C862-32B3-48DB-855E-F0D17B875E57}" presName="hierChild4" presStyleCnt="0"/>
      <dgm:spPr/>
    </dgm:pt>
    <dgm:pt modelId="{4D6CEDD2-202D-4286-8772-92FAE1C97E2B}" type="pres">
      <dgm:prSet presAssocID="{F3D3C862-32B3-48DB-855E-F0D17B875E57}" presName="hierChild5" presStyleCnt="0"/>
      <dgm:spPr/>
    </dgm:pt>
    <dgm:pt modelId="{D51FDF33-C1C0-4B85-A146-070DE5C3A4DC}" type="pres">
      <dgm:prSet presAssocID="{2D161398-42D5-4C73-B54E-213F219956E3}" presName="Name37" presStyleLbl="parChTrans1D4" presStyleIdx="59" presStyleCnt="61"/>
      <dgm:spPr/>
    </dgm:pt>
    <dgm:pt modelId="{3A32128F-19E0-40E5-957C-937B5D8EE5B6}" type="pres">
      <dgm:prSet presAssocID="{DD019138-C359-494D-98ED-347B0105B949}" presName="hierRoot2" presStyleCnt="0">
        <dgm:presLayoutVars>
          <dgm:hierBranch val="init"/>
        </dgm:presLayoutVars>
      </dgm:prSet>
      <dgm:spPr/>
    </dgm:pt>
    <dgm:pt modelId="{6F29C01F-2887-4912-BDC5-DFE7085926EE}" type="pres">
      <dgm:prSet presAssocID="{DD019138-C359-494D-98ED-347B0105B949}" presName="rootComposite" presStyleCnt="0"/>
      <dgm:spPr/>
    </dgm:pt>
    <dgm:pt modelId="{BAC29D16-D5D2-4064-9021-567B309A0AF5}" type="pres">
      <dgm:prSet presAssocID="{DD019138-C359-494D-98ED-347B0105B949}" presName="rootText" presStyleLbl="node4" presStyleIdx="59" presStyleCnt="61">
        <dgm:presLayoutVars>
          <dgm:chPref val="3"/>
        </dgm:presLayoutVars>
      </dgm:prSet>
      <dgm:spPr/>
    </dgm:pt>
    <dgm:pt modelId="{76EA3F57-55FB-4A71-854C-08DB1884C183}" type="pres">
      <dgm:prSet presAssocID="{DD019138-C359-494D-98ED-347B0105B949}" presName="rootConnector" presStyleLbl="node4" presStyleIdx="59" presStyleCnt="61"/>
      <dgm:spPr/>
    </dgm:pt>
    <dgm:pt modelId="{60F1536D-6D4B-4283-96DF-53533A371926}" type="pres">
      <dgm:prSet presAssocID="{DD019138-C359-494D-98ED-347B0105B949}" presName="hierChild4" presStyleCnt="0"/>
      <dgm:spPr/>
    </dgm:pt>
    <dgm:pt modelId="{F4CC447F-9BC4-4FBB-B03E-7F8E1CF99F30}" type="pres">
      <dgm:prSet presAssocID="{DD019138-C359-494D-98ED-347B0105B949}" presName="hierChild5" presStyleCnt="0"/>
      <dgm:spPr/>
    </dgm:pt>
    <dgm:pt modelId="{C94AEA40-60DE-4361-B14E-0BDE29A3FC42}" type="pres">
      <dgm:prSet presAssocID="{46C62D43-DFB6-4096-86E8-A2BE19E04495}" presName="hierChild5" presStyleCnt="0"/>
      <dgm:spPr/>
    </dgm:pt>
    <dgm:pt modelId="{A134FF33-0BFB-4E14-ADDD-097AF2E3F6D8}" type="pres">
      <dgm:prSet presAssocID="{10D25BFA-95D3-49BE-AB7D-E43CD336D1CF}" presName="Name37" presStyleLbl="parChTrans1D3" presStyleIdx="27" presStyleCnt="28"/>
      <dgm:spPr/>
    </dgm:pt>
    <dgm:pt modelId="{DE0E5C20-E4A2-49C2-AA76-651A8173EB0D}" type="pres">
      <dgm:prSet presAssocID="{3C4D4573-00FE-4385-9AB0-35B1A3B99E3A}" presName="hierRoot2" presStyleCnt="0">
        <dgm:presLayoutVars>
          <dgm:hierBranch val="init"/>
        </dgm:presLayoutVars>
      </dgm:prSet>
      <dgm:spPr/>
    </dgm:pt>
    <dgm:pt modelId="{B8A89EAE-9609-43C9-97FD-1E5981A50A61}" type="pres">
      <dgm:prSet presAssocID="{3C4D4573-00FE-4385-9AB0-35B1A3B99E3A}" presName="rootComposite" presStyleCnt="0"/>
      <dgm:spPr/>
    </dgm:pt>
    <dgm:pt modelId="{280E1071-5A46-442F-ACFB-2F1321A723E5}" type="pres">
      <dgm:prSet presAssocID="{3C4D4573-00FE-4385-9AB0-35B1A3B99E3A}" presName="rootText" presStyleLbl="node3" presStyleIdx="27" presStyleCnt="28">
        <dgm:presLayoutVars>
          <dgm:chPref val="3"/>
        </dgm:presLayoutVars>
      </dgm:prSet>
      <dgm:spPr/>
    </dgm:pt>
    <dgm:pt modelId="{FC799F70-6AA1-42F4-A65D-5A42E48CF7F7}" type="pres">
      <dgm:prSet presAssocID="{3C4D4573-00FE-4385-9AB0-35B1A3B99E3A}" presName="rootConnector" presStyleLbl="node3" presStyleIdx="27" presStyleCnt="28"/>
      <dgm:spPr/>
    </dgm:pt>
    <dgm:pt modelId="{2DDD3307-62C3-4669-AB56-A1B16FD6A453}" type="pres">
      <dgm:prSet presAssocID="{3C4D4573-00FE-4385-9AB0-35B1A3B99E3A}" presName="hierChild4" presStyleCnt="0"/>
      <dgm:spPr/>
    </dgm:pt>
    <dgm:pt modelId="{775B40D5-56EC-4E9C-84E7-AD3935C1554D}" type="pres">
      <dgm:prSet presAssocID="{451590DA-2CEC-4D80-A8A1-1037149B1796}" presName="Name37" presStyleLbl="parChTrans1D4" presStyleIdx="60" presStyleCnt="61"/>
      <dgm:spPr/>
    </dgm:pt>
    <dgm:pt modelId="{9AFC3C1B-9FC2-4B52-9599-1C21B90117DF}" type="pres">
      <dgm:prSet presAssocID="{2B7A2AF4-8948-4079-A7B3-2708D37C20EA}" presName="hierRoot2" presStyleCnt="0">
        <dgm:presLayoutVars>
          <dgm:hierBranch val="init"/>
        </dgm:presLayoutVars>
      </dgm:prSet>
      <dgm:spPr/>
    </dgm:pt>
    <dgm:pt modelId="{89E7FE3A-3D11-4B2B-BDA9-FCD63C31AD2A}" type="pres">
      <dgm:prSet presAssocID="{2B7A2AF4-8948-4079-A7B3-2708D37C20EA}" presName="rootComposite" presStyleCnt="0"/>
      <dgm:spPr/>
    </dgm:pt>
    <dgm:pt modelId="{F2A0797B-C214-4ED1-A27F-3053ED5AB832}" type="pres">
      <dgm:prSet presAssocID="{2B7A2AF4-8948-4079-A7B3-2708D37C20EA}" presName="rootText" presStyleLbl="node4" presStyleIdx="60" presStyleCnt="61">
        <dgm:presLayoutVars>
          <dgm:chPref val="3"/>
        </dgm:presLayoutVars>
      </dgm:prSet>
      <dgm:spPr/>
    </dgm:pt>
    <dgm:pt modelId="{C7B6022F-6333-46AE-B925-54C0ED0BF53E}" type="pres">
      <dgm:prSet presAssocID="{2B7A2AF4-8948-4079-A7B3-2708D37C20EA}" presName="rootConnector" presStyleLbl="node4" presStyleIdx="60" presStyleCnt="61"/>
      <dgm:spPr/>
    </dgm:pt>
    <dgm:pt modelId="{DD55B609-A10C-40B3-808F-5D00ECB47437}" type="pres">
      <dgm:prSet presAssocID="{2B7A2AF4-8948-4079-A7B3-2708D37C20EA}" presName="hierChild4" presStyleCnt="0"/>
      <dgm:spPr/>
    </dgm:pt>
    <dgm:pt modelId="{E9607D35-4963-454B-A74D-5024E51B2E97}" type="pres">
      <dgm:prSet presAssocID="{2B7A2AF4-8948-4079-A7B3-2708D37C20EA}" presName="hierChild5" presStyleCnt="0"/>
      <dgm:spPr/>
    </dgm:pt>
    <dgm:pt modelId="{8C12BE9B-4B1E-4029-80B4-4A14135F00E3}" type="pres">
      <dgm:prSet presAssocID="{3C4D4573-00FE-4385-9AB0-35B1A3B99E3A}" presName="hierChild5" presStyleCnt="0"/>
      <dgm:spPr/>
    </dgm:pt>
    <dgm:pt modelId="{0A1ABA94-0283-4B75-A039-94D65429FEBF}" type="pres">
      <dgm:prSet presAssocID="{CECEB750-6BDD-43D9-B248-B56DE714FE9F}" presName="hierChild5" presStyleCnt="0"/>
      <dgm:spPr/>
    </dgm:pt>
    <dgm:pt modelId="{6192D81C-FD83-484A-8948-A0EBD03E85B6}" type="pres">
      <dgm:prSet presAssocID="{10A0EA3D-3AD4-4A16-AC66-3525B6400D15}" presName="hierChild3" presStyleCnt="0"/>
      <dgm:spPr/>
    </dgm:pt>
  </dgm:ptLst>
  <dgm:cxnLst>
    <dgm:cxn modelId="{FB900E00-151D-45D9-80AC-0959E48CDB46}" type="presOf" srcId="{A3546E5D-3445-4BD3-A7E1-10A82AD50491}" destId="{1169C044-7F37-4B26-8D67-B23B96CB519A}" srcOrd="0" destOrd="0" presId="urn:microsoft.com/office/officeart/2005/8/layout/orgChart1"/>
    <dgm:cxn modelId="{BDDE4700-F58B-4AFA-9DE7-439D11E34504}" type="presOf" srcId="{F347438A-0669-4C4D-B43B-E4FE3266C9E4}" destId="{5CE5A0EE-AEBE-4F26-A92C-A02F4C3C403C}" srcOrd="1" destOrd="0" presId="urn:microsoft.com/office/officeart/2005/8/layout/orgChart1"/>
    <dgm:cxn modelId="{8DC25400-8ABF-4537-8E0A-701B9A939C79}" srcId="{CFBF96BE-57AC-4278-BEE8-4529105B485E}" destId="{F347438A-0669-4C4D-B43B-E4FE3266C9E4}" srcOrd="0" destOrd="0" parTransId="{0B27C579-8C00-4838-8FD8-A03E68F7EEEE}" sibTransId="{9BE6C763-4138-4FBF-A515-FCC2AE1E873F}"/>
    <dgm:cxn modelId="{7565B500-71E4-4E99-9D07-CD8C83368D82}" srcId="{92162928-B373-4802-B988-4C318FAE4B4C}" destId="{EA7F307C-CC0C-4FC9-A82E-FF09A7E600A5}" srcOrd="1" destOrd="0" parTransId="{3BBD5B69-7611-4112-9281-2EA43AE372F4}" sibTransId="{4D45F048-0520-4535-A00B-E577DB940ECE}"/>
    <dgm:cxn modelId="{0BDED000-A224-46D0-809F-ECEDB159B929}" type="presOf" srcId="{AA12ED29-2580-4AF7-BCEE-756146F8A3AC}" destId="{1197839D-7591-4796-83CB-6DF7E63485ED}" srcOrd="0" destOrd="0" presId="urn:microsoft.com/office/officeart/2005/8/layout/orgChart1"/>
    <dgm:cxn modelId="{DEDBFF00-9971-4D27-A12B-A0CF7C55A4DA}" type="presOf" srcId="{F3D3C862-32B3-48DB-855E-F0D17B875E57}" destId="{843A46F4-9DDD-485E-823A-2E9CBE4EC287}" srcOrd="0" destOrd="0" presId="urn:microsoft.com/office/officeart/2005/8/layout/orgChart1"/>
    <dgm:cxn modelId="{61011E01-47EF-46E0-8696-A8B4F229563F}" type="presOf" srcId="{75DFC915-9462-4A30-AE1F-37CE18B3C6D2}" destId="{858CCC95-E4CA-427E-8CC5-EA54BE327E50}" srcOrd="0" destOrd="0" presId="urn:microsoft.com/office/officeart/2005/8/layout/orgChart1"/>
    <dgm:cxn modelId="{4ACA3802-E648-494C-B27B-FCC3B4DBB053}" srcId="{0F02B370-286F-4E1B-80A8-B2AD40265B7C}" destId="{54A9AC21-9BEE-46DA-945E-0274E08E01BE}" srcOrd="2" destOrd="0" parTransId="{A6487DDA-E2F9-497C-B02B-7EEB212D436A}" sibTransId="{2EA2461F-B25C-407A-82EC-79A221A08716}"/>
    <dgm:cxn modelId="{BFB66C02-9B9F-4FE7-94D2-8E79255E32C2}" srcId="{F97C641A-CDFD-4990-9902-7956CDBC2724}" destId="{9F2B3FC3-61DB-4B5C-922E-18663BADF539}" srcOrd="1" destOrd="0" parTransId="{2DBDE1C8-F41F-4B3C-AA84-516857A2AE7C}" sibTransId="{81F1FD1C-E1D2-4BFB-B1AE-43D771035DA3}"/>
    <dgm:cxn modelId="{0E8A8002-AC8B-4307-BEC9-A1F36DE5C968}" type="presOf" srcId="{802F07BC-ECAC-4E64-9E89-16BF0F6F2967}" destId="{6DB20552-0B3B-4D12-B06C-E2F8E7440FB1}" srcOrd="0" destOrd="0" presId="urn:microsoft.com/office/officeart/2005/8/layout/orgChart1"/>
    <dgm:cxn modelId="{D3609E03-00AF-48BB-9B3C-68C766549559}" type="presOf" srcId="{2B7A2AF4-8948-4079-A7B3-2708D37C20EA}" destId="{C7B6022F-6333-46AE-B925-54C0ED0BF53E}" srcOrd="1" destOrd="0" presId="urn:microsoft.com/office/officeart/2005/8/layout/orgChart1"/>
    <dgm:cxn modelId="{59F64A04-924E-4228-9528-FA9094D60570}" type="presOf" srcId="{0A2748D7-A676-47D0-86C9-1C95FAEAC323}" destId="{727B956F-D72C-4AE4-8D9E-D5EAAA044204}" srcOrd="0" destOrd="0" presId="urn:microsoft.com/office/officeart/2005/8/layout/orgChart1"/>
    <dgm:cxn modelId="{923EB004-7630-4AA9-BD22-8092A0D65FFE}" type="presOf" srcId="{19A5F091-320E-41CF-A2EE-E592463A8CD2}" destId="{954CDCF5-30FA-4C86-B4BF-EEF0C65E6162}" srcOrd="1" destOrd="0" presId="urn:microsoft.com/office/officeart/2005/8/layout/orgChart1"/>
    <dgm:cxn modelId="{2912E407-C82B-4A65-81E9-9F6A7E1277C1}" type="presOf" srcId="{CDEB6513-51BE-4382-BDCF-A5F9FB314DA0}" destId="{B1821381-3025-43E0-B0DC-C7D6C71554A1}" srcOrd="0" destOrd="0" presId="urn:microsoft.com/office/officeart/2005/8/layout/orgChart1"/>
    <dgm:cxn modelId="{635D1908-D7BE-4C50-96C9-2BE53CE95896}" type="presOf" srcId="{DD8563EF-8D5E-4FD6-BC07-B8003E4327DB}" destId="{60C41411-AF91-4703-9265-94A5BCF0AA3A}" srcOrd="1" destOrd="0" presId="urn:microsoft.com/office/officeart/2005/8/layout/orgChart1"/>
    <dgm:cxn modelId="{905D5008-8095-4BFF-A268-526A012E76D0}" type="presOf" srcId="{21786809-87A8-4F63-8627-AC6AEE3CBE8E}" destId="{4A53432D-CC54-44C5-8A3F-A7CDEFD746BE}" srcOrd="0" destOrd="0" presId="urn:microsoft.com/office/officeart/2005/8/layout/orgChart1"/>
    <dgm:cxn modelId="{48BB2A0A-17CC-4BBA-8612-5CB5A8857FB1}" srcId="{1D40FD28-B519-4498-8E8B-68C513BE471D}" destId="{8CBAF332-68ED-4774-8C6D-E00B80F6BF7F}" srcOrd="1" destOrd="0" parTransId="{0452FBBF-A294-4797-A92C-32AA4F2F1EA2}" sibTransId="{94D5F7F2-EC49-4528-9FAA-ABB979ACD873}"/>
    <dgm:cxn modelId="{11EB690B-E4FE-4F67-AE1F-18BDE3A0C068}" srcId="{10A0EA3D-3AD4-4A16-AC66-3525B6400D15}" destId="{DF9E427A-F061-4D73-876E-50DFE6A2B7E5}" srcOrd="2" destOrd="0" parTransId="{0A2748D7-A676-47D0-86C9-1C95FAEAC323}" sibTransId="{976951EB-5A6F-4FE6-946C-BA2364294F13}"/>
    <dgm:cxn modelId="{40CB820B-F5BD-48EA-AF7A-412F285105A9}" type="presOf" srcId="{672B9618-FEBF-4346-B30D-A336A0AE8467}" destId="{AC7B7392-2FBA-42D7-8F86-79759B11B8DE}" srcOrd="0" destOrd="0" presId="urn:microsoft.com/office/officeart/2005/8/layout/orgChart1"/>
    <dgm:cxn modelId="{A161A10C-687D-41D7-9717-83AB25534E32}" type="presOf" srcId="{F9E2873B-214B-4A13-8185-ECBA31857982}" destId="{55448931-3811-4C8C-A990-16F8822F4A54}" srcOrd="0" destOrd="0" presId="urn:microsoft.com/office/officeart/2005/8/layout/orgChart1"/>
    <dgm:cxn modelId="{339ADB0C-A380-44DD-BAC7-ADAE74ECBC07}" srcId="{A28E73CD-1ADF-4FD7-BDF2-94845C2AC621}" destId="{77DBC02B-2E04-4ED6-9C7D-D1831AC32D00}" srcOrd="1" destOrd="0" parTransId="{D5A20E85-54F1-4BDD-8D5A-85DC2B017FD3}" sibTransId="{46634D61-EAF1-4888-AA99-D5BB02251268}"/>
    <dgm:cxn modelId="{F067900D-FE73-444E-A6D0-93859C82551B}" type="presOf" srcId="{1D40FD28-B519-4498-8E8B-68C513BE471D}" destId="{AC04C93D-2F26-475E-A5D5-877BA8D12475}" srcOrd="0" destOrd="0" presId="urn:microsoft.com/office/officeart/2005/8/layout/orgChart1"/>
    <dgm:cxn modelId="{FB88B80D-193A-459F-9E26-1EC37F6DF455}" srcId="{F22492A6-BD29-4EE2-BA99-C6A9457F85FD}" destId="{EFFEBE65-0D7E-4CFE-B6A2-347B4DCFE3F7}" srcOrd="0" destOrd="0" parTransId="{2AB94B77-E2A0-496B-9A71-CBD395F8A1D1}" sibTransId="{822D1839-00DE-472C-AEBB-500A8B108D50}"/>
    <dgm:cxn modelId="{0592F50D-F1A8-4900-BD80-B0E8F3740571}" type="presOf" srcId="{CFBF96BE-57AC-4278-BEE8-4529105B485E}" destId="{566DBE28-CF1C-4D21-A527-ACA2FA65BB5E}" srcOrd="1" destOrd="0" presId="urn:microsoft.com/office/officeart/2005/8/layout/orgChart1"/>
    <dgm:cxn modelId="{0A55B90E-845D-4CE4-BC27-C88FCC261102}" type="presOf" srcId="{FEF407C9-4FAA-4FB1-A7EF-EC507BD80CB1}" destId="{ABE12951-B467-46F9-8C1E-26AC8337646D}" srcOrd="0" destOrd="0" presId="urn:microsoft.com/office/officeart/2005/8/layout/orgChart1"/>
    <dgm:cxn modelId="{5CA63B10-7808-4CAA-8EE1-A94261342A25}" type="presOf" srcId="{10D25BFA-95D3-49BE-AB7D-E43CD336D1CF}" destId="{A134FF33-0BFB-4E14-ADDD-097AF2E3F6D8}" srcOrd="0" destOrd="0" presId="urn:microsoft.com/office/officeart/2005/8/layout/orgChart1"/>
    <dgm:cxn modelId="{5B6B8B10-6B7E-4110-9C6C-0AC4E4C44D2A}" type="presOf" srcId="{181C05FB-7B3F-4400-B252-493E9E832DA2}" destId="{62E4AD9E-47A1-447D-8322-9B19E0A5CC83}" srcOrd="0" destOrd="0" presId="urn:microsoft.com/office/officeart/2005/8/layout/orgChart1"/>
    <dgm:cxn modelId="{6B051011-9338-4220-9C69-36BF2DAB01F3}" type="presOf" srcId="{8121365C-0E5F-46FD-99B3-A0710F6DD8BD}" destId="{DC6F336E-1CA9-44AC-82E9-07790781CCBA}" srcOrd="1" destOrd="0" presId="urn:microsoft.com/office/officeart/2005/8/layout/orgChart1"/>
    <dgm:cxn modelId="{E7084011-18B5-48BD-A254-87D0498E3D91}" srcId="{CFBF96BE-57AC-4278-BEE8-4529105B485E}" destId="{802F07BC-ECAC-4E64-9E89-16BF0F6F2967}" srcOrd="2" destOrd="0" parTransId="{C8FCB997-01BB-407B-B078-620BE8AD7FD3}" sibTransId="{F9F2160F-B111-4C0D-91AB-590D6109A6F3}"/>
    <dgm:cxn modelId="{70FB8D11-9C59-4027-A8AA-7AB0FB3D0DFF}" srcId="{10A0EA3D-3AD4-4A16-AC66-3525B6400D15}" destId="{CECEB750-6BDD-43D9-B248-B56DE714FE9F}" srcOrd="6" destOrd="0" parTransId="{A4BDB3CD-EE2A-45E9-9022-110A3DD37CB0}" sibTransId="{AC6A28B8-9090-40AD-B62F-B7F93581CF60}"/>
    <dgm:cxn modelId="{1EE7B111-1750-4836-92D1-568A214216EE}" type="presOf" srcId="{E8E61EEC-3B49-4F5B-A965-6CA2F2EE34CC}" destId="{F6B27BA5-9559-44BE-A3C9-E3601CCAB8A6}" srcOrd="0" destOrd="0" presId="urn:microsoft.com/office/officeart/2005/8/layout/orgChart1"/>
    <dgm:cxn modelId="{F23ED011-2CD7-434B-A05D-0B4ACF0AA7E8}" type="presOf" srcId="{317F5BF2-3F22-49BC-88D1-95EF9968A9F6}" destId="{EECB86D5-D64F-438B-B9DB-5313C68B36A5}" srcOrd="0" destOrd="0" presId="urn:microsoft.com/office/officeart/2005/8/layout/orgChart1"/>
    <dgm:cxn modelId="{55AAE211-C66A-4E42-AA65-91E26762BC93}" type="presOf" srcId="{B91696BD-1F93-4301-99EC-546E5904731C}" destId="{7C78795E-339C-4EAE-81EA-646450E244D9}" srcOrd="0" destOrd="0" presId="urn:microsoft.com/office/officeart/2005/8/layout/orgChart1"/>
    <dgm:cxn modelId="{C67EEF12-256B-4B2E-A4B7-E001CC8D7F35}" type="presOf" srcId="{3D98A34E-0254-40BD-AAD3-2B4009B13A81}" destId="{F8F8A523-7BA9-43A2-9D42-9EA28BB56C3C}" srcOrd="1" destOrd="0" presId="urn:microsoft.com/office/officeart/2005/8/layout/orgChart1"/>
    <dgm:cxn modelId="{F5D06D13-2ABD-4940-B6C2-742143E1D805}" srcId="{9FB0F92B-EE57-40FB-97CE-A2A3DBCB6808}" destId="{2271A7C8-9E67-4014-AAFE-50AD5899DF68}" srcOrd="0" destOrd="0" parTransId="{1A15C66A-4F1E-4DA9-AE0C-B7B8A9E82E50}" sibTransId="{F65AFC8B-D7D5-437F-ABC3-9621858A4E58}"/>
    <dgm:cxn modelId="{5A85F113-FCFF-4FF8-A0A6-83009B4FC94A}" type="presOf" srcId="{81C97C3B-CA0C-4A0D-AFBE-ED62B0755651}" destId="{1C8BD9B2-5819-44BA-8583-EACD12D86772}" srcOrd="0" destOrd="0" presId="urn:microsoft.com/office/officeart/2005/8/layout/orgChart1"/>
    <dgm:cxn modelId="{52A81014-9648-4539-A2E1-E45CE2120B1E}" type="presOf" srcId="{7AEA11F6-1B9C-4AE4-82D2-B8B7155E9487}" destId="{07A8540D-6A6E-43B9-9C2F-591EF7F7E188}" srcOrd="0" destOrd="0" presId="urn:microsoft.com/office/officeart/2005/8/layout/orgChart1"/>
    <dgm:cxn modelId="{351F4F14-B76A-4565-B978-97AC8BE9940C}" type="presOf" srcId="{181C05FB-7B3F-4400-B252-493E9E832DA2}" destId="{6C4B6E16-80F4-4615-BD89-92ED471EE9E1}" srcOrd="1" destOrd="0" presId="urn:microsoft.com/office/officeart/2005/8/layout/orgChart1"/>
    <dgm:cxn modelId="{EDB83E15-09EE-4C7B-A6B5-BD64DA92C6E5}" type="presOf" srcId="{DF9E427A-F061-4D73-876E-50DFE6A2B7E5}" destId="{CBB73073-E2BE-4561-B51B-94EBAD9E9723}" srcOrd="1" destOrd="0" presId="urn:microsoft.com/office/officeart/2005/8/layout/orgChart1"/>
    <dgm:cxn modelId="{1D568315-3021-4367-9C12-F56484E71E99}" type="presOf" srcId="{1FBB3E1E-FDE6-4A65-B2B2-16C5A96623EA}" destId="{FEBB5087-4D1B-4891-A2C5-E2FC9B8DA6CB}" srcOrd="0" destOrd="0" presId="urn:microsoft.com/office/officeart/2005/8/layout/orgChart1"/>
    <dgm:cxn modelId="{EE94CC15-8293-4FD4-B714-C3524B561FBA}" type="presOf" srcId="{3D98A34E-0254-40BD-AAD3-2B4009B13A81}" destId="{2FBD46D6-CD97-4A2F-9D2F-029ADD643CD0}" srcOrd="0" destOrd="0" presId="urn:microsoft.com/office/officeart/2005/8/layout/orgChart1"/>
    <dgm:cxn modelId="{8D4C1717-8C11-4369-B2BD-73BC9659EA42}" srcId="{EF601717-0AD9-4C72-B3C0-54DAC7310903}" destId="{3D98A34E-0254-40BD-AAD3-2B4009B13A81}" srcOrd="0" destOrd="0" parTransId="{CDEB6513-51BE-4382-BDCF-A5F9FB314DA0}" sibTransId="{A2DCD116-DAF2-4813-BD3C-B5BA08A94FD6}"/>
    <dgm:cxn modelId="{B9415F17-7ED9-4F90-9FDE-5990AC4F8E94}" type="presOf" srcId="{D14C7614-27D5-4E4F-8052-3DCB848C4C15}" destId="{053E7528-9975-46DD-90D3-7C78C82B0A23}" srcOrd="1" destOrd="0" presId="urn:microsoft.com/office/officeart/2005/8/layout/orgChart1"/>
    <dgm:cxn modelId="{ADCC0018-EAA0-40C6-8EEE-EA534A2F8118}" srcId="{92162928-B373-4802-B988-4C318FAE4B4C}" destId="{F22492A6-BD29-4EE2-BA99-C6A9457F85FD}" srcOrd="2" destOrd="0" parTransId="{FE9998EC-E4DE-43E7-A696-2DDB5369B0CC}" sibTransId="{20424AE9-4CFA-4CA5-BFF8-B51F5423FD4C}"/>
    <dgm:cxn modelId="{72D28B18-A786-4269-9E8C-D4A7EAFFFB22}" type="presOf" srcId="{DD8563EF-8D5E-4FD6-BC07-B8003E4327DB}" destId="{BD28419B-F13C-4CD0-B3D3-0E4086713D75}" srcOrd="0" destOrd="0" presId="urn:microsoft.com/office/officeart/2005/8/layout/orgChart1"/>
    <dgm:cxn modelId="{A254E218-C4DD-4408-A222-CE5AEB3E3515}" type="presOf" srcId="{F3CB416B-52CF-42E4-A3BA-9271F2A926CC}" destId="{4AB2E9C6-7D73-44EC-A4EF-847FC83E4FE9}" srcOrd="1" destOrd="0" presId="urn:microsoft.com/office/officeart/2005/8/layout/orgChart1"/>
    <dgm:cxn modelId="{EBF3F519-A01E-489B-AD38-EA03C78BE257}" srcId="{C9EE5388-75B5-46BA-920E-F2CC118578B3}" destId="{CE6A2BBB-B606-4270-A2C1-DFFD79070376}" srcOrd="0" destOrd="0" parTransId="{BF691FC8-D43F-4F42-A3D8-422F80D7A058}" sibTransId="{BCBE77EF-DCB3-4CC1-BD1C-267C44F000FE}"/>
    <dgm:cxn modelId="{A8D8B31A-C58A-404B-9CFD-159AC5D4C5C7}" type="presOf" srcId="{CE6A2BBB-B606-4270-A2C1-DFFD79070376}" destId="{4CA652C3-FD02-492E-B8A5-DA0B66D5315D}" srcOrd="0" destOrd="0" presId="urn:microsoft.com/office/officeart/2005/8/layout/orgChart1"/>
    <dgm:cxn modelId="{6C751F1B-C659-4822-9EF0-94B4A2325C37}" type="presOf" srcId="{1FD9FB24-79AC-4307-B920-D3C9FFB2ED44}" destId="{2B5A2CFB-67C7-46BC-8366-189ADAA1D2DB}" srcOrd="1" destOrd="0" presId="urn:microsoft.com/office/officeart/2005/8/layout/orgChart1"/>
    <dgm:cxn modelId="{41A1401C-BE78-47B9-971F-C70FD76B5DE1}" type="presOf" srcId="{7C5B277D-1730-422C-A283-FEF3FA0D9F5E}" destId="{697E832B-8641-4B4A-9DB5-C228109E0A1E}" srcOrd="0" destOrd="0" presId="urn:microsoft.com/office/officeart/2005/8/layout/orgChart1"/>
    <dgm:cxn modelId="{6EF9911C-9D08-40AA-B9DE-AFC9933BF1B4}" type="presOf" srcId="{EA7F307C-CC0C-4FC9-A82E-FF09A7E600A5}" destId="{3BB94C45-32A7-40D6-8416-738B05FC886C}" srcOrd="1" destOrd="0" presId="urn:microsoft.com/office/officeart/2005/8/layout/orgChart1"/>
    <dgm:cxn modelId="{65F79D1C-3BB6-4579-B686-EA60D2E95D87}" type="presOf" srcId="{D37181C0-EB2B-41F9-9295-0C7825390699}" destId="{B61A179E-988E-42B7-8D87-9E50EB3E5E8E}" srcOrd="1" destOrd="0" presId="urn:microsoft.com/office/officeart/2005/8/layout/orgChart1"/>
    <dgm:cxn modelId="{05B49E1C-F1EF-434C-886E-15586445488E}" srcId="{CFBF96BE-57AC-4278-BEE8-4529105B485E}" destId="{8ED0AA8F-F858-47AE-BA4B-3DFE84DF61B9}" srcOrd="3" destOrd="0" parTransId="{51A9A8A4-5521-4C8E-BA32-2E6F8F38A950}" sibTransId="{A893E9B2-EDBD-4344-A304-0A96664D5135}"/>
    <dgm:cxn modelId="{33B2D61C-FF6B-41E7-A768-BC1FA841DB4D}" srcId="{7E92AB31-7104-46B2-B607-60B646D69120}" destId="{F97C641A-CDFD-4990-9902-7956CDBC2724}" srcOrd="2" destOrd="0" parTransId="{20348683-EB73-4EFF-BA48-2B803A1F1C4C}" sibTransId="{59FA6C65-7199-41C4-87CB-DB40A5CDDC1D}"/>
    <dgm:cxn modelId="{90D3471D-8EB5-47FC-BA3A-0AC7492C56B4}" type="presOf" srcId="{CE6A2BBB-B606-4270-A2C1-DFFD79070376}" destId="{BAF2012E-1745-4F2E-BF28-4A4B629B4B7F}" srcOrd="1" destOrd="0" presId="urn:microsoft.com/office/officeart/2005/8/layout/orgChart1"/>
    <dgm:cxn modelId="{B2DBB31D-FD0A-4DAF-BFB2-0FAE26C87002}" srcId="{94D8149F-554D-4003-9716-5C9D44722F38}" destId="{3141B2B4-F29F-4A1A-8F46-FBB2ED53EBF3}" srcOrd="0" destOrd="0" parTransId="{80C7AF33-D89E-48D1-8E9A-451DAB3C2A5D}" sibTransId="{C1C133FA-B9E1-48D5-9F2F-0C2D963D56B0}"/>
    <dgm:cxn modelId="{D7DC011E-5425-4D13-83F5-0B76B47BCF7E}" type="presOf" srcId="{8741B637-3A66-4486-82EB-D860EBBB90E8}" destId="{2EB9E4CB-1F8A-4DE7-8FAF-C5BED80144F2}" srcOrd="0" destOrd="0" presId="urn:microsoft.com/office/officeart/2005/8/layout/orgChart1"/>
    <dgm:cxn modelId="{FF140A1F-1F31-4BEB-AF66-A71AC4C6F1CA}" type="presOf" srcId="{FEF61A38-35CB-418B-9A28-D57FECDEC7CA}" destId="{13B5F22A-003B-45DF-90F6-0489D0025457}" srcOrd="1" destOrd="0" presId="urn:microsoft.com/office/officeart/2005/8/layout/orgChart1"/>
    <dgm:cxn modelId="{DC02191F-A53F-4D81-9A11-5297D47E9A25}" type="presOf" srcId="{FBA1094A-72EE-4D29-88C7-F567DE00BB55}" destId="{B05F1E3E-1684-4D4F-BFAB-EA357F099E38}" srcOrd="0" destOrd="0" presId="urn:microsoft.com/office/officeart/2005/8/layout/orgChart1"/>
    <dgm:cxn modelId="{79C3FE1F-55E2-48F2-986F-0EE3FE8CFE4C}" type="presOf" srcId="{9757FBD4-62BD-4A35-B21C-19CBC9A54D4E}" destId="{80202B05-063D-44C8-B4E5-FD8DAED57567}" srcOrd="0" destOrd="0" presId="urn:microsoft.com/office/officeart/2005/8/layout/orgChart1"/>
    <dgm:cxn modelId="{7DAAD520-7CF7-41C0-BE74-312441639993}" type="presOf" srcId="{F3CB416B-52CF-42E4-A3BA-9271F2A926CC}" destId="{41A2E402-A2C4-474A-AF52-E960AC6BED6C}" srcOrd="0" destOrd="0" presId="urn:microsoft.com/office/officeart/2005/8/layout/orgChart1"/>
    <dgm:cxn modelId="{212A3522-F857-4409-9129-426F1D7951E6}" type="presOf" srcId="{E0C1B74B-859B-4FF7-8F22-4688FBB999EE}" destId="{9A1B5845-83E6-481B-ADAB-9B3CC54F5594}" srcOrd="0" destOrd="0" presId="urn:microsoft.com/office/officeart/2005/8/layout/orgChart1"/>
    <dgm:cxn modelId="{3A6F0F23-6964-417E-AB34-9A0CC54484BE}" type="presOf" srcId="{6BE5E73E-2B6B-4804-9C91-54E5262C6C44}" destId="{44C36A85-A485-4E6C-BB1D-A0184ACFAC54}" srcOrd="0" destOrd="0" presId="urn:microsoft.com/office/officeart/2005/8/layout/orgChart1"/>
    <dgm:cxn modelId="{F9911724-4BAC-415C-BA50-DCE2593D0D70}" type="presOf" srcId="{A28E73CD-1ADF-4FD7-BDF2-94845C2AC621}" destId="{EB248189-E0EB-497A-80EF-F03FDCCD8D0E}" srcOrd="0" destOrd="0" presId="urn:microsoft.com/office/officeart/2005/8/layout/orgChart1"/>
    <dgm:cxn modelId="{02FC3A24-016D-407F-85FE-89139FF48A84}" type="presOf" srcId="{F3D3C862-32B3-48DB-855E-F0D17B875E57}" destId="{18F47857-A815-4863-8C1E-22C7A796C6F2}" srcOrd="1" destOrd="0" presId="urn:microsoft.com/office/officeart/2005/8/layout/orgChart1"/>
    <dgm:cxn modelId="{BBC6A624-1138-4738-A4A9-D2B1AF3AC3AF}" type="presOf" srcId="{0EF56B28-5CCA-46A9-9F09-6380BE012D42}" destId="{172A5C06-1FDF-486C-BACB-B644806CDA53}" srcOrd="0" destOrd="0" presId="urn:microsoft.com/office/officeart/2005/8/layout/orgChart1"/>
    <dgm:cxn modelId="{BCF5E624-111D-4AB1-BE4F-3FC27341601B}" srcId="{E8E61EEC-3B49-4F5B-A965-6CA2F2EE34CC}" destId="{19A5F091-320E-41CF-A2EE-E592463A8CD2}" srcOrd="1" destOrd="0" parTransId="{E4B1343E-423B-4C66-91A4-3B532FE93BED}" sibTransId="{C6056351-96C9-4A7A-91B2-797AD0AA5D1B}"/>
    <dgm:cxn modelId="{45792727-3802-4075-9D66-47BD04C65D32}" type="presOf" srcId="{0452FBBF-A294-4797-A92C-32AA4F2F1EA2}" destId="{0398A2E2-F7C0-47B0-BBCD-41C56B125775}" srcOrd="0" destOrd="0" presId="urn:microsoft.com/office/officeart/2005/8/layout/orgChart1"/>
    <dgm:cxn modelId="{DD036D27-6C4E-41CB-98E5-43C83856C9F9}" type="presOf" srcId="{CECEB750-6BDD-43D9-B248-B56DE714FE9F}" destId="{143AF4F4-4FE0-4CA7-B1B3-E01970CC144A}" srcOrd="0" destOrd="0" presId="urn:microsoft.com/office/officeart/2005/8/layout/orgChart1"/>
    <dgm:cxn modelId="{AA49A028-146C-48AD-930E-669968F52F82}" type="presOf" srcId="{9F2B3FC3-61DB-4B5C-922E-18663BADF539}" destId="{1E1A1485-4167-4663-862A-365013665B02}" srcOrd="1" destOrd="0" presId="urn:microsoft.com/office/officeart/2005/8/layout/orgChart1"/>
    <dgm:cxn modelId="{F69BC928-9583-4B5F-A32C-D80CF78B1446}" type="presOf" srcId="{CED1B1AA-491B-4915-8BA2-83CB2A3C7FED}" destId="{816A1863-93E1-4A11-8859-164C5DB3AE5B}" srcOrd="1" destOrd="0" presId="urn:microsoft.com/office/officeart/2005/8/layout/orgChart1"/>
    <dgm:cxn modelId="{87440E2A-28C2-4093-A037-82247A0C5BBF}" type="presOf" srcId="{3141B2B4-F29F-4A1A-8F46-FBB2ED53EBF3}" destId="{8DDAFCC4-1D6F-4569-AF27-B53D9DE660BF}" srcOrd="0" destOrd="0" presId="urn:microsoft.com/office/officeart/2005/8/layout/orgChart1"/>
    <dgm:cxn modelId="{D385752B-AA03-4C8F-AAA8-D79E0FB8C9EF}" srcId="{5BAB57C2-9245-4A40-8521-5F3800276931}" destId="{DD8563EF-8D5E-4FD6-BC07-B8003E4327DB}" srcOrd="0" destOrd="0" parTransId="{96E27FCF-E628-4E84-96FC-E913BC7BA4DE}" sibTransId="{2A40E22C-B7B4-4D13-8638-79DDCFEE8D5B}"/>
    <dgm:cxn modelId="{B484822C-6D99-4644-AFF5-CFCF421BF4EF}" srcId="{75DFC915-9462-4A30-AE1F-37CE18B3C6D2}" destId="{FEF61A38-35CB-418B-9A28-D57FECDEC7CA}" srcOrd="2" destOrd="0" parTransId="{8292667C-5B88-4FD1-809B-C0508950839D}" sibTransId="{4D9A2D6B-2C0F-4976-9736-BF6731B48B90}"/>
    <dgm:cxn modelId="{601CD12C-337D-45E7-9480-044A64503A8E}" type="presOf" srcId="{77DBC02B-2E04-4ED6-9C7D-D1831AC32D00}" destId="{5226C33E-345B-47D5-919A-C56BA7092219}" srcOrd="0" destOrd="0" presId="urn:microsoft.com/office/officeart/2005/8/layout/orgChart1"/>
    <dgm:cxn modelId="{0D04452D-51AC-4626-8B9E-C3ABDA70557B}" type="presOf" srcId="{22449987-8025-4B77-8DBC-2091467CAE53}" destId="{100E626E-0858-470F-8EAC-9A8793F561CD}" srcOrd="1" destOrd="0" presId="urn:microsoft.com/office/officeart/2005/8/layout/orgChart1"/>
    <dgm:cxn modelId="{6A86C72D-1A87-4A1D-8499-72186354171F}" type="presOf" srcId="{AA12ED29-2580-4AF7-BCEE-756146F8A3AC}" destId="{EDFEBE60-2358-4760-B666-CF5DCBD8F85F}" srcOrd="1" destOrd="0" presId="urn:microsoft.com/office/officeart/2005/8/layout/orgChart1"/>
    <dgm:cxn modelId="{4B89D531-B2C9-464C-941D-B7412E49F309}" type="presOf" srcId="{E0C1B74B-859B-4FF7-8F22-4688FBB999EE}" destId="{3119C672-9357-4E18-9CA7-0F40F2058477}" srcOrd="1" destOrd="0" presId="urn:microsoft.com/office/officeart/2005/8/layout/orgChart1"/>
    <dgm:cxn modelId="{6D5B0032-CB11-4F73-876B-BDF11CE8E1AE}" type="presOf" srcId="{0F02B370-286F-4E1B-80A8-B2AD40265B7C}" destId="{45497D4B-7384-4409-B2DD-8111D10AE21C}" srcOrd="1" destOrd="0" presId="urn:microsoft.com/office/officeart/2005/8/layout/orgChart1"/>
    <dgm:cxn modelId="{C6881432-C3F1-4184-9EB5-DB696BF9AB7B}" type="presOf" srcId="{94D8149F-554D-4003-9716-5C9D44722F38}" destId="{25EDA822-2740-427F-B2EB-05B204FDD260}" srcOrd="0" destOrd="0" presId="urn:microsoft.com/office/officeart/2005/8/layout/orgChart1"/>
    <dgm:cxn modelId="{A63D5D32-1008-4029-99A4-BEFDD57DEAAE}" type="presOf" srcId="{33508EAC-AEAD-46D9-921B-97C08CEC33E2}" destId="{A0EB184D-D89D-4179-A9D5-4BF22E200A76}" srcOrd="0" destOrd="0" presId="urn:microsoft.com/office/officeart/2005/8/layout/orgChart1"/>
    <dgm:cxn modelId="{FF885D32-4DB7-49C0-B6E1-F8F3D32D6E28}" srcId="{E8E61EEC-3B49-4F5B-A965-6CA2F2EE34CC}" destId="{3AE023C7-59F1-46C1-A58D-6539FF08421A}" srcOrd="0" destOrd="0" parTransId="{CA1BCE5D-6FD8-44EE-B583-7F8291340239}" sibTransId="{C490ACD3-456C-423A-B3FC-107283190B1C}"/>
    <dgm:cxn modelId="{1B07EE32-8043-4A57-BD0E-88CE3B51FEE1}" type="presOf" srcId="{20348683-EB73-4EFF-BA48-2B803A1F1C4C}" destId="{CC5951CB-377D-4A09-9F2E-2FA0E357924C}" srcOrd="0" destOrd="0" presId="urn:microsoft.com/office/officeart/2005/8/layout/orgChart1"/>
    <dgm:cxn modelId="{43503D33-56C2-4163-916D-260863A1D7D0}" type="presOf" srcId="{EF601717-0AD9-4C72-B3C0-54DAC7310903}" destId="{D209CD97-34F8-4277-AE34-04A45E9016B3}" srcOrd="1" destOrd="0" presId="urn:microsoft.com/office/officeart/2005/8/layout/orgChart1"/>
    <dgm:cxn modelId="{D811B933-4AEE-443B-B7F2-23C310229A3F}" type="presOf" srcId="{1995E8D6-3D32-433A-A193-4893EEF1BEF8}" destId="{1ADBBC1E-7ED5-435F-95F3-8E1520734A7C}" srcOrd="1" destOrd="0" presId="urn:microsoft.com/office/officeart/2005/8/layout/orgChart1"/>
    <dgm:cxn modelId="{AC379934-E982-4A08-B8AD-35DC39F385EA}" type="presOf" srcId="{6351F46C-3CF4-40AA-918C-6581CAF0CF86}" destId="{98CAAE57-CF3C-4401-9F2D-94B6A659D078}" srcOrd="0" destOrd="0" presId="urn:microsoft.com/office/officeart/2005/8/layout/orgChart1"/>
    <dgm:cxn modelId="{D4D61235-0532-4552-BF44-A3D2765EC78F}" type="presOf" srcId="{2D161398-42D5-4C73-B54E-213F219956E3}" destId="{D51FDF33-C1C0-4B85-A146-070DE5C3A4DC}" srcOrd="0" destOrd="0" presId="urn:microsoft.com/office/officeart/2005/8/layout/orgChart1"/>
    <dgm:cxn modelId="{E6092335-A69D-4DC2-A0F8-91878C3824E7}" type="presOf" srcId="{F8F9AC1B-0166-4241-A7EC-D4A8EE2DAFA0}" destId="{F14A81F5-D175-449B-BB7B-99551BDC2901}" srcOrd="0" destOrd="0" presId="urn:microsoft.com/office/officeart/2005/8/layout/orgChart1"/>
    <dgm:cxn modelId="{52203135-33E8-4BA7-9A16-7898FD4DC1D0}" type="presOf" srcId="{E8E61EEC-3B49-4F5B-A965-6CA2F2EE34CC}" destId="{447F2885-09C7-4BCC-94FA-1E1597A06618}" srcOrd="1" destOrd="0" presId="urn:microsoft.com/office/officeart/2005/8/layout/orgChart1"/>
    <dgm:cxn modelId="{316B7535-0AB4-4503-A749-915A66BCBAE8}" type="presOf" srcId="{658EF723-C701-46CA-AA8B-07980697ED77}" destId="{B4F02860-03E7-482C-B6FA-930B7079E8D6}" srcOrd="0" destOrd="0" presId="urn:microsoft.com/office/officeart/2005/8/layout/orgChart1"/>
    <dgm:cxn modelId="{6A0D9135-D367-46A8-BBB0-D84A729F901B}" type="presOf" srcId="{84E1EA16-F92C-4008-A70E-F50BA1716BBD}" destId="{EE6710BB-329B-46DE-8BA8-3134788349F8}" srcOrd="0" destOrd="0" presId="urn:microsoft.com/office/officeart/2005/8/layout/orgChart1"/>
    <dgm:cxn modelId="{3BC39F36-C02C-4469-9735-98B3E91636CA}" type="presOf" srcId="{802F07BC-ECAC-4E64-9E89-16BF0F6F2967}" destId="{4EAE3A71-081D-4ACC-8FFF-727BE0B1B5EF}" srcOrd="1" destOrd="0" presId="urn:microsoft.com/office/officeart/2005/8/layout/orgChart1"/>
    <dgm:cxn modelId="{B9CCE036-9953-4270-8E5F-F9FC56368942}" type="presOf" srcId="{EFFEBE65-0D7E-4CFE-B6A2-347B4DCFE3F7}" destId="{9F7855A0-9801-4A1D-9327-C28E3F921815}" srcOrd="0" destOrd="0" presId="urn:microsoft.com/office/officeart/2005/8/layout/orgChart1"/>
    <dgm:cxn modelId="{B9EEE637-9168-43B4-A2DB-20AACF6CA104}" type="presOf" srcId="{CB33B5A9-A7BC-4BBE-AD6F-ABFC0F2EF890}" destId="{0F648730-8BFC-4DC8-A74D-D3255D87FD58}" srcOrd="0" destOrd="0" presId="urn:microsoft.com/office/officeart/2005/8/layout/orgChart1"/>
    <dgm:cxn modelId="{1DEA8C39-6B20-43CC-8F6C-D4343431075B}" type="presOf" srcId="{4A6BD8FF-ADBD-4F71-9F37-D0CC2B66C712}" destId="{68B72A22-715D-4605-A0F3-9E9346346B74}" srcOrd="0" destOrd="0" presId="urn:microsoft.com/office/officeart/2005/8/layout/orgChart1"/>
    <dgm:cxn modelId="{0BD1C739-6A95-4C67-A94A-A493706FAA39}" type="presOf" srcId="{317F5BF2-3F22-49BC-88D1-95EF9968A9F6}" destId="{CE27303E-36DD-4568-A01C-EFE3F2EE3596}" srcOrd="1" destOrd="0" presId="urn:microsoft.com/office/officeart/2005/8/layout/orgChart1"/>
    <dgm:cxn modelId="{0D58CC39-CEDF-48A0-8A9C-76BFA7BD37A9}" srcId="{66051843-58C5-47D2-810C-BCB2ADB0ADBD}" destId="{A3546E5D-3445-4BD3-A7E1-10A82AD50491}" srcOrd="1" destOrd="0" parTransId="{AFD04FEB-694D-41FD-A239-5BD28BB69B98}" sibTransId="{B2411511-B4CD-4D73-9DEE-DD0695DB546E}"/>
    <dgm:cxn modelId="{182E0D3A-74A3-48FA-B1F8-2077C2D888D0}" type="presOf" srcId="{8EEC5B21-0D2B-4DEE-80C2-D6879B74B3CE}" destId="{7E6EAC54-FD42-404E-8232-8861F51D237D}" srcOrd="1" destOrd="0" presId="urn:microsoft.com/office/officeart/2005/8/layout/orgChart1"/>
    <dgm:cxn modelId="{086C6A3A-905F-4734-8954-2EC70D7525DD}" type="presOf" srcId="{DBEA68D6-E158-4934-BAF2-CD3B153353BA}" destId="{CE01B670-1EEA-4848-90D3-DFD1C7C7F55F}" srcOrd="0" destOrd="0" presId="urn:microsoft.com/office/officeart/2005/8/layout/orgChart1"/>
    <dgm:cxn modelId="{61E3A33A-19BC-4DD4-910D-2052CE60ABD9}" type="presOf" srcId="{18C4B1BD-11E2-43FF-A82D-D5B914B2DCC7}" destId="{350FEEAE-D250-4EE0-8B1D-6FD31EB2E96C}" srcOrd="0" destOrd="0" presId="urn:microsoft.com/office/officeart/2005/8/layout/orgChart1"/>
    <dgm:cxn modelId="{BA9DE53A-3D37-4590-9B15-2FD089BCAC97}" srcId="{F9E2873B-214B-4A13-8185-ECBA31857982}" destId="{21786809-87A8-4F63-8627-AC6AEE3CBE8E}" srcOrd="0" destOrd="0" parTransId="{BA8EA7F3-2510-4ED9-8759-017766FA42D6}" sibTransId="{182B1521-EAF5-40E6-8536-02219F4FC8A1}"/>
    <dgm:cxn modelId="{B39D263B-6F64-40BA-B940-9495F087E391}" type="presOf" srcId="{2DBDE1C8-F41F-4B3C-AA84-516857A2AE7C}" destId="{A35E48D9-176E-4927-A3CD-33CF8F28E45E}" srcOrd="0" destOrd="0" presId="urn:microsoft.com/office/officeart/2005/8/layout/orgChart1"/>
    <dgm:cxn modelId="{48AC3A3D-FE7F-44EA-812A-7C221180F470}" type="presOf" srcId="{C9EE5388-75B5-46BA-920E-F2CC118578B3}" destId="{0F1C3114-D0FD-4110-BA76-7A4B58B34AA0}" srcOrd="1" destOrd="0" presId="urn:microsoft.com/office/officeart/2005/8/layout/orgChart1"/>
    <dgm:cxn modelId="{F714913D-1F67-436C-8CD1-A686D028E228}" type="presOf" srcId="{62D1DC27-E448-4E50-86BC-179077DA424A}" destId="{22E05EFA-A742-4D43-9B55-34EB2488687D}" srcOrd="0" destOrd="0" presId="urn:microsoft.com/office/officeart/2005/8/layout/orgChart1"/>
    <dgm:cxn modelId="{9D12B23D-085F-4A37-8A8D-C7A7550593E2}" type="presOf" srcId="{0A6BB837-EE54-4C42-88BB-B7667B343DB9}" destId="{D29E7901-C25F-4B55-BCD3-8DE905D92833}" srcOrd="0" destOrd="0" presId="urn:microsoft.com/office/officeart/2005/8/layout/orgChart1"/>
    <dgm:cxn modelId="{D54BE93D-0095-4E1B-82B5-FF783BFACA2C}" srcId="{73F84634-D3CD-451B-A2F8-6E423801CF02}" destId="{84299A7F-02C5-4B49-9EA1-9CA5D6E05631}" srcOrd="1" destOrd="0" parTransId="{8EFC0F4F-CB07-4D99-BF57-011C9F84254D}" sibTransId="{4611ABFC-38D2-4B38-A56F-F3022213B526}"/>
    <dgm:cxn modelId="{8F0E663F-F0E2-4FE4-9499-A1F4438D2E60}" type="presOf" srcId="{CC45007F-695F-455A-A6FF-3E844A3B7B0B}" destId="{F9466997-C39E-450C-A6C6-7B559C41C9FC}" srcOrd="0" destOrd="0" presId="urn:microsoft.com/office/officeart/2005/8/layout/orgChart1"/>
    <dgm:cxn modelId="{20A6B83F-B422-4406-857D-548FB06C4F6F}" type="presOf" srcId="{7BF88B82-888B-49BD-A1A1-594F46E7AAFD}" destId="{AC7F5EB0-1D8C-4884-A37E-75184CBA0061}" srcOrd="0" destOrd="0" presId="urn:microsoft.com/office/officeart/2005/8/layout/orgChart1"/>
    <dgm:cxn modelId="{8E778E5C-326B-4B37-98C5-BA3DBF1E2509}" srcId="{CD88A2CD-F5BF-4BD7-9A4B-860328F73501}" destId="{DA553376-9E3E-44FE-B635-EC88EBC996F6}" srcOrd="1" destOrd="0" parTransId="{CA99B217-D2E1-434C-9A92-ABF1C7D609A0}" sibTransId="{CC2AA9DC-CA97-45B6-8DD3-26E86B7AC11D}"/>
    <dgm:cxn modelId="{3609995C-ACF1-487D-87B1-4A12FB0ACF55}" type="presOf" srcId="{80C7AF33-D89E-48D1-8E9A-451DAB3C2A5D}" destId="{754F407F-64FE-425E-8E48-9E048CAC56A2}" srcOrd="0" destOrd="0" presId="urn:microsoft.com/office/officeart/2005/8/layout/orgChart1"/>
    <dgm:cxn modelId="{658DA55D-9F4E-46C7-A40D-0394BFA749D0}" type="presOf" srcId="{10A0EA3D-3AD4-4A16-AC66-3525B6400D15}" destId="{BD047E60-9F9C-4B43-B9EF-1A7F5A8327BA}" srcOrd="1" destOrd="0" presId="urn:microsoft.com/office/officeart/2005/8/layout/orgChart1"/>
    <dgm:cxn modelId="{1709B05D-6E10-4C30-A250-B022F6895E27}" type="presOf" srcId="{D3F3D652-40B4-4F77-A0DE-5B308EC84255}" destId="{EA5B87A1-2245-4AE3-A378-D6D243C13F8C}" srcOrd="1" destOrd="0" presId="urn:microsoft.com/office/officeart/2005/8/layout/orgChart1"/>
    <dgm:cxn modelId="{1855BC5E-B602-4F40-9F6C-5FD55D2FF9E4}" type="presOf" srcId="{46C62D43-DFB6-4096-86E8-A2BE19E04495}" destId="{FABF3838-5C98-4717-A5BE-9885639C8580}" srcOrd="0" destOrd="0" presId="urn:microsoft.com/office/officeart/2005/8/layout/orgChart1"/>
    <dgm:cxn modelId="{335AC461-86E7-4F18-B9DE-72FFCA9AD6FB}" type="presOf" srcId="{96E27FCF-E628-4E84-96FC-E913BC7BA4DE}" destId="{75A40A27-3246-48BA-9745-3EE0A23D2AF8}" srcOrd="0" destOrd="0" presId="urn:microsoft.com/office/officeart/2005/8/layout/orgChart1"/>
    <dgm:cxn modelId="{E8C9E041-8CCD-487A-9E79-C46909DA5DC2}" type="presOf" srcId="{586199D6-A9A3-4C8C-A44F-DE09F8626B96}" destId="{C20CDA56-E36F-4843-8000-6554A65FE4F4}" srcOrd="0" destOrd="0" presId="urn:microsoft.com/office/officeart/2005/8/layout/orgChart1"/>
    <dgm:cxn modelId="{81DE6562-BE69-4D33-9C2B-58707A3C7DB4}" type="presOf" srcId="{9FB0F92B-EE57-40FB-97CE-A2A3DBCB6808}" destId="{33C97D1B-23DA-464D-8980-EB0636D8F67E}" srcOrd="1" destOrd="0" presId="urn:microsoft.com/office/officeart/2005/8/layout/orgChart1"/>
    <dgm:cxn modelId="{E6D2BA42-C0A7-4929-BAF3-0C30C30B4DFA}" type="presOf" srcId="{FE9998EC-E4DE-43E7-A696-2DDB5369B0CC}" destId="{43E7B4AF-AB68-40CC-83C4-A0123A584FAF}" srcOrd="0" destOrd="0" presId="urn:microsoft.com/office/officeart/2005/8/layout/orgChart1"/>
    <dgm:cxn modelId="{31A1D642-EE4F-4582-82BC-5B400D132FF5}" type="presOf" srcId="{14A66A7B-BC71-4CAA-A095-307F39E37605}" destId="{59F53C41-11F2-442F-9B6A-7FDE362F9753}" srcOrd="0" destOrd="0" presId="urn:microsoft.com/office/officeart/2005/8/layout/orgChart1"/>
    <dgm:cxn modelId="{FDC1EC63-8C4C-49C7-A5FE-03E75AEBF107}" type="presOf" srcId="{15829F6C-B79C-4AC3-8668-BA9C030767AA}" destId="{CA272BC1-FC89-403D-BCA5-2BEB1DA3C0DF}" srcOrd="0" destOrd="0" presId="urn:microsoft.com/office/officeart/2005/8/layout/orgChart1"/>
    <dgm:cxn modelId="{DBC10944-1EF1-4CB8-B313-DD52F6005EA2}" type="presOf" srcId="{7E92AB31-7104-46B2-B607-60B646D69120}" destId="{9782DF0C-0A54-406B-939A-B78411C5F682}" srcOrd="1" destOrd="0" presId="urn:microsoft.com/office/officeart/2005/8/layout/orgChart1"/>
    <dgm:cxn modelId="{902D8944-FDC1-4F74-8A8A-60D6477A2B33}" srcId="{F347438A-0669-4C4D-B43B-E4FE3266C9E4}" destId="{F3CB416B-52CF-42E4-A3BA-9271F2A926CC}" srcOrd="1" destOrd="0" parTransId="{81C97C3B-CA0C-4A0D-AFBE-ED62B0755651}" sibTransId="{CF669431-5720-4A86-82D0-C9676BC45CEE}"/>
    <dgm:cxn modelId="{4957C044-0A1B-4E61-A5EE-4B425A5A2801}" type="presOf" srcId="{7B908BC7-1A59-4FAE-B23E-92AB79DF1A72}" destId="{C7CB3EFE-31CC-469D-AF88-1C748AE43492}" srcOrd="0" destOrd="0" presId="urn:microsoft.com/office/officeart/2005/8/layout/orgChart1"/>
    <dgm:cxn modelId="{74952065-3A2C-4CAB-9F21-2B3FE2CFC1D2}" type="presOf" srcId="{5BAB57C2-9245-4A40-8521-5F3800276931}" destId="{C7FF32B4-DC1E-4CB3-BD20-3F4620857999}" srcOrd="1" destOrd="0" presId="urn:microsoft.com/office/officeart/2005/8/layout/orgChart1"/>
    <dgm:cxn modelId="{032F2765-B110-4A04-8A10-FA4245203D72}" type="presOf" srcId="{FDA23E4A-D86D-4E3A-8AFF-AC54CC4F6240}" destId="{31234D82-1FA2-43E9-A6E3-99808E33C9ED}" srcOrd="1" destOrd="0" presId="urn:microsoft.com/office/officeart/2005/8/layout/orgChart1"/>
    <dgm:cxn modelId="{E1655B45-581A-4AE8-AA4F-2602B6C81EAF}" srcId="{CB4CCCC3-7370-4A48-B4F0-22A7925D32B5}" destId="{8741B637-3A66-4486-82EB-D860EBBB90E8}" srcOrd="1" destOrd="0" parTransId="{0AFC7526-C05C-4E80-8B3E-B5084024A276}" sibTransId="{6615C87E-3AB9-4365-98B7-F6E846F273DE}"/>
    <dgm:cxn modelId="{74828645-74F2-49AD-A6C9-C7A787891C08}" srcId="{6643273A-E0A0-44C9-AA4C-39F5626F8635}" destId="{317F5BF2-3F22-49BC-88D1-95EF9968A9F6}" srcOrd="1" destOrd="0" parTransId="{572C393E-E2B1-4775-A34F-2A4DDEFE6695}" sibTransId="{1C348137-313D-4B34-ADC4-4EE011022B4E}"/>
    <dgm:cxn modelId="{75D69745-29DD-47FD-A6C6-D1C5E031ED89}" srcId="{54A9AC21-9BEE-46DA-945E-0274E08E01BE}" destId="{F628E07E-53BE-490E-A6FE-D0C758C5DFD7}" srcOrd="1" destOrd="0" parTransId="{10BD12F4-EA8A-47BC-ABF3-B51598A15CD2}" sibTransId="{7C11825D-900D-40AF-9C8B-BCC0749117D6}"/>
    <dgm:cxn modelId="{81105446-C8E0-4E6E-885E-907650EE0808}" type="presOf" srcId="{DA5965B4-997C-4E91-8582-2E1B6FE6AB3A}" destId="{E30C3D8E-9EFB-4F65-AA77-ED306EB1682C}" srcOrd="0" destOrd="0" presId="urn:microsoft.com/office/officeart/2005/8/layout/orgChart1"/>
    <dgm:cxn modelId="{0B958746-2544-48E7-84AA-629F6EB81D00}" type="presOf" srcId="{C9EE5388-75B5-46BA-920E-F2CC118578B3}" destId="{40F0C546-9A1D-4B1D-9263-B3895EE42751}" srcOrd="0" destOrd="0" presId="urn:microsoft.com/office/officeart/2005/8/layout/orgChart1"/>
    <dgm:cxn modelId="{C072C166-6528-4091-A21E-A19642027C5D}" srcId="{DF9E427A-F061-4D73-876E-50DFE6A2B7E5}" destId="{C9EE5388-75B5-46BA-920E-F2CC118578B3}" srcOrd="3" destOrd="0" parTransId="{8F8EB173-FE04-42A8-A31C-8FA48EF125AE}" sibTransId="{D882CAE1-9858-49AC-BBE1-405CDFE226DB}"/>
    <dgm:cxn modelId="{4BEBEE66-6717-4772-A5E3-C680EC73A2E2}" srcId="{CECEB750-6BDD-43D9-B248-B56DE714FE9F}" destId="{3C4D4573-00FE-4385-9AB0-35B1A3B99E3A}" srcOrd="3" destOrd="0" parTransId="{10D25BFA-95D3-49BE-AB7D-E43CD336D1CF}" sibTransId="{6FAAFA21-0170-4307-A313-2F29E2AA8431}"/>
    <dgm:cxn modelId="{27C27047-15C3-487E-B950-D5EC472F194F}" type="presOf" srcId="{51A9A8A4-5521-4C8E-BA32-2E6F8F38A950}" destId="{E3306546-A296-48FD-82CB-417DDF75828B}" srcOrd="0" destOrd="0" presId="urn:microsoft.com/office/officeart/2005/8/layout/orgChart1"/>
    <dgm:cxn modelId="{B5E99647-71E0-461B-9EFF-2B1E4C38D239}" srcId="{CECEB750-6BDD-43D9-B248-B56DE714FE9F}" destId="{46C62D43-DFB6-4096-86E8-A2BE19E04495}" srcOrd="2" destOrd="0" parTransId="{6331494F-B7F7-43B9-B940-A6E92DD520FB}" sibTransId="{D035F34B-AE58-41A8-BF34-E73157B60F36}"/>
    <dgm:cxn modelId="{896CAA47-8F0A-4D39-83C5-5BC511732F75}" type="presOf" srcId="{428883E3-5029-479B-B4AE-1E67629A9E51}" destId="{F5DCB9DF-6828-4C36-9696-F45AAB39404F}" srcOrd="1" destOrd="0" presId="urn:microsoft.com/office/officeart/2005/8/layout/orgChart1"/>
    <dgm:cxn modelId="{16FFAF47-B3BB-47F5-B943-1A9F6732785D}" srcId="{F97C641A-CDFD-4990-9902-7956CDBC2724}" destId="{15829F6C-B79C-4AC3-8668-BA9C030767AA}" srcOrd="0" destOrd="0" parTransId="{9F67CAE4-E92C-417F-AFE7-07BD28D029B6}" sibTransId="{DE3775BB-C526-4B5E-A3D2-F6C44A5BB8D7}"/>
    <dgm:cxn modelId="{101C4448-CF1D-4A92-BAB2-F2C4C1F395AA}" type="presOf" srcId="{AFD04FEB-694D-41FD-A239-5BD28BB69B98}" destId="{C93867DA-7EDD-4CC2-BC85-5F49D3A9714B}" srcOrd="0" destOrd="0" presId="urn:microsoft.com/office/officeart/2005/8/layout/orgChart1"/>
    <dgm:cxn modelId="{13978748-B48E-492B-B538-88385901F865}" type="presOf" srcId="{54A9AC21-9BEE-46DA-945E-0274E08E01BE}" destId="{26F789C9-E831-422F-A592-F51F03B1AAE0}" srcOrd="0" destOrd="0" presId="urn:microsoft.com/office/officeart/2005/8/layout/orgChart1"/>
    <dgm:cxn modelId="{6EFE8B48-C072-45A1-8BAD-4F97F4092C05}" type="presOf" srcId="{FEF61A38-35CB-418B-9A28-D57FECDEC7CA}" destId="{A1B3F0DA-598D-4D5B-A3B7-03AA84C20428}" srcOrd="0" destOrd="0" presId="urn:microsoft.com/office/officeart/2005/8/layout/orgChart1"/>
    <dgm:cxn modelId="{637DBA48-A362-42CD-90AC-E68D805889CF}" type="presOf" srcId="{10A0EA3D-3AD4-4A16-AC66-3525B6400D15}" destId="{248530AC-F178-403E-A897-42E299E5ED21}" srcOrd="0" destOrd="0" presId="urn:microsoft.com/office/officeart/2005/8/layout/orgChart1"/>
    <dgm:cxn modelId="{E0E1E548-AF76-45D4-A1D4-2A1315E42EB5}" srcId="{7E92AB31-7104-46B2-B607-60B646D69120}" destId="{73F84634-D3CD-451B-A2F8-6E423801CF02}" srcOrd="1" destOrd="0" parTransId="{18C4B1BD-11E2-43FF-A82D-D5B914B2DCC7}" sibTransId="{ED9B1AC2-8208-4E15-BA33-FFA728799BD3}"/>
    <dgm:cxn modelId="{7BD34D69-A059-4774-984E-AA493498F08A}" type="presOf" srcId="{F628E07E-53BE-490E-A6FE-D0C758C5DFD7}" destId="{B1C10AF3-8969-492F-A90F-714985DDC5F3}" srcOrd="1" destOrd="0" presId="urn:microsoft.com/office/officeart/2005/8/layout/orgChart1"/>
    <dgm:cxn modelId="{70E57D69-166E-418C-8A5F-E5E2EC0C519B}" type="presOf" srcId="{BA8EA7F3-2510-4ED9-8759-017766FA42D6}" destId="{523C10DC-D63C-44B3-AF4B-4A696EA86803}" srcOrd="0" destOrd="0" presId="urn:microsoft.com/office/officeart/2005/8/layout/orgChart1"/>
    <dgm:cxn modelId="{90639649-DD0C-4040-AB34-D41CC44D37B0}" type="presOf" srcId="{2999097B-F99F-4F74-B0CD-45540FCC688E}" destId="{892723B2-08EF-4D74-8DDA-6C2745635267}" srcOrd="1" destOrd="0" presId="urn:microsoft.com/office/officeart/2005/8/layout/orgChart1"/>
    <dgm:cxn modelId="{732F9B49-9CBF-4F14-B40E-EEEA19EF33A0}" type="presOf" srcId="{5DD4F1D4-186A-4A95-B41A-17DDDE2D9B8F}" destId="{5C5C6605-4B53-4F0A-990A-111AC7BC0A66}" srcOrd="0" destOrd="0" presId="urn:microsoft.com/office/officeart/2005/8/layout/orgChart1"/>
    <dgm:cxn modelId="{D580E149-82AD-460B-B6CF-ABC25D62485A}" type="presOf" srcId="{5BAB57C2-9245-4A40-8521-5F3800276931}" destId="{0917EADD-6C67-44BE-A569-3EEFB4C12FD5}" srcOrd="0" destOrd="0" presId="urn:microsoft.com/office/officeart/2005/8/layout/orgChart1"/>
    <dgm:cxn modelId="{4A73686B-E8D8-4E1C-9342-B8EE43CE7A57}" srcId="{5E220795-0225-42DF-B063-0BBD03747952}" destId="{0A6E5AED-04A8-4811-BD1A-33EA9D4F6827}" srcOrd="1" destOrd="0" parTransId="{B90AB80E-CA96-499F-8539-CC4E06AF36F9}" sibTransId="{E09B417C-4151-46D5-B09B-B65A75776ABC}"/>
    <dgm:cxn modelId="{BDFC4F4B-7595-4E87-A369-BB1EF6A5A005}" srcId="{10A0EA3D-3AD4-4A16-AC66-3525B6400D15}" destId="{0F02B370-286F-4E1B-80A8-B2AD40265B7C}" srcOrd="1" destOrd="0" parTransId="{F967AC73-60EA-4945-AEC1-1AE5D8629C87}" sibTransId="{50FF85E0-74FC-459E-B8CB-53E1D88D20DF}"/>
    <dgm:cxn modelId="{4276924B-07A0-40F4-A1FD-10F8DC001043}" type="presOf" srcId="{CED1B1AA-491B-4915-8BA2-83CB2A3C7FED}" destId="{22784FEE-C9BE-4553-BF22-3AF9DB761EEA}" srcOrd="0" destOrd="0" presId="urn:microsoft.com/office/officeart/2005/8/layout/orgChart1"/>
    <dgm:cxn modelId="{CBBABC4B-5395-4939-8700-ECE53825CBBE}" type="presOf" srcId="{131AAAA6-3DBF-4C5F-AC69-2F518A5D4C71}" destId="{BB601152-E28A-4968-9EA4-4CE93BB81E0E}" srcOrd="1" destOrd="0" presId="urn:microsoft.com/office/officeart/2005/8/layout/orgChart1"/>
    <dgm:cxn modelId="{AA95FD4B-2A68-455D-BF23-3B40A849BD25}" type="presOf" srcId="{92162928-B373-4802-B988-4C318FAE4B4C}" destId="{E053A169-9C0A-4979-A9C3-739101C47B4F}" srcOrd="0" destOrd="0" presId="urn:microsoft.com/office/officeart/2005/8/layout/orgChart1"/>
    <dgm:cxn modelId="{D540154C-C9B9-43AC-AABB-BC0DF54C5457}" type="presOf" srcId="{0AFC7526-C05C-4E80-8B3E-B5084024A276}" destId="{261BF19F-B196-4752-81B1-D97D7DA5F493}" srcOrd="0" destOrd="0" presId="urn:microsoft.com/office/officeart/2005/8/layout/orgChart1"/>
    <dgm:cxn modelId="{4917194C-AE36-416C-B7B6-9732A421FFF8}" type="presOf" srcId="{0376C576-567C-4EF2-A84E-1E6D6ABB0F25}" destId="{3A318B23-F676-4CE2-8F5E-0936947C634F}" srcOrd="0" destOrd="0" presId="urn:microsoft.com/office/officeart/2005/8/layout/orgChart1"/>
    <dgm:cxn modelId="{2B87776C-BC3C-4504-8134-61AE80C10F93}" type="presOf" srcId="{E93B594F-0000-4F1E-9B42-4CBD54251AE9}" destId="{BCDC2B85-A8D5-4593-867F-DC0483840EB2}" srcOrd="0" destOrd="0" presId="urn:microsoft.com/office/officeart/2005/8/layout/orgChart1"/>
    <dgm:cxn modelId="{2CE7974C-65BD-43A1-92F8-436CAAA5D831}" type="presOf" srcId="{1A15C66A-4F1E-4DA9-AE0C-B7B8A9E82E50}" destId="{63106C8E-7B4F-4FAD-BA44-601A9E79A13E}" srcOrd="0" destOrd="0" presId="urn:microsoft.com/office/officeart/2005/8/layout/orgChart1"/>
    <dgm:cxn modelId="{4C3FD54C-1FF8-4176-B8EA-F4FDCD3941F0}" type="presOf" srcId="{8CBAF332-68ED-4774-8C6D-E00B80F6BF7F}" destId="{2DF6743B-D684-4033-8446-1A233B68B521}" srcOrd="1" destOrd="0" presId="urn:microsoft.com/office/officeart/2005/8/layout/orgChart1"/>
    <dgm:cxn modelId="{A9F9EB6C-87D1-439A-9A6D-132CB79B7C5F}" type="presOf" srcId="{258B4DF6-21CF-40E1-A750-3E5576C0DCEB}" destId="{5E784545-77CC-4E17-87AC-2B0F212349AE}" srcOrd="0" destOrd="0" presId="urn:microsoft.com/office/officeart/2005/8/layout/orgChart1"/>
    <dgm:cxn modelId="{7F5DEE4C-666C-4F2C-A42B-07BA32CB33E4}" type="presOf" srcId="{636B73CA-F377-4FC5-9D61-8A6C020B5B94}" destId="{399092EC-4254-45BF-8201-5A33F11B3596}" srcOrd="0" destOrd="0" presId="urn:microsoft.com/office/officeart/2005/8/layout/orgChart1"/>
    <dgm:cxn modelId="{8568046D-6240-43D7-AEBC-97E98D1F4599}" type="presOf" srcId="{6A14A125-FC0D-4475-9DC4-A9A2A4F06E37}" destId="{676288A0-3CF7-4ECB-8732-A4649E9A7865}" srcOrd="0" destOrd="0" presId="urn:microsoft.com/office/officeart/2005/8/layout/orgChart1"/>
    <dgm:cxn modelId="{5D89A06D-8838-4295-BE09-4C0C43472259}" type="presOf" srcId="{6643273A-E0A0-44C9-AA4C-39F5626F8635}" destId="{B4C9AB85-2A2D-4373-8413-B56F93CE0A6F}" srcOrd="1" destOrd="0" presId="urn:microsoft.com/office/officeart/2005/8/layout/orgChart1"/>
    <dgm:cxn modelId="{F340B26D-85BA-4EA3-A38F-78DB833AE229}" type="presOf" srcId="{F22492A6-BD29-4EE2-BA99-C6A9457F85FD}" destId="{DD49756B-F967-468A-96A6-15ED37397F93}" srcOrd="1" destOrd="0" presId="urn:microsoft.com/office/officeart/2005/8/layout/orgChart1"/>
    <dgm:cxn modelId="{1CD9CB4D-AE2F-467C-B0B8-C4C62100C68E}" type="presOf" srcId="{3B1E0CB6-E0A6-4373-9F17-A40CF2AD15BD}" destId="{43A41B88-F096-4AE9-B0E6-6717715312BE}" srcOrd="0" destOrd="0" presId="urn:microsoft.com/office/officeart/2005/8/layout/orgChart1"/>
    <dgm:cxn modelId="{15F5E26E-0C91-4F31-BDE7-AA6EEDE751CC}" type="presOf" srcId="{C8FCB997-01BB-407B-B078-620BE8AD7FD3}" destId="{9AF28BEA-AC06-4E70-B109-AA3C284FD172}" srcOrd="0" destOrd="0" presId="urn:microsoft.com/office/officeart/2005/8/layout/orgChart1"/>
    <dgm:cxn modelId="{D59AE44E-A939-4989-82FB-4D28C2F47DF9}" type="presOf" srcId="{1FBB3E1E-FDE6-4A65-B2B2-16C5A96623EA}" destId="{4974060B-299C-4368-9349-1E6C6ED540F6}" srcOrd="1" destOrd="0" presId="urn:microsoft.com/office/officeart/2005/8/layout/orgChart1"/>
    <dgm:cxn modelId="{16F7F54E-B0C2-4129-B92D-8DE372385E3B}" srcId="{DBEA68D6-E158-4934-BAF2-CD3B153353BA}" destId="{10A0EA3D-3AD4-4A16-AC66-3525B6400D15}" srcOrd="0" destOrd="0" parTransId="{C9D49A3E-3F67-4AE3-9FDA-6F9BB1AF9BD8}" sibTransId="{E0ACF1AB-2B68-4A49-8ADA-3E481ED4AF09}"/>
    <dgm:cxn modelId="{62E7A04F-F2D0-4745-AFB5-564361A8A192}" type="presOf" srcId="{66051843-58C5-47D2-810C-BCB2ADB0ADBD}" destId="{F190EF91-3547-4D5E-A7BF-FFA002092950}" srcOrd="1" destOrd="0" presId="urn:microsoft.com/office/officeart/2005/8/layout/orgChart1"/>
    <dgm:cxn modelId="{5BBBD94F-6868-47E1-B9A1-6A8DCE1928AD}" srcId="{802F07BC-ECAC-4E64-9E89-16BF0F6F2967}" destId="{1FBB3E1E-FDE6-4A65-B2B2-16C5A96623EA}" srcOrd="2" destOrd="0" parTransId="{3B1E0CB6-E0A6-4373-9F17-A40CF2AD15BD}" sibTransId="{33C22CD0-3222-4C15-8732-F80C23B2E305}"/>
    <dgm:cxn modelId="{C0B22970-4578-4F49-8B2A-F1CCF35A2040}" type="presOf" srcId="{CD88A2CD-F5BF-4BD7-9A4B-860328F73501}" destId="{6F255A7A-696D-4CB9-BAAA-BD4B147C9278}" srcOrd="0" destOrd="0" presId="urn:microsoft.com/office/officeart/2005/8/layout/orgChart1"/>
    <dgm:cxn modelId="{B6C94250-78CC-468C-8CCF-2F7BB2CDAEB0}" type="presOf" srcId="{BF691FC8-D43F-4F42-A3D8-422F80D7A058}" destId="{7F133CB3-991E-4AFC-A3F7-62D1B6844686}" srcOrd="0" destOrd="0" presId="urn:microsoft.com/office/officeart/2005/8/layout/orgChart1"/>
    <dgm:cxn modelId="{BD127670-97B9-44AA-8AF6-35E3AB9A8579}" srcId="{D14C7614-27D5-4E4F-8052-3DCB848C4C15}" destId="{A71A77E5-24BA-420E-8B30-4A829ECA1AED}" srcOrd="1" destOrd="0" parTransId="{25BEA430-1233-43F8-B2DD-78656F935735}" sibTransId="{D3DB7919-ECDC-46EF-A9DA-730126E5F391}"/>
    <dgm:cxn modelId="{064FCF50-F9F8-4627-9D35-3011C4E4D25B}" type="presOf" srcId="{9EA7B35A-8DC1-494D-BAE9-62EF37806B42}" destId="{FC5F034D-544B-47E7-8D9E-574023E1F275}" srcOrd="0" destOrd="0" presId="urn:microsoft.com/office/officeart/2005/8/layout/orgChart1"/>
    <dgm:cxn modelId="{75989571-36DF-4CE3-A3F6-0E4CC14AD9B5}" type="presOf" srcId="{0D71902D-9D4E-4FBD-AB5E-E2E44BA3F273}" destId="{E8EB28F7-9209-4944-9937-D01B567BC438}" srcOrd="0" destOrd="0" presId="urn:microsoft.com/office/officeart/2005/8/layout/orgChart1"/>
    <dgm:cxn modelId="{B19FA071-C792-4763-B06B-687B87B500DA}" type="presOf" srcId="{A71A77E5-24BA-420E-8B30-4A829ECA1AED}" destId="{E4E8AC78-C4E5-4DD2-A266-2107A6878DF0}" srcOrd="0" destOrd="0" presId="urn:microsoft.com/office/officeart/2005/8/layout/orgChart1"/>
    <dgm:cxn modelId="{EFCDE451-2354-4EFE-B526-56B196DC5C32}" srcId="{10A0EA3D-3AD4-4A16-AC66-3525B6400D15}" destId="{CFBF96BE-57AC-4278-BEE8-4529105B485E}" srcOrd="4" destOrd="0" parTransId="{E93B594F-0000-4F1E-9B42-4CBD54251AE9}" sibTransId="{193FE8D6-E354-43F8-A281-6AE4CE481BEC}"/>
    <dgm:cxn modelId="{DDADE851-2C91-472B-A002-13C70B427368}" srcId="{F3CB416B-52CF-42E4-A3BA-9271F2A926CC}" destId="{7D572539-DE87-40F3-B669-708AA19CD8FF}" srcOrd="0" destOrd="0" parTransId="{9EA5AE3E-643B-4BDD-8799-234696ABFEC9}" sibTransId="{0D8C12E2-D74E-400F-8FF3-A5C555599C69}"/>
    <dgm:cxn modelId="{5E990752-8480-4F4A-9366-D16435C6B7E0}" srcId="{FEF61A38-35CB-418B-9A28-D57FECDEC7CA}" destId="{672B9618-FEBF-4346-B30D-A336A0AE8467}" srcOrd="1" destOrd="0" parTransId="{0B5A40CD-3047-4EBF-BB66-1B58B8D6EDCE}" sibTransId="{2039A76B-1D35-40CE-81B6-887915FFC6B2}"/>
    <dgm:cxn modelId="{B6EBC652-C196-459B-9CD1-0BA76BC6D306}" type="presOf" srcId="{DF9E427A-F061-4D73-876E-50DFE6A2B7E5}" destId="{016EC23A-2D0E-41F6-A49C-4A8A9AA629EE}" srcOrd="0" destOrd="0" presId="urn:microsoft.com/office/officeart/2005/8/layout/orgChart1"/>
    <dgm:cxn modelId="{A549DE52-6630-4599-96EC-3E2D81CD7EE0}" type="presOf" srcId="{A56718B9-4ED1-4543-BF35-C3D5ED90FC88}" destId="{FBC76845-3C35-4CD3-AC53-836B8FC44B77}" srcOrd="0" destOrd="0" presId="urn:microsoft.com/office/officeart/2005/8/layout/orgChart1"/>
    <dgm:cxn modelId="{856B0773-A35B-49F3-8C5C-FF5F499DA1F8}" type="presOf" srcId="{8ED0AA8F-F858-47AE-BA4B-3DFE84DF61B9}" destId="{2ECFFB9D-A434-4CDC-B47A-DA4C6FAAD18E}" srcOrd="1" destOrd="0" presId="urn:microsoft.com/office/officeart/2005/8/layout/orgChart1"/>
    <dgm:cxn modelId="{6644A853-1ECE-4C29-870A-85700BC9E77D}" srcId="{66051843-58C5-47D2-810C-BCB2ADB0ADBD}" destId="{4666B991-DC45-406B-A16D-60FF555028DA}" srcOrd="0" destOrd="0" parTransId="{9C1E23F2-A1FA-4920-95D8-3D415D562AC0}" sibTransId="{7D66DC23-82A3-4DB6-99C0-5480ACC22802}"/>
    <dgm:cxn modelId="{44B0B853-6405-4F71-B826-6198ED49A739}" type="presOf" srcId="{F22492A6-BD29-4EE2-BA99-C6A9457F85FD}" destId="{A72B1B77-EA95-4552-ACDE-4E1891BD48DB}" srcOrd="0" destOrd="0" presId="urn:microsoft.com/office/officeart/2005/8/layout/orgChart1"/>
    <dgm:cxn modelId="{CE55CC53-2475-41F3-A691-3D692AD2BBDC}" srcId="{94D8149F-554D-4003-9716-5C9D44722F38}" destId="{5DD4F1D4-186A-4A95-B41A-17DDDE2D9B8F}" srcOrd="2" destOrd="0" parTransId="{E2E6DF79-7425-48CA-8809-6E1BCAF95692}" sibTransId="{5C9927DF-C67F-4114-8E6E-DCBCD425B68C}"/>
    <dgm:cxn modelId="{E2C10A75-2A6E-4C93-B1D3-DDB437F3CB2D}" type="presOf" srcId="{1995E8D6-3D32-433A-A193-4893EEF1BEF8}" destId="{A27B7638-8AA0-450C-A725-769926F7B9EE}" srcOrd="0" destOrd="0" presId="urn:microsoft.com/office/officeart/2005/8/layout/orgChart1"/>
    <dgm:cxn modelId="{CF34A555-A0DE-4E16-B9A4-AE46A7C12607}" type="presOf" srcId="{898F70C2-74BE-4A6F-87AF-EF0620FD78F4}" destId="{687415F3-7050-49DD-B936-B2A516193E35}" srcOrd="0" destOrd="0" presId="urn:microsoft.com/office/officeart/2005/8/layout/orgChart1"/>
    <dgm:cxn modelId="{02132977-7160-43AF-831F-AAC551EA0D12}" srcId="{7E92AB31-7104-46B2-B607-60B646D69120}" destId="{5BAB57C2-9245-4A40-8521-5F3800276931}" srcOrd="3" destOrd="0" parTransId="{898F70C2-74BE-4A6F-87AF-EF0620FD78F4}" sibTransId="{2F66322F-D9BB-470F-B2CA-8443C28C38D2}"/>
    <dgm:cxn modelId="{C4E27677-FE1E-41DD-8930-B85F7A02B069}" type="presOf" srcId="{CB33B5A9-A7BC-4BBE-AD6F-ABFC0F2EF890}" destId="{5D3A5779-4A54-4B3C-A933-32956310450C}" srcOrd="1" destOrd="0" presId="urn:microsoft.com/office/officeart/2005/8/layout/orgChart1"/>
    <dgm:cxn modelId="{ADEAB557-4400-46A1-9337-AD2E2C338B91}" type="presOf" srcId="{2271A7C8-9E67-4014-AAFE-50AD5899DF68}" destId="{B8560F27-EDEB-4F04-9ECA-CAD3C7FD48D6}" srcOrd="1" destOrd="0" presId="urn:microsoft.com/office/officeart/2005/8/layout/orgChart1"/>
    <dgm:cxn modelId="{1AF6DD57-F9BE-4AFC-88FA-34E7AA864238}" srcId="{7E92AB31-7104-46B2-B607-60B646D69120}" destId="{CB4CCCC3-7370-4A48-B4F0-22A7925D32B5}" srcOrd="0" destOrd="0" parTransId="{0A6BB837-EE54-4C42-88BB-B7667B343DB9}" sibTransId="{270BE086-3E2D-4C3E-B2F0-B06DD74276E3}"/>
    <dgm:cxn modelId="{3FCDEF77-0429-4EA4-BA4D-00E3F4D9D42A}" type="presOf" srcId="{F17892BF-47E2-4833-B611-477FE3040F2F}" destId="{30C27BDE-5193-4911-AFB7-DA6D4E51DCFF}" srcOrd="0" destOrd="0" presId="urn:microsoft.com/office/officeart/2005/8/layout/orgChart1"/>
    <dgm:cxn modelId="{373E8A58-99C5-452A-8430-D809CD1750C8}" type="presOf" srcId="{BB354D1A-632D-4ACE-9574-63C8F0C477B2}" destId="{7F6FAB1A-4F3F-496B-8FC9-2E055A58212C}" srcOrd="0" destOrd="0" presId="urn:microsoft.com/office/officeart/2005/8/layout/orgChart1"/>
    <dgm:cxn modelId="{6C73555A-6F71-4F1D-BE00-A98B51D29E2E}" srcId="{FEF61A38-35CB-418B-9A28-D57FECDEC7CA}" destId="{E0799B28-B033-4578-9678-E99E15C1A950}" srcOrd="0" destOrd="0" parTransId="{7C5B277D-1730-422C-A283-FEF3FA0D9F5E}" sibTransId="{EFD03F81-0C5D-40EA-B620-AA7B8C34880D}"/>
    <dgm:cxn modelId="{A851805A-7C72-4FF1-97BF-FDEB9301E9C3}" type="presOf" srcId="{1D40FD28-B519-4498-8E8B-68C513BE471D}" destId="{67ACFAD5-BD25-49C9-9042-E74EBFDF171A}" srcOrd="1" destOrd="0" presId="urn:microsoft.com/office/officeart/2005/8/layout/orgChart1"/>
    <dgm:cxn modelId="{0759A65A-0FF4-4269-8B5B-1B94FBA854B6}" type="presOf" srcId="{E4BF1A9E-E607-4FEC-82D4-747EC207F3B5}" destId="{46FCC678-959D-403D-BA0B-39E8BAC03985}" srcOrd="0" destOrd="0" presId="urn:microsoft.com/office/officeart/2005/8/layout/orgChart1"/>
    <dgm:cxn modelId="{9DC0DE7A-D530-4773-9CEE-26E7D4D74803}" type="presOf" srcId="{131AAAA6-3DBF-4C5F-AC69-2F518A5D4C71}" destId="{8A2407D3-EBD6-4D77-90C3-92765B85C633}" srcOrd="0" destOrd="0" presId="urn:microsoft.com/office/officeart/2005/8/layout/orgChart1"/>
    <dgm:cxn modelId="{BFD8F97A-8453-4DE8-9D57-FE7281C470F3}" type="presOf" srcId="{2A0320ED-61B0-487C-8F25-E84F9B0A7CF5}" destId="{2CFB5806-69C3-4271-965C-3B6C20120C8D}" srcOrd="1" destOrd="0" presId="urn:microsoft.com/office/officeart/2005/8/layout/orgChart1"/>
    <dgm:cxn modelId="{49D01E7C-8AC6-4966-9F1D-1170C3DC5029}" type="presOf" srcId="{4666B991-DC45-406B-A16D-60FF555028DA}" destId="{397A1580-3A59-4BF5-A024-221FBC34F39B}" srcOrd="1" destOrd="0" presId="urn:microsoft.com/office/officeart/2005/8/layout/orgChart1"/>
    <dgm:cxn modelId="{A9F5287C-2C34-4E01-BA37-269AE649927A}" type="presOf" srcId="{A6C982AE-7E87-42EF-9519-484AC7A8FB62}" destId="{F90F84C2-691A-4F2A-873F-B805BBB47FB4}" srcOrd="0" destOrd="0" presId="urn:microsoft.com/office/officeart/2005/8/layout/orgChart1"/>
    <dgm:cxn modelId="{12C5647C-9EAF-4270-BC28-FC2AEC299AA6}" srcId="{6643273A-E0A0-44C9-AA4C-39F5626F8635}" destId="{6E77453F-549C-468D-A718-5BA539E771F6}" srcOrd="0" destOrd="0" parTransId="{C794B934-ABCD-414D-9E06-77798ACF1D51}" sibTransId="{1756D1BC-DE30-460A-92A4-785B033A4C47}"/>
    <dgm:cxn modelId="{691E767D-2696-4C47-AF86-A86C609BA682}" type="presOf" srcId="{F967AC73-60EA-4945-AEC1-1AE5D8629C87}" destId="{AB1F82AE-D204-494B-90C7-632A99586039}" srcOrd="0" destOrd="0" presId="urn:microsoft.com/office/officeart/2005/8/layout/orgChart1"/>
    <dgm:cxn modelId="{1B1A847D-5486-4BBA-BB36-BE85AC2F2A84}" type="presOf" srcId="{3C0FD429-BE79-4BDB-B554-8E9C181E8F47}" destId="{92688EC5-8553-470C-9855-A32AF2C57E8C}" srcOrd="0" destOrd="0" presId="urn:microsoft.com/office/officeart/2005/8/layout/orgChart1"/>
    <dgm:cxn modelId="{42D7977D-E1A3-44B6-B5AE-C2CC0DD3CA51}" type="presOf" srcId="{A3546E5D-3445-4BD3-A7E1-10A82AD50491}" destId="{82248FA9-2B52-40CA-B0EE-EF1391AC2EDC}" srcOrd="1" destOrd="0" presId="urn:microsoft.com/office/officeart/2005/8/layout/orgChart1"/>
    <dgm:cxn modelId="{0AE3017E-048F-4821-BCCC-B2E519CF8B65}" type="presOf" srcId="{428883E3-5029-479B-B4AE-1E67629A9E51}" destId="{4B77D862-5A6C-4EFB-9E4D-26A9B3AD6BF8}" srcOrd="0" destOrd="0" presId="urn:microsoft.com/office/officeart/2005/8/layout/orgChart1"/>
    <dgm:cxn modelId="{B77B9B7E-2D8B-4713-BD52-48FCA2F25B72}" type="presOf" srcId="{84299A7F-02C5-4B49-9EA1-9CA5D6E05631}" destId="{AF2DF78D-567C-4016-AC4C-E32A344908BA}" srcOrd="1" destOrd="0" presId="urn:microsoft.com/office/officeart/2005/8/layout/orgChart1"/>
    <dgm:cxn modelId="{A9B6F37E-3B43-43B3-B44D-3AC4D4A35DA8}" type="presOf" srcId="{5E220795-0225-42DF-B063-0BBD03747952}" destId="{7BFDFDA9-0E96-458B-AB70-D87709AE2675}" srcOrd="0" destOrd="0" presId="urn:microsoft.com/office/officeart/2005/8/layout/orgChart1"/>
    <dgm:cxn modelId="{D1577B7F-BD3E-46DB-B525-FD440610841C}" type="presOf" srcId="{A71A77E5-24BA-420E-8B30-4A829ECA1AED}" destId="{175754E1-90D4-4974-88E7-44920EA07451}" srcOrd="1" destOrd="0" presId="urn:microsoft.com/office/officeart/2005/8/layout/orgChart1"/>
    <dgm:cxn modelId="{290DD67F-C071-4EB8-B416-C7D0F555AB62}" srcId="{D14C7614-27D5-4E4F-8052-3DCB848C4C15}" destId="{636B73CA-F377-4FC5-9D61-8A6C020B5B94}" srcOrd="2" destOrd="0" parTransId="{FEF407C9-4FAA-4FB1-A7EF-EC507BD80CB1}" sibTransId="{BDF6FCCE-C0DE-4F6C-9AA0-7EBD2D66F78E}"/>
    <dgm:cxn modelId="{45251480-6C79-49FC-B2EE-E7427D6199B2}" type="presOf" srcId="{6643273A-E0A0-44C9-AA4C-39F5626F8635}" destId="{4D18FC79-1D32-4A57-8194-C37CE7939140}" srcOrd="0" destOrd="0" presId="urn:microsoft.com/office/officeart/2005/8/layout/orgChart1"/>
    <dgm:cxn modelId="{BEB57981-B9DA-4BEB-9F90-1177AFDBC87D}" type="presOf" srcId="{EF601717-0AD9-4C72-B3C0-54DAC7310903}" destId="{C21D2407-BF05-4920-8C8B-6695B7838ED9}" srcOrd="0" destOrd="0" presId="urn:microsoft.com/office/officeart/2005/8/layout/orgChart1"/>
    <dgm:cxn modelId="{3EC9A881-2F93-4E72-A8F3-8BAD026D9460}" type="presOf" srcId="{DA553376-9E3E-44FE-B635-EC88EBC996F6}" destId="{AAA38D6A-187B-4277-8272-879D573BAB06}" srcOrd="1" destOrd="0" presId="urn:microsoft.com/office/officeart/2005/8/layout/orgChart1"/>
    <dgm:cxn modelId="{11008B82-8D62-4482-AD13-872213F432AA}" srcId="{CECEB750-6BDD-43D9-B248-B56DE714FE9F}" destId="{E8E61EEC-3B49-4F5B-A965-6CA2F2EE34CC}" srcOrd="0" destOrd="0" parTransId="{B7F610B9-F767-4802-9D62-1F3D8773B4E2}" sibTransId="{93B564BE-B8A0-4C3E-BC70-706DC443EC57}"/>
    <dgm:cxn modelId="{AFA8BC83-2869-481A-9F47-E16877A8EC15}" type="presOf" srcId="{451590DA-2CEC-4D80-A8A1-1037149B1796}" destId="{775B40D5-56EC-4E9C-84E7-AD3935C1554D}" srcOrd="0" destOrd="0" presId="urn:microsoft.com/office/officeart/2005/8/layout/orgChart1"/>
    <dgm:cxn modelId="{90745784-5A9E-4565-820B-0EF48D0F1D0A}" type="presOf" srcId="{7D572539-DE87-40F3-B669-708AA19CD8FF}" destId="{3A9D65CA-3A4D-4649-A0A8-F7C2E4CC2981}" srcOrd="1" destOrd="0" presId="urn:microsoft.com/office/officeart/2005/8/layout/orgChart1"/>
    <dgm:cxn modelId="{F6F9EB84-B63A-40B3-A71F-49AC960421E5}" type="presOf" srcId="{73F84634-D3CD-451B-A2F8-6E423801CF02}" destId="{3E1F7D43-1786-444D-9DEF-BC8A35304D46}" srcOrd="1" destOrd="0" presId="urn:microsoft.com/office/officeart/2005/8/layout/orgChart1"/>
    <dgm:cxn modelId="{39F54585-4679-462E-98C0-85B264D997C8}" type="presOf" srcId="{2A0320ED-61B0-487C-8F25-E84F9B0A7CF5}" destId="{91BA2BA9-DBFA-4D81-B1AD-2995A56974E9}" srcOrd="0" destOrd="0" presId="urn:microsoft.com/office/officeart/2005/8/layout/orgChart1"/>
    <dgm:cxn modelId="{FE015485-6255-4C61-BB38-A68948AC47B1}" type="presOf" srcId="{7655B349-781D-43F3-BFF9-092478C73A66}" destId="{493E9B97-1901-4683-9B02-187A0D762811}" srcOrd="0" destOrd="0" presId="urn:microsoft.com/office/officeart/2005/8/layout/orgChart1"/>
    <dgm:cxn modelId="{F367DD85-B15F-46F2-A4EB-B73C3B39BEED}" type="presOf" srcId="{C794B934-ABCD-414D-9E06-77798ACF1D51}" destId="{9D3C0F13-BAA2-4E20-800A-6E5910A1B445}" srcOrd="0" destOrd="0" presId="urn:microsoft.com/office/officeart/2005/8/layout/orgChart1"/>
    <dgm:cxn modelId="{F6DD0D86-418C-4D4F-B00F-BE7566854B7F}" type="presOf" srcId="{ACE167C1-7184-4D52-AC9E-CCDA05CB4304}" destId="{DF6C8D7F-3BAB-4FAD-B22F-086B0EC4D22B}" srcOrd="0" destOrd="0" presId="urn:microsoft.com/office/officeart/2005/8/layout/orgChart1"/>
    <dgm:cxn modelId="{872DD086-7B00-4DCC-ADE5-C0B23B9980DD}" type="presOf" srcId="{0B27C579-8C00-4838-8FD8-A03E68F7EEEE}" destId="{E2985616-1ED6-4366-80A9-6009A2942E9D}" srcOrd="0" destOrd="0" presId="urn:microsoft.com/office/officeart/2005/8/layout/orgChart1"/>
    <dgm:cxn modelId="{201A2C89-2121-4CF7-A7BC-16A397877353}" srcId="{92162928-B373-4802-B988-4C318FAE4B4C}" destId="{9FB0F92B-EE57-40FB-97CE-A2A3DBCB6808}" srcOrd="3" destOrd="0" parTransId="{53952EBF-9F68-40F8-9400-02FA480C56DB}" sibTransId="{26B1CA0F-4330-4188-BC0D-56BC110857B1}"/>
    <dgm:cxn modelId="{92E27089-022C-48E9-8BD7-83EDF44EC1CA}" srcId="{1D40FD28-B519-4498-8E8B-68C513BE471D}" destId="{D3F3D652-40B4-4F77-A0DE-5B308EC84255}" srcOrd="0" destOrd="0" parTransId="{F17892BF-47E2-4833-B611-477FE3040F2F}" sibTransId="{3ABD5DDF-8127-47AA-861A-63048E615651}"/>
    <dgm:cxn modelId="{1FF8998B-F960-48DD-996D-3C6760ACAB6E}" type="presOf" srcId="{636B73CA-F377-4FC5-9D61-8A6C020B5B94}" destId="{B7B9480D-D810-47BD-905C-C910CC4828CE}" srcOrd="1" destOrd="0" presId="urn:microsoft.com/office/officeart/2005/8/layout/orgChart1"/>
    <dgm:cxn modelId="{F909BD8B-DE19-44FC-AEDD-9E3DB17AC665}" type="presOf" srcId="{F5018B2D-9C90-46EB-B2A3-FAE5DAC49F3A}" destId="{91D904B0-F4E8-48B2-BF5D-EE0D561C5656}" srcOrd="0" destOrd="0" presId="urn:microsoft.com/office/officeart/2005/8/layout/orgChart1"/>
    <dgm:cxn modelId="{B6B5B48C-13B8-4C85-8C01-DB6F47B9ABD4}" type="presOf" srcId="{10BD12F4-EA8A-47BC-ABF3-B51598A15CD2}" destId="{74C18401-4F8F-492F-A811-04B5EDC1A769}" srcOrd="0" destOrd="0" presId="urn:microsoft.com/office/officeart/2005/8/layout/orgChart1"/>
    <dgm:cxn modelId="{CC1AF08C-37FE-4A12-B90E-5F7307361C3F}" srcId="{8121365C-0E5F-46FD-99B3-A0710F6DD8BD}" destId="{AA12ED29-2580-4AF7-BCEE-756146F8A3AC}" srcOrd="0" destOrd="0" parTransId="{27DADBFF-F4C0-49D6-85DA-ADAC52F83797}" sibTransId="{ED55F2DF-1AAD-4876-83BD-4FB512346029}"/>
    <dgm:cxn modelId="{F2B7858D-742B-425F-831A-DCD8D3B75E12}" srcId="{F3CB416B-52CF-42E4-A3BA-9271F2A926CC}" destId="{5B71C4BA-58D0-4678-BF4C-36DCE37897CB}" srcOrd="1" destOrd="0" parTransId="{6BE5E73E-2B6B-4804-9C91-54E5262C6C44}" sibTransId="{03C80337-8D1F-4019-B2E2-9F3854BFEBDF}"/>
    <dgm:cxn modelId="{14C9698E-067E-453B-88D6-B13D127BD339}" type="presOf" srcId="{3AE023C7-59F1-46C1-A58D-6539FF08421A}" destId="{D7472B0D-8AD8-4F75-B189-6EA90487EEA0}" srcOrd="1" destOrd="0" presId="urn:microsoft.com/office/officeart/2005/8/layout/orgChart1"/>
    <dgm:cxn modelId="{67A6D78E-9272-4B7D-8AE8-5FCBBDC99D68}" srcId="{EA7F307C-CC0C-4FC9-A82E-FF09A7E600A5}" destId="{AFEA2FF0-0667-45C1-994F-B48DF55B89D9}" srcOrd="0" destOrd="0" parTransId="{6351F46C-3CF4-40AA-918C-6581CAF0CF86}" sibTransId="{825CE5B5-1682-409E-8F4A-7EE5B7CB292A}"/>
    <dgm:cxn modelId="{70EE688F-B992-4859-AD3F-9C93CAF83D8E}" type="presOf" srcId="{27DADBFF-F4C0-49D6-85DA-ADAC52F83797}" destId="{05B2AEB4-65D8-4E63-95C3-E56431D618E8}" srcOrd="0" destOrd="0" presId="urn:microsoft.com/office/officeart/2005/8/layout/orgChart1"/>
    <dgm:cxn modelId="{545B6B8F-B670-4E99-9AA7-77A65875A8D1}" type="presOf" srcId="{042A0B42-35BD-44FF-A127-E1B823388AD3}" destId="{5ED2EB62-5800-46F7-9A21-4E14BD8B2C1E}" srcOrd="0" destOrd="0" presId="urn:microsoft.com/office/officeart/2005/8/layout/orgChart1"/>
    <dgm:cxn modelId="{43F0A590-39A3-43F7-AAB1-8BE08B0006AF}" type="presOf" srcId="{CFBF96BE-57AC-4278-BEE8-4529105B485E}" destId="{B6882BBA-C028-45B6-AA74-004B50941257}" srcOrd="0" destOrd="0" presId="urn:microsoft.com/office/officeart/2005/8/layout/orgChart1"/>
    <dgm:cxn modelId="{C2755292-D60B-4F1E-9290-673DDD3E8841}" srcId="{8ED0AA8F-F858-47AE-BA4B-3DFE84DF61B9}" destId="{1FD9FB24-79AC-4307-B920-D3C9FFB2ED44}" srcOrd="1" destOrd="0" parTransId="{9EA7B35A-8DC1-494D-BAE9-62EF37806B42}" sibTransId="{187E6EF4-811C-4921-89CC-595E0652205D}"/>
    <dgm:cxn modelId="{1C8B7592-1FE0-4993-938C-67AD67B6CBE4}" type="presOf" srcId="{E7FE6D24-1D12-4A2D-B27A-3A8273F500EC}" destId="{27FBAFCE-CA86-495F-B9B2-CF9A6E3802BF}" srcOrd="0" destOrd="0" presId="urn:microsoft.com/office/officeart/2005/8/layout/orgChart1"/>
    <dgm:cxn modelId="{63839C92-237D-4E6C-ADA9-D0A832D119FF}" type="presOf" srcId="{B90AB80E-CA96-499F-8539-CC4E06AF36F9}" destId="{CB6D3EDD-2CDF-4574-BD80-E9DCD9634DFE}" srcOrd="0" destOrd="0" presId="urn:microsoft.com/office/officeart/2005/8/layout/orgChart1"/>
    <dgm:cxn modelId="{9C0F1C93-3D4A-4792-A1EA-2D2F2307725D}" srcId="{0F02B370-286F-4E1B-80A8-B2AD40265B7C}" destId="{66051843-58C5-47D2-810C-BCB2ADB0ADBD}" srcOrd="3" destOrd="0" parTransId="{ACE167C1-7184-4D52-AC9E-CCDA05CB4304}" sibTransId="{3322A316-4396-4569-8D25-0A7E64A9C9E8}"/>
    <dgm:cxn modelId="{112F2093-EF29-49D3-B809-F143130488EF}" type="presOf" srcId="{8EEC5B21-0D2B-4DEE-80C2-D6879B74B3CE}" destId="{400A4F14-ABE7-45DB-BC34-F71FA2BFE5C0}" srcOrd="0" destOrd="0" presId="urn:microsoft.com/office/officeart/2005/8/layout/orgChart1"/>
    <dgm:cxn modelId="{CF84A294-9670-4ED5-A856-EC12A5637057}" srcId="{73F84634-D3CD-451B-A2F8-6E423801CF02}" destId="{5BC67B52-23FD-43D0-BDDE-2A1751ACE510}" srcOrd="0" destOrd="0" parTransId="{B72FBF70-8E1A-4F24-AD17-11320D232558}" sibTransId="{7E80A858-63D0-4A1A-8E0D-8EAE47511545}"/>
    <dgm:cxn modelId="{1F5D5995-853B-4499-872D-89A0E6A39FAB}" type="presOf" srcId="{A6C982AE-7E87-42EF-9519-484AC7A8FB62}" destId="{95E76989-391A-4968-AB34-2DC1494D3E54}" srcOrd="1" destOrd="0" presId="urn:microsoft.com/office/officeart/2005/8/layout/orgChart1"/>
    <dgm:cxn modelId="{07176197-7E10-4A5C-8C88-22D67CF528BB}" type="presOf" srcId="{46C62D43-DFB6-4096-86E8-A2BE19E04495}" destId="{BFD3DD16-A489-41C2-93C6-9A2387ED4794}" srcOrd="1" destOrd="0" presId="urn:microsoft.com/office/officeart/2005/8/layout/orgChart1"/>
    <dgm:cxn modelId="{AA0C6797-691E-415D-90BA-1D2715F91236}" type="presOf" srcId="{84299A7F-02C5-4B49-9EA1-9CA5D6E05631}" destId="{4DFFD00E-124F-42FD-BC06-34C79630AD43}" srcOrd="0" destOrd="0" presId="urn:microsoft.com/office/officeart/2005/8/layout/orgChart1"/>
    <dgm:cxn modelId="{B241E798-ECA3-4B2E-A77E-73958AE58478}" type="presOf" srcId="{7655B349-781D-43F3-BFF9-092478C73A66}" destId="{795959AB-1194-46CD-83DA-099786D61E17}" srcOrd="1" destOrd="0" presId="urn:microsoft.com/office/officeart/2005/8/layout/orgChart1"/>
    <dgm:cxn modelId="{8C9E2799-9FF6-4BCE-8669-A3D7D5252146}" type="presOf" srcId="{8CBAF332-68ED-4774-8C6D-E00B80F6BF7F}" destId="{2C1EE1EB-8F68-4B65-8861-0FD6D2503922}" srcOrd="0" destOrd="0" presId="urn:microsoft.com/office/officeart/2005/8/layout/orgChart1"/>
    <dgm:cxn modelId="{44943D9A-2E5D-40B0-8B85-0AAB1EE2F72F}" type="presOf" srcId="{4666B991-DC45-406B-A16D-60FF555028DA}" destId="{30BE7A5D-22D7-4444-B3E3-B24ABC199CF5}" srcOrd="0" destOrd="0" presId="urn:microsoft.com/office/officeart/2005/8/layout/orgChart1"/>
    <dgm:cxn modelId="{B71B309C-F38D-44FC-B43F-8C246FCEBC44}" srcId="{FDA23E4A-D86D-4E3A-8AFF-AC54CC4F6240}" destId="{24C89210-D592-4B9A-B496-DFB3A2B7796B}" srcOrd="0" destOrd="0" parTransId="{365F738A-913C-4348-9796-D49E1C5033A5}" sibTransId="{73D16B23-0075-4D31-97E7-94F9124A1348}"/>
    <dgm:cxn modelId="{00FD609C-E133-4B7F-B50B-05144ABC5DF8}" type="presOf" srcId="{3C4D4573-00FE-4385-9AB0-35B1A3B99E3A}" destId="{FC799F70-6AA1-42F4-A65D-5A42E48CF7F7}" srcOrd="1" destOrd="0" presId="urn:microsoft.com/office/officeart/2005/8/layout/orgChart1"/>
    <dgm:cxn modelId="{CC03059D-EF5E-437B-A34B-1F6978325B37}" type="presOf" srcId="{CECEB750-6BDD-43D9-B248-B56DE714FE9F}" destId="{E98730D9-0C9B-46A8-8ECB-737E7C0530F2}" srcOrd="1" destOrd="0" presId="urn:microsoft.com/office/officeart/2005/8/layout/orgChart1"/>
    <dgm:cxn modelId="{24121F9D-FAF0-4C63-A365-97E63AAAC60D}" type="presOf" srcId="{0B5A40CD-3047-4EBF-BB66-1B58B8D6EDCE}" destId="{CB74EA50-36F5-4FF5-A59F-623387AC7C79}" srcOrd="0" destOrd="0" presId="urn:microsoft.com/office/officeart/2005/8/layout/orgChart1"/>
    <dgm:cxn modelId="{B1FB6D9E-17EC-45F9-BAAD-C2DF33D81FF2}" type="presOf" srcId="{19A5F091-320E-41CF-A2EE-E592463A8CD2}" destId="{0656A4C7-C2AF-4550-9F18-794214B5096F}" srcOrd="0" destOrd="0" presId="urn:microsoft.com/office/officeart/2005/8/layout/orgChart1"/>
    <dgm:cxn modelId="{8775DA9E-D7FF-4A24-8490-6E07CDCFEA70}" type="presOf" srcId="{A4BDB3CD-EE2A-45E9-9022-110A3DD37CB0}" destId="{58E6B59D-67AF-4670-AFBA-AC5A9308B6F0}" srcOrd="0" destOrd="0" presId="urn:microsoft.com/office/officeart/2005/8/layout/orgChart1"/>
    <dgm:cxn modelId="{E1BD669F-EB4C-463C-848C-3CAF37D2A74C}" type="presOf" srcId="{CB4CCCC3-7370-4A48-B4F0-22A7925D32B5}" destId="{1A76D733-6FD3-44DD-9CB9-531DA70C2DDE}" srcOrd="1" destOrd="0" presId="urn:microsoft.com/office/officeart/2005/8/layout/orgChart1"/>
    <dgm:cxn modelId="{C6D7E9A0-39F0-438F-92C4-F3A91267419A}" type="presOf" srcId="{E0799B28-B033-4578-9678-E99E15C1A950}" destId="{181243D9-9B73-401B-BCEF-B9D42EB26EF2}" srcOrd="1" destOrd="0" presId="urn:microsoft.com/office/officeart/2005/8/layout/orgChart1"/>
    <dgm:cxn modelId="{0309A3A1-08A0-4D0E-B081-967C3A7CC9D8}" type="presOf" srcId="{365F738A-913C-4348-9796-D49E1C5033A5}" destId="{3E1D6295-783B-42D6-8E82-BBC5821961A8}" srcOrd="0" destOrd="0" presId="urn:microsoft.com/office/officeart/2005/8/layout/orgChart1"/>
    <dgm:cxn modelId="{B749CFA1-FD76-4D45-9B69-0436950A8A66}" type="presOf" srcId="{30D83077-9B77-43D3-BF3B-BBBA0C9B5BFE}" destId="{616EBF83-A692-40D3-BF8E-62B65D4BE81E}" srcOrd="0" destOrd="0" presId="urn:microsoft.com/office/officeart/2005/8/layout/orgChart1"/>
    <dgm:cxn modelId="{1039C6A2-8703-4027-A67E-04CEEDEF9997}" srcId="{0F02B370-286F-4E1B-80A8-B2AD40265B7C}" destId="{D14C7614-27D5-4E4F-8052-3DCB848C4C15}" srcOrd="0" destOrd="0" parTransId="{33508EAC-AEAD-46D9-921B-97C08CEC33E2}" sibTransId="{4F0797BC-4B4B-4825-80AC-DCDA662486D7}"/>
    <dgm:cxn modelId="{4A8CC8A2-C69F-48D5-8CEB-A383E02B71B6}" type="presOf" srcId="{D5A20E85-54F1-4BDD-8D5A-85DC2B017FD3}" destId="{44AAF98A-5541-4052-8283-E669C2C8C015}" srcOrd="0" destOrd="0" presId="urn:microsoft.com/office/officeart/2005/8/layout/orgChart1"/>
    <dgm:cxn modelId="{8CD501A3-8014-4E75-BAC9-CACB0AF2C3CA}" type="presOf" srcId="{B7F610B9-F767-4802-9D62-1F3D8773B4E2}" destId="{7182617D-495A-4B51-8D1D-5DFF050DBB49}" srcOrd="0" destOrd="0" presId="urn:microsoft.com/office/officeart/2005/8/layout/orgChart1"/>
    <dgm:cxn modelId="{E15E13A5-63A8-4E40-9812-73C49160532F}" type="presOf" srcId="{9142E8A0-224B-4E01-A1E9-48A064437162}" destId="{9B3E5AE3-F174-4FF5-94C2-F98BD1DE49CA}" srcOrd="0" destOrd="0" presId="urn:microsoft.com/office/officeart/2005/8/layout/orgChart1"/>
    <dgm:cxn modelId="{CDF88DA5-0B71-43D7-84E8-0128197FD532}" srcId="{6643273A-E0A0-44C9-AA4C-39F5626F8635}" destId="{2999097B-F99F-4F74-B0CD-45540FCC688E}" srcOrd="2" destOrd="0" parTransId="{1E8C47B4-57B6-44D4-9251-5C3069E5E2A1}" sibTransId="{28179307-4272-47E0-B6FF-72EA220A2B1B}"/>
    <dgm:cxn modelId="{88B4B0A5-FC84-424B-97FC-DC619DA4AA3A}" srcId="{CFBF96BE-57AC-4278-BEE8-4529105B485E}" destId="{5E220795-0225-42DF-B063-0BBD03747952}" srcOrd="1" destOrd="0" parTransId="{3BF46AEE-2B7F-47D2-8895-ACA63BBF056C}" sibTransId="{30757C95-E940-46B4-A63C-897D5D2EE18C}"/>
    <dgm:cxn modelId="{3CAD4DA6-EF79-41E0-96F7-ADFA313CA867}" type="presOf" srcId="{7BEE9E06-318B-42F2-9F33-AA5A6AF5AFD3}" destId="{3DD08C02-678A-4FCF-B5A8-CEA2F0052064}" srcOrd="0" destOrd="0" presId="urn:microsoft.com/office/officeart/2005/8/layout/orgChart1"/>
    <dgm:cxn modelId="{BFD5D2A6-C9DF-49FD-9B09-5BEFE2146D78}" type="presOf" srcId="{9F2B3FC3-61DB-4B5C-922E-18663BADF539}" destId="{3AB09C24-4E65-4147-AB8E-F6FE406B2EB4}" srcOrd="0" destOrd="0" presId="urn:microsoft.com/office/officeart/2005/8/layout/orgChart1"/>
    <dgm:cxn modelId="{FDCF6DA7-FB4A-4159-953B-95D622981056}" type="presOf" srcId="{CA99B217-D2E1-434C-9A92-ABF1C7D609A0}" destId="{0A159BFA-B2DC-4B51-A627-4D380F447DFE}" srcOrd="0" destOrd="0" presId="urn:microsoft.com/office/officeart/2005/8/layout/orgChart1"/>
    <dgm:cxn modelId="{921BA2A7-363C-4466-9FB3-7B55DA17CE20}" type="presOf" srcId="{D14C7614-27D5-4E4F-8052-3DCB848C4C15}" destId="{593CCA12-D3A5-425D-877A-13F8D723C812}" srcOrd="0" destOrd="0" presId="urn:microsoft.com/office/officeart/2005/8/layout/orgChart1"/>
    <dgm:cxn modelId="{D4D7BAA7-0E6C-48F4-8DD5-21F1FE685777}" type="presOf" srcId="{5E220795-0225-42DF-B063-0BBD03747952}" destId="{1EEC46A2-0F29-439A-B4F4-76B02D257297}" srcOrd="1" destOrd="0" presId="urn:microsoft.com/office/officeart/2005/8/layout/orgChart1"/>
    <dgm:cxn modelId="{C753E5A7-7A8C-4EFA-A4EC-9AFD0637C287}" type="presOf" srcId="{D37181C0-EB2B-41F9-9295-0C7825390699}" destId="{10CE085D-2F87-4D72-B64C-E94D593F7602}" srcOrd="0" destOrd="0" presId="urn:microsoft.com/office/officeart/2005/8/layout/orgChart1"/>
    <dgm:cxn modelId="{49A02DA8-92BB-429F-A755-417A2EC3E9B9}" srcId="{10A0EA3D-3AD4-4A16-AC66-3525B6400D15}" destId="{92162928-B373-4802-B988-4C318FAE4B4C}" srcOrd="0" destOrd="0" parTransId="{691118F6-AAF5-40E0-AD6D-235FADC018C0}" sibTransId="{7F58E25C-EE12-4CC1-9C39-BC755918B106}"/>
    <dgm:cxn modelId="{1A45A6A8-2F59-4327-8244-DC04CD89BAEF}" type="presOf" srcId="{8121365C-0E5F-46FD-99B3-A0710F6DD8BD}" destId="{9AB20978-08CF-4AAB-B144-0305DE5CA8BA}" srcOrd="0" destOrd="0" presId="urn:microsoft.com/office/officeart/2005/8/layout/orgChart1"/>
    <dgm:cxn modelId="{93AFC2A8-4228-4EAF-9ED7-8021B279B8CF}" type="presOf" srcId="{7D572539-DE87-40F3-B669-708AA19CD8FF}" destId="{49E67E62-2C01-47D1-B4EC-9E00895DFB76}" srcOrd="0" destOrd="0" presId="urn:microsoft.com/office/officeart/2005/8/layout/orgChart1"/>
    <dgm:cxn modelId="{A92710A9-33FB-45F2-9D3D-559DA01DAEE9}" type="presOf" srcId="{7BF88B82-888B-49BD-A1A1-594F46E7AAFD}" destId="{3AE7B6D5-A9E5-45D7-99CE-794AFB82D9B3}" srcOrd="1" destOrd="0" presId="urn:microsoft.com/office/officeart/2005/8/layout/orgChart1"/>
    <dgm:cxn modelId="{060760AA-E253-43A1-BD53-37B7D99BE154}" srcId="{F347438A-0669-4C4D-B43B-E4FE3266C9E4}" destId="{D37181C0-EB2B-41F9-9295-0C7825390699}" srcOrd="0" destOrd="0" parTransId="{E7FE6D24-1D12-4A2D-B27A-3A8273F500EC}" sibTransId="{1E522656-8356-4458-A9D1-26EB60021D23}"/>
    <dgm:cxn modelId="{78DC8CAA-FF44-4D46-ADD2-95DE26C8532E}" srcId="{A28E73CD-1ADF-4FD7-BDF2-94845C2AC621}" destId="{7BF88B82-888B-49BD-A1A1-594F46E7AAFD}" srcOrd="0" destOrd="0" parTransId="{42FA3DFA-7D82-4300-BC28-DF695A0D5060}" sibTransId="{20747CCF-25CE-4937-B7D1-4A284383B636}"/>
    <dgm:cxn modelId="{E49DE1AB-42B2-4E2D-9425-23BE107B1595}" type="presOf" srcId="{75DFC915-9462-4A30-AE1F-37CE18B3C6D2}" destId="{6F0642B5-C6D2-460F-8B0D-117246BD79FD}" srcOrd="1" destOrd="0" presId="urn:microsoft.com/office/officeart/2005/8/layout/orgChart1"/>
    <dgm:cxn modelId="{10D644AD-AD11-4EF5-B06E-C3181489F72B}" srcId="{54A9AC21-9BEE-46DA-945E-0274E08E01BE}" destId="{A6C982AE-7E87-42EF-9519-484AC7A8FB62}" srcOrd="0" destOrd="0" parTransId="{FBA1094A-72EE-4D29-88C7-F567DE00BB55}" sibTransId="{696E9BE3-11C6-4844-A17A-71362233C544}"/>
    <dgm:cxn modelId="{0EA915AE-26FF-4703-8C02-71337901574F}" type="presOf" srcId="{F8130828-F801-48B7-A83D-32C060147E31}" destId="{B67FA171-3DC1-4B30-B97D-AAB0EE775448}" srcOrd="0" destOrd="0" presId="urn:microsoft.com/office/officeart/2005/8/layout/orgChart1"/>
    <dgm:cxn modelId="{9F19FDAE-E1B9-41D5-AF46-AEAD3BE9401C}" type="presOf" srcId="{7E92AB31-7104-46B2-B607-60B646D69120}" destId="{949025D6-383D-4129-B503-AA9F63878290}" srcOrd="0" destOrd="0" presId="urn:microsoft.com/office/officeart/2005/8/layout/orgChart1"/>
    <dgm:cxn modelId="{EAB615B0-6875-4455-B24F-4083521A9345}" type="presOf" srcId="{8F8EB173-FE04-42A8-A31C-8FA48EF125AE}" destId="{EB396DB6-4DC5-4442-837A-E2E1CE38B356}" srcOrd="0" destOrd="0" presId="urn:microsoft.com/office/officeart/2005/8/layout/orgChart1"/>
    <dgm:cxn modelId="{394516B0-B525-45E2-8D4E-48789F110407}" type="presOf" srcId="{F9E2873B-214B-4A13-8185-ECBA31857982}" destId="{6FBB02BB-80F6-4940-A0CF-360B0A93D55E}" srcOrd="1" destOrd="0" presId="urn:microsoft.com/office/officeart/2005/8/layout/orgChart1"/>
    <dgm:cxn modelId="{42D55BB0-CA62-4826-B9A2-8A71240990F6}" type="presOf" srcId="{E2E6DF79-7425-48CA-8809-6E1BCAF95692}" destId="{A9BECE89-7409-46B8-A154-D3B00822D466}" srcOrd="0" destOrd="0" presId="urn:microsoft.com/office/officeart/2005/8/layout/orgChart1"/>
    <dgm:cxn modelId="{7404A8B0-EDD9-40BB-89D6-3E9F35DEA4E0}" srcId="{46C62D43-DFB6-4096-86E8-A2BE19E04495}" destId="{F3D3C862-32B3-48DB-855E-F0D17B875E57}" srcOrd="0" destOrd="0" parTransId="{F5018B2D-9C90-46EB-B2A3-FAE5DAC49F3A}" sibTransId="{2AB52093-D58E-4647-805B-549C890DBA47}"/>
    <dgm:cxn modelId="{532E5BB1-1AB7-407D-9F83-1EF7FB4C309C}" type="presOf" srcId="{6E77453F-549C-468D-A718-5BA539E771F6}" destId="{DF0F6781-6D9F-43E1-B0A6-3FB05F7672A9}" srcOrd="1" destOrd="0" presId="urn:microsoft.com/office/officeart/2005/8/layout/orgChart1"/>
    <dgm:cxn modelId="{B4FC74B1-3D50-4E38-823E-3A07DE56A33F}" type="presOf" srcId="{AFEA2FF0-0667-45C1-994F-B48DF55B89D9}" destId="{8DD2836F-1A91-4A56-92CD-F5130CF0875C}" srcOrd="0" destOrd="0" presId="urn:microsoft.com/office/officeart/2005/8/layout/orgChart1"/>
    <dgm:cxn modelId="{FB0693B1-8EC5-45E9-9D21-2B69EBEA5AC7}" type="presOf" srcId="{9F67CAE4-E92C-417F-AFE7-07BD28D029B6}" destId="{3DB4E9DF-8756-4DE7-88C8-D5C9CFAF646D}" srcOrd="0" destOrd="0" presId="urn:microsoft.com/office/officeart/2005/8/layout/orgChart1"/>
    <dgm:cxn modelId="{4986A6B1-0CE0-46DE-B1E3-B70EB53449EB}" type="presOf" srcId="{DD019138-C359-494D-98ED-347B0105B949}" destId="{76EA3F57-55FB-4A71-854C-08DB1884C183}" srcOrd="1" destOrd="0" presId="urn:microsoft.com/office/officeart/2005/8/layout/orgChart1"/>
    <dgm:cxn modelId="{DD2569B3-6965-40D9-95A4-1C3AF3DB462D}" type="presOf" srcId="{3AE023C7-59F1-46C1-A58D-6539FF08421A}" destId="{B52DB602-8DD0-424A-A7BF-90A43A1CF2C4}" srcOrd="0" destOrd="0" presId="urn:microsoft.com/office/officeart/2005/8/layout/orgChart1"/>
    <dgm:cxn modelId="{6E07B7B3-2E90-4095-BC36-8EF9E1EC36AF}" type="presOf" srcId="{FDA23E4A-D86D-4E3A-8AFF-AC54CC4F6240}" destId="{0F3BE9D2-FE1C-400C-9E2D-0E59FB03D403}" srcOrd="0" destOrd="0" presId="urn:microsoft.com/office/officeart/2005/8/layout/orgChart1"/>
    <dgm:cxn modelId="{8307C9B4-73F4-4D54-A500-A34129AA7572}" type="presOf" srcId="{A28E73CD-1ADF-4FD7-BDF2-94845C2AC621}" destId="{2C0E9B76-49CE-4D8B-B570-33ED9DF92348}" srcOrd="1" destOrd="0" presId="urn:microsoft.com/office/officeart/2005/8/layout/orgChart1"/>
    <dgm:cxn modelId="{85BE6EB5-E86B-447D-AED0-E33374C0D994}" srcId="{D37181C0-EB2B-41F9-9295-0C7825390699}" destId="{7655B349-781D-43F3-BFF9-092478C73A66}" srcOrd="2" destOrd="0" parTransId="{9757FBD4-62BD-4A35-B21C-19CBC9A54D4E}" sibTransId="{AF7DE6E5-AFF7-4DD9-A929-B156DD4FFF9C}"/>
    <dgm:cxn modelId="{074A50B5-1712-4D96-9303-B067C11DEAA1}" type="presOf" srcId="{47D1B6BD-E01D-4FB8-A48A-F73AE157A8FA}" destId="{C20F7FE4-01CF-4E17-9805-BFB1CA1223F6}" srcOrd="1" destOrd="0" presId="urn:microsoft.com/office/officeart/2005/8/layout/orgChart1"/>
    <dgm:cxn modelId="{C5EEDAB7-5D98-4D22-93FE-10A83722821A}" type="presOf" srcId="{6E77453F-549C-468D-A718-5BA539E771F6}" destId="{4024B69A-A5B1-4FFD-A105-470485972074}" srcOrd="0" destOrd="0" presId="urn:microsoft.com/office/officeart/2005/8/layout/orgChart1"/>
    <dgm:cxn modelId="{BBAB00BA-9BD1-4F04-AEEF-3E810CF3C0F5}" srcId="{5E220795-0225-42DF-B063-0BBD03747952}" destId="{428883E3-5029-479B-B4AE-1E67629A9E51}" srcOrd="0" destOrd="0" parTransId="{A56718B9-4ED1-4543-BF35-C3D5ED90FC88}" sibTransId="{F5E2D09A-558C-4849-A95B-8FBBC39DA2F4}"/>
    <dgm:cxn modelId="{71DF2FBA-1925-439C-92D8-A223501D9BDD}" srcId="{8ED0AA8F-F858-47AE-BA4B-3DFE84DF61B9}" destId="{DA5965B4-997C-4E91-8582-2E1B6FE6AB3A}" srcOrd="0" destOrd="0" parTransId="{6A14A125-FC0D-4475-9DC4-A9A2A4F06E37}" sibTransId="{CA4D7CE4-4DFA-4EBC-AA94-D062E017C712}"/>
    <dgm:cxn modelId="{80F7ACBA-643F-4795-97D3-687995394859}" srcId="{10A0EA3D-3AD4-4A16-AC66-3525B6400D15}" destId="{7E92AB31-7104-46B2-B607-60B646D69120}" srcOrd="5" destOrd="0" parTransId="{3D17D3DC-3F84-42B8-BAE4-84EB154E8AF0}" sibTransId="{B417A743-5C55-4663-9F8B-C6C9BDAFED63}"/>
    <dgm:cxn modelId="{C46940BB-BE7C-4CF1-99A7-FD60432DB8A2}" type="presOf" srcId="{0F02B370-286F-4E1B-80A8-B2AD40265B7C}" destId="{78F581A2-A236-4AAE-9594-81595AF744C3}" srcOrd="0" destOrd="0" presId="urn:microsoft.com/office/officeart/2005/8/layout/orgChart1"/>
    <dgm:cxn modelId="{2F9199BB-16C0-42B6-A8E4-09249BF0E22D}" srcId="{802F07BC-ECAC-4E64-9E89-16BF0F6F2967}" destId="{1995E8D6-3D32-433A-A193-4893EEF1BEF8}" srcOrd="0" destOrd="0" parTransId="{62D1DC27-E448-4E50-86BC-179077DA424A}" sibTransId="{F976EC08-CB49-4E51-8841-1D6BF9359F11}"/>
    <dgm:cxn modelId="{303B2ABD-9244-4F62-9DAE-C39BFD5185DE}" type="presOf" srcId="{0A6E5AED-04A8-4811-BD1A-33EA9D4F6827}" destId="{EA747B34-661A-4E5D-A35A-FF16AF2D4857}" srcOrd="1" destOrd="0" presId="urn:microsoft.com/office/officeart/2005/8/layout/orgChart1"/>
    <dgm:cxn modelId="{81AE6BBD-E7DF-4A94-BF8A-6CB6457D2BB3}" type="presOf" srcId="{F628E07E-53BE-490E-A6FE-D0C758C5DFD7}" destId="{9A444F87-7A55-4C5E-A1E8-8723EACC0906}" srcOrd="0" destOrd="0" presId="urn:microsoft.com/office/officeart/2005/8/layout/orgChart1"/>
    <dgm:cxn modelId="{423178BD-5531-4709-8A95-4E6CAF470897}" type="presOf" srcId="{8FDE3B2B-CDF4-411F-A8AA-884CE2DB5327}" destId="{525263E0-9FEB-4E00-B519-0E92728E0701}" srcOrd="0" destOrd="0" presId="urn:microsoft.com/office/officeart/2005/8/layout/orgChart1"/>
    <dgm:cxn modelId="{7892A7BD-EE2A-433F-B629-82E35E038A7B}" srcId="{75DFC915-9462-4A30-AE1F-37CE18B3C6D2}" destId="{F9E2873B-214B-4A13-8185-ECBA31857982}" srcOrd="3" destOrd="0" parTransId="{30D83077-9B77-43D3-BF3B-BBBA0C9B5BFE}" sibTransId="{69DA53F9-7D17-4D41-B4A8-E036ACB4F348}"/>
    <dgm:cxn modelId="{632230BE-C239-422B-AF3F-B36613F5AA1C}" type="presOf" srcId="{1E8C47B4-57B6-44D4-9251-5C3069E5E2A1}" destId="{E6F698D2-2093-458F-B84D-AA66833538A9}" srcOrd="0" destOrd="0" presId="urn:microsoft.com/office/officeart/2005/8/layout/orgChart1"/>
    <dgm:cxn modelId="{2673A5BF-BC3A-4296-B125-40D206354DAD}" type="presOf" srcId="{E0799B28-B033-4578-9678-E99E15C1A950}" destId="{6ADA04BB-B014-4556-AAE6-28679D7C3DC6}" srcOrd="0" destOrd="0" presId="urn:microsoft.com/office/officeart/2005/8/layout/orgChart1"/>
    <dgm:cxn modelId="{3E89B8BF-1B8C-4407-8359-7DD5C5867082}" type="presOf" srcId="{6331494F-B7F7-43B9-B940-A6E92DD520FB}" destId="{6F18EC68-9423-4D3E-AE7A-3341E59033DA}" srcOrd="0" destOrd="0" presId="urn:microsoft.com/office/officeart/2005/8/layout/orgChart1"/>
    <dgm:cxn modelId="{16460FC0-62B3-49B0-8731-939C40C2A175}" type="presOf" srcId="{C6AE7227-753A-4CF6-A17C-2204C6059E4B}" destId="{CF5056B5-8551-456B-ADDD-172A82571A09}" srcOrd="0" destOrd="0" presId="urn:microsoft.com/office/officeart/2005/8/layout/orgChart1"/>
    <dgm:cxn modelId="{45F863C0-ED29-43BB-8317-C3BA5CF09CC2}" type="presOf" srcId="{5BC67B52-23FD-43D0-BDDE-2A1751ACE510}" destId="{AB33D127-EC1A-4AFE-B4BB-B3EF5D912A2F}" srcOrd="0" destOrd="0" presId="urn:microsoft.com/office/officeart/2005/8/layout/orgChart1"/>
    <dgm:cxn modelId="{563FC5C0-8B50-4139-A0CB-C3E38E8BA9CD}" type="presOf" srcId="{AFEA2FF0-0667-45C1-994F-B48DF55B89D9}" destId="{69680318-E916-47EB-8BE1-7553D59CAAE6}" srcOrd="1" destOrd="0" presId="urn:microsoft.com/office/officeart/2005/8/layout/orgChart1"/>
    <dgm:cxn modelId="{9B220CC1-2823-4E27-9F18-E2BF841C2402}" srcId="{0F02B370-286F-4E1B-80A8-B2AD40265B7C}" destId="{1D40FD28-B519-4498-8E8B-68C513BE471D}" srcOrd="1" destOrd="0" parTransId="{0EF56B28-5CCA-46A9-9F09-6380BE012D42}" sibTransId="{240DEBAC-9F65-4195-9D7E-6CC755B8F0C3}"/>
    <dgm:cxn modelId="{FA5635C3-79B2-4962-9EAC-E662A9BA9378}" type="presOf" srcId="{21786809-87A8-4F63-8627-AC6AEE3CBE8E}" destId="{96802D50-6A53-49AB-861C-B717B91E4A8B}" srcOrd="1" destOrd="0" presId="urn:microsoft.com/office/officeart/2005/8/layout/orgChart1"/>
    <dgm:cxn modelId="{F842B1C3-F664-4876-A2AB-9797D8A982FB}" type="presOf" srcId="{5B71C4BA-58D0-4678-BF4C-36DCE37897CB}" destId="{5FC9E703-6BA5-4B1B-9742-1AE456126BDE}" srcOrd="0" destOrd="0" presId="urn:microsoft.com/office/officeart/2005/8/layout/orgChart1"/>
    <dgm:cxn modelId="{FA212FC5-B8C5-4956-9FCA-DE4B2EB8F410}" type="presOf" srcId="{EFFEBE65-0D7E-4CFE-B6A2-347B4DCFE3F7}" destId="{AE2696DE-6BAC-4CC2-9C40-EDF7CD2B0B93}" srcOrd="1" destOrd="0" presId="urn:microsoft.com/office/officeart/2005/8/layout/orgChart1"/>
    <dgm:cxn modelId="{765C43C7-C66E-453C-BBB6-0CD619DB4302}" type="presOf" srcId="{54A9AC21-9BEE-46DA-945E-0274E08E01BE}" destId="{1E67F216-58ED-4840-9B6E-311D3A19BF87}" srcOrd="1" destOrd="0" presId="urn:microsoft.com/office/officeart/2005/8/layout/orgChart1"/>
    <dgm:cxn modelId="{A0DBF9C7-B728-4596-B47D-9D99DA644DB4}" type="presOf" srcId="{3BBD5B69-7611-4112-9281-2EA43AE372F4}" destId="{DBAD3D67-73EA-47EE-8B7D-B405F9600C71}" srcOrd="0" destOrd="0" presId="urn:microsoft.com/office/officeart/2005/8/layout/orgChart1"/>
    <dgm:cxn modelId="{5F5F20C9-F4E0-4374-8747-B7F46FEC88D8}" srcId="{10A0EA3D-3AD4-4A16-AC66-3525B6400D15}" destId="{75DFC915-9462-4A30-AE1F-37CE18B3C6D2}" srcOrd="3" destOrd="0" parTransId="{F8130828-F801-48B7-A83D-32C060147E31}" sibTransId="{727CFFC1-D6CC-4121-8182-E56D6E59AF3A}"/>
    <dgm:cxn modelId="{EC2556C9-D0C7-4DB6-91CE-C2087DF5117A}" srcId="{CD88A2CD-F5BF-4BD7-9A4B-860328F73501}" destId="{131AAAA6-3DBF-4C5F-AC69-2F518A5D4C71}" srcOrd="0" destOrd="0" parTransId="{7BEE9E06-318B-42F2-9F33-AA5A6AF5AFD3}" sibTransId="{1B3E9211-31F5-444B-A9B8-9968A258610A}"/>
    <dgm:cxn modelId="{52D20ACA-3515-4580-AF08-7ACFC35DB1F1}" srcId="{DF9E427A-F061-4D73-876E-50DFE6A2B7E5}" destId="{A28E73CD-1ADF-4FD7-BDF2-94845C2AC621}" srcOrd="1" destOrd="0" parTransId="{CC45007F-695F-455A-A6FF-3E844A3B7B0B}" sibTransId="{F19FEEFF-AE5C-44CD-8398-46112BB8760F}"/>
    <dgm:cxn modelId="{58516ACA-52A4-4F16-814B-3F2153507693}" type="presOf" srcId="{A6487DDA-E2F9-497C-B02B-7EEB212D436A}" destId="{2AEC6C7A-DDCF-4B40-99EA-D4DD011ECA4E}" srcOrd="0" destOrd="0" presId="urn:microsoft.com/office/officeart/2005/8/layout/orgChart1"/>
    <dgm:cxn modelId="{6B48B3CB-F347-4DF2-9D0C-98812AE956CF}" type="presOf" srcId="{B72FBF70-8E1A-4F24-AD17-11320D232558}" destId="{BB8B2059-4800-4077-8093-7D2CEF5958F0}" srcOrd="0" destOrd="0" presId="urn:microsoft.com/office/officeart/2005/8/layout/orgChart1"/>
    <dgm:cxn modelId="{DDA77ECC-8D45-4786-865D-B450A07E4BAE}" srcId="{EA7F307C-CC0C-4FC9-A82E-FF09A7E600A5}" destId="{22449987-8025-4B77-8DBC-2091467CAE53}" srcOrd="1" destOrd="0" parTransId="{0D71902D-9D4E-4FBD-AB5E-E2E44BA3F273}" sibTransId="{9F36A8EA-1D91-4955-890E-AA133FB378F9}"/>
    <dgm:cxn modelId="{5B1B87CC-7DAE-4E0F-99E8-920397472768}" type="presOf" srcId="{691118F6-AAF5-40E0-AD6D-235FADC018C0}" destId="{A6E2B9B1-B808-4C3E-9CA4-FDBFEB7C6E12}" srcOrd="0" destOrd="0" presId="urn:microsoft.com/office/officeart/2005/8/layout/orgChart1"/>
    <dgm:cxn modelId="{921A4FCD-B41C-41B2-841B-D0374A241845}" type="presOf" srcId="{22449987-8025-4B77-8DBC-2091467CAE53}" destId="{D9DEFA6F-50D7-42A0-8010-448A962F1AD9}" srcOrd="0" destOrd="0" presId="urn:microsoft.com/office/officeart/2005/8/layout/orgChart1"/>
    <dgm:cxn modelId="{C0E185CD-E29F-40EA-89BE-B3E632E35254}" srcId="{D37181C0-EB2B-41F9-9295-0C7825390699}" destId="{47D1B6BD-E01D-4FB8-A48A-F73AE157A8FA}" srcOrd="0" destOrd="0" parTransId="{042A0B42-35BD-44FF-A127-E1B823388AD3}" sibTransId="{4EFED82B-47A6-44AE-A5B1-824CD0ABEBE1}"/>
    <dgm:cxn modelId="{096CA0CF-2BE8-4879-A371-EAEDA4E17F9A}" type="presOf" srcId="{8741B637-3A66-4486-82EB-D860EBBB90E8}" destId="{162B8196-3192-4394-A19D-1D45520737D9}" srcOrd="1" destOrd="0" presId="urn:microsoft.com/office/officeart/2005/8/layout/orgChart1"/>
    <dgm:cxn modelId="{436CE4CF-BC10-4CAF-8BDE-2989C02F1E7F}" type="presOf" srcId="{D3F3D652-40B4-4F77-A0DE-5B308EC84255}" destId="{F183183A-BA52-4850-8FF9-4CADAF5E4868}" srcOrd="0" destOrd="0" presId="urn:microsoft.com/office/officeart/2005/8/layout/orgChart1"/>
    <dgm:cxn modelId="{67E825D0-48C9-4476-9B99-8E9142E8059B}" type="presOf" srcId="{53952EBF-9F68-40F8-9400-02FA480C56DB}" destId="{367AF7A0-2A01-4D95-8B5E-972F70B4C0F5}" srcOrd="0" destOrd="0" presId="urn:microsoft.com/office/officeart/2005/8/layout/orgChart1"/>
    <dgm:cxn modelId="{A6C515D2-B4DB-4DD7-874D-B06FBA544E75}" srcId="{3C4D4573-00FE-4385-9AB0-35B1A3B99E3A}" destId="{2B7A2AF4-8948-4079-A7B3-2708D37C20EA}" srcOrd="0" destOrd="0" parTransId="{451590DA-2CEC-4D80-A8A1-1037149B1796}" sibTransId="{95442638-25BB-4592-831D-0191AB737D13}"/>
    <dgm:cxn modelId="{0513DAD2-C40C-43F3-8B72-5C38CF489241}" srcId="{CB4CCCC3-7370-4A48-B4F0-22A7925D32B5}" destId="{8EEC5B21-0D2B-4DEE-80C2-D6879B74B3CE}" srcOrd="0" destOrd="0" parTransId="{8FDE3B2B-CDF4-411F-A8AA-884CE2DB5327}" sibTransId="{7C22C954-5C63-46D0-BE5D-853C777240FB}"/>
    <dgm:cxn modelId="{FAC161D3-739B-49C2-8FEE-EC0EC928C71B}" type="presOf" srcId="{9FB0F92B-EE57-40FB-97CE-A2A3DBCB6808}" destId="{D3A5EE3C-4260-444A-B632-C44383CA70CC}" srcOrd="0" destOrd="0" presId="urn:microsoft.com/office/officeart/2005/8/layout/orgChart1"/>
    <dgm:cxn modelId="{E917DED4-3E25-4CFD-B13D-71559CDBD650}" type="presOf" srcId="{5BC67B52-23FD-43D0-BDDE-2A1751ACE510}" destId="{7CFEFB37-4283-47BA-9C43-F70CA0AF8AA7}" srcOrd="1" destOrd="0" presId="urn:microsoft.com/office/officeart/2005/8/layout/orgChart1"/>
    <dgm:cxn modelId="{5E6470D8-FDE8-428E-B666-A3951A6AFA8E}" type="presOf" srcId="{B3937427-3CB7-47A2-A254-1DBEF8391E09}" destId="{C06A6C2A-F54F-4DBB-B0E3-6A5619106660}" srcOrd="0" destOrd="0" presId="urn:microsoft.com/office/officeart/2005/8/layout/orgChart1"/>
    <dgm:cxn modelId="{66212FD9-E67B-4CA1-8B42-316E21BB7C2C}" type="presOf" srcId="{4A6BD8FF-ADBD-4F71-9F37-D0CC2B66C712}" destId="{CFAFF93A-1C4C-4882-BB30-7252FF173ECA}" srcOrd="1" destOrd="0" presId="urn:microsoft.com/office/officeart/2005/8/layout/orgChart1"/>
    <dgm:cxn modelId="{459AB8D9-1252-46A5-B4C4-C29840AF6C18}" type="presOf" srcId="{FF2E5661-B47C-4285-BE7D-381982BFB46B}" destId="{893D2EC9-8AB0-4D5F-A929-37247C996C8F}" srcOrd="1" destOrd="0" presId="urn:microsoft.com/office/officeart/2005/8/layout/orgChart1"/>
    <dgm:cxn modelId="{40B4EED9-6077-4D77-87AA-B9E9CD834AFD}" type="presOf" srcId="{24C89210-D592-4B9A-B496-DFB3A2B7796B}" destId="{C75B54DB-3E49-4B47-BD96-C811E653AA13}" srcOrd="0" destOrd="0" presId="urn:microsoft.com/office/officeart/2005/8/layout/orgChart1"/>
    <dgm:cxn modelId="{05C667DA-F404-4959-A9BC-094FA229607A}" srcId="{75DFC915-9462-4A30-AE1F-37CE18B3C6D2}" destId="{6643273A-E0A0-44C9-AA4C-39F5626F8635}" srcOrd="0" destOrd="0" parTransId="{88F3F940-1A2B-4FE8-9119-7BD54E7030DE}" sibTransId="{415B0BBB-9BAA-4D37-AEF7-33261E82BCB4}"/>
    <dgm:cxn modelId="{27E311DB-50C6-47DC-839E-858EDDE74B83}" type="presOf" srcId="{EA7F307C-CC0C-4FC9-A82E-FF09A7E600A5}" destId="{0E49DEDC-2F21-4D10-8473-7AFFF426254E}" srcOrd="0" destOrd="0" presId="urn:microsoft.com/office/officeart/2005/8/layout/orgChart1"/>
    <dgm:cxn modelId="{79096BDB-D4AE-4847-A961-1C261680FAFC}" type="presOf" srcId="{8EFC0F4F-CB07-4D99-BF57-011C9F84254D}" destId="{7C8EAF65-A1B0-4B3D-B519-57D033C16C47}" srcOrd="0" destOrd="0" presId="urn:microsoft.com/office/officeart/2005/8/layout/orgChart1"/>
    <dgm:cxn modelId="{AE2034DC-1EA1-4FF5-8DEC-6F522EE09E01}" srcId="{D37181C0-EB2B-41F9-9295-0C7825390699}" destId="{CB33B5A9-A7BC-4BBE-AD6F-ABFC0F2EF890}" srcOrd="1" destOrd="0" parTransId="{B3937427-3CB7-47A2-A254-1DBEF8391E09}" sibTransId="{C2F85847-97BA-4AB2-95B4-2FA4F2650357}"/>
    <dgm:cxn modelId="{D25274DC-1F59-43E9-826C-384C6A2AFC9B}" type="presOf" srcId="{66051843-58C5-47D2-810C-BCB2ADB0ADBD}" destId="{A60C6735-5A16-42A6-A5F9-2C2EFCECFD93}" srcOrd="0" destOrd="0" presId="urn:microsoft.com/office/officeart/2005/8/layout/orgChart1"/>
    <dgm:cxn modelId="{5650AEDC-F807-4B81-B95A-049D40A627EA}" srcId="{46C62D43-DFB6-4096-86E8-A2BE19E04495}" destId="{DD019138-C359-494D-98ED-347B0105B949}" srcOrd="1" destOrd="0" parTransId="{2D161398-42D5-4C73-B54E-213F219956E3}" sibTransId="{1C295444-0813-4175-80DD-8A3993533D9B}"/>
    <dgm:cxn modelId="{067520DE-7BA1-4614-90AD-EC26984BCA6E}" srcId="{CB4CCCC3-7370-4A48-B4F0-22A7925D32B5}" destId="{4A6BD8FF-ADBD-4F71-9F37-D0CC2B66C712}" srcOrd="2" destOrd="0" parTransId="{586199D6-A9A3-4C8C-A44F-DE09F8626B96}" sibTransId="{7B940581-2C17-4304-BA99-94068EE81552}"/>
    <dgm:cxn modelId="{FA016DDE-6AAC-4F16-876C-9D6F22828042}" type="presOf" srcId="{DD019138-C359-494D-98ED-347B0105B949}" destId="{BAC29D16-D5D2-4064-9021-567B309A0AF5}" srcOrd="0" destOrd="0" presId="urn:microsoft.com/office/officeart/2005/8/layout/orgChart1"/>
    <dgm:cxn modelId="{C2BB43DF-9735-4C9C-82B0-DD08AC3F0AA6}" srcId="{CECEB750-6BDD-43D9-B248-B56DE714FE9F}" destId="{EF601717-0AD9-4C72-B3C0-54DAC7310903}" srcOrd="1" destOrd="0" parTransId="{7B908BC7-1A59-4FAE-B23E-92AB79DF1A72}" sibTransId="{640DCE29-748B-40DE-8B5E-CCECEF23AA21}"/>
    <dgm:cxn modelId="{9219D5DF-DE0B-4809-9D5B-3DF935289F3F}" type="presOf" srcId="{3D17D3DC-3F84-42B8-BAE4-84EB154E8AF0}" destId="{DF3304B9-2D35-4617-A0C0-EEA5ED4D896F}" srcOrd="0" destOrd="0" presId="urn:microsoft.com/office/officeart/2005/8/layout/orgChart1"/>
    <dgm:cxn modelId="{83010BE0-C8AB-483D-84B0-84A1AC9BE759}" type="presOf" srcId="{2B7A2AF4-8948-4079-A7B3-2708D37C20EA}" destId="{F2A0797B-C214-4ED1-A27F-3053ED5AB832}" srcOrd="0" destOrd="0" presId="urn:microsoft.com/office/officeart/2005/8/layout/orgChart1"/>
    <dgm:cxn modelId="{995A26E0-751B-44C3-B754-E3F128A16212}" type="presOf" srcId="{DA553376-9E3E-44FE-B635-EC88EBC996F6}" destId="{877303BB-A1C1-49E3-8425-6380A19A44B6}" srcOrd="0" destOrd="0" presId="urn:microsoft.com/office/officeart/2005/8/layout/orgChart1"/>
    <dgm:cxn modelId="{AE9367E0-EB8A-47C2-8D4E-BE2AAE98BA54}" type="presOf" srcId="{3C4D4573-00FE-4385-9AB0-35B1A3B99E3A}" destId="{280E1071-5A46-442F-ACFB-2F1321A723E5}" srcOrd="0" destOrd="0" presId="urn:microsoft.com/office/officeart/2005/8/layout/orgChart1"/>
    <dgm:cxn modelId="{F89D98E1-CCED-4D32-AAB5-E86D2C693F46}" type="presOf" srcId="{658EF723-C701-46CA-AA8B-07980697ED77}" destId="{A9E8EC62-882B-458E-B046-3A5C01A16C8C}" srcOrd="1" destOrd="0" presId="urn:microsoft.com/office/officeart/2005/8/layout/orgChart1"/>
    <dgm:cxn modelId="{CFFC03E2-599D-4AF7-956E-F998AD62E8AC}" type="presOf" srcId="{CA1BCE5D-6FD8-44EE-B583-7F8291340239}" destId="{D5E18670-3FA3-4B42-B0B4-41849AD1D8B3}" srcOrd="0" destOrd="0" presId="urn:microsoft.com/office/officeart/2005/8/layout/orgChart1"/>
    <dgm:cxn modelId="{471F11E2-7B9B-4372-B06B-8CF778AA3E77}" type="presOf" srcId="{77DBC02B-2E04-4ED6-9C7D-D1831AC32D00}" destId="{D7008205-7CFD-457D-BEFD-60103809B2AE}" srcOrd="1" destOrd="0" presId="urn:microsoft.com/office/officeart/2005/8/layout/orgChart1"/>
    <dgm:cxn modelId="{1AC571E2-7F6B-4034-A594-E0B4BEAE27C6}" type="presOf" srcId="{88F3F940-1A2B-4FE8-9119-7BD54E7030DE}" destId="{27480C38-F788-44D0-8BD2-BD48D0A99F72}" srcOrd="0" destOrd="0" presId="urn:microsoft.com/office/officeart/2005/8/layout/orgChart1"/>
    <dgm:cxn modelId="{1C8D0FE5-1D8A-4265-8FE3-F98FC624B1B1}" type="presOf" srcId="{E4B1343E-423B-4C66-91A4-3B532FE93BED}" destId="{9CD4C9EF-2D10-4B07-857A-DB281FBCE91A}" srcOrd="0" destOrd="0" presId="urn:microsoft.com/office/officeart/2005/8/layout/orgChart1"/>
    <dgm:cxn modelId="{3D62D7E5-8E01-4750-9F90-4A5D103DE8BD}" type="presOf" srcId="{672B9618-FEBF-4346-B30D-A336A0AE8467}" destId="{C4A680E6-35BA-4611-9F8F-42F9EFD04CB0}" srcOrd="1" destOrd="0" presId="urn:microsoft.com/office/officeart/2005/8/layout/orgChart1"/>
    <dgm:cxn modelId="{A09FE2E5-F4B5-4876-988B-60B930AB9521}" srcId="{D14C7614-27D5-4E4F-8052-3DCB848C4C15}" destId="{181C05FB-7B3F-4400-B252-493E9E832DA2}" srcOrd="0" destOrd="0" parTransId="{0376C576-567C-4EF2-A84E-1E6D6ABB0F25}" sibTransId="{F53A467C-1233-4413-9526-EBAF7D6486BF}"/>
    <dgm:cxn modelId="{2E4D19E6-3700-4440-9ADA-81D8CB62DF47}" type="presOf" srcId="{15829F6C-B79C-4AC3-8668-BA9C030767AA}" destId="{71972226-CF9B-4B5E-B7D0-334CD4E2FD05}" srcOrd="1" destOrd="0" presId="urn:microsoft.com/office/officeart/2005/8/layout/orgChart1"/>
    <dgm:cxn modelId="{A75F75E6-FC7A-4FAC-B6C0-7CA5872BD0A9}" type="presOf" srcId="{F347438A-0669-4C4D-B43B-E4FE3266C9E4}" destId="{877CA1CD-EE42-45B1-B6A0-23D6C72D87D2}" srcOrd="0" destOrd="0" presId="urn:microsoft.com/office/officeart/2005/8/layout/orgChart1"/>
    <dgm:cxn modelId="{58E183E6-3B7E-4F5E-897A-9B5E9E00F918}" type="presOf" srcId="{9C1E23F2-A1FA-4920-95D8-3D415D562AC0}" destId="{49204600-32B6-4DAA-B2A9-33D342E36570}" srcOrd="0" destOrd="0" presId="urn:microsoft.com/office/officeart/2005/8/layout/orgChart1"/>
    <dgm:cxn modelId="{A26994E6-0D7F-4477-ADA3-C8EFE6870D5E}" type="presOf" srcId="{9EA5AE3E-643B-4BDD-8799-234696ABFEC9}" destId="{3E46437F-E32F-47F7-8EDD-64115821CC2A}" srcOrd="0" destOrd="0" presId="urn:microsoft.com/office/officeart/2005/8/layout/orgChart1"/>
    <dgm:cxn modelId="{EF78A1E6-6CEC-405D-B6FC-3AAD922AF1EC}" type="presOf" srcId="{94D8149F-554D-4003-9716-5C9D44722F38}" destId="{68FC91E5-C49C-41BF-B024-7CA098363A02}" srcOrd="1" destOrd="0" presId="urn:microsoft.com/office/officeart/2005/8/layout/orgChart1"/>
    <dgm:cxn modelId="{64A2BAE7-8C0D-4293-B4FA-4E1711D0395C}" type="presOf" srcId="{2999097B-F99F-4F74-B0CD-45540FCC688E}" destId="{88A7852B-DB1B-4EC7-A3D3-D7577EA24083}" srcOrd="0" destOrd="0" presId="urn:microsoft.com/office/officeart/2005/8/layout/orgChart1"/>
    <dgm:cxn modelId="{6E20BFE9-852D-4973-97DB-E3C3DFDBE8A2}" type="presOf" srcId="{DA5965B4-997C-4E91-8582-2E1B6FE6AB3A}" destId="{21CF4B4E-17F3-4B7E-AC9B-1BE9F8AFC298}" srcOrd="1" destOrd="0" presId="urn:microsoft.com/office/officeart/2005/8/layout/orgChart1"/>
    <dgm:cxn modelId="{C1FA15EC-2D00-4551-8204-8AC8D528BF09}" type="presOf" srcId="{5DD4F1D4-186A-4A95-B41A-17DDDE2D9B8F}" destId="{B741AB0E-1EF5-45CA-99ED-B018D16E3EFD}" srcOrd="1" destOrd="0" presId="urn:microsoft.com/office/officeart/2005/8/layout/orgChart1"/>
    <dgm:cxn modelId="{8BAF6FEC-5C97-4D20-96B1-A01E4D117794}" type="presOf" srcId="{47D1B6BD-E01D-4FB8-A48A-F73AE157A8FA}" destId="{DEF32698-E10A-4C31-AF88-40E8F271221A}" srcOrd="0" destOrd="0" presId="urn:microsoft.com/office/officeart/2005/8/layout/orgChart1"/>
    <dgm:cxn modelId="{562B06ED-9D3B-4EBF-BD38-C83F8E1BCA12}" srcId="{8121365C-0E5F-46FD-99B3-A0710F6DD8BD}" destId="{CED1B1AA-491B-4915-8BA2-83CB2A3C7FED}" srcOrd="1" destOrd="0" parTransId="{B91696BD-1F93-4301-99EC-546E5904731C}" sibTransId="{D56F58A8-DDDF-40F6-BFCB-02704D239CE9}"/>
    <dgm:cxn modelId="{F63ACCED-EAE4-49C7-84BB-52B15598D5CD}" srcId="{DF9E427A-F061-4D73-876E-50DFE6A2B7E5}" destId="{8121365C-0E5F-46FD-99B3-A0710F6DD8BD}" srcOrd="0" destOrd="0" parTransId="{C6AE7227-753A-4CF6-A17C-2204C6059E4B}" sibTransId="{2E307615-B0C7-4847-8728-208875E0F83C}"/>
    <dgm:cxn modelId="{9763C5EE-A9D2-4B7C-8475-C6E58C45FD91}" type="presOf" srcId="{8292667C-5B88-4FD1-809B-C0508950839D}" destId="{4788FCB2-3828-42AD-9C38-205BCA40069F}" srcOrd="0" destOrd="0" presId="urn:microsoft.com/office/officeart/2005/8/layout/orgChart1"/>
    <dgm:cxn modelId="{85E10AEF-4426-4B5D-8581-BA7BF546AADF}" srcId="{F22492A6-BD29-4EE2-BA99-C6A9457F85FD}" destId="{658EF723-C701-46CA-AA8B-07980697ED77}" srcOrd="1" destOrd="0" parTransId="{258B4DF6-21CF-40E1-A750-3E5576C0DCEB}" sibTransId="{79C9744C-EBA6-4F70-B372-88F6D6514E29}"/>
    <dgm:cxn modelId="{376F02F0-AD65-45C1-A2E4-58993185BD56}" type="presOf" srcId="{5B71C4BA-58D0-4678-BF4C-36DCE37897CB}" destId="{951DC332-85C5-4269-BD26-8A9B72B49A19}" srcOrd="1" destOrd="0" presId="urn:microsoft.com/office/officeart/2005/8/layout/orgChart1"/>
    <dgm:cxn modelId="{381E2CF0-2E78-439B-922B-E8C37E43A753}" type="presOf" srcId="{2271A7C8-9E67-4014-AAFE-50AD5899DF68}" destId="{89E09DE1-78B9-40EA-9917-BE79B8951401}" srcOrd="0" destOrd="0" presId="urn:microsoft.com/office/officeart/2005/8/layout/orgChart1"/>
    <dgm:cxn modelId="{C1F92FF0-5C02-45FA-9102-9DCC6DBA5E4B}" type="presOf" srcId="{92162928-B373-4802-B988-4C318FAE4B4C}" destId="{38710617-AD94-492E-877A-67DEA8A29246}" srcOrd="1" destOrd="0" presId="urn:microsoft.com/office/officeart/2005/8/layout/orgChart1"/>
    <dgm:cxn modelId="{C9A45CF0-8E0C-4711-A913-627638B25CE5}" type="presOf" srcId="{572C393E-E2B1-4775-A34F-2A4DDEFE6695}" destId="{B955F3C1-A356-4C02-95F3-C5107BAEBC53}" srcOrd="0" destOrd="0" presId="urn:microsoft.com/office/officeart/2005/8/layout/orgChart1"/>
    <dgm:cxn modelId="{E07765F0-F434-420F-A97D-014434F6436E}" srcId="{75DFC915-9462-4A30-AE1F-37CE18B3C6D2}" destId="{CD88A2CD-F5BF-4BD7-9A4B-860328F73501}" srcOrd="1" destOrd="0" parTransId="{9142E8A0-224B-4E01-A1E9-48A064437162}" sibTransId="{A2D9C540-636E-4934-88CD-FC3BD4859546}"/>
    <dgm:cxn modelId="{95061BF1-1447-4542-B7DA-30CC404047AE}" type="presOf" srcId="{F97C641A-CDFD-4990-9902-7956CDBC2724}" destId="{618A373B-274B-4706-B34B-B313A11E4E13}" srcOrd="1" destOrd="0" presId="urn:microsoft.com/office/officeart/2005/8/layout/orgChart1"/>
    <dgm:cxn modelId="{5E5740F1-5172-41E6-B19E-AF62D47754BC}" type="presOf" srcId="{42FA3DFA-7D82-4300-BC28-DF695A0D5060}" destId="{DB6629F3-83C5-41B8-980E-5E915FE384BF}" srcOrd="0" destOrd="0" presId="urn:microsoft.com/office/officeart/2005/8/layout/orgChart1"/>
    <dgm:cxn modelId="{A2CA41F1-B559-4B31-916B-AFC6297F3A28}" srcId="{FDA23E4A-D86D-4E3A-8AFF-AC54CC4F6240}" destId="{E0C1B74B-859B-4FF7-8F22-4688FBB999EE}" srcOrd="1" destOrd="0" parTransId="{84E1EA16-F92C-4008-A70E-F50BA1716BBD}" sibTransId="{22D17EE6-1EEC-443E-9208-9AAA5F1C183D}"/>
    <dgm:cxn modelId="{F8A549F1-71D3-4A09-B94D-3DC2ADEE0B76}" type="presOf" srcId="{2AB94B77-E2A0-496B-9A71-CBD395F8A1D1}" destId="{3942E30A-3B69-4E09-81CA-004E0B5811D8}" srcOrd="0" destOrd="0" presId="urn:microsoft.com/office/officeart/2005/8/layout/orgChart1"/>
    <dgm:cxn modelId="{2B837BF1-73DB-4F97-AA21-99FD89906D44}" srcId="{DF9E427A-F061-4D73-876E-50DFE6A2B7E5}" destId="{FDA23E4A-D86D-4E3A-8AFF-AC54CC4F6240}" srcOrd="2" destOrd="0" parTransId="{14A66A7B-BC71-4CAA-A095-307F39E37605}" sibTransId="{ECCB187D-2BD3-4271-B235-0B34A57D9E30}"/>
    <dgm:cxn modelId="{A16F8CF1-D2C0-4C20-AA2B-F8A6C396C501}" type="presOf" srcId="{8ED0AA8F-F858-47AE-BA4B-3DFE84DF61B9}" destId="{AE7A238A-86F7-4A92-865C-18F4FFEBA551}" srcOrd="0" destOrd="0" presId="urn:microsoft.com/office/officeart/2005/8/layout/orgChart1"/>
    <dgm:cxn modelId="{DBFAA0F1-9F50-4B16-9641-7F277FA1B8A7}" type="presOf" srcId="{1FD9FB24-79AC-4307-B920-D3C9FFB2ED44}" destId="{295B9A4E-8E64-4201-8A7C-5234C3C19A60}" srcOrd="0" destOrd="0" presId="urn:microsoft.com/office/officeart/2005/8/layout/orgChart1"/>
    <dgm:cxn modelId="{4C8E5CF2-E12D-46D4-9BEF-9B5D241E4642}" type="presOf" srcId="{0A6E5AED-04A8-4811-BD1A-33EA9D4F6827}" destId="{097ABA50-293D-4445-84F9-7F2919DEE820}" srcOrd="0" destOrd="0" presId="urn:microsoft.com/office/officeart/2005/8/layout/orgChart1"/>
    <dgm:cxn modelId="{34F96CF2-FB77-459F-A1F5-FA4ADD1BAD6B}" type="presOf" srcId="{FF2E5661-B47C-4285-BE7D-381982BFB46B}" destId="{173D8E75-8BD2-459C-8789-774A1F928B56}" srcOrd="0" destOrd="0" presId="urn:microsoft.com/office/officeart/2005/8/layout/orgChart1"/>
    <dgm:cxn modelId="{36C66EF2-0412-449A-9298-92C43F6BE075}" type="presOf" srcId="{25BEA430-1233-43F8-B2DD-78656F935735}" destId="{D824738C-28D9-4508-88FC-5B017300123E}" srcOrd="0" destOrd="0" presId="urn:microsoft.com/office/officeart/2005/8/layout/orgChart1"/>
    <dgm:cxn modelId="{069D29F4-B76E-4550-BCBB-2D2F61BA04AC}" srcId="{92162928-B373-4802-B988-4C318FAE4B4C}" destId="{94D8149F-554D-4003-9716-5C9D44722F38}" srcOrd="0" destOrd="0" parTransId="{BB354D1A-632D-4ACE-9574-63C8F0C477B2}" sibTransId="{6AC4576B-29B8-44D0-B794-5EFDD75E5CEE}"/>
    <dgm:cxn modelId="{C5A9DAF5-F557-4BC0-9F48-05F783BB6A29}" srcId="{8121365C-0E5F-46FD-99B3-A0710F6DD8BD}" destId="{FF2E5661-B47C-4285-BE7D-381982BFB46B}" srcOrd="2" destOrd="0" parTransId="{E4BF1A9E-E607-4FEC-82D4-747EC207F3B5}" sibTransId="{B62DC937-2149-44C3-8D6F-BB593F97B201}"/>
    <dgm:cxn modelId="{DAD46DF7-9EC5-4FCA-BD9B-2BCB66322F3B}" type="presOf" srcId="{3141B2B4-F29F-4A1A-8F46-FBB2ED53EBF3}" destId="{9ECDA0F2-6C11-4071-B562-84EAFB8B40C1}" srcOrd="1" destOrd="0" presId="urn:microsoft.com/office/officeart/2005/8/layout/orgChart1"/>
    <dgm:cxn modelId="{F22DC9F7-7F25-4FEB-A20F-044A6672CD15}" type="presOf" srcId="{3BF46AEE-2B7F-47D2-8895-ACA63BBF056C}" destId="{3CBB3C8B-EDA8-443F-A753-B9F8C1290B13}" srcOrd="0" destOrd="0" presId="urn:microsoft.com/office/officeart/2005/8/layout/orgChart1"/>
    <dgm:cxn modelId="{745DB1F8-F455-492C-962A-899B7A9C5FEA}" type="presOf" srcId="{F97C641A-CDFD-4990-9902-7956CDBC2724}" destId="{9875EC1A-83F9-4E2A-BDAC-212FBA64CA45}" srcOrd="0" destOrd="0" presId="urn:microsoft.com/office/officeart/2005/8/layout/orgChart1"/>
    <dgm:cxn modelId="{EE369CFA-BC7A-48D0-9E57-399B2CDF7184}" type="presOf" srcId="{CD88A2CD-F5BF-4BD7-9A4B-860328F73501}" destId="{47DECCF2-B8D7-415B-A58B-475F1777F574}" srcOrd="1" destOrd="0" presId="urn:microsoft.com/office/officeart/2005/8/layout/orgChart1"/>
    <dgm:cxn modelId="{1171A3FB-C194-4639-A320-B2248531428C}" type="presOf" srcId="{F8F9AC1B-0166-4241-A7EC-D4A8EE2DAFA0}" destId="{599D3654-CCB9-4868-B2CB-1A55782A3EE8}" srcOrd="1" destOrd="0" presId="urn:microsoft.com/office/officeart/2005/8/layout/orgChart1"/>
    <dgm:cxn modelId="{F2974BFE-E613-4C4C-BFBF-FD59567DB011}" type="presOf" srcId="{CB4CCCC3-7370-4A48-B4F0-22A7925D32B5}" destId="{629ACA42-75A5-47A9-B63E-1B6A6425DD33}" srcOrd="0" destOrd="0" presId="urn:microsoft.com/office/officeart/2005/8/layout/orgChart1"/>
    <dgm:cxn modelId="{54952AFF-C565-475E-B990-187F9DC6C98A}" type="presOf" srcId="{73F84634-D3CD-451B-A2F8-6E423801CF02}" destId="{1A7E5CD3-33AA-43EC-95A3-8639A04AF689}" srcOrd="0" destOrd="0" presId="urn:microsoft.com/office/officeart/2005/8/layout/orgChart1"/>
    <dgm:cxn modelId="{7E9B3FFF-CE00-48D6-BB33-D6A2DD40254D}" srcId="{94D8149F-554D-4003-9716-5C9D44722F38}" destId="{2A0320ED-61B0-487C-8F25-E84F9B0A7CF5}" srcOrd="1" destOrd="0" parTransId="{3C0FD429-BE79-4BDB-B554-8E9C181E8F47}" sibTransId="{EA41227C-DA2F-441E-8FD7-A371BCD2D35A}"/>
    <dgm:cxn modelId="{D65D60FF-221B-4CD7-AFBF-B1194463E71D}" type="presOf" srcId="{24C89210-D592-4B9A-B496-DFB3A2B7796B}" destId="{483ED532-2319-47EF-9565-3A6578D62522}" srcOrd="1" destOrd="0" presId="urn:microsoft.com/office/officeart/2005/8/layout/orgChart1"/>
    <dgm:cxn modelId="{53AC86FF-5034-400D-BF6F-D8D87D96937E}" srcId="{802F07BC-ECAC-4E64-9E89-16BF0F6F2967}" destId="{F8F9AC1B-0166-4241-A7EC-D4A8EE2DAFA0}" srcOrd="1" destOrd="0" parTransId="{7AEA11F6-1B9C-4AE4-82D2-B8B7155E9487}" sibTransId="{8BC25A35-2A83-4991-9CE2-F655FB1CBB80}"/>
    <dgm:cxn modelId="{4FBB667E-D212-4AD8-A78F-3AD440C9A23F}" type="presParOf" srcId="{CE01B670-1EEA-4848-90D3-DFD1C7C7F55F}" destId="{3AF247A6-5907-446E-AA6F-4BAC28FD9F2C}" srcOrd="0" destOrd="0" presId="urn:microsoft.com/office/officeart/2005/8/layout/orgChart1"/>
    <dgm:cxn modelId="{B51EDF9A-6B3F-49B3-9E70-F599BA284602}" type="presParOf" srcId="{3AF247A6-5907-446E-AA6F-4BAC28FD9F2C}" destId="{FB8CCF8C-63A8-4B00-B8C6-A24AC6552628}" srcOrd="0" destOrd="0" presId="urn:microsoft.com/office/officeart/2005/8/layout/orgChart1"/>
    <dgm:cxn modelId="{AB6B622C-30AE-487E-BD45-29EEABE683CC}" type="presParOf" srcId="{FB8CCF8C-63A8-4B00-B8C6-A24AC6552628}" destId="{248530AC-F178-403E-A897-42E299E5ED21}" srcOrd="0" destOrd="0" presId="urn:microsoft.com/office/officeart/2005/8/layout/orgChart1"/>
    <dgm:cxn modelId="{89B38AC4-F895-460E-946E-C92EA9F04CDE}" type="presParOf" srcId="{FB8CCF8C-63A8-4B00-B8C6-A24AC6552628}" destId="{BD047E60-9F9C-4B43-B9EF-1A7F5A8327BA}" srcOrd="1" destOrd="0" presId="urn:microsoft.com/office/officeart/2005/8/layout/orgChart1"/>
    <dgm:cxn modelId="{C546A49E-E79A-418A-A73E-1581E13165E6}" type="presParOf" srcId="{3AF247A6-5907-446E-AA6F-4BAC28FD9F2C}" destId="{9098D234-D388-4106-B539-B7C38DD6D81C}" srcOrd="1" destOrd="0" presId="urn:microsoft.com/office/officeart/2005/8/layout/orgChart1"/>
    <dgm:cxn modelId="{42B5EA5A-BF01-46C1-994D-9C67E1CFA12F}" type="presParOf" srcId="{9098D234-D388-4106-B539-B7C38DD6D81C}" destId="{A6E2B9B1-B808-4C3E-9CA4-FDBFEB7C6E12}" srcOrd="0" destOrd="0" presId="urn:microsoft.com/office/officeart/2005/8/layout/orgChart1"/>
    <dgm:cxn modelId="{0DCB0726-C602-4F0E-8B1B-6E4CFC537C0C}" type="presParOf" srcId="{9098D234-D388-4106-B539-B7C38DD6D81C}" destId="{842694ED-63FE-41F5-8205-A2D2ED7AB622}" srcOrd="1" destOrd="0" presId="urn:microsoft.com/office/officeart/2005/8/layout/orgChart1"/>
    <dgm:cxn modelId="{0BF29A8D-CBD7-4762-903E-34602380AFBA}" type="presParOf" srcId="{842694ED-63FE-41F5-8205-A2D2ED7AB622}" destId="{156B7B81-9C4B-4435-88FA-61CD1E94F7AC}" srcOrd="0" destOrd="0" presId="urn:microsoft.com/office/officeart/2005/8/layout/orgChart1"/>
    <dgm:cxn modelId="{60AE490E-F7DC-4BFD-B7AF-442AA3AE4033}" type="presParOf" srcId="{156B7B81-9C4B-4435-88FA-61CD1E94F7AC}" destId="{E053A169-9C0A-4979-A9C3-739101C47B4F}" srcOrd="0" destOrd="0" presId="urn:microsoft.com/office/officeart/2005/8/layout/orgChart1"/>
    <dgm:cxn modelId="{018258FC-8590-4AF5-9C2C-2A90498A52BC}" type="presParOf" srcId="{156B7B81-9C4B-4435-88FA-61CD1E94F7AC}" destId="{38710617-AD94-492E-877A-67DEA8A29246}" srcOrd="1" destOrd="0" presId="urn:microsoft.com/office/officeart/2005/8/layout/orgChart1"/>
    <dgm:cxn modelId="{C40A958F-4CAA-493E-980C-E8890AA28881}" type="presParOf" srcId="{842694ED-63FE-41F5-8205-A2D2ED7AB622}" destId="{EE25FEE9-C0A4-43A3-BC29-09C1DC02735B}" srcOrd="1" destOrd="0" presId="urn:microsoft.com/office/officeart/2005/8/layout/orgChart1"/>
    <dgm:cxn modelId="{2D25F4DB-E02D-4A4E-9502-6D53EC0CBF8C}" type="presParOf" srcId="{EE25FEE9-C0A4-43A3-BC29-09C1DC02735B}" destId="{7F6FAB1A-4F3F-496B-8FC9-2E055A58212C}" srcOrd="0" destOrd="0" presId="urn:microsoft.com/office/officeart/2005/8/layout/orgChart1"/>
    <dgm:cxn modelId="{BCD3A5AE-CE5E-4003-B13A-9E628E5DC7BF}" type="presParOf" srcId="{EE25FEE9-C0A4-43A3-BC29-09C1DC02735B}" destId="{6276573E-B9EF-4349-BEB6-8BD8F11905B6}" srcOrd="1" destOrd="0" presId="urn:microsoft.com/office/officeart/2005/8/layout/orgChart1"/>
    <dgm:cxn modelId="{54E02191-4492-4C92-9470-88BA4454D267}" type="presParOf" srcId="{6276573E-B9EF-4349-BEB6-8BD8F11905B6}" destId="{6421B715-2D01-4962-B1A8-41912B699B13}" srcOrd="0" destOrd="0" presId="urn:microsoft.com/office/officeart/2005/8/layout/orgChart1"/>
    <dgm:cxn modelId="{825C2E2E-C4F9-4921-9E82-E23BCDB90C4C}" type="presParOf" srcId="{6421B715-2D01-4962-B1A8-41912B699B13}" destId="{25EDA822-2740-427F-B2EB-05B204FDD260}" srcOrd="0" destOrd="0" presId="urn:microsoft.com/office/officeart/2005/8/layout/orgChart1"/>
    <dgm:cxn modelId="{EA6DDF53-AE02-4C59-9CAD-62DF89B33B94}" type="presParOf" srcId="{6421B715-2D01-4962-B1A8-41912B699B13}" destId="{68FC91E5-C49C-41BF-B024-7CA098363A02}" srcOrd="1" destOrd="0" presId="urn:microsoft.com/office/officeart/2005/8/layout/orgChart1"/>
    <dgm:cxn modelId="{28B8B2D1-AC03-4958-A248-BF567911BE6F}" type="presParOf" srcId="{6276573E-B9EF-4349-BEB6-8BD8F11905B6}" destId="{44961601-153D-4690-9479-23CE4DE5CB8B}" srcOrd="1" destOrd="0" presId="urn:microsoft.com/office/officeart/2005/8/layout/orgChart1"/>
    <dgm:cxn modelId="{4FA2C2D8-CF15-4CC8-A458-23B1091E5897}" type="presParOf" srcId="{44961601-153D-4690-9479-23CE4DE5CB8B}" destId="{754F407F-64FE-425E-8E48-9E048CAC56A2}" srcOrd="0" destOrd="0" presId="urn:microsoft.com/office/officeart/2005/8/layout/orgChart1"/>
    <dgm:cxn modelId="{689D2443-0436-45A7-8490-FF79230E404A}" type="presParOf" srcId="{44961601-153D-4690-9479-23CE4DE5CB8B}" destId="{3E560495-16C8-479A-B23E-AE9EA1C96B1E}" srcOrd="1" destOrd="0" presId="urn:microsoft.com/office/officeart/2005/8/layout/orgChart1"/>
    <dgm:cxn modelId="{3DE2253F-0D83-418B-BE07-011A226DB456}" type="presParOf" srcId="{3E560495-16C8-479A-B23E-AE9EA1C96B1E}" destId="{A06592D9-23CC-4926-ADA6-AAAC7A9C34D2}" srcOrd="0" destOrd="0" presId="urn:microsoft.com/office/officeart/2005/8/layout/orgChart1"/>
    <dgm:cxn modelId="{9434E79F-ACBF-402E-9A48-2191913F07B7}" type="presParOf" srcId="{A06592D9-23CC-4926-ADA6-AAAC7A9C34D2}" destId="{8DDAFCC4-1D6F-4569-AF27-B53D9DE660BF}" srcOrd="0" destOrd="0" presId="urn:microsoft.com/office/officeart/2005/8/layout/orgChart1"/>
    <dgm:cxn modelId="{0E998DC5-2773-4C01-B848-106FDE967E2D}" type="presParOf" srcId="{A06592D9-23CC-4926-ADA6-AAAC7A9C34D2}" destId="{9ECDA0F2-6C11-4071-B562-84EAFB8B40C1}" srcOrd="1" destOrd="0" presId="urn:microsoft.com/office/officeart/2005/8/layout/orgChart1"/>
    <dgm:cxn modelId="{ABE45356-E4E6-43D3-9191-28FE509CD285}" type="presParOf" srcId="{3E560495-16C8-479A-B23E-AE9EA1C96B1E}" destId="{866F5080-6D81-4E13-9950-6C91F3CE2FD6}" srcOrd="1" destOrd="0" presId="urn:microsoft.com/office/officeart/2005/8/layout/orgChart1"/>
    <dgm:cxn modelId="{7BBF6652-EC13-4403-A443-B8EAB9CDAFA2}" type="presParOf" srcId="{3E560495-16C8-479A-B23E-AE9EA1C96B1E}" destId="{3A29ABEF-6BFC-410F-BA8D-C033FDFD23DF}" srcOrd="2" destOrd="0" presId="urn:microsoft.com/office/officeart/2005/8/layout/orgChart1"/>
    <dgm:cxn modelId="{F5ABF903-9427-43A6-B051-6CA00EF36979}" type="presParOf" srcId="{44961601-153D-4690-9479-23CE4DE5CB8B}" destId="{92688EC5-8553-470C-9855-A32AF2C57E8C}" srcOrd="2" destOrd="0" presId="urn:microsoft.com/office/officeart/2005/8/layout/orgChart1"/>
    <dgm:cxn modelId="{5ABBA816-7D86-42DF-AA11-F0FB8EDBE8E3}" type="presParOf" srcId="{44961601-153D-4690-9479-23CE4DE5CB8B}" destId="{31B61349-49DB-421D-AFEA-CF6A364F7C2A}" srcOrd="3" destOrd="0" presId="urn:microsoft.com/office/officeart/2005/8/layout/orgChart1"/>
    <dgm:cxn modelId="{3477B452-D40B-4287-96A6-485390BDFB72}" type="presParOf" srcId="{31B61349-49DB-421D-AFEA-CF6A364F7C2A}" destId="{53C8E28E-F199-4A54-9BF0-D0858AD1570D}" srcOrd="0" destOrd="0" presId="urn:microsoft.com/office/officeart/2005/8/layout/orgChart1"/>
    <dgm:cxn modelId="{5133BC5C-B9FB-492C-85EA-5D4744EF104B}" type="presParOf" srcId="{53C8E28E-F199-4A54-9BF0-D0858AD1570D}" destId="{91BA2BA9-DBFA-4D81-B1AD-2995A56974E9}" srcOrd="0" destOrd="0" presId="urn:microsoft.com/office/officeart/2005/8/layout/orgChart1"/>
    <dgm:cxn modelId="{1C70D558-DC2D-4E82-B986-294A29DC8FAC}" type="presParOf" srcId="{53C8E28E-F199-4A54-9BF0-D0858AD1570D}" destId="{2CFB5806-69C3-4271-965C-3B6C20120C8D}" srcOrd="1" destOrd="0" presId="urn:microsoft.com/office/officeart/2005/8/layout/orgChart1"/>
    <dgm:cxn modelId="{7389F8C1-5A14-4C39-9253-2AAB1D841A60}" type="presParOf" srcId="{31B61349-49DB-421D-AFEA-CF6A364F7C2A}" destId="{07ED79A9-FFC2-450E-AE4D-00BBAC60A8BF}" srcOrd="1" destOrd="0" presId="urn:microsoft.com/office/officeart/2005/8/layout/orgChart1"/>
    <dgm:cxn modelId="{2F525F3A-0BAB-4FD8-9C84-311787113F87}" type="presParOf" srcId="{31B61349-49DB-421D-AFEA-CF6A364F7C2A}" destId="{CA137874-775D-4655-8B61-E35827CB9614}" srcOrd="2" destOrd="0" presId="urn:microsoft.com/office/officeart/2005/8/layout/orgChart1"/>
    <dgm:cxn modelId="{EB7C985F-133C-49A2-8A2F-614B765A2A36}" type="presParOf" srcId="{44961601-153D-4690-9479-23CE4DE5CB8B}" destId="{A9BECE89-7409-46B8-A154-D3B00822D466}" srcOrd="4" destOrd="0" presId="urn:microsoft.com/office/officeart/2005/8/layout/orgChart1"/>
    <dgm:cxn modelId="{CE76B9FD-943A-4D4A-9528-5D6185F9862C}" type="presParOf" srcId="{44961601-153D-4690-9479-23CE4DE5CB8B}" destId="{0964DFC7-7E15-4A61-9497-872CE95AF997}" srcOrd="5" destOrd="0" presId="urn:microsoft.com/office/officeart/2005/8/layout/orgChart1"/>
    <dgm:cxn modelId="{4152EE1D-F206-4A6D-9FA5-6493B1D8A4DD}" type="presParOf" srcId="{0964DFC7-7E15-4A61-9497-872CE95AF997}" destId="{1B867430-1BBC-436B-939E-B3148EBD205E}" srcOrd="0" destOrd="0" presId="urn:microsoft.com/office/officeart/2005/8/layout/orgChart1"/>
    <dgm:cxn modelId="{0ADA190A-C5A0-4570-AFA5-9C91560ECBFF}" type="presParOf" srcId="{1B867430-1BBC-436B-939E-B3148EBD205E}" destId="{5C5C6605-4B53-4F0A-990A-111AC7BC0A66}" srcOrd="0" destOrd="0" presId="urn:microsoft.com/office/officeart/2005/8/layout/orgChart1"/>
    <dgm:cxn modelId="{E3C73E99-77DB-46E2-AC11-79F56A2E62C3}" type="presParOf" srcId="{1B867430-1BBC-436B-939E-B3148EBD205E}" destId="{B741AB0E-1EF5-45CA-99ED-B018D16E3EFD}" srcOrd="1" destOrd="0" presId="urn:microsoft.com/office/officeart/2005/8/layout/orgChart1"/>
    <dgm:cxn modelId="{CA2F32FF-E364-4F7D-86EE-BA25591B5BFF}" type="presParOf" srcId="{0964DFC7-7E15-4A61-9497-872CE95AF997}" destId="{22433A1B-8536-4B9E-9BAC-25DCC984043D}" srcOrd="1" destOrd="0" presId="urn:microsoft.com/office/officeart/2005/8/layout/orgChart1"/>
    <dgm:cxn modelId="{DAA463F4-A316-43A9-9AAC-EE05867287F0}" type="presParOf" srcId="{0964DFC7-7E15-4A61-9497-872CE95AF997}" destId="{066AB78E-FF70-4467-B38E-B74344BFCB85}" srcOrd="2" destOrd="0" presId="urn:microsoft.com/office/officeart/2005/8/layout/orgChart1"/>
    <dgm:cxn modelId="{50452876-A84F-417F-9686-8BDAEFA5B81F}" type="presParOf" srcId="{6276573E-B9EF-4349-BEB6-8BD8F11905B6}" destId="{7DDCC140-DBB8-44D0-8F46-29ECBA5F1359}" srcOrd="2" destOrd="0" presId="urn:microsoft.com/office/officeart/2005/8/layout/orgChart1"/>
    <dgm:cxn modelId="{9A246028-E3E5-45F7-8ADF-04A52D1588D2}" type="presParOf" srcId="{EE25FEE9-C0A4-43A3-BC29-09C1DC02735B}" destId="{DBAD3D67-73EA-47EE-8B7D-B405F9600C71}" srcOrd="2" destOrd="0" presId="urn:microsoft.com/office/officeart/2005/8/layout/orgChart1"/>
    <dgm:cxn modelId="{D11490E5-530F-4C70-B742-556C51086EE5}" type="presParOf" srcId="{EE25FEE9-C0A4-43A3-BC29-09C1DC02735B}" destId="{BEECF0AD-4B54-4BEF-A356-903B3D6FC8FB}" srcOrd="3" destOrd="0" presId="urn:microsoft.com/office/officeart/2005/8/layout/orgChart1"/>
    <dgm:cxn modelId="{EAE47C63-C02F-4935-AF56-CAC4DC3E63FA}" type="presParOf" srcId="{BEECF0AD-4B54-4BEF-A356-903B3D6FC8FB}" destId="{DD710259-D2A9-4128-B134-289B0C57E028}" srcOrd="0" destOrd="0" presId="urn:microsoft.com/office/officeart/2005/8/layout/orgChart1"/>
    <dgm:cxn modelId="{E72B5423-C757-4FA5-8548-759573112B63}" type="presParOf" srcId="{DD710259-D2A9-4128-B134-289B0C57E028}" destId="{0E49DEDC-2F21-4D10-8473-7AFFF426254E}" srcOrd="0" destOrd="0" presId="urn:microsoft.com/office/officeart/2005/8/layout/orgChart1"/>
    <dgm:cxn modelId="{BBA8E445-5AC4-4F3F-987D-535E7E674547}" type="presParOf" srcId="{DD710259-D2A9-4128-B134-289B0C57E028}" destId="{3BB94C45-32A7-40D6-8416-738B05FC886C}" srcOrd="1" destOrd="0" presId="urn:microsoft.com/office/officeart/2005/8/layout/orgChart1"/>
    <dgm:cxn modelId="{A33C8EF5-DF23-448B-9C03-38A498C6B53D}" type="presParOf" srcId="{BEECF0AD-4B54-4BEF-A356-903B3D6FC8FB}" destId="{EC152C44-D568-48CB-99ED-A92737C036EF}" srcOrd="1" destOrd="0" presId="urn:microsoft.com/office/officeart/2005/8/layout/orgChart1"/>
    <dgm:cxn modelId="{34441667-1A26-4566-990D-F77FA66FFE32}" type="presParOf" srcId="{EC152C44-D568-48CB-99ED-A92737C036EF}" destId="{98CAAE57-CF3C-4401-9F2D-94B6A659D078}" srcOrd="0" destOrd="0" presId="urn:microsoft.com/office/officeart/2005/8/layout/orgChart1"/>
    <dgm:cxn modelId="{1687F135-4596-4A62-B42B-9862BD537DD1}" type="presParOf" srcId="{EC152C44-D568-48CB-99ED-A92737C036EF}" destId="{63DDB1D1-A069-43C8-8D9B-5039FE194B70}" srcOrd="1" destOrd="0" presId="urn:microsoft.com/office/officeart/2005/8/layout/orgChart1"/>
    <dgm:cxn modelId="{B7077D71-C797-48A4-B3FC-3B8C457FAEFC}" type="presParOf" srcId="{63DDB1D1-A069-43C8-8D9B-5039FE194B70}" destId="{474F9E2A-FFA0-415B-882F-CC85FD70B6D4}" srcOrd="0" destOrd="0" presId="urn:microsoft.com/office/officeart/2005/8/layout/orgChart1"/>
    <dgm:cxn modelId="{07F528B6-2309-49E5-B70B-91F8EE0FD754}" type="presParOf" srcId="{474F9E2A-FFA0-415B-882F-CC85FD70B6D4}" destId="{8DD2836F-1A91-4A56-92CD-F5130CF0875C}" srcOrd="0" destOrd="0" presId="urn:microsoft.com/office/officeart/2005/8/layout/orgChart1"/>
    <dgm:cxn modelId="{83CFC1DC-77C2-4B18-BD44-486617EFF09B}" type="presParOf" srcId="{474F9E2A-FFA0-415B-882F-CC85FD70B6D4}" destId="{69680318-E916-47EB-8BE1-7553D59CAAE6}" srcOrd="1" destOrd="0" presId="urn:microsoft.com/office/officeart/2005/8/layout/orgChart1"/>
    <dgm:cxn modelId="{3D84D689-64DB-48DB-9CB7-FC0CB97CD17A}" type="presParOf" srcId="{63DDB1D1-A069-43C8-8D9B-5039FE194B70}" destId="{FAB9FDE5-7134-4B0C-A102-058EE36D2E28}" srcOrd="1" destOrd="0" presId="urn:microsoft.com/office/officeart/2005/8/layout/orgChart1"/>
    <dgm:cxn modelId="{8B418544-4884-45B6-AF3B-21FB2DAA98B6}" type="presParOf" srcId="{63DDB1D1-A069-43C8-8D9B-5039FE194B70}" destId="{BB207D8D-4926-49C7-8DF0-80C177232024}" srcOrd="2" destOrd="0" presId="urn:microsoft.com/office/officeart/2005/8/layout/orgChart1"/>
    <dgm:cxn modelId="{B864BD43-E74A-4724-9D58-D042ABC57E37}" type="presParOf" srcId="{EC152C44-D568-48CB-99ED-A92737C036EF}" destId="{E8EB28F7-9209-4944-9937-D01B567BC438}" srcOrd="2" destOrd="0" presId="urn:microsoft.com/office/officeart/2005/8/layout/orgChart1"/>
    <dgm:cxn modelId="{E71A0C30-85C8-413A-8635-A5B4964C7B13}" type="presParOf" srcId="{EC152C44-D568-48CB-99ED-A92737C036EF}" destId="{1B1FD471-BAAB-4D2C-991A-E738586BE5D5}" srcOrd="3" destOrd="0" presId="urn:microsoft.com/office/officeart/2005/8/layout/orgChart1"/>
    <dgm:cxn modelId="{49C6013B-9433-44EB-A25F-16993C453E09}" type="presParOf" srcId="{1B1FD471-BAAB-4D2C-991A-E738586BE5D5}" destId="{DA8CAD8F-BEB9-4C86-8F2F-9F1E8594C4CB}" srcOrd="0" destOrd="0" presId="urn:microsoft.com/office/officeart/2005/8/layout/orgChart1"/>
    <dgm:cxn modelId="{2F31033B-CC74-4F5D-AB51-4B5036602D75}" type="presParOf" srcId="{DA8CAD8F-BEB9-4C86-8F2F-9F1E8594C4CB}" destId="{D9DEFA6F-50D7-42A0-8010-448A962F1AD9}" srcOrd="0" destOrd="0" presId="urn:microsoft.com/office/officeart/2005/8/layout/orgChart1"/>
    <dgm:cxn modelId="{D8058E0E-5B54-41AC-9840-AE10CFAB37CD}" type="presParOf" srcId="{DA8CAD8F-BEB9-4C86-8F2F-9F1E8594C4CB}" destId="{100E626E-0858-470F-8EAC-9A8793F561CD}" srcOrd="1" destOrd="0" presId="urn:microsoft.com/office/officeart/2005/8/layout/orgChart1"/>
    <dgm:cxn modelId="{112B90D6-E322-4747-ADF1-2CD115944434}" type="presParOf" srcId="{1B1FD471-BAAB-4D2C-991A-E738586BE5D5}" destId="{4D51235B-0717-4479-ADEB-C8BF9017FB53}" srcOrd="1" destOrd="0" presId="urn:microsoft.com/office/officeart/2005/8/layout/orgChart1"/>
    <dgm:cxn modelId="{98E88138-C8C7-49D2-B45B-C38FD7EF6B52}" type="presParOf" srcId="{1B1FD471-BAAB-4D2C-991A-E738586BE5D5}" destId="{07A0AE88-16B5-41A7-BF6E-7D8B6DD34E1F}" srcOrd="2" destOrd="0" presId="urn:microsoft.com/office/officeart/2005/8/layout/orgChart1"/>
    <dgm:cxn modelId="{466FD615-B87C-48C8-8B89-A92C0FA3CF23}" type="presParOf" srcId="{BEECF0AD-4B54-4BEF-A356-903B3D6FC8FB}" destId="{606CAFCE-0163-4972-9A57-4F02D4D06DEF}" srcOrd="2" destOrd="0" presId="urn:microsoft.com/office/officeart/2005/8/layout/orgChart1"/>
    <dgm:cxn modelId="{3F10F825-ACDF-4F88-AE80-DEC431F55A8B}" type="presParOf" srcId="{EE25FEE9-C0A4-43A3-BC29-09C1DC02735B}" destId="{43E7B4AF-AB68-40CC-83C4-A0123A584FAF}" srcOrd="4" destOrd="0" presId="urn:microsoft.com/office/officeart/2005/8/layout/orgChart1"/>
    <dgm:cxn modelId="{DE4A487A-F99C-4869-A7FC-27A743C2A1CA}" type="presParOf" srcId="{EE25FEE9-C0A4-43A3-BC29-09C1DC02735B}" destId="{55AABA33-62AC-4505-80F1-EB3BA6E711EC}" srcOrd="5" destOrd="0" presId="urn:microsoft.com/office/officeart/2005/8/layout/orgChart1"/>
    <dgm:cxn modelId="{0315CD9A-66FC-46CC-928A-31D7993313F8}" type="presParOf" srcId="{55AABA33-62AC-4505-80F1-EB3BA6E711EC}" destId="{B1E591D9-1C83-4ED9-8385-39C5ED7F2043}" srcOrd="0" destOrd="0" presId="urn:microsoft.com/office/officeart/2005/8/layout/orgChart1"/>
    <dgm:cxn modelId="{B60A437B-F88E-4FBC-A37F-5A749DA84810}" type="presParOf" srcId="{B1E591D9-1C83-4ED9-8385-39C5ED7F2043}" destId="{A72B1B77-EA95-4552-ACDE-4E1891BD48DB}" srcOrd="0" destOrd="0" presId="urn:microsoft.com/office/officeart/2005/8/layout/orgChart1"/>
    <dgm:cxn modelId="{CBAE7AB7-F80A-4933-8EB5-57419BABF9EC}" type="presParOf" srcId="{B1E591D9-1C83-4ED9-8385-39C5ED7F2043}" destId="{DD49756B-F967-468A-96A6-15ED37397F93}" srcOrd="1" destOrd="0" presId="urn:microsoft.com/office/officeart/2005/8/layout/orgChart1"/>
    <dgm:cxn modelId="{9E7C2E8B-E13C-44F2-AD99-37130691E687}" type="presParOf" srcId="{55AABA33-62AC-4505-80F1-EB3BA6E711EC}" destId="{DE7029B6-2482-4498-9419-90AE1B7D915F}" srcOrd="1" destOrd="0" presId="urn:microsoft.com/office/officeart/2005/8/layout/orgChart1"/>
    <dgm:cxn modelId="{B93F0338-866D-4DDB-B17F-1EC3AE0BEA3A}" type="presParOf" srcId="{DE7029B6-2482-4498-9419-90AE1B7D915F}" destId="{3942E30A-3B69-4E09-81CA-004E0B5811D8}" srcOrd="0" destOrd="0" presId="urn:microsoft.com/office/officeart/2005/8/layout/orgChart1"/>
    <dgm:cxn modelId="{6A9F8C5F-8175-40A8-B541-5E83D3E8850D}" type="presParOf" srcId="{DE7029B6-2482-4498-9419-90AE1B7D915F}" destId="{4720F427-6B7F-4EC7-8B4A-82A2CB6ABE12}" srcOrd="1" destOrd="0" presId="urn:microsoft.com/office/officeart/2005/8/layout/orgChart1"/>
    <dgm:cxn modelId="{A7A958AF-320A-4167-8EC7-F3B3B6BC009C}" type="presParOf" srcId="{4720F427-6B7F-4EC7-8B4A-82A2CB6ABE12}" destId="{03F1D9BD-9519-4AA5-866A-5D0EA37506D5}" srcOrd="0" destOrd="0" presId="urn:microsoft.com/office/officeart/2005/8/layout/orgChart1"/>
    <dgm:cxn modelId="{38262F37-10CF-4DDD-96A5-FD9EE637A40A}" type="presParOf" srcId="{03F1D9BD-9519-4AA5-866A-5D0EA37506D5}" destId="{9F7855A0-9801-4A1D-9327-C28E3F921815}" srcOrd="0" destOrd="0" presId="urn:microsoft.com/office/officeart/2005/8/layout/orgChart1"/>
    <dgm:cxn modelId="{C28287C8-CA70-47FA-9077-E3FA605E795C}" type="presParOf" srcId="{03F1D9BD-9519-4AA5-866A-5D0EA37506D5}" destId="{AE2696DE-6BAC-4CC2-9C40-EDF7CD2B0B93}" srcOrd="1" destOrd="0" presId="urn:microsoft.com/office/officeart/2005/8/layout/orgChart1"/>
    <dgm:cxn modelId="{D3327F64-DB4F-4B8B-ADFA-6DF35FF2AFED}" type="presParOf" srcId="{4720F427-6B7F-4EC7-8B4A-82A2CB6ABE12}" destId="{41A34B52-4E81-40F6-9165-8C588F9D38E6}" srcOrd="1" destOrd="0" presId="urn:microsoft.com/office/officeart/2005/8/layout/orgChart1"/>
    <dgm:cxn modelId="{7888AD5D-1424-41F4-84CC-F0F62C1A2317}" type="presParOf" srcId="{4720F427-6B7F-4EC7-8B4A-82A2CB6ABE12}" destId="{B9954C9D-B3AE-4FC9-B990-E74EC7ABC1CB}" srcOrd="2" destOrd="0" presId="urn:microsoft.com/office/officeart/2005/8/layout/orgChart1"/>
    <dgm:cxn modelId="{641F5806-E9BD-47FB-83F7-0C49A34B06E4}" type="presParOf" srcId="{DE7029B6-2482-4498-9419-90AE1B7D915F}" destId="{5E784545-77CC-4E17-87AC-2B0F212349AE}" srcOrd="2" destOrd="0" presId="urn:microsoft.com/office/officeart/2005/8/layout/orgChart1"/>
    <dgm:cxn modelId="{2196B17A-489A-4B96-B0D4-B58024EB14FD}" type="presParOf" srcId="{DE7029B6-2482-4498-9419-90AE1B7D915F}" destId="{F6920353-D874-4F3F-B094-F9D7CB1D448A}" srcOrd="3" destOrd="0" presId="urn:microsoft.com/office/officeart/2005/8/layout/orgChart1"/>
    <dgm:cxn modelId="{7C4E9AAA-1B0D-4321-90DE-7BE5FEC5A5DA}" type="presParOf" srcId="{F6920353-D874-4F3F-B094-F9D7CB1D448A}" destId="{E90D52BA-D791-4CA5-B158-062072F27482}" srcOrd="0" destOrd="0" presId="urn:microsoft.com/office/officeart/2005/8/layout/orgChart1"/>
    <dgm:cxn modelId="{7DBD9F03-85D2-4E13-A59B-36E465E4C9C4}" type="presParOf" srcId="{E90D52BA-D791-4CA5-B158-062072F27482}" destId="{B4F02860-03E7-482C-B6FA-930B7079E8D6}" srcOrd="0" destOrd="0" presId="urn:microsoft.com/office/officeart/2005/8/layout/orgChart1"/>
    <dgm:cxn modelId="{388986BD-FC97-48C9-89A6-43E8317705A8}" type="presParOf" srcId="{E90D52BA-D791-4CA5-B158-062072F27482}" destId="{A9E8EC62-882B-458E-B046-3A5C01A16C8C}" srcOrd="1" destOrd="0" presId="urn:microsoft.com/office/officeart/2005/8/layout/orgChart1"/>
    <dgm:cxn modelId="{CEEBB5CF-C4FD-462B-A538-49C3D202DB9E}" type="presParOf" srcId="{F6920353-D874-4F3F-B094-F9D7CB1D448A}" destId="{1B852B8E-8E7E-4B91-96B9-C03E92B846A7}" srcOrd="1" destOrd="0" presId="urn:microsoft.com/office/officeart/2005/8/layout/orgChart1"/>
    <dgm:cxn modelId="{43858874-A733-4609-9312-3E0FE873DDB2}" type="presParOf" srcId="{F6920353-D874-4F3F-B094-F9D7CB1D448A}" destId="{0F9190E8-271B-44E6-8379-659D439171FD}" srcOrd="2" destOrd="0" presId="urn:microsoft.com/office/officeart/2005/8/layout/orgChart1"/>
    <dgm:cxn modelId="{4B032CD4-7A09-4F81-9B9F-D1C61A6F5796}" type="presParOf" srcId="{55AABA33-62AC-4505-80F1-EB3BA6E711EC}" destId="{D09DABBC-7540-45F9-8495-CDB9A6818137}" srcOrd="2" destOrd="0" presId="urn:microsoft.com/office/officeart/2005/8/layout/orgChart1"/>
    <dgm:cxn modelId="{C9618DEB-78B5-4DBA-8B05-34C4122D0C12}" type="presParOf" srcId="{EE25FEE9-C0A4-43A3-BC29-09C1DC02735B}" destId="{367AF7A0-2A01-4D95-8B5E-972F70B4C0F5}" srcOrd="6" destOrd="0" presId="urn:microsoft.com/office/officeart/2005/8/layout/orgChart1"/>
    <dgm:cxn modelId="{46558AFA-E333-41DC-B601-9856C0651A9D}" type="presParOf" srcId="{EE25FEE9-C0A4-43A3-BC29-09C1DC02735B}" destId="{31E731C6-D2DC-4343-80BC-F20066F2A914}" srcOrd="7" destOrd="0" presId="urn:microsoft.com/office/officeart/2005/8/layout/orgChart1"/>
    <dgm:cxn modelId="{DA33800F-4811-4C1D-AFD9-5D17DB82298E}" type="presParOf" srcId="{31E731C6-D2DC-4343-80BC-F20066F2A914}" destId="{4FBF0BD0-D9AF-4D54-ADBF-EFF805CA9D4F}" srcOrd="0" destOrd="0" presId="urn:microsoft.com/office/officeart/2005/8/layout/orgChart1"/>
    <dgm:cxn modelId="{7739AB52-D8AE-436F-95AF-27ED9A27A395}" type="presParOf" srcId="{4FBF0BD0-D9AF-4D54-ADBF-EFF805CA9D4F}" destId="{D3A5EE3C-4260-444A-B632-C44383CA70CC}" srcOrd="0" destOrd="0" presId="urn:microsoft.com/office/officeart/2005/8/layout/orgChart1"/>
    <dgm:cxn modelId="{F9C9779F-FF79-46B2-96C1-62CA26A9B46C}" type="presParOf" srcId="{4FBF0BD0-D9AF-4D54-ADBF-EFF805CA9D4F}" destId="{33C97D1B-23DA-464D-8980-EB0636D8F67E}" srcOrd="1" destOrd="0" presId="urn:microsoft.com/office/officeart/2005/8/layout/orgChart1"/>
    <dgm:cxn modelId="{6EB45E23-260B-4AFC-8B7C-0873C99CC2AA}" type="presParOf" srcId="{31E731C6-D2DC-4343-80BC-F20066F2A914}" destId="{B7BE2070-0709-4BC3-8BDE-49C76D42B69F}" srcOrd="1" destOrd="0" presId="urn:microsoft.com/office/officeart/2005/8/layout/orgChart1"/>
    <dgm:cxn modelId="{FA164172-EFD5-4345-9BF3-7240459A0614}" type="presParOf" srcId="{B7BE2070-0709-4BC3-8BDE-49C76D42B69F}" destId="{63106C8E-7B4F-4FAD-BA44-601A9E79A13E}" srcOrd="0" destOrd="0" presId="urn:microsoft.com/office/officeart/2005/8/layout/orgChart1"/>
    <dgm:cxn modelId="{F77AA0D2-381C-4416-A6F9-4ADF09476D0C}" type="presParOf" srcId="{B7BE2070-0709-4BC3-8BDE-49C76D42B69F}" destId="{AAB3AB12-160C-40C9-B72C-EADD32A9D0AA}" srcOrd="1" destOrd="0" presId="urn:microsoft.com/office/officeart/2005/8/layout/orgChart1"/>
    <dgm:cxn modelId="{EC2CFC96-E4D9-4F98-A167-896F2EF5F3F1}" type="presParOf" srcId="{AAB3AB12-160C-40C9-B72C-EADD32A9D0AA}" destId="{E2C133C0-D633-4249-A79C-D6B248F34CFF}" srcOrd="0" destOrd="0" presId="urn:microsoft.com/office/officeart/2005/8/layout/orgChart1"/>
    <dgm:cxn modelId="{CE96E022-F33E-4C96-AD4C-172D004BFA08}" type="presParOf" srcId="{E2C133C0-D633-4249-A79C-D6B248F34CFF}" destId="{89E09DE1-78B9-40EA-9917-BE79B8951401}" srcOrd="0" destOrd="0" presId="urn:microsoft.com/office/officeart/2005/8/layout/orgChart1"/>
    <dgm:cxn modelId="{E665FD26-EA53-4E30-9E21-D51CEFCF57C0}" type="presParOf" srcId="{E2C133C0-D633-4249-A79C-D6B248F34CFF}" destId="{B8560F27-EDEB-4F04-9ECA-CAD3C7FD48D6}" srcOrd="1" destOrd="0" presId="urn:microsoft.com/office/officeart/2005/8/layout/orgChart1"/>
    <dgm:cxn modelId="{85AF825E-59EE-4862-A2BC-C038BEC436B1}" type="presParOf" srcId="{AAB3AB12-160C-40C9-B72C-EADD32A9D0AA}" destId="{6F4B449D-8C9F-4164-A282-886E91CCA7C4}" srcOrd="1" destOrd="0" presId="urn:microsoft.com/office/officeart/2005/8/layout/orgChart1"/>
    <dgm:cxn modelId="{5ED99CEC-674C-4D50-9E14-0F741C2DCC32}" type="presParOf" srcId="{AAB3AB12-160C-40C9-B72C-EADD32A9D0AA}" destId="{DE4A259D-08CD-49BA-85DC-116D0079509D}" srcOrd="2" destOrd="0" presId="urn:microsoft.com/office/officeart/2005/8/layout/orgChart1"/>
    <dgm:cxn modelId="{FDFB2CBD-8144-4912-8854-B562EFA6388D}" type="presParOf" srcId="{31E731C6-D2DC-4343-80BC-F20066F2A914}" destId="{05C762D9-504E-4304-8E6C-AFF705FF3743}" srcOrd="2" destOrd="0" presId="urn:microsoft.com/office/officeart/2005/8/layout/orgChart1"/>
    <dgm:cxn modelId="{F4AC80A2-8E45-49B8-A4AD-81E4DA9E1A35}" type="presParOf" srcId="{842694ED-63FE-41F5-8205-A2D2ED7AB622}" destId="{7AE4D891-AFDF-47CA-AE12-C9E64E4BC610}" srcOrd="2" destOrd="0" presId="urn:microsoft.com/office/officeart/2005/8/layout/orgChart1"/>
    <dgm:cxn modelId="{967796E2-3E3B-4CCE-8E31-DA5ECCCF3D67}" type="presParOf" srcId="{9098D234-D388-4106-B539-B7C38DD6D81C}" destId="{AB1F82AE-D204-494B-90C7-632A99586039}" srcOrd="2" destOrd="0" presId="urn:microsoft.com/office/officeart/2005/8/layout/orgChart1"/>
    <dgm:cxn modelId="{2B0EACE1-C9DE-489F-BE92-99BC3445CC46}" type="presParOf" srcId="{9098D234-D388-4106-B539-B7C38DD6D81C}" destId="{DC0B2FDF-D839-45FE-9E9A-D22897A1B887}" srcOrd="3" destOrd="0" presId="urn:microsoft.com/office/officeart/2005/8/layout/orgChart1"/>
    <dgm:cxn modelId="{32526F69-3672-4B6E-976F-265A34E7498E}" type="presParOf" srcId="{DC0B2FDF-D839-45FE-9E9A-D22897A1B887}" destId="{1B76E2B1-AF57-455C-83AC-6048046D1721}" srcOrd="0" destOrd="0" presId="urn:microsoft.com/office/officeart/2005/8/layout/orgChart1"/>
    <dgm:cxn modelId="{1F139FA7-CDD7-408B-B0E8-4F7EC916E026}" type="presParOf" srcId="{1B76E2B1-AF57-455C-83AC-6048046D1721}" destId="{78F581A2-A236-4AAE-9594-81595AF744C3}" srcOrd="0" destOrd="0" presId="urn:microsoft.com/office/officeart/2005/8/layout/orgChart1"/>
    <dgm:cxn modelId="{B2C9282E-5BA1-43E1-A875-14EA99C7049D}" type="presParOf" srcId="{1B76E2B1-AF57-455C-83AC-6048046D1721}" destId="{45497D4B-7384-4409-B2DD-8111D10AE21C}" srcOrd="1" destOrd="0" presId="urn:microsoft.com/office/officeart/2005/8/layout/orgChart1"/>
    <dgm:cxn modelId="{347E6146-2FAB-43AF-B1C7-EA2717D74034}" type="presParOf" srcId="{DC0B2FDF-D839-45FE-9E9A-D22897A1B887}" destId="{7655522E-218E-4AD1-9853-C6F4EBC0DDEE}" srcOrd="1" destOrd="0" presId="urn:microsoft.com/office/officeart/2005/8/layout/orgChart1"/>
    <dgm:cxn modelId="{AE0C3248-0D2A-43D3-BDB0-1952BB009CA7}" type="presParOf" srcId="{7655522E-218E-4AD1-9853-C6F4EBC0DDEE}" destId="{A0EB184D-D89D-4179-A9D5-4BF22E200A76}" srcOrd="0" destOrd="0" presId="urn:microsoft.com/office/officeart/2005/8/layout/orgChart1"/>
    <dgm:cxn modelId="{E0C95F2B-8DDE-4A32-9E30-0587A019A76D}" type="presParOf" srcId="{7655522E-218E-4AD1-9853-C6F4EBC0DDEE}" destId="{FAE268D1-BB4B-43D4-B61A-AB10F0DBAAF5}" srcOrd="1" destOrd="0" presId="urn:microsoft.com/office/officeart/2005/8/layout/orgChart1"/>
    <dgm:cxn modelId="{D485F683-1E43-4AE6-B577-DC05D02B5C4C}" type="presParOf" srcId="{FAE268D1-BB4B-43D4-B61A-AB10F0DBAAF5}" destId="{5944405D-8C11-48DE-AA64-44D7B19A5541}" srcOrd="0" destOrd="0" presId="urn:microsoft.com/office/officeart/2005/8/layout/orgChart1"/>
    <dgm:cxn modelId="{435D8E30-D1DF-4E01-B7A4-EED412B6F6B3}" type="presParOf" srcId="{5944405D-8C11-48DE-AA64-44D7B19A5541}" destId="{593CCA12-D3A5-425D-877A-13F8D723C812}" srcOrd="0" destOrd="0" presId="urn:microsoft.com/office/officeart/2005/8/layout/orgChart1"/>
    <dgm:cxn modelId="{619E2412-E96C-433E-AD4E-51D212E1BB9C}" type="presParOf" srcId="{5944405D-8C11-48DE-AA64-44D7B19A5541}" destId="{053E7528-9975-46DD-90D3-7C78C82B0A23}" srcOrd="1" destOrd="0" presId="urn:microsoft.com/office/officeart/2005/8/layout/orgChart1"/>
    <dgm:cxn modelId="{231190EF-1E1D-4F98-B4B2-DE38910B2995}" type="presParOf" srcId="{FAE268D1-BB4B-43D4-B61A-AB10F0DBAAF5}" destId="{640C4AE7-6DBF-4634-ABAF-7B698C1FFFCB}" srcOrd="1" destOrd="0" presId="urn:microsoft.com/office/officeart/2005/8/layout/orgChart1"/>
    <dgm:cxn modelId="{AB0271DD-6876-44D8-B907-C92E917E9572}" type="presParOf" srcId="{640C4AE7-6DBF-4634-ABAF-7B698C1FFFCB}" destId="{3A318B23-F676-4CE2-8F5E-0936947C634F}" srcOrd="0" destOrd="0" presId="urn:microsoft.com/office/officeart/2005/8/layout/orgChart1"/>
    <dgm:cxn modelId="{F5F40EE6-54E7-4363-8B90-7007B2075E78}" type="presParOf" srcId="{640C4AE7-6DBF-4634-ABAF-7B698C1FFFCB}" destId="{28352CA7-1D8A-4683-B83F-754F11F8E80C}" srcOrd="1" destOrd="0" presId="urn:microsoft.com/office/officeart/2005/8/layout/orgChart1"/>
    <dgm:cxn modelId="{AC57545A-4D3B-4DF1-BBCE-B6A88BD6F364}" type="presParOf" srcId="{28352CA7-1D8A-4683-B83F-754F11F8E80C}" destId="{2C88C5C0-374D-4D85-A48A-AA827915267A}" srcOrd="0" destOrd="0" presId="urn:microsoft.com/office/officeart/2005/8/layout/orgChart1"/>
    <dgm:cxn modelId="{0DFA27F7-E164-43FD-BC02-137F2CF2A88F}" type="presParOf" srcId="{2C88C5C0-374D-4D85-A48A-AA827915267A}" destId="{62E4AD9E-47A1-447D-8322-9B19E0A5CC83}" srcOrd="0" destOrd="0" presId="urn:microsoft.com/office/officeart/2005/8/layout/orgChart1"/>
    <dgm:cxn modelId="{7F135018-34A5-4EE7-8A29-C309328841C3}" type="presParOf" srcId="{2C88C5C0-374D-4D85-A48A-AA827915267A}" destId="{6C4B6E16-80F4-4615-BD89-92ED471EE9E1}" srcOrd="1" destOrd="0" presId="urn:microsoft.com/office/officeart/2005/8/layout/orgChart1"/>
    <dgm:cxn modelId="{0CCB29AE-E581-40B4-A41B-023436EA29A5}" type="presParOf" srcId="{28352CA7-1D8A-4683-B83F-754F11F8E80C}" destId="{C93FC063-5D29-4454-B469-B4CE2C88249D}" srcOrd="1" destOrd="0" presId="urn:microsoft.com/office/officeart/2005/8/layout/orgChart1"/>
    <dgm:cxn modelId="{00149B84-D49B-4474-83B3-3F1F667BB35D}" type="presParOf" srcId="{28352CA7-1D8A-4683-B83F-754F11F8E80C}" destId="{6C167FE6-A557-4F15-A732-F57B497A8ACB}" srcOrd="2" destOrd="0" presId="urn:microsoft.com/office/officeart/2005/8/layout/orgChart1"/>
    <dgm:cxn modelId="{F425A338-EA5D-402B-ACC9-EE9DD8F21325}" type="presParOf" srcId="{640C4AE7-6DBF-4634-ABAF-7B698C1FFFCB}" destId="{D824738C-28D9-4508-88FC-5B017300123E}" srcOrd="2" destOrd="0" presId="urn:microsoft.com/office/officeart/2005/8/layout/orgChart1"/>
    <dgm:cxn modelId="{E83A6FE2-3F44-484B-92C3-AD8AB14DA607}" type="presParOf" srcId="{640C4AE7-6DBF-4634-ABAF-7B698C1FFFCB}" destId="{6322A342-AB6D-41FB-90DB-62F15860589B}" srcOrd="3" destOrd="0" presId="urn:microsoft.com/office/officeart/2005/8/layout/orgChart1"/>
    <dgm:cxn modelId="{10EEDAAB-9737-43A9-B549-DAA59AEAB842}" type="presParOf" srcId="{6322A342-AB6D-41FB-90DB-62F15860589B}" destId="{7AEC5356-9391-4EA4-A88C-9D41174A50BB}" srcOrd="0" destOrd="0" presId="urn:microsoft.com/office/officeart/2005/8/layout/orgChart1"/>
    <dgm:cxn modelId="{B532E434-9BD8-45BE-A1F2-2CA2F3AD1167}" type="presParOf" srcId="{7AEC5356-9391-4EA4-A88C-9D41174A50BB}" destId="{E4E8AC78-C4E5-4DD2-A266-2107A6878DF0}" srcOrd="0" destOrd="0" presId="urn:microsoft.com/office/officeart/2005/8/layout/orgChart1"/>
    <dgm:cxn modelId="{FEFCB9A2-EF5B-43D2-9A4C-5DFDD5D93BED}" type="presParOf" srcId="{7AEC5356-9391-4EA4-A88C-9D41174A50BB}" destId="{175754E1-90D4-4974-88E7-44920EA07451}" srcOrd="1" destOrd="0" presId="urn:microsoft.com/office/officeart/2005/8/layout/orgChart1"/>
    <dgm:cxn modelId="{A514C626-B4C4-4E4E-8A00-DB6753399BA4}" type="presParOf" srcId="{6322A342-AB6D-41FB-90DB-62F15860589B}" destId="{BF98B891-CB94-4F93-BCF2-E0178273B7DA}" srcOrd="1" destOrd="0" presId="urn:microsoft.com/office/officeart/2005/8/layout/orgChart1"/>
    <dgm:cxn modelId="{A7B55D0E-18B6-453B-ADCC-D74E3C4C7A02}" type="presParOf" srcId="{6322A342-AB6D-41FB-90DB-62F15860589B}" destId="{3A3C1994-4203-47B8-89DE-D84AAEE59D82}" srcOrd="2" destOrd="0" presId="urn:microsoft.com/office/officeart/2005/8/layout/orgChart1"/>
    <dgm:cxn modelId="{D56D22DA-1B85-4E3F-9C4A-9F20D464F781}" type="presParOf" srcId="{640C4AE7-6DBF-4634-ABAF-7B698C1FFFCB}" destId="{ABE12951-B467-46F9-8C1E-26AC8337646D}" srcOrd="4" destOrd="0" presId="urn:microsoft.com/office/officeart/2005/8/layout/orgChart1"/>
    <dgm:cxn modelId="{8A341CC1-37EE-4B69-BC1C-495B49AD3D2B}" type="presParOf" srcId="{640C4AE7-6DBF-4634-ABAF-7B698C1FFFCB}" destId="{7124B849-A3F0-4CE4-849D-A4ED4C1843CF}" srcOrd="5" destOrd="0" presId="urn:microsoft.com/office/officeart/2005/8/layout/orgChart1"/>
    <dgm:cxn modelId="{A968FC72-7ED2-41E4-B208-513313878B30}" type="presParOf" srcId="{7124B849-A3F0-4CE4-849D-A4ED4C1843CF}" destId="{2C9286D6-EE7C-4C57-AB4D-0FD9E821468D}" srcOrd="0" destOrd="0" presId="urn:microsoft.com/office/officeart/2005/8/layout/orgChart1"/>
    <dgm:cxn modelId="{388CFA94-5BD0-4AC3-8E44-E700386BBA99}" type="presParOf" srcId="{2C9286D6-EE7C-4C57-AB4D-0FD9E821468D}" destId="{399092EC-4254-45BF-8201-5A33F11B3596}" srcOrd="0" destOrd="0" presId="urn:microsoft.com/office/officeart/2005/8/layout/orgChart1"/>
    <dgm:cxn modelId="{77360561-A642-44FE-A4AA-7AC817C607C1}" type="presParOf" srcId="{2C9286D6-EE7C-4C57-AB4D-0FD9E821468D}" destId="{B7B9480D-D810-47BD-905C-C910CC4828CE}" srcOrd="1" destOrd="0" presId="urn:microsoft.com/office/officeart/2005/8/layout/orgChart1"/>
    <dgm:cxn modelId="{FAB843BE-82EE-4940-A5D6-593E656B9084}" type="presParOf" srcId="{7124B849-A3F0-4CE4-849D-A4ED4C1843CF}" destId="{44999C8E-E7AE-4B24-812A-BAE2A10A8AB8}" srcOrd="1" destOrd="0" presId="urn:microsoft.com/office/officeart/2005/8/layout/orgChart1"/>
    <dgm:cxn modelId="{EDE4498F-78C0-46DF-975B-4C0B31999F6D}" type="presParOf" srcId="{7124B849-A3F0-4CE4-849D-A4ED4C1843CF}" destId="{D65186DD-AEBB-475B-B9A4-2B0B834F9181}" srcOrd="2" destOrd="0" presId="urn:microsoft.com/office/officeart/2005/8/layout/orgChart1"/>
    <dgm:cxn modelId="{96AAFE3C-CECB-4E57-B7B7-3C5F4257167F}" type="presParOf" srcId="{FAE268D1-BB4B-43D4-B61A-AB10F0DBAAF5}" destId="{80918CF6-0896-44DD-B4D4-4FFBBD6EE89A}" srcOrd="2" destOrd="0" presId="urn:microsoft.com/office/officeart/2005/8/layout/orgChart1"/>
    <dgm:cxn modelId="{9EFD1C16-28B1-4A7D-AD8C-1A4C30DF7866}" type="presParOf" srcId="{7655522E-218E-4AD1-9853-C6F4EBC0DDEE}" destId="{172A5C06-1FDF-486C-BACB-B644806CDA53}" srcOrd="2" destOrd="0" presId="urn:microsoft.com/office/officeart/2005/8/layout/orgChart1"/>
    <dgm:cxn modelId="{AD7AE43C-3AC9-431D-9D29-949C65BEBC46}" type="presParOf" srcId="{7655522E-218E-4AD1-9853-C6F4EBC0DDEE}" destId="{156919DA-D34A-4144-A168-059E76DD1E8B}" srcOrd="3" destOrd="0" presId="urn:microsoft.com/office/officeart/2005/8/layout/orgChart1"/>
    <dgm:cxn modelId="{71C5D243-A073-4233-8208-BCBFE11A0B7A}" type="presParOf" srcId="{156919DA-D34A-4144-A168-059E76DD1E8B}" destId="{15CE1D0E-D768-424E-8632-FD6B7564EB28}" srcOrd="0" destOrd="0" presId="urn:microsoft.com/office/officeart/2005/8/layout/orgChart1"/>
    <dgm:cxn modelId="{6B1882CA-9CE4-4B65-BF97-660A8F59F8D7}" type="presParOf" srcId="{15CE1D0E-D768-424E-8632-FD6B7564EB28}" destId="{AC04C93D-2F26-475E-A5D5-877BA8D12475}" srcOrd="0" destOrd="0" presId="urn:microsoft.com/office/officeart/2005/8/layout/orgChart1"/>
    <dgm:cxn modelId="{09EF7AC1-7FE8-4DB5-9827-C50B81C59E2D}" type="presParOf" srcId="{15CE1D0E-D768-424E-8632-FD6B7564EB28}" destId="{67ACFAD5-BD25-49C9-9042-E74EBFDF171A}" srcOrd="1" destOrd="0" presId="urn:microsoft.com/office/officeart/2005/8/layout/orgChart1"/>
    <dgm:cxn modelId="{75D2597B-4786-4556-ACE6-1B26FA7B3498}" type="presParOf" srcId="{156919DA-D34A-4144-A168-059E76DD1E8B}" destId="{730758F1-925A-42F4-A73D-6D32DAD98705}" srcOrd="1" destOrd="0" presId="urn:microsoft.com/office/officeart/2005/8/layout/orgChart1"/>
    <dgm:cxn modelId="{35B350FA-E1C8-43E0-9E43-07276BB6DF0B}" type="presParOf" srcId="{730758F1-925A-42F4-A73D-6D32DAD98705}" destId="{30C27BDE-5193-4911-AFB7-DA6D4E51DCFF}" srcOrd="0" destOrd="0" presId="urn:microsoft.com/office/officeart/2005/8/layout/orgChart1"/>
    <dgm:cxn modelId="{3B6D731D-FD44-479A-802C-A45C9EA696D1}" type="presParOf" srcId="{730758F1-925A-42F4-A73D-6D32DAD98705}" destId="{4C278AA9-92A8-4451-BF4C-5716333C8CA3}" srcOrd="1" destOrd="0" presId="urn:microsoft.com/office/officeart/2005/8/layout/orgChart1"/>
    <dgm:cxn modelId="{ED833526-8E96-4314-9014-D9C5C914782D}" type="presParOf" srcId="{4C278AA9-92A8-4451-BF4C-5716333C8CA3}" destId="{9779B9D5-1CE0-453E-9DB3-C0DEEB546799}" srcOrd="0" destOrd="0" presId="urn:microsoft.com/office/officeart/2005/8/layout/orgChart1"/>
    <dgm:cxn modelId="{D4AABD7B-0033-40A7-8E3B-F2508D9C50A6}" type="presParOf" srcId="{9779B9D5-1CE0-453E-9DB3-C0DEEB546799}" destId="{F183183A-BA52-4850-8FF9-4CADAF5E4868}" srcOrd="0" destOrd="0" presId="urn:microsoft.com/office/officeart/2005/8/layout/orgChart1"/>
    <dgm:cxn modelId="{976AC9F1-C45B-409C-8AF1-958D336D37F4}" type="presParOf" srcId="{9779B9D5-1CE0-453E-9DB3-C0DEEB546799}" destId="{EA5B87A1-2245-4AE3-A378-D6D243C13F8C}" srcOrd="1" destOrd="0" presId="urn:microsoft.com/office/officeart/2005/8/layout/orgChart1"/>
    <dgm:cxn modelId="{1688F95C-E120-46E7-AE9F-FD9C185F8447}" type="presParOf" srcId="{4C278AA9-92A8-4451-BF4C-5716333C8CA3}" destId="{A60A47D8-A9D0-458A-A701-1EFE654846EF}" srcOrd="1" destOrd="0" presId="urn:microsoft.com/office/officeart/2005/8/layout/orgChart1"/>
    <dgm:cxn modelId="{4DD5CDD1-A019-422F-9B4F-53889B19258A}" type="presParOf" srcId="{4C278AA9-92A8-4451-BF4C-5716333C8CA3}" destId="{8241A64E-9F44-481A-9848-BE5F8C1C5D0F}" srcOrd="2" destOrd="0" presId="urn:microsoft.com/office/officeart/2005/8/layout/orgChart1"/>
    <dgm:cxn modelId="{5BE5ADAD-C157-4D5B-AF57-6ABB51843901}" type="presParOf" srcId="{730758F1-925A-42F4-A73D-6D32DAD98705}" destId="{0398A2E2-F7C0-47B0-BBCD-41C56B125775}" srcOrd="2" destOrd="0" presId="urn:microsoft.com/office/officeart/2005/8/layout/orgChart1"/>
    <dgm:cxn modelId="{6DD0851B-2ACE-444C-8331-EE84A743F6B2}" type="presParOf" srcId="{730758F1-925A-42F4-A73D-6D32DAD98705}" destId="{009F35E4-88DB-4D76-9B20-EBE3BB8B6AA2}" srcOrd="3" destOrd="0" presId="urn:microsoft.com/office/officeart/2005/8/layout/orgChart1"/>
    <dgm:cxn modelId="{CC484926-A156-4404-8174-F5D2027AA3A3}" type="presParOf" srcId="{009F35E4-88DB-4D76-9B20-EBE3BB8B6AA2}" destId="{EDAC1DD8-C7EA-44A2-BD08-95A7FB302F6E}" srcOrd="0" destOrd="0" presId="urn:microsoft.com/office/officeart/2005/8/layout/orgChart1"/>
    <dgm:cxn modelId="{744B97E3-2C21-459F-BA4F-7A8E085EC500}" type="presParOf" srcId="{EDAC1DD8-C7EA-44A2-BD08-95A7FB302F6E}" destId="{2C1EE1EB-8F68-4B65-8861-0FD6D2503922}" srcOrd="0" destOrd="0" presId="urn:microsoft.com/office/officeart/2005/8/layout/orgChart1"/>
    <dgm:cxn modelId="{5C5A74F3-0529-485C-B977-732CE4646232}" type="presParOf" srcId="{EDAC1DD8-C7EA-44A2-BD08-95A7FB302F6E}" destId="{2DF6743B-D684-4033-8446-1A233B68B521}" srcOrd="1" destOrd="0" presId="urn:microsoft.com/office/officeart/2005/8/layout/orgChart1"/>
    <dgm:cxn modelId="{AB5C4048-0E6B-42EF-9E3E-99683F829953}" type="presParOf" srcId="{009F35E4-88DB-4D76-9B20-EBE3BB8B6AA2}" destId="{1E493735-EC93-4271-B7E9-2844BC0559F1}" srcOrd="1" destOrd="0" presId="urn:microsoft.com/office/officeart/2005/8/layout/orgChart1"/>
    <dgm:cxn modelId="{A0A71ED9-B1C9-4A2F-BDC2-6F446418616F}" type="presParOf" srcId="{009F35E4-88DB-4D76-9B20-EBE3BB8B6AA2}" destId="{6CF19BFF-E0DA-458C-B0CE-5C03EA164E36}" srcOrd="2" destOrd="0" presId="urn:microsoft.com/office/officeart/2005/8/layout/orgChart1"/>
    <dgm:cxn modelId="{AF5268F6-5C30-4230-A877-62864EF0F2D6}" type="presParOf" srcId="{156919DA-D34A-4144-A168-059E76DD1E8B}" destId="{D81C161F-2FD4-44C3-A28E-C88E0C69F410}" srcOrd="2" destOrd="0" presId="urn:microsoft.com/office/officeart/2005/8/layout/orgChart1"/>
    <dgm:cxn modelId="{2A7CF219-6085-4296-9CAA-D0407ED0D53A}" type="presParOf" srcId="{7655522E-218E-4AD1-9853-C6F4EBC0DDEE}" destId="{2AEC6C7A-DDCF-4B40-99EA-D4DD011ECA4E}" srcOrd="4" destOrd="0" presId="urn:microsoft.com/office/officeart/2005/8/layout/orgChart1"/>
    <dgm:cxn modelId="{A873D749-504C-4D5F-A63C-7CAFF7643D06}" type="presParOf" srcId="{7655522E-218E-4AD1-9853-C6F4EBC0DDEE}" destId="{CBCEE18C-0AE5-42D6-91A4-E06E1849DB73}" srcOrd="5" destOrd="0" presId="urn:microsoft.com/office/officeart/2005/8/layout/orgChart1"/>
    <dgm:cxn modelId="{8CB2590C-722C-42C0-9B27-338E0151B4DA}" type="presParOf" srcId="{CBCEE18C-0AE5-42D6-91A4-E06E1849DB73}" destId="{91F85B73-A485-47EA-912D-D926888C8347}" srcOrd="0" destOrd="0" presId="urn:microsoft.com/office/officeart/2005/8/layout/orgChart1"/>
    <dgm:cxn modelId="{5EF91C1D-C68B-41AC-ADC3-10416F94475F}" type="presParOf" srcId="{91F85B73-A485-47EA-912D-D926888C8347}" destId="{26F789C9-E831-422F-A592-F51F03B1AAE0}" srcOrd="0" destOrd="0" presId="urn:microsoft.com/office/officeart/2005/8/layout/orgChart1"/>
    <dgm:cxn modelId="{54C7B036-CF08-4C03-A6DA-61C9E35FE2BE}" type="presParOf" srcId="{91F85B73-A485-47EA-912D-D926888C8347}" destId="{1E67F216-58ED-4840-9B6E-311D3A19BF87}" srcOrd="1" destOrd="0" presId="urn:microsoft.com/office/officeart/2005/8/layout/orgChart1"/>
    <dgm:cxn modelId="{DB14C1A2-36C8-4918-9A94-65194287FEA9}" type="presParOf" srcId="{CBCEE18C-0AE5-42D6-91A4-E06E1849DB73}" destId="{4C75F75D-BF4E-4E7B-ABF2-45B4ADA4113F}" srcOrd="1" destOrd="0" presId="urn:microsoft.com/office/officeart/2005/8/layout/orgChart1"/>
    <dgm:cxn modelId="{03AD56A3-A915-453C-861C-41EF3CE6FA05}" type="presParOf" srcId="{4C75F75D-BF4E-4E7B-ABF2-45B4ADA4113F}" destId="{B05F1E3E-1684-4D4F-BFAB-EA357F099E38}" srcOrd="0" destOrd="0" presId="urn:microsoft.com/office/officeart/2005/8/layout/orgChart1"/>
    <dgm:cxn modelId="{5ED6D0CF-CAC1-4E1E-8D62-E1379DA66BDB}" type="presParOf" srcId="{4C75F75D-BF4E-4E7B-ABF2-45B4ADA4113F}" destId="{4003F3E9-36A9-4A43-82BE-385100D0420E}" srcOrd="1" destOrd="0" presId="urn:microsoft.com/office/officeart/2005/8/layout/orgChart1"/>
    <dgm:cxn modelId="{6252E180-CD9F-4F7F-A97A-F9523C6A4C6F}" type="presParOf" srcId="{4003F3E9-36A9-4A43-82BE-385100D0420E}" destId="{C04A112A-2080-4DD8-A6F1-7D8C4319601C}" srcOrd="0" destOrd="0" presId="urn:microsoft.com/office/officeart/2005/8/layout/orgChart1"/>
    <dgm:cxn modelId="{8ACD23B9-51D0-4689-AF28-F3C0CC818F15}" type="presParOf" srcId="{C04A112A-2080-4DD8-A6F1-7D8C4319601C}" destId="{F90F84C2-691A-4F2A-873F-B805BBB47FB4}" srcOrd="0" destOrd="0" presId="urn:microsoft.com/office/officeart/2005/8/layout/orgChart1"/>
    <dgm:cxn modelId="{DCEE4CB4-36FC-4677-874D-BF2BC7871633}" type="presParOf" srcId="{C04A112A-2080-4DD8-A6F1-7D8C4319601C}" destId="{95E76989-391A-4968-AB34-2DC1494D3E54}" srcOrd="1" destOrd="0" presId="urn:microsoft.com/office/officeart/2005/8/layout/orgChart1"/>
    <dgm:cxn modelId="{A16CD53C-1C6E-4C96-A2EA-C32F9FA41960}" type="presParOf" srcId="{4003F3E9-36A9-4A43-82BE-385100D0420E}" destId="{541D975D-1A4E-4C8F-8F53-26F7EB866103}" srcOrd="1" destOrd="0" presId="urn:microsoft.com/office/officeart/2005/8/layout/orgChart1"/>
    <dgm:cxn modelId="{2E55753C-37C0-42EE-BE17-47DFE95D4444}" type="presParOf" srcId="{4003F3E9-36A9-4A43-82BE-385100D0420E}" destId="{070448E3-AB57-4344-9317-5953AEC8496A}" srcOrd="2" destOrd="0" presId="urn:microsoft.com/office/officeart/2005/8/layout/orgChart1"/>
    <dgm:cxn modelId="{E603BC00-7CA6-4A48-BECF-ADE05B4D2653}" type="presParOf" srcId="{4C75F75D-BF4E-4E7B-ABF2-45B4ADA4113F}" destId="{74C18401-4F8F-492F-A811-04B5EDC1A769}" srcOrd="2" destOrd="0" presId="urn:microsoft.com/office/officeart/2005/8/layout/orgChart1"/>
    <dgm:cxn modelId="{8FAD5406-C679-47BE-AA64-2F30AA73EA25}" type="presParOf" srcId="{4C75F75D-BF4E-4E7B-ABF2-45B4ADA4113F}" destId="{1902DCA4-2EF9-4A52-95FD-FB961C6A9C53}" srcOrd="3" destOrd="0" presId="urn:microsoft.com/office/officeart/2005/8/layout/orgChart1"/>
    <dgm:cxn modelId="{430C0669-EFF7-4D6C-B604-17588E8A7F1C}" type="presParOf" srcId="{1902DCA4-2EF9-4A52-95FD-FB961C6A9C53}" destId="{53E1A93A-533E-476D-A5BE-CDAC33DA4600}" srcOrd="0" destOrd="0" presId="urn:microsoft.com/office/officeart/2005/8/layout/orgChart1"/>
    <dgm:cxn modelId="{AA63C3FA-68D5-455B-BAF7-94A40BBEE0C4}" type="presParOf" srcId="{53E1A93A-533E-476D-A5BE-CDAC33DA4600}" destId="{9A444F87-7A55-4C5E-A1E8-8723EACC0906}" srcOrd="0" destOrd="0" presId="urn:microsoft.com/office/officeart/2005/8/layout/orgChart1"/>
    <dgm:cxn modelId="{98512D3D-4230-4C64-8CB0-CB476D9FF4F8}" type="presParOf" srcId="{53E1A93A-533E-476D-A5BE-CDAC33DA4600}" destId="{B1C10AF3-8969-492F-A90F-714985DDC5F3}" srcOrd="1" destOrd="0" presId="urn:microsoft.com/office/officeart/2005/8/layout/orgChart1"/>
    <dgm:cxn modelId="{5A77CAC6-40EE-4FD3-8699-692CF0B708F5}" type="presParOf" srcId="{1902DCA4-2EF9-4A52-95FD-FB961C6A9C53}" destId="{A7BD15A6-0BD0-40C5-AB58-36B0A633D0BE}" srcOrd="1" destOrd="0" presId="urn:microsoft.com/office/officeart/2005/8/layout/orgChart1"/>
    <dgm:cxn modelId="{E1141828-40D5-4D74-B2CC-9E2225F03C21}" type="presParOf" srcId="{1902DCA4-2EF9-4A52-95FD-FB961C6A9C53}" destId="{E494DBB1-5DE2-4A4C-A16A-94D65C4457BE}" srcOrd="2" destOrd="0" presId="urn:microsoft.com/office/officeart/2005/8/layout/orgChart1"/>
    <dgm:cxn modelId="{1C9040D9-EFFA-423C-BB2C-C537F4E92254}" type="presParOf" srcId="{CBCEE18C-0AE5-42D6-91A4-E06E1849DB73}" destId="{E8F69551-9111-4ED5-BD1F-A07222DC06B8}" srcOrd="2" destOrd="0" presId="urn:microsoft.com/office/officeart/2005/8/layout/orgChart1"/>
    <dgm:cxn modelId="{4BBBE869-A970-41DA-AAC7-4771F54F8FE5}" type="presParOf" srcId="{7655522E-218E-4AD1-9853-C6F4EBC0DDEE}" destId="{DF6C8D7F-3BAB-4FAD-B22F-086B0EC4D22B}" srcOrd="6" destOrd="0" presId="urn:microsoft.com/office/officeart/2005/8/layout/orgChart1"/>
    <dgm:cxn modelId="{7F041D7F-0823-45B5-A692-B12E4A6612A0}" type="presParOf" srcId="{7655522E-218E-4AD1-9853-C6F4EBC0DDEE}" destId="{8B5C3688-7A4C-4CFD-88EA-5BCB6E3793AE}" srcOrd="7" destOrd="0" presId="urn:microsoft.com/office/officeart/2005/8/layout/orgChart1"/>
    <dgm:cxn modelId="{545A0208-9EBC-4676-8316-6CF7A75BB6A7}" type="presParOf" srcId="{8B5C3688-7A4C-4CFD-88EA-5BCB6E3793AE}" destId="{E727014E-3DBC-4C80-AC27-26B4DE878266}" srcOrd="0" destOrd="0" presId="urn:microsoft.com/office/officeart/2005/8/layout/orgChart1"/>
    <dgm:cxn modelId="{4CE734A7-BEBD-4EAC-A259-B50EE8FC33FA}" type="presParOf" srcId="{E727014E-3DBC-4C80-AC27-26B4DE878266}" destId="{A60C6735-5A16-42A6-A5F9-2C2EFCECFD93}" srcOrd="0" destOrd="0" presId="urn:microsoft.com/office/officeart/2005/8/layout/orgChart1"/>
    <dgm:cxn modelId="{CA5EAAA0-0F71-44EF-8001-86A64DB6E601}" type="presParOf" srcId="{E727014E-3DBC-4C80-AC27-26B4DE878266}" destId="{F190EF91-3547-4D5E-A7BF-FFA002092950}" srcOrd="1" destOrd="0" presId="urn:microsoft.com/office/officeart/2005/8/layout/orgChart1"/>
    <dgm:cxn modelId="{0456DEEE-3093-4062-A47F-A9D711B518F5}" type="presParOf" srcId="{8B5C3688-7A4C-4CFD-88EA-5BCB6E3793AE}" destId="{44A9DC21-870F-445F-9F11-D20C67E5AA08}" srcOrd="1" destOrd="0" presId="urn:microsoft.com/office/officeart/2005/8/layout/orgChart1"/>
    <dgm:cxn modelId="{01F177B4-9F3B-4EA7-AEE2-FBC7DC7EF431}" type="presParOf" srcId="{44A9DC21-870F-445F-9F11-D20C67E5AA08}" destId="{49204600-32B6-4DAA-B2A9-33D342E36570}" srcOrd="0" destOrd="0" presId="urn:microsoft.com/office/officeart/2005/8/layout/orgChart1"/>
    <dgm:cxn modelId="{8830978D-9A28-428F-9CA8-C29F96D43528}" type="presParOf" srcId="{44A9DC21-870F-445F-9F11-D20C67E5AA08}" destId="{21B7AF75-0341-4CCD-ADD1-811CB721A790}" srcOrd="1" destOrd="0" presId="urn:microsoft.com/office/officeart/2005/8/layout/orgChart1"/>
    <dgm:cxn modelId="{EF7D9DFF-269B-4E04-B2DD-40DC04364327}" type="presParOf" srcId="{21B7AF75-0341-4CCD-ADD1-811CB721A790}" destId="{14582C36-E211-44C5-8C7D-001C0DB3AC1C}" srcOrd="0" destOrd="0" presId="urn:microsoft.com/office/officeart/2005/8/layout/orgChart1"/>
    <dgm:cxn modelId="{23D582F0-39C6-4648-BE02-92C32C6DDB2C}" type="presParOf" srcId="{14582C36-E211-44C5-8C7D-001C0DB3AC1C}" destId="{30BE7A5D-22D7-4444-B3E3-B24ABC199CF5}" srcOrd="0" destOrd="0" presId="urn:microsoft.com/office/officeart/2005/8/layout/orgChart1"/>
    <dgm:cxn modelId="{2A21E0F8-040D-4E91-993A-ADA4CE0D75ED}" type="presParOf" srcId="{14582C36-E211-44C5-8C7D-001C0DB3AC1C}" destId="{397A1580-3A59-4BF5-A024-221FBC34F39B}" srcOrd="1" destOrd="0" presId="urn:microsoft.com/office/officeart/2005/8/layout/orgChart1"/>
    <dgm:cxn modelId="{7A0F37CA-9CC5-471E-A6C7-5132604E672A}" type="presParOf" srcId="{21B7AF75-0341-4CCD-ADD1-811CB721A790}" destId="{6310191B-4B2F-41E3-85C6-B784FD40F3BA}" srcOrd="1" destOrd="0" presId="urn:microsoft.com/office/officeart/2005/8/layout/orgChart1"/>
    <dgm:cxn modelId="{F6297CA5-051A-49A4-A1F1-515E6D6664F1}" type="presParOf" srcId="{21B7AF75-0341-4CCD-ADD1-811CB721A790}" destId="{308CB1C8-C262-4FD4-8A79-0E9E8C1D2554}" srcOrd="2" destOrd="0" presId="urn:microsoft.com/office/officeart/2005/8/layout/orgChart1"/>
    <dgm:cxn modelId="{C6E4FD8A-2DFD-4DA5-BD95-BE85B981D7F7}" type="presParOf" srcId="{44A9DC21-870F-445F-9F11-D20C67E5AA08}" destId="{C93867DA-7EDD-4CC2-BC85-5F49D3A9714B}" srcOrd="2" destOrd="0" presId="urn:microsoft.com/office/officeart/2005/8/layout/orgChart1"/>
    <dgm:cxn modelId="{B1619545-9470-4D48-A1E5-F4C4A0C0628F}" type="presParOf" srcId="{44A9DC21-870F-445F-9F11-D20C67E5AA08}" destId="{467515F0-FE66-4B2F-8613-0B22286B1C40}" srcOrd="3" destOrd="0" presId="urn:microsoft.com/office/officeart/2005/8/layout/orgChart1"/>
    <dgm:cxn modelId="{E687676B-3281-4D87-A9CC-85A1C96D3ABD}" type="presParOf" srcId="{467515F0-FE66-4B2F-8613-0B22286B1C40}" destId="{3274DB35-3F80-4E5B-A181-1ED73E022AC1}" srcOrd="0" destOrd="0" presId="urn:microsoft.com/office/officeart/2005/8/layout/orgChart1"/>
    <dgm:cxn modelId="{7763333A-2373-4871-A392-E60E90180556}" type="presParOf" srcId="{3274DB35-3F80-4E5B-A181-1ED73E022AC1}" destId="{1169C044-7F37-4B26-8D67-B23B96CB519A}" srcOrd="0" destOrd="0" presId="urn:microsoft.com/office/officeart/2005/8/layout/orgChart1"/>
    <dgm:cxn modelId="{94ECFC2C-DADE-4E50-B74F-F47076F22D54}" type="presParOf" srcId="{3274DB35-3F80-4E5B-A181-1ED73E022AC1}" destId="{82248FA9-2B52-40CA-B0EE-EF1391AC2EDC}" srcOrd="1" destOrd="0" presId="urn:microsoft.com/office/officeart/2005/8/layout/orgChart1"/>
    <dgm:cxn modelId="{E44F9B1E-1204-4202-B11E-67D470C21D4E}" type="presParOf" srcId="{467515F0-FE66-4B2F-8613-0B22286B1C40}" destId="{5D312A9A-D963-4AE6-876C-77DB679AE030}" srcOrd="1" destOrd="0" presId="urn:microsoft.com/office/officeart/2005/8/layout/orgChart1"/>
    <dgm:cxn modelId="{6B66D1CE-74A4-4C47-AB2A-D6DC6B33D7C7}" type="presParOf" srcId="{467515F0-FE66-4B2F-8613-0B22286B1C40}" destId="{55FD8EAC-25E5-4719-A60A-7D6EBB93DD0C}" srcOrd="2" destOrd="0" presId="urn:microsoft.com/office/officeart/2005/8/layout/orgChart1"/>
    <dgm:cxn modelId="{55C6CD9F-1645-46CF-900D-362C96E1D414}" type="presParOf" srcId="{8B5C3688-7A4C-4CFD-88EA-5BCB6E3793AE}" destId="{5CFFCCB8-E3FC-41AC-BA5B-F967A974F9B3}" srcOrd="2" destOrd="0" presId="urn:microsoft.com/office/officeart/2005/8/layout/orgChart1"/>
    <dgm:cxn modelId="{78FD61C4-0744-42D2-A675-10C55341183E}" type="presParOf" srcId="{DC0B2FDF-D839-45FE-9E9A-D22897A1B887}" destId="{67DAF67C-13D5-4345-A3A2-7B8725F07673}" srcOrd="2" destOrd="0" presId="urn:microsoft.com/office/officeart/2005/8/layout/orgChart1"/>
    <dgm:cxn modelId="{1226C14C-7F1F-4983-BF93-A21CE347FB22}" type="presParOf" srcId="{9098D234-D388-4106-B539-B7C38DD6D81C}" destId="{727B956F-D72C-4AE4-8D9E-D5EAAA044204}" srcOrd="4" destOrd="0" presId="urn:microsoft.com/office/officeart/2005/8/layout/orgChart1"/>
    <dgm:cxn modelId="{4E3EA350-EAF1-4526-9CA5-D2CC10DE9C59}" type="presParOf" srcId="{9098D234-D388-4106-B539-B7C38DD6D81C}" destId="{3F0D928F-C5C6-4209-89C7-2DC22F440C9A}" srcOrd="5" destOrd="0" presId="urn:microsoft.com/office/officeart/2005/8/layout/orgChart1"/>
    <dgm:cxn modelId="{2717CE35-81F0-4A60-95B7-C231CED94C78}" type="presParOf" srcId="{3F0D928F-C5C6-4209-89C7-2DC22F440C9A}" destId="{89A646BC-328E-41A9-8DF1-DCDA6CC3C425}" srcOrd="0" destOrd="0" presId="urn:microsoft.com/office/officeart/2005/8/layout/orgChart1"/>
    <dgm:cxn modelId="{2D23661C-4E63-4B01-8483-052FC3BCD968}" type="presParOf" srcId="{89A646BC-328E-41A9-8DF1-DCDA6CC3C425}" destId="{016EC23A-2D0E-41F6-A49C-4A8A9AA629EE}" srcOrd="0" destOrd="0" presId="urn:microsoft.com/office/officeart/2005/8/layout/orgChart1"/>
    <dgm:cxn modelId="{70E0F40B-B039-460D-8C28-F9407D8882F5}" type="presParOf" srcId="{89A646BC-328E-41A9-8DF1-DCDA6CC3C425}" destId="{CBB73073-E2BE-4561-B51B-94EBAD9E9723}" srcOrd="1" destOrd="0" presId="urn:microsoft.com/office/officeart/2005/8/layout/orgChart1"/>
    <dgm:cxn modelId="{BC2EB7CD-B0F5-4022-B025-A784BFB511B3}" type="presParOf" srcId="{3F0D928F-C5C6-4209-89C7-2DC22F440C9A}" destId="{A2D7CAED-0941-4B4F-8DD4-28606AD9D38D}" srcOrd="1" destOrd="0" presId="urn:microsoft.com/office/officeart/2005/8/layout/orgChart1"/>
    <dgm:cxn modelId="{50187602-AAD4-4FDE-AE35-67AD7DBC3E96}" type="presParOf" srcId="{A2D7CAED-0941-4B4F-8DD4-28606AD9D38D}" destId="{CF5056B5-8551-456B-ADDD-172A82571A09}" srcOrd="0" destOrd="0" presId="urn:microsoft.com/office/officeart/2005/8/layout/orgChart1"/>
    <dgm:cxn modelId="{59391E6B-38CB-487D-BBDB-FD9D457D6056}" type="presParOf" srcId="{A2D7CAED-0941-4B4F-8DD4-28606AD9D38D}" destId="{D0DC5082-C07E-4DB8-8F36-40D55BF804DD}" srcOrd="1" destOrd="0" presId="urn:microsoft.com/office/officeart/2005/8/layout/orgChart1"/>
    <dgm:cxn modelId="{ED2C6C11-46BC-4A35-955C-7728D975E551}" type="presParOf" srcId="{D0DC5082-C07E-4DB8-8F36-40D55BF804DD}" destId="{D0342674-33B5-4217-A8C7-67D49714F34E}" srcOrd="0" destOrd="0" presId="urn:microsoft.com/office/officeart/2005/8/layout/orgChart1"/>
    <dgm:cxn modelId="{E43C777E-CBEC-4C73-8BC0-14841FC68D95}" type="presParOf" srcId="{D0342674-33B5-4217-A8C7-67D49714F34E}" destId="{9AB20978-08CF-4AAB-B144-0305DE5CA8BA}" srcOrd="0" destOrd="0" presId="urn:microsoft.com/office/officeart/2005/8/layout/orgChart1"/>
    <dgm:cxn modelId="{E33955AF-BDD1-481D-A474-34BC07CDDDF7}" type="presParOf" srcId="{D0342674-33B5-4217-A8C7-67D49714F34E}" destId="{DC6F336E-1CA9-44AC-82E9-07790781CCBA}" srcOrd="1" destOrd="0" presId="urn:microsoft.com/office/officeart/2005/8/layout/orgChart1"/>
    <dgm:cxn modelId="{082FD435-16FD-4191-A8B7-7368B1C32949}" type="presParOf" srcId="{D0DC5082-C07E-4DB8-8F36-40D55BF804DD}" destId="{2D4F6C11-F321-463F-A1D2-6F819D6E9D95}" srcOrd="1" destOrd="0" presId="urn:microsoft.com/office/officeart/2005/8/layout/orgChart1"/>
    <dgm:cxn modelId="{1A5745BE-3745-467F-8FDB-E5312F8FE81B}" type="presParOf" srcId="{2D4F6C11-F321-463F-A1D2-6F819D6E9D95}" destId="{05B2AEB4-65D8-4E63-95C3-E56431D618E8}" srcOrd="0" destOrd="0" presId="urn:microsoft.com/office/officeart/2005/8/layout/orgChart1"/>
    <dgm:cxn modelId="{FE11BE1D-5650-487B-9A1E-51F2614DF7EB}" type="presParOf" srcId="{2D4F6C11-F321-463F-A1D2-6F819D6E9D95}" destId="{CDEB0F2B-3BBE-43C6-A2FD-23D76B578FB1}" srcOrd="1" destOrd="0" presId="urn:microsoft.com/office/officeart/2005/8/layout/orgChart1"/>
    <dgm:cxn modelId="{F647156C-11CF-4796-9835-FD6611F6D8B9}" type="presParOf" srcId="{CDEB0F2B-3BBE-43C6-A2FD-23D76B578FB1}" destId="{40D09781-45C2-4C5C-A8D4-6F96AD7092C9}" srcOrd="0" destOrd="0" presId="urn:microsoft.com/office/officeart/2005/8/layout/orgChart1"/>
    <dgm:cxn modelId="{6FD3AFCC-50BE-44D4-B675-77FCDB17CF18}" type="presParOf" srcId="{40D09781-45C2-4C5C-A8D4-6F96AD7092C9}" destId="{1197839D-7591-4796-83CB-6DF7E63485ED}" srcOrd="0" destOrd="0" presId="urn:microsoft.com/office/officeart/2005/8/layout/orgChart1"/>
    <dgm:cxn modelId="{C8389E66-407C-47C9-967E-3E2C131F7E43}" type="presParOf" srcId="{40D09781-45C2-4C5C-A8D4-6F96AD7092C9}" destId="{EDFEBE60-2358-4760-B666-CF5DCBD8F85F}" srcOrd="1" destOrd="0" presId="urn:microsoft.com/office/officeart/2005/8/layout/orgChart1"/>
    <dgm:cxn modelId="{9000AE6A-5B3C-46FB-AE4D-387FB7B1B64E}" type="presParOf" srcId="{CDEB0F2B-3BBE-43C6-A2FD-23D76B578FB1}" destId="{05F121A2-96FA-403E-93A7-16F4346AEE67}" srcOrd="1" destOrd="0" presId="urn:microsoft.com/office/officeart/2005/8/layout/orgChart1"/>
    <dgm:cxn modelId="{844C3D3C-4430-429D-9FFC-84D24FDBD718}" type="presParOf" srcId="{CDEB0F2B-3BBE-43C6-A2FD-23D76B578FB1}" destId="{00F8B1FF-A440-46FC-9B50-E67454AB2D32}" srcOrd="2" destOrd="0" presId="urn:microsoft.com/office/officeart/2005/8/layout/orgChart1"/>
    <dgm:cxn modelId="{B7A5D26F-8487-4EFB-8882-87AEE22D470F}" type="presParOf" srcId="{2D4F6C11-F321-463F-A1D2-6F819D6E9D95}" destId="{7C78795E-339C-4EAE-81EA-646450E244D9}" srcOrd="2" destOrd="0" presId="urn:microsoft.com/office/officeart/2005/8/layout/orgChart1"/>
    <dgm:cxn modelId="{9D65D38A-D738-4298-A61B-84B863632748}" type="presParOf" srcId="{2D4F6C11-F321-463F-A1D2-6F819D6E9D95}" destId="{1B993BAE-4DA6-4B9B-9D0C-58AC0FFF8259}" srcOrd="3" destOrd="0" presId="urn:microsoft.com/office/officeart/2005/8/layout/orgChart1"/>
    <dgm:cxn modelId="{57925189-31C4-41D7-904C-2B401C87B555}" type="presParOf" srcId="{1B993BAE-4DA6-4B9B-9D0C-58AC0FFF8259}" destId="{A93ECCCF-515B-477A-B283-7C45B1ACDA56}" srcOrd="0" destOrd="0" presId="urn:microsoft.com/office/officeart/2005/8/layout/orgChart1"/>
    <dgm:cxn modelId="{9366C6D5-2F95-4445-B649-83CC7CC58406}" type="presParOf" srcId="{A93ECCCF-515B-477A-B283-7C45B1ACDA56}" destId="{22784FEE-C9BE-4553-BF22-3AF9DB761EEA}" srcOrd="0" destOrd="0" presId="urn:microsoft.com/office/officeart/2005/8/layout/orgChart1"/>
    <dgm:cxn modelId="{36E8776D-30C7-4C45-BCE4-F2236D202D33}" type="presParOf" srcId="{A93ECCCF-515B-477A-B283-7C45B1ACDA56}" destId="{816A1863-93E1-4A11-8859-164C5DB3AE5B}" srcOrd="1" destOrd="0" presId="urn:microsoft.com/office/officeart/2005/8/layout/orgChart1"/>
    <dgm:cxn modelId="{9F871D27-B6CF-4A61-A88D-ADD61508ABCD}" type="presParOf" srcId="{1B993BAE-4DA6-4B9B-9D0C-58AC0FFF8259}" destId="{A930229A-0001-4BBA-BD6F-C78B672589DE}" srcOrd="1" destOrd="0" presId="urn:microsoft.com/office/officeart/2005/8/layout/orgChart1"/>
    <dgm:cxn modelId="{C86BDAF4-6669-40F7-AE48-C06E02902FA7}" type="presParOf" srcId="{1B993BAE-4DA6-4B9B-9D0C-58AC0FFF8259}" destId="{E6A0038D-41EA-46E8-8978-17FDFE875228}" srcOrd="2" destOrd="0" presId="urn:microsoft.com/office/officeart/2005/8/layout/orgChart1"/>
    <dgm:cxn modelId="{EFF1A369-65F2-40B9-B3E6-37DDEE389D38}" type="presParOf" srcId="{2D4F6C11-F321-463F-A1D2-6F819D6E9D95}" destId="{46FCC678-959D-403D-BA0B-39E8BAC03985}" srcOrd="4" destOrd="0" presId="urn:microsoft.com/office/officeart/2005/8/layout/orgChart1"/>
    <dgm:cxn modelId="{4FD00D46-D872-49A5-BDD6-20635EAC6133}" type="presParOf" srcId="{2D4F6C11-F321-463F-A1D2-6F819D6E9D95}" destId="{39FE1EF0-E9B1-4ACB-B2D9-3D97AE3278F0}" srcOrd="5" destOrd="0" presId="urn:microsoft.com/office/officeart/2005/8/layout/orgChart1"/>
    <dgm:cxn modelId="{63084317-EB08-4ACB-987E-EF2AB06F398C}" type="presParOf" srcId="{39FE1EF0-E9B1-4ACB-B2D9-3D97AE3278F0}" destId="{A546C19B-C9A1-4C7B-9369-21719BC9BF99}" srcOrd="0" destOrd="0" presId="urn:microsoft.com/office/officeart/2005/8/layout/orgChart1"/>
    <dgm:cxn modelId="{CFA4B7AA-BF7B-4C51-808D-85513F2242B4}" type="presParOf" srcId="{A546C19B-C9A1-4C7B-9369-21719BC9BF99}" destId="{173D8E75-8BD2-459C-8789-774A1F928B56}" srcOrd="0" destOrd="0" presId="urn:microsoft.com/office/officeart/2005/8/layout/orgChart1"/>
    <dgm:cxn modelId="{44ECFE62-C4E2-42CE-B9D9-1C1729D7EA1E}" type="presParOf" srcId="{A546C19B-C9A1-4C7B-9369-21719BC9BF99}" destId="{893D2EC9-8AB0-4D5F-A929-37247C996C8F}" srcOrd="1" destOrd="0" presId="urn:microsoft.com/office/officeart/2005/8/layout/orgChart1"/>
    <dgm:cxn modelId="{69E8DF60-3F6E-4CE2-96F4-89E0107E7C8E}" type="presParOf" srcId="{39FE1EF0-E9B1-4ACB-B2D9-3D97AE3278F0}" destId="{B5007A93-15CE-4A22-A62B-D2790E518311}" srcOrd="1" destOrd="0" presId="urn:microsoft.com/office/officeart/2005/8/layout/orgChart1"/>
    <dgm:cxn modelId="{168189CD-D8C2-46A9-9B98-3DD32AA8EDE0}" type="presParOf" srcId="{39FE1EF0-E9B1-4ACB-B2D9-3D97AE3278F0}" destId="{46A889B1-73DC-40E7-BBDC-095C5CB2BB92}" srcOrd="2" destOrd="0" presId="urn:microsoft.com/office/officeart/2005/8/layout/orgChart1"/>
    <dgm:cxn modelId="{2BB2C055-A9EA-485A-AD23-F82280A34A5C}" type="presParOf" srcId="{D0DC5082-C07E-4DB8-8F36-40D55BF804DD}" destId="{8DE0A00B-158F-4C5C-9D33-0C22D6FD3504}" srcOrd="2" destOrd="0" presId="urn:microsoft.com/office/officeart/2005/8/layout/orgChart1"/>
    <dgm:cxn modelId="{3B2EAA0D-BEB4-48C7-B562-16AAF841BD78}" type="presParOf" srcId="{A2D7CAED-0941-4B4F-8DD4-28606AD9D38D}" destId="{F9466997-C39E-450C-A6C6-7B559C41C9FC}" srcOrd="2" destOrd="0" presId="urn:microsoft.com/office/officeart/2005/8/layout/orgChart1"/>
    <dgm:cxn modelId="{1DB6AEEF-DF72-44D4-9C9D-1FDECD88B189}" type="presParOf" srcId="{A2D7CAED-0941-4B4F-8DD4-28606AD9D38D}" destId="{229DF0AB-7A1D-406C-8F69-E472096D7228}" srcOrd="3" destOrd="0" presId="urn:microsoft.com/office/officeart/2005/8/layout/orgChart1"/>
    <dgm:cxn modelId="{53ABC7B8-54AE-429A-A8CE-D3D7A3A4C347}" type="presParOf" srcId="{229DF0AB-7A1D-406C-8F69-E472096D7228}" destId="{5CE0041E-C1EF-44E1-988D-A8B546DEC78D}" srcOrd="0" destOrd="0" presId="urn:microsoft.com/office/officeart/2005/8/layout/orgChart1"/>
    <dgm:cxn modelId="{0AC61326-9737-4F31-9F37-6F477156349E}" type="presParOf" srcId="{5CE0041E-C1EF-44E1-988D-A8B546DEC78D}" destId="{EB248189-E0EB-497A-80EF-F03FDCCD8D0E}" srcOrd="0" destOrd="0" presId="urn:microsoft.com/office/officeart/2005/8/layout/orgChart1"/>
    <dgm:cxn modelId="{B1C49CBC-A0EA-4663-80DA-7085F5DE1885}" type="presParOf" srcId="{5CE0041E-C1EF-44E1-988D-A8B546DEC78D}" destId="{2C0E9B76-49CE-4D8B-B570-33ED9DF92348}" srcOrd="1" destOrd="0" presId="urn:microsoft.com/office/officeart/2005/8/layout/orgChart1"/>
    <dgm:cxn modelId="{CFBC0302-3C02-4430-8E3F-3DD35DC8F857}" type="presParOf" srcId="{229DF0AB-7A1D-406C-8F69-E472096D7228}" destId="{22F2AFEB-2FB3-481E-809C-EF7FA00C0156}" srcOrd="1" destOrd="0" presId="urn:microsoft.com/office/officeart/2005/8/layout/orgChart1"/>
    <dgm:cxn modelId="{07F0D435-3C3D-418E-9057-EC92DA0298A6}" type="presParOf" srcId="{22F2AFEB-2FB3-481E-809C-EF7FA00C0156}" destId="{DB6629F3-83C5-41B8-980E-5E915FE384BF}" srcOrd="0" destOrd="0" presId="urn:microsoft.com/office/officeart/2005/8/layout/orgChart1"/>
    <dgm:cxn modelId="{967E11D8-1476-40CB-A23B-C5D547334173}" type="presParOf" srcId="{22F2AFEB-2FB3-481E-809C-EF7FA00C0156}" destId="{36B08FF4-DB0D-4577-BBD9-7D36A750EF6D}" srcOrd="1" destOrd="0" presId="urn:microsoft.com/office/officeart/2005/8/layout/orgChart1"/>
    <dgm:cxn modelId="{AA84D8AE-25FC-4130-B5E9-EB0631F3CD84}" type="presParOf" srcId="{36B08FF4-DB0D-4577-BBD9-7D36A750EF6D}" destId="{70AD6D6A-D051-472A-9732-50005080532A}" srcOrd="0" destOrd="0" presId="urn:microsoft.com/office/officeart/2005/8/layout/orgChart1"/>
    <dgm:cxn modelId="{DB74BC29-C2AF-45A6-A320-6B2D3ABA48D5}" type="presParOf" srcId="{70AD6D6A-D051-472A-9732-50005080532A}" destId="{AC7F5EB0-1D8C-4884-A37E-75184CBA0061}" srcOrd="0" destOrd="0" presId="urn:microsoft.com/office/officeart/2005/8/layout/orgChart1"/>
    <dgm:cxn modelId="{58D65736-B14E-4664-9363-A91E221DB478}" type="presParOf" srcId="{70AD6D6A-D051-472A-9732-50005080532A}" destId="{3AE7B6D5-A9E5-45D7-99CE-794AFB82D9B3}" srcOrd="1" destOrd="0" presId="urn:microsoft.com/office/officeart/2005/8/layout/orgChart1"/>
    <dgm:cxn modelId="{B0344F47-CAAA-470E-B041-0B8618487AB1}" type="presParOf" srcId="{36B08FF4-DB0D-4577-BBD9-7D36A750EF6D}" destId="{2448D40E-32EB-401C-B272-021F370AF524}" srcOrd="1" destOrd="0" presId="urn:microsoft.com/office/officeart/2005/8/layout/orgChart1"/>
    <dgm:cxn modelId="{B69793D5-E66C-4B23-9C96-2E93AA4C2126}" type="presParOf" srcId="{36B08FF4-DB0D-4577-BBD9-7D36A750EF6D}" destId="{FDD5B1CA-F8F2-4270-BE12-1FE3BBB0F4D2}" srcOrd="2" destOrd="0" presId="urn:microsoft.com/office/officeart/2005/8/layout/orgChart1"/>
    <dgm:cxn modelId="{7809E26B-5A95-45AD-8B1D-71BA61E722CD}" type="presParOf" srcId="{22F2AFEB-2FB3-481E-809C-EF7FA00C0156}" destId="{44AAF98A-5541-4052-8283-E669C2C8C015}" srcOrd="2" destOrd="0" presId="urn:microsoft.com/office/officeart/2005/8/layout/orgChart1"/>
    <dgm:cxn modelId="{315DDA1A-57E0-46E8-9D20-26073D7C902F}" type="presParOf" srcId="{22F2AFEB-2FB3-481E-809C-EF7FA00C0156}" destId="{DEF7F5BE-C95C-4BDF-B969-FC003A00D7B8}" srcOrd="3" destOrd="0" presId="urn:microsoft.com/office/officeart/2005/8/layout/orgChart1"/>
    <dgm:cxn modelId="{B1D7DB32-CAFE-47F4-988A-2CD7785CD245}" type="presParOf" srcId="{DEF7F5BE-C95C-4BDF-B969-FC003A00D7B8}" destId="{ED2CAAF3-13F0-4F07-B4F0-0CA0E0EE83A4}" srcOrd="0" destOrd="0" presId="urn:microsoft.com/office/officeart/2005/8/layout/orgChart1"/>
    <dgm:cxn modelId="{80236971-4E64-445E-B064-485BA873A9D0}" type="presParOf" srcId="{ED2CAAF3-13F0-4F07-B4F0-0CA0E0EE83A4}" destId="{5226C33E-345B-47D5-919A-C56BA7092219}" srcOrd="0" destOrd="0" presId="urn:microsoft.com/office/officeart/2005/8/layout/orgChart1"/>
    <dgm:cxn modelId="{9099964B-7C36-46EB-B7BD-EFFEDD7AA77B}" type="presParOf" srcId="{ED2CAAF3-13F0-4F07-B4F0-0CA0E0EE83A4}" destId="{D7008205-7CFD-457D-BEFD-60103809B2AE}" srcOrd="1" destOrd="0" presId="urn:microsoft.com/office/officeart/2005/8/layout/orgChart1"/>
    <dgm:cxn modelId="{19B09EC4-D726-4F38-BB6D-42CEF27EDCE3}" type="presParOf" srcId="{DEF7F5BE-C95C-4BDF-B969-FC003A00D7B8}" destId="{13EEFAC4-DD37-435E-B099-005C0F19ECBA}" srcOrd="1" destOrd="0" presId="urn:microsoft.com/office/officeart/2005/8/layout/orgChart1"/>
    <dgm:cxn modelId="{7390C7E1-AF81-478F-943A-AED2EFA6919F}" type="presParOf" srcId="{DEF7F5BE-C95C-4BDF-B969-FC003A00D7B8}" destId="{80D37FFF-4C80-4851-8381-B18EF2ABDAA3}" srcOrd="2" destOrd="0" presId="urn:microsoft.com/office/officeart/2005/8/layout/orgChart1"/>
    <dgm:cxn modelId="{AEEE27A4-3210-41FC-BD77-06B2B7286D0A}" type="presParOf" srcId="{229DF0AB-7A1D-406C-8F69-E472096D7228}" destId="{6CAC62D5-0E7A-4240-AF44-E1966B1ED63A}" srcOrd="2" destOrd="0" presId="urn:microsoft.com/office/officeart/2005/8/layout/orgChart1"/>
    <dgm:cxn modelId="{28660E01-1313-4274-988B-5A16E0C9D1F0}" type="presParOf" srcId="{A2D7CAED-0941-4B4F-8DD4-28606AD9D38D}" destId="{59F53C41-11F2-442F-9B6A-7FDE362F9753}" srcOrd="4" destOrd="0" presId="urn:microsoft.com/office/officeart/2005/8/layout/orgChart1"/>
    <dgm:cxn modelId="{245443FF-7772-4A42-A6EE-68005715E774}" type="presParOf" srcId="{A2D7CAED-0941-4B4F-8DD4-28606AD9D38D}" destId="{737FB33C-CFD4-4FC0-AAC4-82915C643F29}" srcOrd="5" destOrd="0" presId="urn:microsoft.com/office/officeart/2005/8/layout/orgChart1"/>
    <dgm:cxn modelId="{09D9C438-7756-45F2-B3E7-E650E895FDA9}" type="presParOf" srcId="{737FB33C-CFD4-4FC0-AAC4-82915C643F29}" destId="{12907466-A479-4568-9D67-682E67D42475}" srcOrd="0" destOrd="0" presId="urn:microsoft.com/office/officeart/2005/8/layout/orgChart1"/>
    <dgm:cxn modelId="{E0D23208-FDF7-416D-941C-2C7F3D255489}" type="presParOf" srcId="{12907466-A479-4568-9D67-682E67D42475}" destId="{0F3BE9D2-FE1C-400C-9E2D-0E59FB03D403}" srcOrd="0" destOrd="0" presId="urn:microsoft.com/office/officeart/2005/8/layout/orgChart1"/>
    <dgm:cxn modelId="{43CD99CF-D1A3-41A2-9D91-62DAEA3D6680}" type="presParOf" srcId="{12907466-A479-4568-9D67-682E67D42475}" destId="{31234D82-1FA2-43E9-A6E3-99808E33C9ED}" srcOrd="1" destOrd="0" presId="urn:microsoft.com/office/officeart/2005/8/layout/orgChart1"/>
    <dgm:cxn modelId="{37F3BB76-4DCC-48E3-9E66-EEA5069E7834}" type="presParOf" srcId="{737FB33C-CFD4-4FC0-AAC4-82915C643F29}" destId="{CEDCA6A0-A5F8-42B8-B971-87F1115FFFBE}" srcOrd="1" destOrd="0" presId="urn:microsoft.com/office/officeart/2005/8/layout/orgChart1"/>
    <dgm:cxn modelId="{998F0528-21D8-4EE9-8F12-A2DB980D8A94}" type="presParOf" srcId="{CEDCA6A0-A5F8-42B8-B971-87F1115FFFBE}" destId="{3E1D6295-783B-42D6-8E82-BBC5821961A8}" srcOrd="0" destOrd="0" presId="urn:microsoft.com/office/officeart/2005/8/layout/orgChart1"/>
    <dgm:cxn modelId="{32E18676-3FB2-4384-869F-EC46002D87A5}" type="presParOf" srcId="{CEDCA6A0-A5F8-42B8-B971-87F1115FFFBE}" destId="{970A7BC9-4C46-43A1-9F1C-F15B1922DC18}" srcOrd="1" destOrd="0" presId="urn:microsoft.com/office/officeart/2005/8/layout/orgChart1"/>
    <dgm:cxn modelId="{0371CF48-E77F-4589-B432-29A31B2C18E1}" type="presParOf" srcId="{970A7BC9-4C46-43A1-9F1C-F15B1922DC18}" destId="{258B408A-135D-4645-B86F-53DC4042BBAD}" srcOrd="0" destOrd="0" presId="urn:microsoft.com/office/officeart/2005/8/layout/orgChart1"/>
    <dgm:cxn modelId="{3E91DF33-1A50-44AD-8B12-9D3BF5A1D78B}" type="presParOf" srcId="{258B408A-135D-4645-B86F-53DC4042BBAD}" destId="{C75B54DB-3E49-4B47-BD96-C811E653AA13}" srcOrd="0" destOrd="0" presId="urn:microsoft.com/office/officeart/2005/8/layout/orgChart1"/>
    <dgm:cxn modelId="{1FB15569-839D-4EAC-942C-EB245495841E}" type="presParOf" srcId="{258B408A-135D-4645-B86F-53DC4042BBAD}" destId="{483ED532-2319-47EF-9565-3A6578D62522}" srcOrd="1" destOrd="0" presId="urn:microsoft.com/office/officeart/2005/8/layout/orgChart1"/>
    <dgm:cxn modelId="{19BF37EA-0BB6-4242-85ED-763DA28DC416}" type="presParOf" srcId="{970A7BC9-4C46-43A1-9F1C-F15B1922DC18}" destId="{58209A49-5456-4A3D-9055-2D982E888296}" srcOrd="1" destOrd="0" presId="urn:microsoft.com/office/officeart/2005/8/layout/orgChart1"/>
    <dgm:cxn modelId="{D7CDD57C-20A3-4A8E-BC11-C4F72A560D78}" type="presParOf" srcId="{970A7BC9-4C46-43A1-9F1C-F15B1922DC18}" destId="{11E5743E-5476-4AD8-9E9D-B6A260247E9A}" srcOrd="2" destOrd="0" presId="urn:microsoft.com/office/officeart/2005/8/layout/orgChart1"/>
    <dgm:cxn modelId="{50038103-4F07-4A0F-A747-0946F100CBC6}" type="presParOf" srcId="{CEDCA6A0-A5F8-42B8-B971-87F1115FFFBE}" destId="{EE6710BB-329B-46DE-8BA8-3134788349F8}" srcOrd="2" destOrd="0" presId="urn:microsoft.com/office/officeart/2005/8/layout/orgChart1"/>
    <dgm:cxn modelId="{4045E10F-469E-4768-9C66-DE8C334D86A8}" type="presParOf" srcId="{CEDCA6A0-A5F8-42B8-B971-87F1115FFFBE}" destId="{9C56529B-814E-4707-A6DC-834BCFA0B612}" srcOrd="3" destOrd="0" presId="urn:microsoft.com/office/officeart/2005/8/layout/orgChart1"/>
    <dgm:cxn modelId="{F486D0D6-92DC-469F-93B1-462027DD8C8C}" type="presParOf" srcId="{9C56529B-814E-4707-A6DC-834BCFA0B612}" destId="{32E34DA2-0D8A-427E-9E29-55FBDF73FFD7}" srcOrd="0" destOrd="0" presId="urn:microsoft.com/office/officeart/2005/8/layout/orgChart1"/>
    <dgm:cxn modelId="{7F920093-AAC3-4EFD-BB24-DEC5F40D2BE7}" type="presParOf" srcId="{32E34DA2-0D8A-427E-9E29-55FBDF73FFD7}" destId="{9A1B5845-83E6-481B-ADAB-9B3CC54F5594}" srcOrd="0" destOrd="0" presId="urn:microsoft.com/office/officeart/2005/8/layout/orgChart1"/>
    <dgm:cxn modelId="{FFB397E8-CC7E-4A65-810B-D49673591960}" type="presParOf" srcId="{32E34DA2-0D8A-427E-9E29-55FBDF73FFD7}" destId="{3119C672-9357-4E18-9CA7-0F40F2058477}" srcOrd="1" destOrd="0" presId="urn:microsoft.com/office/officeart/2005/8/layout/orgChart1"/>
    <dgm:cxn modelId="{155A13C3-0121-48FE-9C23-7B75B55118EB}" type="presParOf" srcId="{9C56529B-814E-4707-A6DC-834BCFA0B612}" destId="{30E237A3-DC07-411C-B4BF-BFC2A288B551}" srcOrd="1" destOrd="0" presId="urn:microsoft.com/office/officeart/2005/8/layout/orgChart1"/>
    <dgm:cxn modelId="{78F9DDAE-FD7C-4152-93E7-FD68B63217B4}" type="presParOf" srcId="{9C56529B-814E-4707-A6DC-834BCFA0B612}" destId="{D169B0C6-A0F1-4735-841A-3BE44F13BB2A}" srcOrd="2" destOrd="0" presId="urn:microsoft.com/office/officeart/2005/8/layout/orgChart1"/>
    <dgm:cxn modelId="{FF61B871-3144-4B73-A687-EEF027BA1B52}" type="presParOf" srcId="{737FB33C-CFD4-4FC0-AAC4-82915C643F29}" destId="{0ED6B5CB-0767-4D14-9357-EC20E790564E}" srcOrd="2" destOrd="0" presId="urn:microsoft.com/office/officeart/2005/8/layout/orgChart1"/>
    <dgm:cxn modelId="{2AC11A84-C689-4022-B527-C8EDED2A13EC}" type="presParOf" srcId="{A2D7CAED-0941-4B4F-8DD4-28606AD9D38D}" destId="{EB396DB6-4DC5-4442-837A-E2E1CE38B356}" srcOrd="6" destOrd="0" presId="urn:microsoft.com/office/officeart/2005/8/layout/orgChart1"/>
    <dgm:cxn modelId="{AF26407E-10F5-4A89-AE0E-4165285F7569}" type="presParOf" srcId="{A2D7CAED-0941-4B4F-8DD4-28606AD9D38D}" destId="{922C7B93-BEB3-4374-A0D3-39452F38EA2E}" srcOrd="7" destOrd="0" presId="urn:microsoft.com/office/officeart/2005/8/layout/orgChart1"/>
    <dgm:cxn modelId="{AD803997-828D-42E9-AFEE-E82CA8A4C0CA}" type="presParOf" srcId="{922C7B93-BEB3-4374-A0D3-39452F38EA2E}" destId="{86403FE9-A1CD-4F12-9641-8BDF69DA9A2B}" srcOrd="0" destOrd="0" presId="urn:microsoft.com/office/officeart/2005/8/layout/orgChart1"/>
    <dgm:cxn modelId="{5A977D45-8D83-4639-8747-5E4F0189D72B}" type="presParOf" srcId="{86403FE9-A1CD-4F12-9641-8BDF69DA9A2B}" destId="{40F0C546-9A1D-4B1D-9263-B3895EE42751}" srcOrd="0" destOrd="0" presId="urn:microsoft.com/office/officeart/2005/8/layout/orgChart1"/>
    <dgm:cxn modelId="{86E0301F-143A-4E45-BC91-E623C1DA3569}" type="presParOf" srcId="{86403FE9-A1CD-4F12-9641-8BDF69DA9A2B}" destId="{0F1C3114-D0FD-4110-BA76-7A4B58B34AA0}" srcOrd="1" destOrd="0" presId="urn:microsoft.com/office/officeart/2005/8/layout/orgChart1"/>
    <dgm:cxn modelId="{91C070DA-0A6E-4592-8CEF-47760B913037}" type="presParOf" srcId="{922C7B93-BEB3-4374-A0D3-39452F38EA2E}" destId="{84DFA0E0-8DEF-4D5C-97C8-C1AD8EDC5BB1}" srcOrd="1" destOrd="0" presId="urn:microsoft.com/office/officeart/2005/8/layout/orgChart1"/>
    <dgm:cxn modelId="{9E55DD11-E96F-4178-A683-DBE83A15B80C}" type="presParOf" srcId="{84DFA0E0-8DEF-4D5C-97C8-C1AD8EDC5BB1}" destId="{7F133CB3-991E-4AFC-A3F7-62D1B6844686}" srcOrd="0" destOrd="0" presId="urn:microsoft.com/office/officeart/2005/8/layout/orgChart1"/>
    <dgm:cxn modelId="{FDC8AFD3-0114-4B21-8936-7CD211DA9267}" type="presParOf" srcId="{84DFA0E0-8DEF-4D5C-97C8-C1AD8EDC5BB1}" destId="{853CF737-10CC-4FFD-A3F2-92B3C79CAD03}" srcOrd="1" destOrd="0" presId="urn:microsoft.com/office/officeart/2005/8/layout/orgChart1"/>
    <dgm:cxn modelId="{9E13AF78-A461-4ADD-9BD8-9EBA687B7840}" type="presParOf" srcId="{853CF737-10CC-4FFD-A3F2-92B3C79CAD03}" destId="{CB3EF892-B20F-42C9-99FD-62A4EDE9E1CD}" srcOrd="0" destOrd="0" presId="urn:microsoft.com/office/officeart/2005/8/layout/orgChart1"/>
    <dgm:cxn modelId="{32D24C41-D7BD-4301-88F0-605E7E9D4353}" type="presParOf" srcId="{CB3EF892-B20F-42C9-99FD-62A4EDE9E1CD}" destId="{4CA652C3-FD02-492E-B8A5-DA0B66D5315D}" srcOrd="0" destOrd="0" presId="urn:microsoft.com/office/officeart/2005/8/layout/orgChart1"/>
    <dgm:cxn modelId="{B188CB9C-442C-4293-A4D2-5BD10968173F}" type="presParOf" srcId="{CB3EF892-B20F-42C9-99FD-62A4EDE9E1CD}" destId="{BAF2012E-1745-4F2E-BF28-4A4B629B4B7F}" srcOrd="1" destOrd="0" presId="urn:microsoft.com/office/officeart/2005/8/layout/orgChart1"/>
    <dgm:cxn modelId="{CB23C021-B1EF-442B-9783-381E94CC4C6F}" type="presParOf" srcId="{853CF737-10CC-4FFD-A3F2-92B3C79CAD03}" destId="{9E9F3C5D-B891-4890-9647-277B20F4153A}" srcOrd="1" destOrd="0" presId="urn:microsoft.com/office/officeart/2005/8/layout/orgChart1"/>
    <dgm:cxn modelId="{84583C18-1D32-4F51-B1C6-885E122AB01D}" type="presParOf" srcId="{853CF737-10CC-4FFD-A3F2-92B3C79CAD03}" destId="{A2EC50F8-AE41-4BCF-B60A-6D6C7B782590}" srcOrd="2" destOrd="0" presId="urn:microsoft.com/office/officeart/2005/8/layout/orgChart1"/>
    <dgm:cxn modelId="{D3AFB5FA-10A3-40EC-95EE-64C118079369}" type="presParOf" srcId="{922C7B93-BEB3-4374-A0D3-39452F38EA2E}" destId="{E5FA6A17-0CEA-40C9-9923-D535456C1734}" srcOrd="2" destOrd="0" presId="urn:microsoft.com/office/officeart/2005/8/layout/orgChart1"/>
    <dgm:cxn modelId="{8E61FE00-7549-4FFF-B42D-E6FDEFADBEDB}" type="presParOf" srcId="{3F0D928F-C5C6-4209-89C7-2DC22F440C9A}" destId="{06DD9A92-3EBE-4509-A0B6-B94B2A043EB1}" srcOrd="2" destOrd="0" presId="urn:microsoft.com/office/officeart/2005/8/layout/orgChart1"/>
    <dgm:cxn modelId="{EFAD5D39-7417-41A6-B5D2-49BD4D08BBDC}" type="presParOf" srcId="{9098D234-D388-4106-B539-B7C38DD6D81C}" destId="{B67FA171-3DC1-4B30-B97D-AAB0EE775448}" srcOrd="6" destOrd="0" presId="urn:microsoft.com/office/officeart/2005/8/layout/orgChart1"/>
    <dgm:cxn modelId="{3025C0F6-BA82-4374-B988-CA8B395D9F0B}" type="presParOf" srcId="{9098D234-D388-4106-B539-B7C38DD6D81C}" destId="{9050899D-C12D-433D-BA67-5366AE2099EB}" srcOrd="7" destOrd="0" presId="urn:microsoft.com/office/officeart/2005/8/layout/orgChart1"/>
    <dgm:cxn modelId="{BD9BE360-27CC-406E-A589-2145966D708E}" type="presParOf" srcId="{9050899D-C12D-433D-BA67-5366AE2099EB}" destId="{FA4CBB32-6DC4-463A-97E6-6F6C874672E4}" srcOrd="0" destOrd="0" presId="urn:microsoft.com/office/officeart/2005/8/layout/orgChart1"/>
    <dgm:cxn modelId="{F6272C10-9391-4A80-9DBC-59F681DCF6B8}" type="presParOf" srcId="{FA4CBB32-6DC4-463A-97E6-6F6C874672E4}" destId="{858CCC95-E4CA-427E-8CC5-EA54BE327E50}" srcOrd="0" destOrd="0" presId="urn:microsoft.com/office/officeart/2005/8/layout/orgChart1"/>
    <dgm:cxn modelId="{0461FAF8-A61D-4F5B-998B-868E1BDB4B35}" type="presParOf" srcId="{FA4CBB32-6DC4-463A-97E6-6F6C874672E4}" destId="{6F0642B5-C6D2-460F-8B0D-117246BD79FD}" srcOrd="1" destOrd="0" presId="urn:microsoft.com/office/officeart/2005/8/layout/orgChart1"/>
    <dgm:cxn modelId="{C9F28F80-50F7-4455-A873-4039BC655EFD}" type="presParOf" srcId="{9050899D-C12D-433D-BA67-5366AE2099EB}" destId="{212E254B-8521-46A2-8B27-60BF05F6C21C}" srcOrd="1" destOrd="0" presId="urn:microsoft.com/office/officeart/2005/8/layout/orgChart1"/>
    <dgm:cxn modelId="{B4389822-6443-4075-AA45-931353D4891F}" type="presParOf" srcId="{212E254B-8521-46A2-8B27-60BF05F6C21C}" destId="{27480C38-F788-44D0-8BD2-BD48D0A99F72}" srcOrd="0" destOrd="0" presId="urn:microsoft.com/office/officeart/2005/8/layout/orgChart1"/>
    <dgm:cxn modelId="{35997C72-6F60-4794-9BCE-83532FC847BE}" type="presParOf" srcId="{212E254B-8521-46A2-8B27-60BF05F6C21C}" destId="{E1E5B2E3-3616-45A2-8592-EB3E8F3F1F11}" srcOrd="1" destOrd="0" presId="urn:microsoft.com/office/officeart/2005/8/layout/orgChart1"/>
    <dgm:cxn modelId="{51156037-73C9-4434-AAD0-1FB3A8EB8AD2}" type="presParOf" srcId="{E1E5B2E3-3616-45A2-8592-EB3E8F3F1F11}" destId="{8A1D0950-BF9E-4D62-AEAE-A69C1E0A6A7A}" srcOrd="0" destOrd="0" presId="urn:microsoft.com/office/officeart/2005/8/layout/orgChart1"/>
    <dgm:cxn modelId="{51F2C412-8A96-4D31-9336-D951BCA652DB}" type="presParOf" srcId="{8A1D0950-BF9E-4D62-AEAE-A69C1E0A6A7A}" destId="{4D18FC79-1D32-4A57-8194-C37CE7939140}" srcOrd="0" destOrd="0" presId="urn:microsoft.com/office/officeart/2005/8/layout/orgChart1"/>
    <dgm:cxn modelId="{6A8AFAEB-794F-4BAB-BE89-21E327B01B1A}" type="presParOf" srcId="{8A1D0950-BF9E-4D62-AEAE-A69C1E0A6A7A}" destId="{B4C9AB85-2A2D-4373-8413-B56F93CE0A6F}" srcOrd="1" destOrd="0" presId="urn:microsoft.com/office/officeart/2005/8/layout/orgChart1"/>
    <dgm:cxn modelId="{4B3F7ED5-56CE-4AA1-BABA-8857801350CE}" type="presParOf" srcId="{E1E5B2E3-3616-45A2-8592-EB3E8F3F1F11}" destId="{32433B4F-9ED2-4F65-BCB0-2D5E6B3705AB}" srcOrd="1" destOrd="0" presId="urn:microsoft.com/office/officeart/2005/8/layout/orgChart1"/>
    <dgm:cxn modelId="{DA20A642-B774-4DC1-B658-A4C2E0765873}" type="presParOf" srcId="{32433B4F-9ED2-4F65-BCB0-2D5E6B3705AB}" destId="{9D3C0F13-BAA2-4E20-800A-6E5910A1B445}" srcOrd="0" destOrd="0" presId="urn:microsoft.com/office/officeart/2005/8/layout/orgChart1"/>
    <dgm:cxn modelId="{D9DC5AF1-457B-4005-A94D-91539841C4E2}" type="presParOf" srcId="{32433B4F-9ED2-4F65-BCB0-2D5E6B3705AB}" destId="{36650E23-CD87-4826-8AB3-23D4F2F9CD53}" srcOrd="1" destOrd="0" presId="urn:microsoft.com/office/officeart/2005/8/layout/orgChart1"/>
    <dgm:cxn modelId="{A0C12F03-9BC4-414A-B516-34329FC1EB02}" type="presParOf" srcId="{36650E23-CD87-4826-8AB3-23D4F2F9CD53}" destId="{5B712D55-33BE-4B99-A34E-91E235A9944F}" srcOrd="0" destOrd="0" presId="urn:microsoft.com/office/officeart/2005/8/layout/orgChart1"/>
    <dgm:cxn modelId="{49ABEEFB-D7C4-4EC0-9F98-D9A7EECB6B40}" type="presParOf" srcId="{5B712D55-33BE-4B99-A34E-91E235A9944F}" destId="{4024B69A-A5B1-4FFD-A105-470485972074}" srcOrd="0" destOrd="0" presId="urn:microsoft.com/office/officeart/2005/8/layout/orgChart1"/>
    <dgm:cxn modelId="{B69FD7A1-412C-46FB-A1FC-FDF86B640860}" type="presParOf" srcId="{5B712D55-33BE-4B99-A34E-91E235A9944F}" destId="{DF0F6781-6D9F-43E1-B0A6-3FB05F7672A9}" srcOrd="1" destOrd="0" presId="urn:microsoft.com/office/officeart/2005/8/layout/orgChart1"/>
    <dgm:cxn modelId="{57EFA15C-12D1-4537-BE47-9513ADCE9DDA}" type="presParOf" srcId="{36650E23-CD87-4826-8AB3-23D4F2F9CD53}" destId="{A10219DB-D4D0-4BA8-86BF-2FAB4189E439}" srcOrd="1" destOrd="0" presId="urn:microsoft.com/office/officeart/2005/8/layout/orgChart1"/>
    <dgm:cxn modelId="{B540BCAF-81F9-4D9B-B9A4-7D2318DD7C58}" type="presParOf" srcId="{36650E23-CD87-4826-8AB3-23D4F2F9CD53}" destId="{BE6848FD-20E0-433D-8ADC-46E6A2AD5527}" srcOrd="2" destOrd="0" presId="urn:microsoft.com/office/officeart/2005/8/layout/orgChart1"/>
    <dgm:cxn modelId="{028A19CB-3712-42A8-8D24-996846F76F0A}" type="presParOf" srcId="{32433B4F-9ED2-4F65-BCB0-2D5E6B3705AB}" destId="{B955F3C1-A356-4C02-95F3-C5107BAEBC53}" srcOrd="2" destOrd="0" presId="urn:microsoft.com/office/officeart/2005/8/layout/orgChart1"/>
    <dgm:cxn modelId="{E007D1F1-E20F-42D7-B45B-C85C0AB9526A}" type="presParOf" srcId="{32433B4F-9ED2-4F65-BCB0-2D5E6B3705AB}" destId="{8827BD71-8860-41C0-B532-DFFEAC3A92A8}" srcOrd="3" destOrd="0" presId="urn:microsoft.com/office/officeart/2005/8/layout/orgChart1"/>
    <dgm:cxn modelId="{CAE329FB-AE0C-48DE-9090-08AB59826B11}" type="presParOf" srcId="{8827BD71-8860-41C0-B532-DFFEAC3A92A8}" destId="{57FC1E2B-06D4-4778-AE99-FAD54AF91271}" srcOrd="0" destOrd="0" presId="urn:microsoft.com/office/officeart/2005/8/layout/orgChart1"/>
    <dgm:cxn modelId="{8E6CB2FD-2712-48A6-88DD-1510E36E392E}" type="presParOf" srcId="{57FC1E2B-06D4-4778-AE99-FAD54AF91271}" destId="{EECB86D5-D64F-438B-B9DB-5313C68B36A5}" srcOrd="0" destOrd="0" presId="urn:microsoft.com/office/officeart/2005/8/layout/orgChart1"/>
    <dgm:cxn modelId="{31819635-4137-4954-A3C1-F1E30A29A930}" type="presParOf" srcId="{57FC1E2B-06D4-4778-AE99-FAD54AF91271}" destId="{CE27303E-36DD-4568-A01C-EFE3F2EE3596}" srcOrd="1" destOrd="0" presId="urn:microsoft.com/office/officeart/2005/8/layout/orgChart1"/>
    <dgm:cxn modelId="{A47810FD-BC94-4263-9DD9-EAF9F8654561}" type="presParOf" srcId="{8827BD71-8860-41C0-B532-DFFEAC3A92A8}" destId="{754A4FB5-5838-40D5-9FC4-D5BC052A33F5}" srcOrd="1" destOrd="0" presId="urn:microsoft.com/office/officeart/2005/8/layout/orgChart1"/>
    <dgm:cxn modelId="{3DBF5583-563B-4ECD-9B46-D3A1C2909831}" type="presParOf" srcId="{8827BD71-8860-41C0-B532-DFFEAC3A92A8}" destId="{AEC34B41-F060-4E26-8D3F-C7D4BB3662B9}" srcOrd="2" destOrd="0" presId="urn:microsoft.com/office/officeart/2005/8/layout/orgChart1"/>
    <dgm:cxn modelId="{756756A0-9DC2-43C8-A89B-91767D24F9A0}" type="presParOf" srcId="{32433B4F-9ED2-4F65-BCB0-2D5E6B3705AB}" destId="{E6F698D2-2093-458F-B84D-AA66833538A9}" srcOrd="4" destOrd="0" presId="urn:microsoft.com/office/officeart/2005/8/layout/orgChart1"/>
    <dgm:cxn modelId="{113FDEC7-8303-48B9-A3FB-B6E0BA442B45}" type="presParOf" srcId="{32433B4F-9ED2-4F65-BCB0-2D5E6B3705AB}" destId="{886A19C1-64C4-45A8-AFCC-6AD90F427E53}" srcOrd="5" destOrd="0" presId="urn:microsoft.com/office/officeart/2005/8/layout/orgChart1"/>
    <dgm:cxn modelId="{E67F8271-0CF7-44C0-8A75-389C5F14B019}" type="presParOf" srcId="{886A19C1-64C4-45A8-AFCC-6AD90F427E53}" destId="{9F44CBA9-821F-4170-A4AE-FDCF73F3FCD2}" srcOrd="0" destOrd="0" presId="urn:microsoft.com/office/officeart/2005/8/layout/orgChart1"/>
    <dgm:cxn modelId="{5502AE21-F55C-45B9-B48F-D37393BDD91B}" type="presParOf" srcId="{9F44CBA9-821F-4170-A4AE-FDCF73F3FCD2}" destId="{88A7852B-DB1B-4EC7-A3D3-D7577EA24083}" srcOrd="0" destOrd="0" presId="urn:microsoft.com/office/officeart/2005/8/layout/orgChart1"/>
    <dgm:cxn modelId="{523304D1-DD13-4FCA-A007-BA023351420B}" type="presParOf" srcId="{9F44CBA9-821F-4170-A4AE-FDCF73F3FCD2}" destId="{892723B2-08EF-4D74-8DDA-6C2745635267}" srcOrd="1" destOrd="0" presId="urn:microsoft.com/office/officeart/2005/8/layout/orgChart1"/>
    <dgm:cxn modelId="{C3CC1789-3F1E-4FEA-8E6D-ED38C74DB180}" type="presParOf" srcId="{886A19C1-64C4-45A8-AFCC-6AD90F427E53}" destId="{1BF5203D-DCC5-45F1-A998-1B6B14559AEB}" srcOrd="1" destOrd="0" presId="urn:microsoft.com/office/officeart/2005/8/layout/orgChart1"/>
    <dgm:cxn modelId="{54D1925F-C4AF-42FC-918C-A0302563746C}" type="presParOf" srcId="{886A19C1-64C4-45A8-AFCC-6AD90F427E53}" destId="{22D929C9-A56E-413E-A906-CB3027D78DEE}" srcOrd="2" destOrd="0" presId="urn:microsoft.com/office/officeart/2005/8/layout/orgChart1"/>
    <dgm:cxn modelId="{7B83F0C5-5822-4CF3-A660-9A7D1C29F71C}" type="presParOf" srcId="{E1E5B2E3-3616-45A2-8592-EB3E8F3F1F11}" destId="{0F0E3A4D-45B1-4096-9BBC-3C9354AB1F97}" srcOrd="2" destOrd="0" presId="urn:microsoft.com/office/officeart/2005/8/layout/orgChart1"/>
    <dgm:cxn modelId="{2BC80FDC-62A6-4FCD-BD20-8E560F2A32E9}" type="presParOf" srcId="{212E254B-8521-46A2-8B27-60BF05F6C21C}" destId="{9B3E5AE3-F174-4FF5-94C2-F98BD1DE49CA}" srcOrd="2" destOrd="0" presId="urn:microsoft.com/office/officeart/2005/8/layout/orgChart1"/>
    <dgm:cxn modelId="{3C94E930-85AC-4DB2-8432-29DF13BC4F43}" type="presParOf" srcId="{212E254B-8521-46A2-8B27-60BF05F6C21C}" destId="{A5C682F9-6950-43BA-88C9-D0F487E5BB79}" srcOrd="3" destOrd="0" presId="urn:microsoft.com/office/officeart/2005/8/layout/orgChart1"/>
    <dgm:cxn modelId="{2E446CA5-A018-49A8-A13D-8F0878EE897B}" type="presParOf" srcId="{A5C682F9-6950-43BA-88C9-D0F487E5BB79}" destId="{A9FA76A9-5A15-4BDF-A408-E2EB1E1139C6}" srcOrd="0" destOrd="0" presId="urn:microsoft.com/office/officeart/2005/8/layout/orgChart1"/>
    <dgm:cxn modelId="{6BFE238A-2D06-4243-9B66-C7FE083A4838}" type="presParOf" srcId="{A9FA76A9-5A15-4BDF-A408-E2EB1E1139C6}" destId="{6F255A7A-696D-4CB9-BAAA-BD4B147C9278}" srcOrd="0" destOrd="0" presId="urn:microsoft.com/office/officeart/2005/8/layout/orgChart1"/>
    <dgm:cxn modelId="{E5308D7A-6E82-4B3F-8A00-8B912EC5B8D1}" type="presParOf" srcId="{A9FA76A9-5A15-4BDF-A408-E2EB1E1139C6}" destId="{47DECCF2-B8D7-415B-A58B-475F1777F574}" srcOrd="1" destOrd="0" presId="urn:microsoft.com/office/officeart/2005/8/layout/orgChart1"/>
    <dgm:cxn modelId="{E4CBBA18-ACF4-4A2D-BFF1-7F56B6C3F8E6}" type="presParOf" srcId="{A5C682F9-6950-43BA-88C9-D0F487E5BB79}" destId="{204498CD-F54E-4550-93D9-309D8EFCBC9C}" srcOrd="1" destOrd="0" presId="urn:microsoft.com/office/officeart/2005/8/layout/orgChart1"/>
    <dgm:cxn modelId="{2B081583-387B-4BE6-9D9B-40FD5DA26854}" type="presParOf" srcId="{204498CD-F54E-4550-93D9-309D8EFCBC9C}" destId="{3DD08C02-678A-4FCF-B5A8-CEA2F0052064}" srcOrd="0" destOrd="0" presId="urn:microsoft.com/office/officeart/2005/8/layout/orgChart1"/>
    <dgm:cxn modelId="{6CAD3610-1B86-496E-A6D7-A99670F7FB02}" type="presParOf" srcId="{204498CD-F54E-4550-93D9-309D8EFCBC9C}" destId="{27874A2B-BEA2-4CF2-9373-4AAE6CA7F46D}" srcOrd="1" destOrd="0" presId="urn:microsoft.com/office/officeart/2005/8/layout/orgChart1"/>
    <dgm:cxn modelId="{C2003DFD-DBD1-4315-94E5-FF5968F3CE84}" type="presParOf" srcId="{27874A2B-BEA2-4CF2-9373-4AAE6CA7F46D}" destId="{6A1F7F89-0120-4893-874C-DD113BF748DA}" srcOrd="0" destOrd="0" presId="urn:microsoft.com/office/officeart/2005/8/layout/orgChart1"/>
    <dgm:cxn modelId="{7DD2A116-0BE8-4753-9630-6E8A393175BD}" type="presParOf" srcId="{6A1F7F89-0120-4893-874C-DD113BF748DA}" destId="{8A2407D3-EBD6-4D77-90C3-92765B85C633}" srcOrd="0" destOrd="0" presId="urn:microsoft.com/office/officeart/2005/8/layout/orgChart1"/>
    <dgm:cxn modelId="{C73B5709-73B6-45DF-9426-446A4A5BDAEF}" type="presParOf" srcId="{6A1F7F89-0120-4893-874C-DD113BF748DA}" destId="{BB601152-E28A-4968-9EA4-4CE93BB81E0E}" srcOrd="1" destOrd="0" presId="urn:microsoft.com/office/officeart/2005/8/layout/orgChart1"/>
    <dgm:cxn modelId="{10869500-D1B5-416B-A215-58295F102150}" type="presParOf" srcId="{27874A2B-BEA2-4CF2-9373-4AAE6CA7F46D}" destId="{C5D46B93-EB29-40EF-ADB9-4B570A3B02FD}" srcOrd="1" destOrd="0" presId="urn:microsoft.com/office/officeart/2005/8/layout/orgChart1"/>
    <dgm:cxn modelId="{69826F56-650A-43D1-8ECD-9E164D1C8CEC}" type="presParOf" srcId="{27874A2B-BEA2-4CF2-9373-4AAE6CA7F46D}" destId="{1A27ABA7-E374-4151-B5CD-B128F8159DE3}" srcOrd="2" destOrd="0" presId="urn:microsoft.com/office/officeart/2005/8/layout/orgChart1"/>
    <dgm:cxn modelId="{9C99F96E-3333-411B-A39F-B6D2AA370E87}" type="presParOf" srcId="{204498CD-F54E-4550-93D9-309D8EFCBC9C}" destId="{0A159BFA-B2DC-4B51-A627-4D380F447DFE}" srcOrd="2" destOrd="0" presId="urn:microsoft.com/office/officeart/2005/8/layout/orgChart1"/>
    <dgm:cxn modelId="{BA616A42-DAA5-4D04-BF34-F828A40A2FE6}" type="presParOf" srcId="{204498CD-F54E-4550-93D9-309D8EFCBC9C}" destId="{776328EB-830B-4775-9FB3-CB6F44B30919}" srcOrd="3" destOrd="0" presId="urn:microsoft.com/office/officeart/2005/8/layout/orgChart1"/>
    <dgm:cxn modelId="{EDCCD353-B926-41D8-925B-D58B3E212476}" type="presParOf" srcId="{776328EB-830B-4775-9FB3-CB6F44B30919}" destId="{CE73A49E-6F83-4514-950E-22F9D7234877}" srcOrd="0" destOrd="0" presId="urn:microsoft.com/office/officeart/2005/8/layout/orgChart1"/>
    <dgm:cxn modelId="{BF04FEDD-A7A0-412D-96B1-2C84A6B4F5FA}" type="presParOf" srcId="{CE73A49E-6F83-4514-950E-22F9D7234877}" destId="{877303BB-A1C1-49E3-8425-6380A19A44B6}" srcOrd="0" destOrd="0" presId="urn:microsoft.com/office/officeart/2005/8/layout/orgChart1"/>
    <dgm:cxn modelId="{B412507B-8BD8-498D-A6C5-C3E8F52CD0F0}" type="presParOf" srcId="{CE73A49E-6F83-4514-950E-22F9D7234877}" destId="{AAA38D6A-187B-4277-8272-879D573BAB06}" srcOrd="1" destOrd="0" presId="urn:microsoft.com/office/officeart/2005/8/layout/orgChart1"/>
    <dgm:cxn modelId="{9DFA84AD-FA45-4478-8A88-DD21925F3DA9}" type="presParOf" srcId="{776328EB-830B-4775-9FB3-CB6F44B30919}" destId="{E875E132-75E3-4867-B40B-C663CB4CD308}" srcOrd="1" destOrd="0" presId="urn:microsoft.com/office/officeart/2005/8/layout/orgChart1"/>
    <dgm:cxn modelId="{DB69A6C1-BF87-41D2-8849-6F647231AD74}" type="presParOf" srcId="{776328EB-830B-4775-9FB3-CB6F44B30919}" destId="{9D8DF4F5-F63D-4BBB-B580-0E9A470E2244}" srcOrd="2" destOrd="0" presId="urn:microsoft.com/office/officeart/2005/8/layout/orgChart1"/>
    <dgm:cxn modelId="{BEDF22F2-CE91-486B-BB7C-F70D992EA770}" type="presParOf" srcId="{A5C682F9-6950-43BA-88C9-D0F487E5BB79}" destId="{2BEFC4CD-A8A7-4990-B687-9EE9FFA5B0DE}" srcOrd="2" destOrd="0" presId="urn:microsoft.com/office/officeart/2005/8/layout/orgChart1"/>
    <dgm:cxn modelId="{959FC154-01AF-4E9B-95C8-39A59E0C153E}" type="presParOf" srcId="{212E254B-8521-46A2-8B27-60BF05F6C21C}" destId="{4788FCB2-3828-42AD-9C38-205BCA40069F}" srcOrd="4" destOrd="0" presId="urn:microsoft.com/office/officeart/2005/8/layout/orgChart1"/>
    <dgm:cxn modelId="{A25291C7-92F7-47E1-A3E4-B3D581C03F69}" type="presParOf" srcId="{212E254B-8521-46A2-8B27-60BF05F6C21C}" destId="{D4BEFBC2-2767-4F85-868B-561459E250D4}" srcOrd="5" destOrd="0" presId="urn:microsoft.com/office/officeart/2005/8/layout/orgChart1"/>
    <dgm:cxn modelId="{19AB82FE-BED6-4ADA-A315-F7E6079A9A81}" type="presParOf" srcId="{D4BEFBC2-2767-4F85-868B-561459E250D4}" destId="{C2ADF7E1-1DDF-491B-B941-8897884BF256}" srcOrd="0" destOrd="0" presId="urn:microsoft.com/office/officeart/2005/8/layout/orgChart1"/>
    <dgm:cxn modelId="{C2FD6653-B575-45FD-9301-28A9454E5E93}" type="presParOf" srcId="{C2ADF7E1-1DDF-491B-B941-8897884BF256}" destId="{A1B3F0DA-598D-4D5B-A3B7-03AA84C20428}" srcOrd="0" destOrd="0" presId="urn:microsoft.com/office/officeart/2005/8/layout/orgChart1"/>
    <dgm:cxn modelId="{6157F93A-7646-4AC1-B0B2-1142858F4831}" type="presParOf" srcId="{C2ADF7E1-1DDF-491B-B941-8897884BF256}" destId="{13B5F22A-003B-45DF-90F6-0489D0025457}" srcOrd="1" destOrd="0" presId="urn:microsoft.com/office/officeart/2005/8/layout/orgChart1"/>
    <dgm:cxn modelId="{B487DDEE-E4F2-4F90-B9B3-C508EDAAE7DB}" type="presParOf" srcId="{D4BEFBC2-2767-4F85-868B-561459E250D4}" destId="{15D004D1-DCA0-4C79-AD32-02C71298D440}" srcOrd="1" destOrd="0" presId="urn:microsoft.com/office/officeart/2005/8/layout/orgChart1"/>
    <dgm:cxn modelId="{BE994234-469B-4A69-98F2-4D2508AD7043}" type="presParOf" srcId="{15D004D1-DCA0-4C79-AD32-02C71298D440}" destId="{697E832B-8641-4B4A-9DB5-C228109E0A1E}" srcOrd="0" destOrd="0" presId="urn:microsoft.com/office/officeart/2005/8/layout/orgChart1"/>
    <dgm:cxn modelId="{C3F15CD9-F1C9-4E20-863E-9D07CD0B7113}" type="presParOf" srcId="{15D004D1-DCA0-4C79-AD32-02C71298D440}" destId="{B3770E49-E14C-485F-9C25-0A1B9182F030}" srcOrd="1" destOrd="0" presId="urn:microsoft.com/office/officeart/2005/8/layout/orgChart1"/>
    <dgm:cxn modelId="{14E4A58B-12B5-4A77-91A9-7A57B94BD646}" type="presParOf" srcId="{B3770E49-E14C-485F-9C25-0A1B9182F030}" destId="{BFC2FAFA-785F-4FF2-9D00-E961391D052D}" srcOrd="0" destOrd="0" presId="urn:microsoft.com/office/officeart/2005/8/layout/orgChart1"/>
    <dgm:cxn modelId="{721A97A4-7A9D-4BFB-AA0E-526DFCF3F88C}" type="presParOf" srcId="{BFC2FAFA-785F-4FF2-9D00-E961391D052D}" destId="{6ADA04BB-B014-4556-AAE6-28679D7C3DC6}" srcOrd="0" destOrd="0" presId="urn:microsoft.com/office/officeart/2005/8/layout/orgChart1"/>
    <dgm:cxn modelId="{6FC66486-2BAF-438C-9769-0A94570FDDFE}" type="presParOf" srcId="{BFC2FAFA-785F-4FF2-9D00-E961391D052D}" destId="{181243D9-9B73-401B-BCEF-B9D42EB26EF2}" srcOrd="1" destOrd="0" presId="urn:microsoft.com/office/officeart/2005/8/layout/orgChart1"/>
    <dgm:cxn modelId="{29E137CD-237B-4CCB-A259-AD09A4C92CDB}" type="presParOf" srcId="{B3770E49-E14C-485F-9C25-0A1B9182F030}" destId="{B967619A-1554-4E66-8742-6FA3C2FD27C4}" srcOrd="1" destOrd="0" presId="urn:microsoft.com/office/officeart/2005/8/layout/orgChart1"/>
    <dgm:cxn modelId="{4EA10E90-EE22-48FE-BE84-84FF814A4425}" type="presParOf" srcId="{B3770E49-E14C-485F-9C25-0A1B9182F030}" destId="{87E24361-8C21-4E88-B654-A7452E5F0BDE}" srcOrd="2" destOrd="0" presId="urn:microsoft.com/office/officeart/2005/8/layout/orgChart1"/>
    <dgm:cxn modelId="{77940A30-6C76-468E-957C-E90286BA676B}" type="presParOf" srcId="{15D004D1-DCA0-4C79-AD32-02C71298D440}" destId="{CB74EA50-36F5-4FF5-A59F-623387AC7C79}" srcOrd="2" destOrd="0" presId="urn:microsoft.com/office/officeart/2005/8/layout/orgChart1"/>
    <dgm:cxn modelId="{7165E8F9-7FD6-47F2-B1DF-05FB2563BFAE}" type="presParOf" srcId="{15D004D1-DCA0-4C79-AD32-02C71298D440}" destId="{5944DE41-BA84-4FEE-B2CA-A7B32CC9B7C3}" srcOrd="3" destOrd="0" presId="urn:microsoft.com/office/officeart/2005/8/layout/orgChart1"/>
    <dgm:cxn modelId="{E40AEB93-D1A6-464E-A8C3-BE63F6805694}" type="presParOf" srcId="{5944DE41-BA84-4FEE-B2CA-A7B32CC9B7C3}" destId="{FB3762C8-7265-4399-AA2B-A8FD00B5580B}" srcOrd="0" destOrd="0" presId="urn:microsoft.com/office/officeart/2005/8/layout/orgChart1"/>
    <dgm:cxn modelId="{E72C7F98-9770-4250-96F3-80011206E2EB}" type="presParOf" srcId="{FB3762C8-7265-4399-AA2B-A8FD00B5580B}" destId="{AC7B7392-2FBA-42D7-8F86-79759B11B8DE}" srcOrd="0" destOrd="0" presId="urn:microsoft.com/office/officeart/2005/8/layout/orgChart1"/>
    <dgm:cxn modelId="{EEF5886F-EF82-4E82-B5B7-BC2217307B4D}" type="presParOf" srcId="{FB3762C8-7265-4399-AA2B-A8FD00B5580B}" destId="{C4A680E6-35BA-4611-9F8F-42F9EFD04CB0}" srcOrd="1" destOrd="0" presId="urn:microsoft.com/office/officeart/2005/8/layout/orgChart1"/>
    <dgm:cxn modelId="{070A2690-3355-4184-B8B1-2D0390AF2B76}" type="presParOf" srcId="{5944DE41-BA84-4FEE-B2CA-A7B32CC9B7C3}" destId="{C3D93C0A-2046-41F3-BA5D-4E231B5D7F29}" srcOrd="1" destOrd="0" presId="urn:microsoft.com/office/officeart/2005/8/layout/orgChart1"/>
    <dgm:cxn modelId="{62463B91-77E8-44DD-87BD-62500DC01486}" type="presParOf" srcId="{5944DE41-BA84-4FEE-B2CA-A7B32CC9B7C3}" destId="{56BAFBFC-D804-4764-9A0D-7FAF54A40657}" srcOrd="2" destOrd="0" presId="urn:microsoft.com/office/officeart/2005/8/layout/orgChart1"/>
    <dgm:cxn modelId="{C0F872AB-FA8E-4D7D-84C4-B10319B34519}" type="presParOf" srcId="{D4BEFBC2-2767-4F85-868B-561459E250D4}" destId="{D2A1E133-885D-46CC-BFF9-BA54EDBFC6C7}" srcOrd="2" destOrd="0" presId="urn:microsoft.com/office/officeart/2005/8/layout/orgChart1"/>
    <dgm:cxn modelId="{61AB85BF-C3E9-4B93-BA80-82DCA2482CB2}" type="presParOf" srcId="{212E254B-8521-46A2-8B27-60BF05F6C21C}" destId="{616EBF83-A692-40D3-BF8E-62B65D4BE81E}" srcOrd="6" destOrd="0" presId="urn:microsoft.com/office/officeart/2005/8/layout/orgChart1"/>
    <dgm:cxn modelId="{AC48AF61-D3DF-4738-99C2-C19BC78F6225}" type="presParOf" srcId="{212E254B-8521-46A2-8B27-60BF05F6C21C}" destId="{FA4F7FD3-C893-4AB5-97AA-1E97B7014D41}" srcOrd="7" destOrd="0" presId="urn:microsoft.com/office/officeart/2005/8/layout/orgChart1"/>
    <dgm:cxn modelId="{01D1F41B-8718-49E7-AEC4-2CAF4673F8F9}" type="presParOf" srcId="{FA4F7FD3-C893-4AB5-97AA-1E97B7014D41}" destId="{9222A234-0ED9-4F66-97B6-DA2AD74E74B8}" srcOrd="0" destOrd="0" presId="urn:microsoft.com/office/officeart/2005/8/layout/orgChart1"/>
    <dgm:cxn modelId="{82807790-0248-4F62-B4AB-43362DB3BC7E}" type="presParOf" srcId="{9222A234-0ED9-4F66-97B6-DA2AD74E74B8}" destId="{55448931-3811-4C8C-A990-16F8822F4A54}" srcOrd="0" destOrd="0" presId="urn:microsoft.com/office/officeart/2005/8/layout/orgChart1"/>
    <dgm:cxn modelId="{58529640-EEAB-4C32-948B-D7BDFD6DCE2A}" type="presParOf" srcId="{9222A234-0ED9-4F66-97B6-DA2AD74E74B8}" destId="{6FBB02BB-80F6-4940-A0CF-360B0A93D55E}" srcOrd="1" destOrd="0" presId="urn:microsoft.com/office/officeart/2005/8/layout/orgChart1"/>
    <dgm:cxn modelId="{1C0BC681-FE26-4A8E-8F2F-CEED20211634}" type="presParOf" srcId="{FA4F7FD3-C893-4AB5-97AA-1E97B7014D41}" destId="{27D08F0F-7F6F-41B6-B85B-3ABA9EA33607}" srcOrd="1" destOrd="0" presId="urn:microsoft.com/office/officeart/2005/8/layout/orgChart1"/>
    <dgm:cxn modelId="{447224F3-A5D3-4019-8F00-9B56E5290ACC}" type="presParOf" srcId="{27D08F0F-7F6F-41B6-B85B-3ABA9EA33607}" destId="{523C10DC-D63C-44B3-AF4B-4A696EA86803}" srcOrd="0" destOrd="0" presId="urn:microsoft.com/office/officeart/2005/8/layout/orgChart1"/>
    <dgm:cxn modelId="{E9D9AAEE-C460-4432-8C4E-0841E821BED6}" type="presParOf" srcId="{27D08F0F-7F6F-41B6-B85B-3ABA9EA33607}" destId="{CC70270A-EA8F-4662-9BB9-DF427D833F05}" srcOrd="1" destOrd="0" presId="urn:microsoft.com/office/officeart/2005/8/layout/orgChart1"/>
    <dgm:cxn modelId="{2E7774EF-3484-4B58-A843-02B5059D7A3F}" type="presParOf" srcId="{CC70270A-EA8F-4662-9BB9-DF427D833F05}" destId="{81F35415-6BF3-4154-88E2-DC9D2C6E6C78}" srcOrd="0" destOrd="0" presId="urn:microsoft.com/office/officeart/2005/8/layout/orgChart1"/>
    <dgm:cxn modelId="{20DBDCF4-52D0-457E-A154-D7E523EE3B4E}" type="presParOf" srcId="{81F35415-6BF3-4154-88E2-DC9D2C6E6C78}" destId="{4A53432D-CC54-44C5-8A3F-A7CDEFD746BE}" srcOrd="0" destOrd="0" presId="urn:microsoft.com/office/officeart/2005/8/layout/orgChart1"/>
    <dgm:cxn modelId="{39C8E4B4-8233-4B46-B93E-62ABB3A98CD6}" type="presParOf" srcId="{81F35415-6BF3-4154-88E2-DC9D2C6E6C78}" destId="{96802D50-6A53-49AB-861C-B717B91E4A8B}" srcOrd="1" destOrd="0" presId="urn:microsoft.com/office/officeart/2005/8/layout/orgChart1"/>
    <dgm:cxn modelId="{2CCDA989-E1CB-464D-AF08-CDB5E4CBD2ED}" type="presParOf" srcId="{CC70270A-EA8F-4662-9BB9-DF427D833F05}" destId="{484D9443-3F88-49B0-902A-78101EAF77F3}" srcOrd="1" destOrd="0" presId="urn:microsoft.com/office/officeart/2005/8/layout/orgChart1"/>
    <dgm:cxn modelId="{0B7EF427-DEE1-41C6-B36E-DB3D1C621257}" type="presParOf" srcId="{CC70270A-EA8F-4662-9BB9-DF427D833F05}" destId="{8C6089AC-AB63-4680-879C-CA157E0059FD}" srcOrd="2" destOrd="0" presId="urn:microsoft.com/office/officeart/2005/8/layout/orgChart1"/>
    <dgm:cxn modelId="{8A9B2265-2573-4655-A105-AF84A6FB8E12}" type="presParOf" srcId="{FA4F7FD3-C893-4AB5-97AA-1E97B7014D41}" destId="{7A3B01A1-CA9E-40F6-B68C-A666E672E57E}" srcOrd="2" destOrd="0" presId="urn:microsoft.com/office/officeart/2005/8/layout/orgChart1"/>
    <dgm:cxn modelId="{D12B89C3-2D86-4B61-AEFD-3CE1B9D3EAA8}" type="presParOf" srcId="{9050899D-C12D-433D-BA67-5366AE2099EB}" destId="{EE5F734F-9F36-4C79-A3BC-220E7FAA674E}" srcOrd="2" destOrd="0" presId="urn:microsoft.com/office/officeart/2005/8/layout/orgChart1"/>
    <dgm:cxn modelId="{6AE71160-4EEB-4834-9E2D-2BBC754FB233}" type="presParOf" srcId="{9098D234-D388-4106-B539-B7C38DD6D81C}" destId="{BCDC2B85-A8D5-4593-867F-DC0483840EB2}" srcOrd="8" destOrd="0" presId="urn:microsoft.com/office/officeart/2005/8/layout/orgChart1"/>
    <dgm:cxn modelId="{213211EC-51EA-49D7-AD4B-A1D87236101D}" type="presParOf" srcId="{9098D234-D388-4106-B539-B7C38DD6D81C}" destId="{5737F07D-3BAB-48F7-A08D-31C96ABB745A}" srcOrd="9" destOrd="0" presId="urn:microsoft.com/office/officeart/2005/8/layout/orgChart1"/>
    <dgm:cxn modelId="{DDF7A3E1-D0A2-462E-B2CD-5D0D8C2E850B}" type="presParOf" srcId="{5737F07D-3BAB-48F7-A08D-31C96ABB745A}" destId="{400E70F2-206E-4207-9BAE-AA4950AB067D}" srcOrd="0" destOrd="0" presId="urn:microsoft.com/office/officeart/2005/8/layout/orgChart1"/>
    <dgm:cxn modelId="{F0A9A0F5-245C-40C9-B261-935E26D36362}" type="presParOf" srcId="{400E70F2-206E-4207-9BAE-AA4950AB067D}" destId="{B6882BBA-C028-45B6-AA74-004B50941257}" srcOrd="0" destOrd="0" presId="urn:microsoft.com/office/officeart/2005/8/layout/orgChart1"/>
    <dgm:cxn modelId="{EB93E375-D8FC-448C-89D2-F11751223370}" type="presParOf" srcId="{400E70F2-206E-4207-9BAE-AA4950AB067D}" destId="{566DBE28-CF1C-4D21-A527-ACA2FA65BB5E}" srcOrd="1" destOrd="0" presId="urn:microsoft.com/office/officeart/2005/8/layout/orgChart1"/>
    <dgm:cxn modelId="{6CD7C2C7-B5B5-4CCD-83C8-3CD0BFFE39C6}" type="presParOf" srcId="{5737F07D-3BAB-48F7-A08D-31C96ABB745A}" destId="{03CD7D9C-8C3B-4156-87BC-15BE577EF0F1}" srcOrd="1" destOrd="0" presId="urn:microsoft.com/office/officeart/2005/8/layout/orgChart1"/>
    <dgm:cxn modelId="{B485249A-2B52-421D-87AB-1AE3760CA28E}" type="presParOf" srcId="{03CD7D9C-8C3B-4156-87BC-15BE577EF0F1}" destId="{E2985616-1ED6-4366-80A9-6009A2942E9D}" srcOrd="0" destOrd="0" presId="urn:microsoft.com/office/officeart/2005/8/layout/orgChart1"/>
    <dgm:cxn modelId="{6E99E3CD-99F5-40F1-9BF5-8C759D976665}" type="presParOf" srcId="{03CD7D9C-8C3B-4156-87BC-15BE577EF0F1}" destId="{7043A876-B2AC-48D3-9176-DEF87EBCBFC9}" srcOrd="1" destOrd="0" presId="urn:microsoft.com/office/officeart/2005/8/layout/orgChart1"/>
    <dgm:cxn modelId="{A2D18294-7EF9-4A5B-9F1D-721AC49AEC36}" type="presParOf" srcId="{7043A876-B2AC-48D3-9176-DEF87EBCBFC9}" destId="{F42918BC-F82F-489B-BD8B-269E5D3ECDB8}" srcOrd="0" destOrd="0" presId="urn:microsoft.com/office/officeart/2005/8/layout/orgChart1"/>
    <dgm:cxn modelId="{56EEF9EF-4ACE-4187-B51D-8EFCA7000B5B}" type="presParOf" srcId="{F42918BC-F82F-489B-BD8B-269E5D3ECDB8}" destId="{877CA1CD-EE42-45B1-B6A0-23D6C72D87D2}" srcOrd="0" destOrd="0" presId="urn:microsoft.com/office/officeart/2005/8/layout/orgChart1"/>
    <dgm:cxn modelId="{39322057-7AD1-424F-A1D2-46182EE63FB6}" type="presParOf" srcId="{F42918BC-F82F-489B-BD8B-269E5D3ECDB8}" destId="{5CE5A0EE-AEBE-4F26-A92C-A02F4C3C403C}" srcOrd="1" destOrd="0" presId="urn:microsoft.com/office/officeart/2005/8/layout/orgChart1"/>
    <dgm:cxn modelId="{D6470FB9-E4DE-4D2F-9902-048557D5EBAB}" type="presParOf" srcId="{7043A876-B2AC-48D3-9176-DEF87EBCBFC9}" destId="{DF1FD2D3-FD27-4A92-A6E2-82F291C1EAFA}" srcOrd="1" destOrd="0" presId="urn:microsoft.com/office/officeart/2005/8/layout/orgChart1"/>
    <dgm:cxn modelId="{8897AB4D-BF95-4D6F-AC82-6298A3C95698}" type="presParOf" srcId="{DF1FD2D3-FD27-4A92-A6E2-82F291C1EAFA}" destId="{27FBAFCE-CA86-495F-B9B2-CF9A6E3802BF}" srcOrd="0" destOrd="0" presId="urn:microsoft.com/office/officeart/2005/8/layout/orgChart1"/>
    <dgm:cxn modelId="{7952B0D1-09A8-4EDF-B823-83D1653F7048}" type="presParOf" srcId="{DF1FD2D3-FD27-4A92-A6E2-82F291C1EAFA}" destId="{0714BD4C-97BC-494C-A31B-199C99688621}" srcOrd="1" destOrd="0" presId="urn:microsoft.com/office/officeart/2005/8/layout/orgChart1"/>
    <dgm:cxn modelId="{35E6F52C-7B67-494E-9B70-BA0FB37A0599}" type="presParOf" srcId="{0714BD4C-97BC-494C-A31B-199C99688621}" destId="{1D9C1CC6-A566-4B75-8326-DD54DA12320B}" srcOrd="0" destOrd="0" presId="urn:microsoft.com/office/officeart/2005/8/layout/orgChart1"/>
    <dgm:cxn modelId="{CAD5868F-21EF-4918-8400-E2CF169C43E0}" type="presParOf" srcId="{1D9C1CC6-A566-4B75-8326-DD54DA12320B}" destId="{10CE085D-2F87-4D72-B64C-E94D593F7602}" srcOrd="0" destOrd="0" presId="urn:microsoft.com/office/officeart/2005/8/layout/orgChart1"/>
    <dgm:cxn modelId="{83B2E0BA-2E7A-4148-87F2-79176A1C2FEA}" type="presParOf" srcId="{1D9C1CC6-A566-4B75-8326-DD54DA12320B}" destId="{B61A179E-988E-42B7-8D87-9E50EB3E5E8E}" srcOrd="1" destOrd="0" presId="urn:microsoft.com/office/officeart/2005/8/layout/orgChart1"/>
    <dgm:cxn modelId="{57CC94D5-27B1-4838-9C6B-C0F0751715C0}" type="presParOf" srcId="{0714BD4C-97BC-494C-A31B-199C99688621}" destId="{573500B1-3C8B-4B13-90B8-5DA048EFA338}" srcOrd="1" destOrd="0" presId="urn:microsoft.com/office/officeart/2005/8/layout/orgChart1"/>
    <dgm:cxn modelId="{4E720327-7CEF-4529-AA59-0247BC64A6CB}" type="presParOf" srcId="{573500B1-3C8B-4B13-90B8-5DA048EFA338}" destId="{5ED2EB62-5800-46F7-9A21-4E14BD8B2C1E}" srcOrd="0" destOrd="0" presId="urn:microsoft.com/office/officeart/2005/8/layout/orgChart1"/>
    <dgm:cxn modelId="{88C9ED21-D664-41C2-AA3F-75A0AB3F8D19}" type="presParOf" srcId="{573500B1-3C8B-4B13-90B8-5DA048EFA338}" destId="{DB76DC63-9395-4CFB-85BA-E9ADBE97B83A}" srcOrd="1" destOrd="0" presId="urn:microsoft.com/office/officeart/2005/8/layout/orgChart1"/>
    <dgm:cxn modelId="{EAB7CDB1-6BB3-404F-AAF7-A9FEC7B4F4C5}" type="presParOf" srcId="{DB76DC63-9395-4CFB-85BA-E9ADBE97B83A}" destId="{1AC720E6-0F9D-43D2-BA67-9CAE1B0770FC}" srcOrd="0" destOrd="0" presId="urn:microsoft.com/office/officeart/2005/8/layout/orgChart1"/>
    <dgm:cxn modelId="{631D7DF9-CF7A-43C9-A623-D6987A71D053}" type="presParOf" srcId="{1AC720E6-0F9D-43D2-BA67-9CAE1B0770FC}" destId="{DEF32698-E10A-4C31-AF88-40E8F271221A}" srcOrd="0" destOrd="0" presId="urn:microsoft.com/office/officeart/2005/8/layout/orgChart1"/>
    <dgm:cxn modelId="{8379C85C-4A88-4C6C-BA5F-6A8B726F150E}" type="presParOf" srcId="{1AC720E6-0F9D-43D2-BA67-9CAE1B0770FC}" destId="{C20F7FE4-01CF-4E17-9805-BFB1CA1223F6}" srcOrd="1" destOrd="0" presId="urn:microsoft.com/office/officeart/2005/8/layout/orgChart1"/>
    <dgm:cxn modelId="{572D0C25-E81C-4539-B278-3905E2CF2994}" type="presParOf" srcId="{DB76DC63-9395-4CFB-85BA-E9ADBE97B83A}" destId="{BB4BB926-9213-482E-99CB-0E64B0F316BB}" srcOrd="1" destOrd="0" presId="urn:microsoft.com/office/officeart/2005/8/layout/orgChart1"/>
    <dgm:cxn modelId="{27135560-F86B-42AE-9920-63587A3BDD1F}" type="presParOf" srcId="{DB76DC63-9395-4CFB-85BA-E9ADBE97B83A}" destId="{866C3880-570C-4B92-BC36-17DE29273F1F}" srcOrd="2" destOrd="0" presId="urn:microsoft.com/office/officeart/2005/8/layout/orgChart1"/>
    <dgm:cxn modelId="{1FBFAFB9-E7B8-4C8F-BB3F-D3EBCED3DEF1}" type="presParOf" srcId="{573500B1-3C8B-4B13-90B8-5DA048EFA338}" destId="{C06A6C2A-F54F-4DBB-B0E3-6A5619106660}" srcOrd="2" destOrd="0" presId="urn:microsoft.com/office/officeart/2005/8/layout/orgChart1"/>
    <dgm:cxn modelId="{4484D745-A744-4ED5-B06B-C7FD68E7AC17}" type="presParOf" srcId="{573500B1-3C8B-4B13-90B8-5DA048EFA338}" destId="{43B489A8-8068-4C4A-AB63-E3F99C7D2471}" srcOrd="3" destOrd="0" presId="urn:microsoft.com/office/officeart/2005/8/layout/orgChart1"/>
    <dgm:cxn modelId="{FCCFE83A-8AB4-44C0-9E87-7A6EB4D5F6DE}" type="presParOf" srcId="{43B489A8-8068-4C4A-AB63-E3F99C7D2471}" destId="{3A69E6DE-2031-41CA-9FAD-7F08E7576D47}" srcOrd="0" destOrd="0" presId="urn:microsoft.com/office/officeart/2005/8/layout/orgChart1"/>
    <dgm:cxn modelId="{318B027B-FD5D-478A-BE79-15FF7F75AA97}" type="presParOf" srcId="{3A69E6DE-2031-41CA-9FAD-7F08E7576D47}" destId="{0F648730-8BFC-4DC8-A74D-D3255D87FD58}" srcOrd="0" destOrd="0" presId="urn:microsoft.com/office/officeart/2005/8/layout/orgChart1"/>
    <dgm:cxn modelId="{A0B7E314-C56A-47A0-8C52-3E7888650AD6}" type="presParOf" srcId="{3A69E6DE-2031-41CA-9FAD-7F08E7576D47}" destId="{5D3A5779-4A54-4B3C-A933-32956310450C}" srcOrd="1" destOrd="0" presId="urn:microsoft.com/office/officeart/2005/8/layout/orgChart1"/>
    <dgm:cxn modelId="{6DA6342A-FBB7-4E70-8D65-7F7545823473}" type="presParOf" srcId="{43B489A8-8068-4C4A-AB63-E3F99C7D2471}" destId="{734D3D24-6D60-4DC6-9A0A-7AF4ED1D5745}" srcOrd="1" destOrd="0" presId="urn:microsoft.com/office/officeart/2005/8/layout/orgChart1"/>
    <dgm:cxn modelId="{45A951AD-83CE-4A6B-8F49-0367953E0892}" type="presParOf" srcId="{43B489A8-8068-4C4A-AB63-E3F99C7D2471}" destId="{243BBBB8-329C-4DF1-9BEA-1ABC0ECC2D0E}" srcOrd="2" destOrd="0" presId="urn:microsoft.com/office/officeart/2005/8/layout/orgChart1"/>
    <dgm:cxn modelId="{2DDF2361-3322-48C8-A6B8-F9655B6D304F}" type="presParOf" srcId="{573500B1-3C8B-4B13-90B8-5DA048EFA338}" destId="{80202B05-063D-44C8-B4E5-FD8DAED57567}" srcOrd="4" destOrd="0" presId="urn:microsoft.com/office/officeart/2005/8/layout/orgChart1"/>
    <dgm:cxn modelId="{ACADE8CC-41CA-4469-A672-169710913D62}" type="presParOf" srcId="{573500B1-3C8B-4B13-90B8-5DA048EFA338}" destId="{3FE16480-9E36-4DCA-8953-FF8B346D92EE}" srcOrd="5" destOrd="0" presId="urn:microsoft.com/office/officeart/2005/8/layout/orgChart1"/>
    <dgm:cxn modelId="{E6B088CA-9586-4903-B854-2B40EDC5B3E0}" type="presParOf" srcId="{3FE16480-9E36-4DCA-8953-FF8B346D92EE}" destId="{F275042D-1542-4F8A-AA07-D9B895B07BAD}" srcOrd="0" destOrd="0" presId="urn:microsoft.com/office/officeart/2005/8/layout/orgChart1"/>
    <dgm:cxn modelId="{05D90348-F5FC-476F-8D85-73731FE3C3EB}" type="presParOf" srcId="{F275042D-1542-4F8A-AA07-D9B895B07BAD}" destId="{493E9B97-1901-4683-9B02-187A0D762811}" srcOrd="0" destOrd="0" presId="urn:microsoft.com/office/officeart/2005/8/layout/orgChart1"/>
    <dgm:cxn modelId="{23EB6D7B-F9AD-430D-BE20-3033B4022099}" type="presParOf" srcId="{F275042D-1542-4F8A-AA07-D9B895B07BAD}" destId="{795959AB-1194-46CD-83DA-099786D61E17}" srcOrd="1" destOrd="0" presId="urn:microsoft.com/office/officeart/2005/8/layout/orgChart1"/>
    <dgm:cxn modelId="{8BA86561-0D0C-4854-BBAD-6686CC065F53}" type="presParOf" srcId="{3FE16480-9E36-4DCA-8953-FF8B346D92EE}" destId="{CE122B56-73E5-4B86-995E-32B64C31B5D2}" srcOrd="1" destOrd="0" presId="urn:microsoft.com/office/officeart/2005/8/layout/orgChart1"/>
    <dgm:cxn modelId="{55383887-A1F8-4065-978F-A2F05702AEF3}" type="presParOf" srcId="{3FE16480-9E36-4DCA-8953-FF8B346D92EE}" destId="{71814B55-280F-4FDC-A5B8-963603445CFB}" srcOrd="2" destOrd="0" presId="urn:microsoft.com/office/officeart/2005/8/layout/orgChart1"/>
    <dgm:cxn modelId="{91698374-D987-4FDB-BCE0-8F967797BA4E}" type="presParOf" srcId="{0714BD4C-97BC-494C-A31B-199C99688621}" destId="{D75E2BB1-9E69-4D60-ADE4-321375D21AE1}" srcOrd="2" destOrd="0" presId="urn:microsoft.com/office/officeart/2005/8/layout/orgChart1"/>
    <dgm:cxn modelId="{F7EB2F48-B210-4487-9E0B-CC29AF9DBADD}" type="presParOf" srcId="{DF1FD2D3-FD27-4A92-A6E2-82F291C1EAFA}" destId="{1C8BD9B2-5819-44BA-8583-EACD12D86772}" srcOrd="2" destOrd="0" presId="urn:microsoft.com/office/officeart/2005/8/layout/orgChart1"/>
    <dgm:cxn modelId="{0F484BBA-2D20-4092-8EF7-6043C886D75A}" type="presParOf" srcId="{DF1FD2D3-FD27-4A92-A6E2-82F291C1EAFA}" destId="{21A905A5-78A7-481C-9295-E6D4CE3B68AB}" srcOrd="3" destOrd="0" presId="urn:microsoft.com/office/officeart/2005/8/layout/orgChart1"/>
    <dgm:cxn modelId="{6025C1E2-9B67-4E40-A55C-2BF3AC677173}" type="presParOf" srcId="{21A905A5-78A7-481C-9295-E6D4CE3B68AB}" destId="{6E68C599-BB20-43EB-9D7A-514887C037C0}" srcOrd="0" destOrd="0" presId="urn:microsoft.com/office/officeart/2005/8/layout/orgChart1"/>
    <dgm:cxn modelId="{4A6513A6-FF3D-4540-9E4F-05B9ADDF663F}" type="presParOf" srcId="{6E68C599-BB20-43EB-9D7A-514887C037C0}" destId="{41A2E402-A2C4-474A-AF52-E960AC6BED6C}" srcOrd="0" destOrd="0" presId="urn:microsoft.com/office/officeart/2005/8/layout/orgChart1"/>
    <dgm:cxn modelId="{4BDC0948-FF72-4DFD-9B3A-15DE9F906CAE}" type="presParOf" srcId="{6E68C599-BB20-43EB-9D7A-514887C037C0}" destId="{4AB2E9C6-7D73-44EC-A4EF-847FC83E4FE9}" srcOrd="1" destOrd="0" presId="urn:microsoft.com/office/officeart/2005/8/layout/orgChart1"/>
    <dgm:cxn modelId="{C8FF85EE-16F1-4AE4-99EE-839A76D92122}" type="presParOf" srcId="{21A905A5-78A7-481C-9295-E6D4CE3B68AB}" destId="{47A989B5-97E4-46A8-BB05-089C98771E89}" srcOrd="1" destOrd="0" presId="urn:microsoft.com/office/officeart/2005/8/layout/orgChart1"/>
    <dgm:cxn modelId="{B54E644B-2234-4609-9043-C92C380D2D7D}" type="presParOf" srcId="{47A989B5-97E4-46A8-BB05-089C98771E89}" destId="{3E46437F-E32F-47F7-8EDD-64115821CC2A}" srcOrd="0" destOrd="0" presId="urn:microsoft.com/office/officeart/2005/8/layout/orgChart1"/>
    <dgm:cxn modelId="{47AE9152-2B52-41F1-BFB8-4C54C2FDC84A}" type="presParOf" srcId="{47A989B5-97E4-46A8-BB05-089C98771E89}" destId="{669C51D3-3D9E-45B6-98CB-DF6B53383E32}" srcOrd="1" destOrd="0" presId="urn:microsoft.com/office/officeart/2005/8/layout/orgChart1"/>
    <dgm:cxn modelId="{A954E3F2-F9DB-4FFB-B1C3-4F7526D1CBCE}" type="presParOf" srcId="{669C51D3-3D9E-45B6-98CB-DF6B53383E32}" destId="{DC5D1EA8-6797-4230-A13E-BBC4F70B38AB}" srcOrd="0" destOrd="0" presId="urn:microsoft.com/office/officeart/2005/8/layout/orgChart1"/>
    <dgm:cxn modelId="{9CF11C80-B6CE-4FA1-BE8F-DCEDF6ACFCAC}" type="presParOf" srcId="{DC5D1EA8-6797-4230-A13E-BBC4F70B38AB}" destId="{49E67E62-2C01-47D1-B4EC-9E00895DFB76}" srcOrd="0" destOrd="0" presId="urn:microsoft.com/office/officeart/2005/8/layout/orgChart1"/>
    <dgm:cxn modelId="{77C6EE34-4EBA-4F1B-9A75-972A64E2CFAC}" type="presParOf" srcId="{DC5D1EA8-6797-4230-A13E-BBC4F70B38AB}" destId="{3A9D65CA-3A4D-4649-A0A8-F7C2E4CC2981}" srcOrd="1" destOrd="0" presId="urn:microsoft.com/office/officeart/2005/8/layout/orgChart1"/>
    <dgm:cxn modelId="{3C2A5B7E-2C72-491C-93D9-E01106603FE4}" type="presParOf" srcId="{669C51D3-3D9E-45B6-98CB-DF6B53383E32}" destId="{09350BBE-3568-4947-9727-7D5368D9B793}" srcOrd="1" destOrd="0" presId="urn:microsoft.com/office/officeart/2005/8/layout/orgChart1"/>
    <dgm:cxn modelId="{D8BC8B27-5E5D-47C2-97CF-52BE663E6832}" type="presParOf" srcId="{669C51D3-3D9E-45B6-98CB-DF6B53383E32}" destId="{1B8D133B-9C2D-4865-8E85-DDB6871AE2DA}" srcOrd="2" destOrd="0" presId="urn:microsoft.com/office/officeart/2005/8/layout/orgChart1"/>
    <dgm:cxn modelId="{BA332CC0-B80A-41CE-A7B2-39C625E4FB25}" type="presParOf" srcId="{47A989B5-97E4-46A8-BB05-089C98771E89}" destId="{44C36A85-A485-4E6C-BB1D-A0184ACFAC54}" srcOrd="2" destOrd="0" presId="urn:microsoft.com/office/officeart/2005/8/layout/orgChart1"/>
    <dgm:cxn modelId="{929256EB-C004-492C-8E42-BE383B7CD403}" type="presParOf" srcId="{47A989B5-97E4-46A8-BB05-089C98771E89}" destId="{DEDF40AA-874D-4492-A3BF-658DBBF485B3}" srcOrd="3" destOrd="0" presId="urn:microsoft.com/office/officeart/2005/8/layout/orgChart1"/>
    <dgm:cxn modelId="{43C0843D-AD67-40ED-AA60-E5185BD79D52}" type="presParOf" srcId="{DEDF40AA-874D-4492-A3BF-658DBBF485B3}" destId="{A3D9062C-C505-4113-9D5B-3BA9E91DEAA6}" srcOrd="0" destOrd="0" presId="urn:microsoft.com/office/officeart/2005/8/layout/orgChart1"/>
    <dgm:cxn modelId="{1819AF62-9A9B-4643-B195-4F854AFAFA0A}" type="presParOf" srcId="{A3D9062C-C505-4113-9D5B-3BA9E91DEAA6}" destId="{5FC9E703-6BA5-4B1B-9742-1AE456126BDE}" srcOrd="0" destOrd="0" presId="urn:microsoft.com/office/officeart/2005/8/layout/orgChart1"/>
    <dgm:cxn modelId="{283501D1-804D-43B7-93E7-8B150E2218EC}" type="presParOf" srcId="{A3D9062C-C505-4113-9D5B-3BA9E91DEAA6}" destId="{951DC332-85C5-4269-BD26-8A9B72B49A19}" srcOrd="1" destOrd="0" presId="urn:microsoft.com/office/officeart/2005/8/layout/orgChart1"/>
    <dgm:cxn modelId="{7241B3D5-525C-4EA8-AF26-492DF03E1969}" type="presParOf" srcId="{DEDF40AA-874D-4492-A3BF-658DBBF485B3}" destId="{036FD22D-43BF-4957-AEF3-6911BD72FE58}" srcOrd="1" destOrd="0" presId="urn:microsoft.com/office/officeart/2005/8/layout/orgChart1"/>
    <dgm:cxn modelId="{F4A17CD9-A90B-46AF-BA4F-4C1F852D8590}" type="presParOf" srcId="{DEDF40AA-874D-4492-A3BF-658DBBF485B3}" destId="{FE72D097-9326-4E11-8E8C-BB48DE6AF9ED}" srcOrd="2" destOrd="0" presId="urn:microsoft.com/office/officeart/2005/8/layout/orgChart1"/>
    <dgm:cxn modelId="{0078C8C7-D417-4E6F-B4DE-3B3A5AC50269}" type="presParOf" srcId="{21A905A5-78A7-481C-9295-E6D4CE3B68AB}" destId="{17F18731-6C47-41B8-B1D3-A7873C11F604}" srcOrd="2" destOrd="0" presId="urn:microsoft.com/office/officeart/2005/8/layout/orgChart1"/>
    <dgm:cxn modelId="{71B19372-B4E0-4E2B-855F-36AA818F4017}" type="presParOf" srcId="{7043A876-B2AC-48D3-9176-DEF87EBCBFC9}" destId="{BE42C145-4B16-429B-B15E-A15103B4DB8B}" srcOrd="2" destOrd="0" presId="urn:microsoft.com/office/officeart/2005/8/layout/orgChart1"/>
    <dgm:cxn modelId="{9F5D1809-8D98-4FE8-A5C6-C0B7BFF636D0}" type="presParOf" srcId="{03CD7D9C-8C3B-4156-87BC-15BE577EF0F1}" destId="{3CBB3C8B-EDA8-443F-A753-B9F8C1290B13}" srcOrd="2" destOrd="0" presId="urn:microsoft.com/office/officeart/2005/8/layout/orgChart1"/>
    <dgm:cxn modelId="{4EBCB899-BCE7-4D1E-A482-97A33AE1F24F}" type="presParOf" srcId="{03CD7D9C-8C3B-4156-87BC-15BE577EF0F1}" destId="{DB0B8790-1253-4435-8F8E-64AE8AD86574}" srcOrd="3" destOrd="0" presId="urn:microsoft.com/office/officeart/2005/8/layout/orgChart1"/>
    <dgm:cxn modelId="{8EE78126-7737-48A1-9083-0A18EC06F7E0}" type="presParOf" srcId="{DB0B8790-1253-4435-8F8E-64AE8AD86574}" destId="{C0F2763A-8911-47AB-8769-55BC544D2BF8}" srcOrd="0" destOrd="0" presId="urn:microsoft.com/office/officeart/2005/8/layout/orgChart1"/>
    <dgm:cxn modelId="{E022DDF3-75D9-4B96-8C40-C5A12273CB23}" type="presParOf" srcId="{C0F2763A-8911-47AB-8769-55BC544D2BF8}" destId="{7BFDFDA9-0E96-458B-AB70-D87709AE2675}" srcOrd="0" destOrd="0" presId="urn:microsoft.com/office/officeart/2005/8/layout/orgChart1"/>
    <dgm:cxn modelId="{5CD748D7-B444-4A4B-B9E9-94CCF957DE90}" type="presParOf" srcId="{C0F2763A-8911-47AB-8769-55BC544D2BF8}" destId="{1EEC46A2-0F29-439A-B4F4-76B02D257297}" srcOrd="1" destOrd="0" presId="urn:microsoft.com/office/officeart/2005/8/layout/orgChart1"/>
    <dgm:cxn modelId="{E075E156-7CBD-4E1A-8D9C-050820F9F995}" type="presParOf" srcId="{DB0B8790-1253-4435-8F8E-64AE8AD86574}" destId="{7558E39A-5908-41F3-8DC1-7AE5464A6791}" srcOrd="1" destOrd="0" presId="urn:microsoft.com/office/officeart/2005/8/layout/orgChart1"/>
    <dgm:cxn modelId="{E13B89C7-90FC-4993-9952-3E2F51C36816}" type="presParOf" srcId="{7558E39A-5908-41F3-8DC1-7AE5464A6791}" destId="{FBC76845-3C35-4CD3-AC53-836B8FC44B77}" srcOrd="0" destOrd="0" presId="urn:microsoft.com/office/officeart/2005/8/layout/orgChart1"/>
    <dgm:cxn modelId="{D71C4BB9-8A30-4D04-A5A3-984D8031D119}" type="presParOf" srcId="{7558E39A-5908-41F3-8DC1-7AE5464A6791}" destId="{2CA819FB-A8E6-4E8C-9F8E-0654ECC86EEA}" srcOrd="1" destOrd="0" presId="urn:microsoft.com/office/officeart/2005/8/layout/orgChart1"/>
    <dgm:cxn modelId="{6E5994C5-2BD6-4E04-994F-B8F12ED9705B}" type="presParOf" srcId="{2CA819FB-A8E6-4E8C-9F8E-0654ECC86EEA}" destId="{C3C10BCA-5B4C-4F4B-BD0D-E8963CC68006}" srcOrd="0" destOrd="0" presId="urn:microsoft.com/office/officeart/2005/8/layout/orgChart1"/>
    <dgm:cxn modelId="{5BE7D292-9DDC-44F6-AD38-BEBDC0A95E66}" type="presParOf" srcId="{C3C10BCA-5B4C-4F4B-BD0D-E8963CC68006}" destId="{4B77D862-5A6C-4EFB-9E4D-26A9B3AD6BF8}" srcOrd="0" destOrd="0" presId="urn:microsoft.com/office/officeart/2005/8/layout/orgChart1"/>
    <dgm:cxn modelId="{B94FF07D-6D07-4803-9672-B93F9534EF7B}" type="presParOf" srcId="{C3C10BCA-5B4C-4F4B-BD0D-E8963CC68006}" destId="{F5DCB9DF-6828-4C36-9696-F45AAB39404F}" srcOrd="1" destOrd="0" presId="urn:microsoft.com/office/officeart/2005/8/layout/orgChart1"/>
    <dgm:cxn modelId="{ECBCC261-5D35-494C-B16D-050C22DBF33C}" type="presParOf" srcId="{2CA819FB-A8E6-4E8C-9F8E-0654ECC86EEA}" destId="{9C8AA7E5-CBC2-4584-A2E4-5DE8CB27BD17}" srcOrd="1" destOrd="0" presId="urn:microsoft.com/office/officeart/2005/8/layout/orgChart1"/>
    <dgm:cxn modelId="{9498D072-59C3-4F8C-97E0-E0B39563ED3C}" type="presParOf" srcId="{2CA819FB-A8E6-4E8C-9F8E-0654ECC86EEA}" destId="{90D0A36B-8568-457E-9B0F-9E8AF583A79A}" srcOrd="2" destOrd="0" presId="urn:microsoft.com/office/officeart/2005/8/layout/orgChart1"/>
    <dgm:cxn modelId="{EB1E3B5A-2228-48B5-BB5D-6E24D3D82FD3}" type="presParOf" srcId="{7558E39A-5908-41F3-8DC1-7AE5464A6791}" destId="{CB6D3EDD-2CDF-4574-BD80-E9DCD9634DFE}" srcOrd="2" destOrd="0" presId="urn:microsoft.com/office/officeart/2005/8/layout/orgChart1"/>
    <dgm:cxn modelId="{8BCD175C-6524-467E-B1BC-F99E83BFE229}" type="presParOf" srcId="{7558E39A-5908-41F3-8DC1-7AE5464A6791}" destId="{0A42D3F3-444E-4E78-8FA1-3C02C6A30FAC}" srcOrd="3" destOrd="0" presId="urn:microsoft.com/office/officeart/2005/8/layout/orgChart1"/>
    <dgm:cxn modelId="{9E2CDD41-68B8-4F37-AC85-32CCF666FE59}" type="presParOf" srcId="{0A42D3F3-444E-4E78-8FA1-3C02C6A30FAC}" destId="{E0B6020C-328D-470C-A4A3-B016F8ACCB1E}" srcOrd="0" destOrd="0" presId="urn:microsoft.com/office/officeart/2005/8/layout/orgChart1"/>
    <dgm:cxn modelId="{96E3796A-D1C2-43F8-87D8-842BD0897247}" type="presParOf" srcId="{E0B6020C-328D-470C-A4A3-B016F8ACCB1E}" destId="{097ABA50-293D-4445-84F9-7F2919DEE820}" srcOrd="0" destOrd="0" presId="urn:microsoft.com/office/officeart/2005/8/layout/orgChart1"/>
    <dgm:cxn modelId="{6CF58CBF-7A91-48D8-A2EB-F0B780AEE362}" type="presParOf" srcId="{E0B6020C-328D-470C-A4A3-B016F8ACCB1E}" destId="{EA747B34-661A-4E5D-A35A-FF16AF2D4857}" srcOrd="1" destOrd="0" presId="urn:microsoft.com/office/officeart/2005/8/layout/orgChart1"/>
    <dgm:cxn modelId="{0B333AEE-31A0-467F-B571-B848A14ADCC1}" type="presParOf" srcId="{0A42D3F3-444E-4E78-8FA1-3C02C6A30FAC}" destId="{F4A8BC1E-1EC3-4DF0-B60F-D56B2E315453}" srcOrd="1" destOrd="0" presId="urn:microsoft.com/office/officeart/2005/8/layout/orgChart1"/>
    <dgm:cxn modelId="{361BDC00-3C22-4BAA-8750-F2D6B360D976}" type="presParOf" srcId="{0A42D3F3-444E-4E78-8FA1-3C02C6A30FAC}" destId="{56AA810E-53A6-4292-8626-76B3F91BB7B6}" srcOrd="2" destOrd="0" presId="urn:microsoft.com/office/officeart/2005/8/layout/orgChart1"/>
    <dgm:cxn modelId="{5B9BD76C-D2BE-4210-9B38-B1CB3510DF67}" type="presParOf" srcId="{DB0B8790-1253-4435-8F8E-64AE8AD86574}" destId="{5968F5E0-47FD-4EBC-B75C-5CD4E3453887}" srcOrd="2" destOrd="0" presId="urn:microsoft.com/office/officeart/2005/8/layout/orgChart1"/>
    <dgm:cxn modelId="{68C47CA7-5B01-4B7C-8716-FB38DC8334BD}" type="presParOf" srcId="{03CD7D9C-8C3B-4156-87BC-15BE577EF0F1}" destId="{9AF28BEA-AC06-4E70-B109-AA3C284FD172}" srcOrd="4" destOrd="0" presId="urn:microsoft.com/office/officeart/2005/8/layout/orgChart1"/>
    <dgm:cxn modelId="{A510B996-A71A-4D71-A8F5-AFC105DBAEA1}" type="presParOf" srcId="{03CD7D9C-8C3B-4156-87BC-15BE577EF0F1}" destId="{0319A3CC-F660-42A3-91FE-194C9F27B63B}" srcOrd="5" destOrd="0" presId="urn:microsoft.com/office/officeart/2005/8/layout/orgChart1"/>
    <dgm:cxn modelId="{57B8D281-9187-4B9D-9085-3A577200D6A2}" type="presParOf" srcId="{0319A3CC-F660-42A3-91FE-194C9F27B63B}" destId="{435CE1FF-C711-4EB0-B4F6-F1C03BD84A0F}" srcOrd="0" destOrd="0" presId="urn:microsoft.com/office/officeart/2005/8/layout/orgChart1"/>
    <dgm:cxn modelId="{A95B3E79-6B74-4ACE-AE40-6FED658930D9}" type="presParOf" srcId="{435CE1FF-C711-4EB0-B4F6-F1C03BD84A0F}" destId="{6DB20552-0B3B-4D12-B06C-E2F8E7440FB1}" srcOrd="0" destOrd="0" presId="urn:microsoft.com/office/officeart/2005/8/layout/orgChart1"/>
    <dgm:cxn modelId="{7A94102F-666F-405C-91C6-0DADAE438274}" type="presParOf" srcId="{435CE1FF-C711-4EB0-B4F6-F1C03BD84A0F}" destId="{4EAE3A71-081D-4ACC-8FFF-727BE0B1B5EF}" srcOrd="1" destOrd="0" presId="urn:microsoft.com/office/officeart/2005/8/layout/orgChart1"/>
    <dgm:cxn modelId="{A85DA171-247A-4CAF-AB41-9A8F96E34B5A}" type="presParOf" srcId="{0319A3CC-F660-42A3-91FE-194C9F27B63B}" destId="{00DCE0C9-8DED-414B-99BC-6DFAFB4B6966}" srcOrd="1" destOrd="0" presId="urn:microsoft.com/office/officeart/2005/8/layout/orgChart1"/>
    <dgm:cxn modelId="{64682F9B-8898-45A4-AC92-642060EFDD9D}" type="presParOf" srcId="{00DCE0C9-8DED-414B-99BC-6DFAFB4B6966}" destId="{22E05EFA-A742-4D43-9B55-34EB2488687D}" srcOrd="0" destOrd="0" presId="urn:microsoft.com/office/officeart/2005/8/layout/orgChart1"/>
    <dgm:cxn modelId="{2F79AC5E-C156-4B00-9B76-FE8686ED2DB8}" type="presParOf" srcId="{00DCE0C9-8DED-414B-99BC-6DFAFB4B6966}" destId="{1CA291EC-8FCE-4115-AEFC-4934C4EA2FA9}" srcOrd="1" destOrd="0" presId="urn:microsoft.com/office/officeart/2005/8/layout/orgChart1"/>
    <dgm:cxn modelId="{05D2E18F-92B8-41D5-B0DA-B9EBB5BB2272}" type="presParOf" srcId="{1CA291EC-8FCE-4115-AEFC-4934C4EA2FA9}" destId="{9BEC6EB4-DC0F-4979-BDCA-88F9EFEB3121}" srcOrd="0" destOrd="0" presId="urn:microsoft.com/office/officeart/2005/8/layout/orgChart1"/>
    <dgm:cxn modelId="{1373A082-7E95-4E54-B93B-07FC0CE5BA18}" type="presParOf" srcId="{9BEC6EB4-DC0F-4979-BDCA-88F9EFEB3121}" destId="{A27B7638-8AA0-450C-A725-769926F7B9EE}" srcOrd="0" destOrd="0" presId="urn:microsoft.com/office/officeart/2005/8/layout/orgChart1"/>
    <dgm:cxn modelId="{DC3B34BB-6BFC-4A9B-A75A-55F3E0C8CB8F}" type="presParOf" srcId="{9BEC6EB4-DC0F-4979-BDCA-88F9EFEB3121}" destId="{1ADBBC1E-7ED5-435F-95F3-8E1520734A7C}" srcOrd="1" destOrd="0" presId="urn:microsoft.com/office/officeart/2005/8/layout/orgChart1"/>
    <dgm:cxn modelId="{C964023E-C658-4DCC-9721-68299C7ABE46}" type="presParOf" srcId="{1CA291EC-8FCE-4115-AEFC-4934C4EA2FA9}" destId="{60E85443-5154-4FF5-A286-77174326271A}" srcOrd="1" destOrd="0" presId="urn:microsoft.com/office/officeart/2005/8/layout/orgChart1"/>
    <dgm:cxn modelId="{5E6AF26F-944D-4AF1-976B-8373284CA4D6}" type="presParOf" srcId="{1CA291EC-8FCE-4115-AEFC-4934C4EA2FA9}" destId="{A1B6B25F-C4A7-4E47-AD7B-1B13A6A9D97E}" srcOrd="2" destOrd="0" presId="urn:microsoft.com/office/officeart/2005/8/layout/orgChart1"/>
    <dgm:cxn modelId="{2768F7C6-77D7-44B3-B08D-58EFEC015EA5}" type="presParOf" srcId="{00DCE0C9-8DED-414B-99BC-6DFAFB4B6966}" destId="{07A8540D-6A6E-43B9-9C2F-591EF7F7E188}" srcOrd="2" destOrd="0" presId="urn:microsoft.com/office/officeart/2005/8/layout/orgChart1"/>
    <dgm:cxn modelId="{9036F65F-7691-4642-8BB8-FD40BB45209C}" type="presParOf" srcId="{00DCE0C9-8DED-414B-99BC-6DFAFB4B6966}" destId="{C7BBA391-FEE4-4458-AC33-4EEF485D52F3}" srcOrd="3" destOrd="0" presId="urn:microsoft.com/office/officeart/2005/8/layout/orgChart1"/>
    <dgm:cxn modelId="{1BDDEA63-C275-40F4-9A8D-C0B99E3B7979}" type="presParOf" srcId="{C7BBA391-FEE4-4458-AC33-4EEF485D52F3}" destId="{C4E8A407-4BAA-4D36-9574-FF3B8124334C}" srcOrd="0" destOrd="0" presId="urn:microsoft.com/office/officeart/2005/8/layout/orgChart1"/>
    <dgm:cxn modelId="{B1B61639-30C7-4BA9-ADB0-ACB1A345B405}" type="presParOf" srcId="{C4E8A407-4BAA-4D36-9574-FF3B8124334C}" destId="{F14A81F5-D175-449B-BB7B-99551BDC2901}" srcOrd="0" destOrd="0" presId="urn:microsoft.com/office/officeart/2005/8/layout/orgChart1"/>
    <dgm:cxn modelId="{FB86A8C8-4222-4211-8426-B3B549E1E20B}" type="presParOf" srcId="{C4E8A407-4BAA-4D36-9574-FF3B8124334C}" destId="{599D3654-CCB9-4868-B2CB-1A55782A3EE8}" srcOrd="1" destOrd="0" presId="urn:microsoft.com/office/officeart/2005/8/layout/orgChart1"/>
    <dgm:cxn modelId="{AC555782-3D64-4B5D-8B3B-6AA6D1BBD2C0}" type="presParOf" srcId="{C7BBA391-FEE4-4458-AC33-4EEF485D52F3}" destId="{B249DD78-326A-41B2-AFDD-44A73DE5DD38}" srcOrd="1" destOrd="0" presId="urn:microsoft.com/office/officeart/2005/8/layout/orgChart1"/>
    <dgm:cxn modelId="{67DA0B35-8E1D-40CD-BD9B-1181D6967C96}" type="presParOf" srcId="{C7BBA391-FEE4-4458-AC33-4EEF485D52F3}" destId="{1472C37F-C0A5-49EF-AC7D-84BEAC3D9EDF}" srcOrd="2" destOrd="0" presId="urn:microsoft.com/office/officeart/2005/8/layout/orgChart1"/>
    <dgm:cxn modelId="{EA46F59B-D9B6-48E7-B979-2F226C4371BF}" type="presParOf" srcId="{00DCE0C9-8DED-414B-99BC-6DFAFB4B6966}" destId="{43A41B88-F096-4AE9-B0E6-6717715312BE}" srcOrd="4" destOrd="0" presId="urn:microsoft.com/office/officeart/2005/8/layout/orgChart1"/>
    <dgm:cxn modelId="{CD1EF835-7082-4CD3-BFD6-1976AB6375B1}" type="presParOf" srcId="{00DCE0C9-8DED-414B-99BC-6DFAFB4B6966}" destId="{6A549A32-D6E3-4E8D-8D30-CAAA02E2D37C}" srcOrd="5" destOrd="0" presId="urn:microsoft.com/office/officeart/2005/8/layout/orgChart1"/>
    <dgm:cxn modelId="{8DE1B3D1-DA3E-4DBD-9827-6C7189DE53D9}" type="presParOf" srcId="{6A549A32-D6E3-4E8D-8D30-CAAA02E2D37C}" destId="{273F6FF3-6C0F-4E20-8252-A6D2656B6FA2}" srcOrd="0" destOrd="0" presId="urn:microsoft.com/office/officeart/2005/8/layout/orgChart1"/>
    <dgm:cxn modelId="{B7043A54-6C45-46D0-AB60-BD46AA61707F}" type="presParOf" srcId="{273F6FF3-6C0F-4E20-8252-A6D2656B6FA2}" destId="{FEBB5087-4D1B-4891-A2C5-E2FC9B8DA6CB}" srcOrd="0" destOrd="0" presId="urn:microsoft.com/office/officeart/2005/8/layout/orgChart1"/>
    <dgm:cxn modelId="{008052D3-72C1-4CCF-A879-073E9D857B17}" type="presParOf" srcId="{273F6FF3-6C0F-4E20-8252-A6D2656B6FA2}" destId="{4974060B-299C-4368-9349-1E6C6ED540F6}" srcOrd="1" destOrd="0" presId="urn:microsoft.com/office/officeart/2005/8/layout/orgChart1"/>
    <dgm:cxn modelId="{9DE18AF4-7A77-4C2E-903B-16D2799BCE7B}" type="presParOf" srcId="{6A549A32-D6E3-4E8D-8D30-CAAA02E2D37C}" destId="{6777050C-ED04-4BC3-9193-7C03E9CD9EFD}" srcOrd="1" destOrd="0" presId="urn:microsoft.com/office/officeart/2005/8/layout/orgChart1"/>
    <dgm:cxn modelId="{97D5385C-0436-4B4D-9A09-34E35C6F59D0}" type="presParOf" srcId="{6A549A32-D6E3-4E8D-8D30-CAAA02E2D37C}" destId="{5DC16DCD-F726-44C5-BEEC-2F7A8C4C704F}" srcOrd="2" destOrd="0" presId="urn:microsoft.com/office/officeart/2005/8/layout/orgChart1"/>
    <dgm:cxn modelId="{9EF9CDA5-9B86-4B6C-B2AA-26A1CE363E90}" type="presParOf" srcId="{0319A3CC-F660-42A3-91FE-194C9F27B63B}" destId="{094A2C3D-D57F-4DE1-900B-556D01BBE84C}" srcOrd="2" destOrd="0" presId="urn:microsoft.com/office/officeart/2005/8/layout/orgChart1"/>
    <dgm:cxn modelId="{04AD962F-E863-46B2-A07A-E9BFED2E3E98}" type="presParOf" srcId="{03CD7D9C-8C3B-4156-87BC-15BE577EF0F1}" destId="{E3306546-A296-48FD-82CB-417DDF75828B}" srcOrd="6" destOrd="0" presId="urn:microsoft.com/office/officeart/2005/8/layout/orgChart1"/>
    <dgm:cxn modelId="{74F72404-07C1-49D5-B78A-2C7D1771F80C}" type="presParOf" srcId="{03CD7D9C-8C3B-4156-87BC-15BE577EF0F1}" destId="{9A6C584E-061D-4954-9888-89544F607556}" srcOrd="7" destOrd="0" presId="urn:microsoft.com/office/officeart/2005/8/layout/orgChart1"/>
    <dgm:cxn modelId="{DD0997E2-AC49-4595-B668-E2C6EA23E703}" type="presParOf" srcId="{9A6C584E-061D-4954-9888-89544F607556}" destId="{C23835AC-89DA-4468-97DD-E0F5A3ED626B}" srcOrd="0" destOrd="0" presId="urn:microsoft.com/office/officeart/2005/8/layout/orgChart1"/>
    <dgm:cxn modelId="{08D983B6-184D-45FE-9847-BAD7F60538DD}" type="presParOf" srcId="{C23835AC-89DA-4468-97DD-E0F5A3ED626B}" destId="{AE7A238A-86F7-4A92-865C-18F4FFEBA551}" srcOrd="0" destOrd="0" presId="urn:microsoft.com/office/officeart/2005/8/layout/orgChart1"/>
    <dgm:cxn modelId="{5DD4F011-8997-414D-A1DE-7380B0537DBA}" type="presParOf" srcId="{C23835AC-89DA-4468-97DD-E0F5A3ED626B}" destId="{2ECFFB9D-A434-4CDC-B47A-DA4C6FAAD18E}" srcOrd="1" destOrd="0" presId="urn:microsoft.com/office/officeart/2005/8/layout/orgChart1"/>
    <dgm:cxn modelId="{69064CEB-9604-49BC-A36E-B002FC249CE6}" type="presParOf" srcId="{9A6C584E-061D-4954-9888-89544F607556}" destId="{0442401A-35BE-4BA5-BD72-C6DEF5E29CA9}" srcOrd="1" destOrd="0" presId="urn:microsoft.com/office/officeart/2005/8/layout/orgChart1"/>
    <dgm:cxn modelId="{93CA8377-4AFE-490D-98DD-5DDA8AC0B4C7}" type="presParOf" srcId="{0442401A-35BE-4BA5-BD72-C6DEF5E29CA9}" destId="{676288A0-3CF7-4ECB-8732-A4649E9A7865}" srcOrd="0" destOrd="0" presId="urn:microsoft.com/office/officeart/2005/8/layout/orgChart1"/>
    <dgm:cxn modelId="{F660CBEF-A4FE-4128-950D-C8C1A80D0E18}" type="presParOf" srcId="{0442401A-35BE-4BA5-BD72-C6DEF5E29CA9}" destId="{E813267A-B17A-4EFC-B6EE-EFF328956E2A}" srcOrd="1" destOrd="0" presId="urn:microsoft.com/office/officeart/2005/8/layout/orgChart1"/>
    <dgm:cxn modelId="{C08EBA74-0D65-446A-AAF2-31DE2EA7109D}" type="presParOf" srcId="{E813267A-B17A-4EFC-B6EE-EFF328956E2A}" destId="{415F1A9D-CF78-4A9D-934C-9752DFDB5D55}" srcOrd="0" destOrd="0" presId="urn:microsoft.com/office/officeart/2005/8/layout/orgChart1"/>
    <dgm:cxn modelId="{7F435609-8B12-4617-8255-9BC1297F1FCB}" type="presParOf" srcId="{415F1A9D-CF78-4A9D-934C-9752DFDB5D55}" destId="{E30C3D8E-9EFB-4F65-AA77-ED306EB1682C}" srcOrd="0" destOrd="0" presId="urn:microsoft.com/office/officeart/2005/8/layout/orgChart1"/>
    <dgm:cxn modelId="{C7324EA7-A68C-452D-A3B3-C043536A8D54}" type="presParOf" srcId="{415F1A9D-CF78-4A9D-934C-9752DFDB5D55}" destId="{21CF4B4E-17F3-4B7E-AC9B-1BE9F8AFC298}" srcOrd="1" destOrd="0" presId="urn:microsoft.com/office/officeart/2005/8/layout/orgChart1"/>
    <dgm:cxn modelId="{464EB4FD-9242-42E5-99EE-0A7CC842716C}" type="presParOf" srcId="{E813267A-B17A-4EFC-B6EE-EFF328956E2A}" destId="{945AC1C9-97C2-4451-9E8A-85930E6B298D}" srcOrd="1" destOrd="0" presId="urn:microsoft.com/office/officeart/2005/8/layout/orgChart1"/>
    <dgm:cxn modelId="{11616890-DB7D-4ADF-88EE-71604D1696FF}" type="presParOf" srcId="{E813267A-B17A-4EFC-B6EE-EFF328956E2A}" destId="{F8E1E572-9E13-40D0-B030-B135777C9DBA}" srcOrd="2" destOrd="0" presId="urn:microsoft.com/office/officeart/2005/8/layout/orgChart1"/>
    <dgm:cxn modelId="{7EA68EB2-2AFF-4A6F-BCAD-1EF35AEC5237}" type="presParOf" srcId="{0442401A-35BE-4BA5-BD72-C6DEF5E29CA9}" destId="{FC5F034D-544B-47E7-8D9E-574023E1F275}" srcOrd="2" destOrd="0" presId="urn:microsoft.com/office/officeart/2005/8/layout/orgChart1"/>
    <dgm:cxn modelId="{013ADDD4-BDFD-4757-9564-C43B38FA77AB}" type="presParOf" srcId="{0442401A-35BE-4BA5-BD72-C6DEF5E29CA9}" destId="{C84163C5-AD67-4FCD-B0BA-144049802B6C}" srcOrd="3" destOrd="0" presId="urn:microsoft.com/office/officeart/2005/8/layout/orgChart1"/>
    <dgm:cxn modelId="{FA367D9B-BE92-4311-A0A0-5D3782857C51}" type="presParOf" srcId="{C84163C5-AD67-4FCD-B0BA-144049802B6C}" destId="{2899C8D6-9038-43F2-A6B7-A30F4AE80C98}" srcOrd="0" destOrd="0" presId="urn:microsoft.com/office/officeart/2005/8/layout/orgChart1"/>
    <dgm:cxn modelId="{CD1EFCE1-77CD-4060-BB2B-8F543EFAADB7}" type="presParOf" srcId="{2899C8D6-9038-43F2-A6B7-A30F4AE80C98}" destId="{295B9A4E-8E64-4201-8A7C-5234C3C19A60}" srcOrd="0" destOrd="0" presId="urn:microsoft.com/office/officeart/2005/8/layout/orgChart1"/>
    <dgm:cxn modelId="{92128C21-C627-4945-A44E-4AA8B512098A}" type="presParOf" srcId="{2899C8D6-9038-43F2-A6B7-A30F4AE80C98}" destId="{2B5A2CFB-67C7-46BC-8366-189ADAA1D2DB}" srcOrd="1" destOrd="0" presId="urn:microsoft.com/office/officeart/2005/8/layout/orgChart1"/>
    <dgm:cxn modelId="{B0A831B4-FC63-4B7C-B5EA-54B56A0E8C43}" type="presParOf" srcId="{C84163C5-AD67-4FCD-B0BA-144049802B6C}" destId="{AFB14B37-1FEF-460C-B930-27F8E00EE723}" srcOrd="1" destOrd="0" presId="urn:microsoft.com/office/officeart/2005/8/layout/orgChart1"/>
    <dgm:cxn modelId="{CAF94851-0730-4AC6-83F5-71E48CF96546}" type="presParOf" srcId="{C84163C5-AD67-4FCD-B0BA-144049802B6C}" destId="{05F77CCE-F26F-4CD4-847B-E999EF2A8839}" srcOrd="2" destOrd="0" presId="urn:microsoft.com/office/officeart/2005/8/layout/orgChart1"/>
    <dgm:cxn modelId="{42EAEE35-6BF3-4BA7-B77B-A30F3E551434}" type="presParOf" srcId="{9A6C584E-061D-4954-9888-89544F607556}" destId="{6B8BA931-9E7B-4C94-83EB-0966E1BAF9A0}" srcOrd="2" destOrd="0" presId="urn:microsoft.com/office/officeart/2005/8/layout/orgChart1"/>
    <dgm:cxn modelId="{F4DB5365-E017-44DB-94AE-7729E4F2BDFF}" type="presParOf" srcId="{5737F07D-3BAB-48F7-A08D-31C96ABB745A}" destId="{FD21FF1C-F2CA-4171-8B6E-255BBCDFCAB3}" srcOrd="2" destOrd="0" presId="urn:microsoft.com/office/officeart/2005/8/layout/orgChart1"/>
    <dgm:cxn modelId="{A0A7FE6C-C35E-4A01-853B-7080A6711F06}" type="presParOf" srcId="{9098D234-D388-4106-B539-B7C38DD6D81C}" destId="{DF3304B9-2D35-4617-A0C0-EEA5ED4D896F}" srcOrd="10" destOrd="0" presId="urn:microsoft.com/office/officeart/2005/8/layout/orgChart1"/>
    <dgm:cxn modelId="{27478845-9485-4098-97FE-6B2EB7F6D8FC}" type="presParOf" srcId="{9098D234-D388-4106-B539-B7C38DD6D81C}" destId="{290F9BD2-314A-40EC-8F8C-7C2C30AE1C4C}" srcOrd="11" destOrd="0" presId="urn:microsoft.com/office/officeart/2005/8/layout/orgChart1"/>
    <dgm:cxn modelId="{0CB65060-EA8E-47C2-AB1C-278DE3AFD0B4}" type="presParOf" srcId="{290F9BD2-314A-40EC-8F8C-7C2C30AE1C4C}" destId="{CCBA5961-DC64-4685-A2D2-BD491EC926C9}" srcOrd="0" destOrd="0" presId="urn:microsoft.com/office/officeart/2005/8/layout/orgChart1"/>
    <dgm:cxn modelId="{42843BCC-7320-4E83-970D-C4DB120C7BCC}" type="presParOf" srcId="{CCBA5961-DC64-4685-A2D2-BD491EC926C9}" destId="{949025D6-383D-4129-B503-AA9F63878290}" srcOrd="0" destOrd="0" presId="urn:microsoft.com/office/officeart/2005/8/layout/orgChart1"/>
    <dgm:cxn modelId="{D23AEBF2-AFEC-48FD-A844-356D2CEFCAED}" type="presParOf" srcId="{CCBA5961-DC64-4685-A2D2-BD491EC926C9}" destId="{9782DF0C-0A54-406B-939A-B78411C5F682}" srcOrd="1" destOrd="0" presId="urn:microsoft.com/office/officeart/2005/8/layout/orgChart1"/>
    <dgm:cxn modelId="{95EA91BB-0F40-4AA2-BC13-0FA18C739F0F}" type="presParOf" srcId="{290F9BD2-314A-40EC-8F8C-7C2C30AE1C4C}" destId="{11E5094F-32B3-4FF1-947A-92A564B90629}" srcOrd="1" destOrd="0" presId="urn:microsoft.com/office/officeart/2005/8/layout/orgChart1"/>
    <dgm:cxn modelId="{222E919A-6870-4955-900E-1533B87B358B}" type="presParOf" srcId="{11E5094F-32B3-4FF1-947A-92A564B90629}" destId="{D29E7901-C25F-4B55-BCD3-8DE905D92833}" srcOrd="0" destOrd="0" presId="urn:microsoft.com/office/officeart/2005/8/layout/orgChart1"/>
    <dgm:cxn modelId="{4681CF22-2DA9-4FBB-B9B1-C4A35DCCA7B8}" type="presParOf" srcId="{11E5094F-32B3-4FF1-947A-92A564B90629}" destId="{12FAEC07-BD21-4AED-9831-02EEE083C9D4}" srcOrd="1" destOrd="0" presId="urn:microsoft.com/office/officeart/2005/8/layout/orgChart1"/>
    <dgm:cxn modelId="{BDE233F0-163E-4AD4-B49B-9AF415A2F777}" type="presParOf" srcId="{12FAEC07-BD21-4AED-9831-02EEE083C9D4}" destId="{B3DDBEE3-6474-4911-BFE9-489386C4052A}" srcOrd="0" destOrd="0" presId="urn:microsoft.com/office/officeart/2005/8/layout/orgChart1"/>
    <dgm:cxn modelId="{A0357984-2B9C-4760-B806-E4D2082DFDE7}" type="presParOf" srcId="{B3DDBEE3-6474-4911-BFE9-489386C4052A}" destId="{629ACA42-75A5-47A9-B63E-1B6A6425DD33}" srcOrd="0" destOrd="0" presId="urn:microsoft.com/office/officeart/2005/8/layout/orgChart1"/>
    <dgm:cxn modelId="{B7681414-5BD8-429A-A4E4-58DF214596D5}" type="presParOf" srcId="{B3DDBEE3-6474-4911-BFE9-489386C4052A}" destId="{1A76D733-6FD3-44DD-9CB9-531DA70C2DDE}" srcOrd="1" destOrd="0" presId="urn:microsoft.com/office/officeart/2005/8/layout/orgChart1"/>
    <dgm:cxn modelId="{7F54DCBF-DF47-4CFF-B9E1-3C60872A038B}" type="presParOf" srcId="{12FAEC07-BD21-4AED-9831-02EEE083C9D4}" destId="{C1324E59-4EB7-4F06-85AA-C39F5406F90C}" srcOrd="1" destOrd="0" presId="urn:microsoft.com/office/officeart/2005/8/layout/orgChart1"/>
    <dgm:cxn modelId="{05BB68CF-9E53-4C1D-B785-2802253B9177}" type="presParOf" srcId="{C1324E59-4EB7-4F06-85AA-C39F5406F90C}" destId="{525263E0-9FEB-4E00-B519-0E92728E0701}" srcOrd="0" destOrd="0" presId="urn:microsoft.com/office/officeart/2005/8/layout/orgChart1"/>
    <dgm:cxn modelId="{37F083C7-4768-46A5-9610-30C6F6BDFA51}" type="presParOf" srcId="{C1324E59-4EB7-4F06-85AA-C39F5406F90C}" destId="{BFE57F6C-AC92-42E1-888E-0D02591AEEF6}" srcOrd="1" destOrd="0" presId="urn:microsoft.com/office/officeart/2005/8/layout/orgChart1"/>
    <dgm:cxn modelId="{E17BD6C1-512B-46C6-9D93-BAFC28E5D704}" type="presParOf" srcId="{BFE57F6C-AC92-42E1-888E-0D02591AEEF6}" destId="{6F9D900F-F98B-4E34-B39A-CB979B22E969}" srcOrd="0" destOrd="0" presId="urn:microsoft.com/office/officeart/2005/8/layout/orgChart1"/>
    <dgm:cxn modelId="{DE036BFF-5D68-460E-9CEF-7B3A9A76C3A6}" type="presParOf" srcId="{6F9D900F-F98B-4E34-B39A-CB979B22E969}" destId="{400A4F14-ABE7-45DB-BC34-F71FA2BFE5C0}" srcOrd="0" destOrd="0" presId="urn:microsoft.com/office/officeart/2005/8/layout/orgChart1"/>
    <dgm:cxn modelId="{79D05B89-3F18-4AE7-82D2-7B09C786CDCD}" type="presParOf" srcId="{6F9D900F-F98B-4E34-B39A-CB979B22E969}" destId="{7E6EAC54-FD42-404E-8232-8861F51D237D}" srcOrd="1" destOrd="0" presId="urn:microsoft.com/office/officeart/2005/8/layout/orgChart1"/>
    <dgm:cxn modelId="{44F90900-00F6-40B8-82AF-3D52FC0C86DF}" type="presParOf" srcId="{BFE57F6C-AC92-42E1-888E-0D02591AEEF6}" destId="{10C3E81A-015B-4403-933E-06A0C4FE03AB}" srcOrd="1" destOrd="0" presId="urn:microsoft.com/office/officeart/2005/8/layout/orgChart1"/>
    <dgm:cxn modelId="{982531C3-3293-4951-BEC2-EFAACDB12DA1}" type="presParOf" srcId="{BFE57F6C-AC92-42E1-888E-0D02591AEEF6}" destId="{821ED66F-2498-4FE0-8BEA-FDAE5FA6271E}" srcOrd="2" destOrd="0" presId="urn:microsoft.com/office/officeart/2005/8/layout/orgChart1"/>
    <dgm:cxn modelId="{F1D5B5AE-4BEE-4338-BD06-FC7C2B32B84F}" type="presParOf" srcId="{C1324E59-4EB7-4F06-85AA-C39F5406F90C}" destId="{261BF19F-B196-4752-81B1-D97D7DA5F493}" srcOrd="2" destOrd="0" presId="urn:microsoft.com/office/officeart/2005/8/layout/orgChart1"/>
    <dgm:cxn modelId="{D7AE6644-CCF6-4AF9-977B-79D1437371CD}" type="presParOf" srcId="{C1324E59-4EB7-4F06-85AA-C39F5406F90C}" destId="{5585F31C-8B7B-4023-9E54-979B1F56F62C}" srcOrd="3" destOrd="0" presId="urn:microsoft.com/office/officeart/2005/8/layout/orgChart1"/>
    <dgm:cxn modelId="{CA0FC57D-6A57-4BC5-A7D0-0115E584D782}" type="presParOf" srcId="{5585F31C-8B7B-4023-9E54-979B1F56F62C}" destId="{CB938A00-ED65-4A67-A141-83EBB7D144E3}" srcOrd="0" destOrd="0" presId="urn:microsoft.com/office/officeart/2005/8/layout/orgChart1"/>
    <dgm:cxn modelId="{515FC06E-C947-4F47-BA84-DD0E6D849083}" type="presParOf" srcId="{CB938A00-ED65-4A67-A141-83EBB7D144E3}" destId="{2EB9E4CB-1F8A-4DE7-8FAF-C5BED80144F2}" srcOrd="0" destOrd="0" presId="urn:microsoft.com/office/officeart/2005/8/layout/orgChart1"/>
    <dgm:cxn modelId="{2115D9AD-5CFA-4B7A-A515-D68893B6FF33}" type="presParOf" srcId="{CB938A00-ED65-4A67-A141-83EBB7D144E3}" destId="{162B8196-3192-4394-A19D-1D45520737D9}" srcOrd="1" destOrd="0" presId="urn:microsoft.com/office/officeart/2005/8/layout/orgChart1"/>
    <dgm:cxn modelId="{11618294-B4F8-491E-B3A8-DF55A46DF89F}" type="presParOf" srcId="{5585F31C-8B7B-4023-9E54-979B1F56F62C}" destId="{3A61B7E8-DC96-4009-BF60-045B050A9299}" srcOrd="1" destOrd="0" presId="urn:microsoft.com/office/officeart/2005/8/layout/orgChart1"/>
    <dgm:cxn modelId="{12821E7A-695D-4746-969D-AE669BCD69A6}" type="presParOf" srcId="{5585F31C-8B7B-4023-9E54-979B1F56F62C}" destId="{CFD4F687-D164-491D-9D68-F683E18251C1}" srcOrd="2" destOrd="0" presId="urn:microsoft.com/office/officeart/2005/8/layout/orgChart1"/>
    <dgm:cxn modelId="{51EA9B02-F6D7-433B-8715-49EAD5F335B7}" type="presParOf" srcId="{C1324E59-4EB7-4F06-85AA-C39F5406F90C}" destId="{C20CDA56-E36F-4843-8000-6554A65FE4F4}" srcOrd="4" destOrd="0" presId="urn:microsoft.com/office/officeart/2005/8/layout/orgChart1"/>
    <dgm:cxn modelId="{3955B036-BBE9-4BAF-9474-E82AF165D029}" type="presParOf" srcId="{C1324E59-4EB7-4F06-85AA-C39F5406F90C}" destId="{562C8152-E3A9-41D6-BE48-05E71888CC89}" srcOrd="5" destOrd="0" presId="urn:microsoft.com/office/officeart/2005/8/layout/orgChart1"/>
    <dgm:cxn modelId="{DA6A2591-96D8-49AD-AC0E-E1ED5E3D128D}" type="presParOf" srcId="{562C8152-E3A9-41D6-BE48-05E71888CC89}" destId="{0B90F531-C5B9-4C79-97BE-E064E0DAD6E6}" srcOrd="0" destOrd="0" presId="urn:microsoft.com/office/officeart/2005/8/layout/orgChart1"/>
    <dgm:cxn modelId="{C3116E15-FC69-4554-B775-0790E16812A5}" type="presParOf" srcId="{0B90F531-C5B9-4C79-97BE-E064E0DAD6E6}" destId="{68B72A22-715D-4605-A0F3-9E9346346B74}" srcOrd="0" destOrd="0" presId="urn:microsoft.com/office/officeart/2005/8/layout/orgChart1"/>
    <dgm:cxn modelId="{6C94C0F8-0600-4060-BCFD-84B9E2629C71}" type="presParOf" srcId="{0B90F531-C5B9-4C79-97BE-E064E0DAD6E6}" destId="{CFAFF93A-1C4C-4882-BB30-7252FF173ECA}" srcOrd="1" destOrd="0" presId="urn:microsoft.com/office/officeart/2005/8/layout/orgChart1"/>
    <dgm:cxn modelId="{26F17E17-EFC0-4934-A8DA-A3C11C00F315}" type="presParOf" srcId="{562C8152-E3A9-41D6-BE48-05E71888CC89}" destId="{23797C95-A961-4611-80CA-BCE3C31F7243}" srcOrd="1" destOrd="0" presId="urn:microsoft.com/office/officeart/2005/8/layout/orgChart1"/>
    <dgm:cxn modelId="{E316D4CF-737C-453E-896A-95EE6B68EB6D}" type="presParOf" srcId="{562C8152-E3A9-41D6-BE48-05E71888CC89}" destId="{9BFA7BC1-8A27-4D46-8582-3A5666F921CC}" srcOrd="2" destOrd="0" presId="urn:microsoft.com/office/officeart/2005/8/layout/orgChart1"/>
    <dgm:cxn modelId="{63AC71F0-5B50-441E-BB77-470750357268}" type="presParOf" srcId="{12FAEC07-BD21-4AED-9831-02EEE083C9D4}" destId="{613995BA-B8E7-483B-AE55-241B950D5AEC}" srcOrd="2" destOrd="0" presId="urn:microsoft.com/office/officeart/2005/8/layout/orgChart1"/>
    <dgm:cxn modelId="{0F3D77A5-7F2B-47D7-A178-B407B1FF4CE7}" type="presParOf" srcId="{11E5094F-32B3-4FF1-947A-92A564B90629}" destId="{350FEEAE-D250-4EE0-8B1D-6FD31EB2E96C}" srcOrd="2" destOrd="0" presId="urn:microsoft.com/office/officeart/2005/8/layout/orgChart1"/>
    <dgm:cxn modelId="{9E34BCB1-51E6-48FB-976B-B04945FA11D2}" type="presParOf" srcId="{11E5094F-32B3-4FF1-947A-92A564B90629}" destId="{C9E13905-A154-430A-8A00-3D2E83A165AD}" srcOrd="3" destOrd="0" presId="urn:microsoft.com/office/officeart/2005/8/layout/orgChart1"/>
    <dgm:cxn modelId="{913E470B-2CB9-4E2C-A2F3-4B2DC1A0DE08}" type="presParOf" srcId="{C9E13905-A154-430A-8A00-3D2E83A165AD}" destId="{8653BD5E-5186-4A3B-B179-9DE6C6C7196C}" srcOrd="0" destOrd="0" presId="urn:microsoft.com/office/officeart/2005/8/layout/orgChart1"/>
    <dgm:cxn modelId="{474D9EAC-39F9-481F-9DBF-7BED74BBE16B}" type="presParOf" srcId="{8653BD5E-5186-4A3B-B179-9DE6C6C7196C}" destId="{1A7E5CD3-33AA-43EC-95A3-8639A04AF689}" srcOrd="0" destOrd="0" presId="urn:microsoft.com/office/officeart/2005/8/layout/orgChart1"/>
    <dgm:cxn modelId="{780F7054-65D8-4CD6-88CE-DCA948CEAB94}" type="presParOf" srcId="{8653BD5E-5186-4A3B-B179-9DE6C6C7196C}" destId="{3E1F7D43-1786-444D-9DEF-BC8A35304D46}" srcOrd="1" destOrd="0" presId="urn:microsoft.com/office/officeart/2005/8/layout/orgChart1"/>
    <dgm:cxn modelId="{B8E43B91-7C03-451D-B403-0B387B3D8EF0}" type="presParOf" srcId="{C9E13905-A154-430A-8A00-3D2E83A165AD}" destId="{178DE31E-BF85-4B6E-8775-AF7913A00924}" srcOrd="1" destOrd="0" presId="urn:microsoft.com/office/officeart/2005/8/layout/orgChart1"/>
    <dgm:cxn modelId="{12D632C4-48B7-4C56-A26D-199C480C477C}" type="presParOf" srcId="{178DE31E-BF85-4B6E-8775-AF7913A00924}" destId="{BB8B2059-4800-4077-8093-7D2CEF5958F0}" srcOrd="0" destOrd="0" presId="urn:microsoft.com/office/officeart/2005/8/layout/orgChart1"/>
    <dgm:cxn modelId="{658FD76B-E5C9-4230-8717-46C2B21F475B}" type="presParOf" srcId="{178DE31E-BF85-4B6E-8775-AF7913A00924}" destId="{3A55235B-4010-4E9E-9F69-5E7C5482010A}" srcOrd="1" destOrd="0" presId="urn:microsoft.com/office/officeart/2005/8/layout/orgChart1"/>
    <dgm:cxn modelId="{3014708A-2CA5-4672-941A-F7A49393AE8F}" type="presParOf" srcId="{3A55235B-4010-4E9E-9F69-5E7C5482010A}" destId="{7453EF34-6B0F-4C65-ABFF-543121BFC561}" srcOrd="0" destOrd="0" presId="urn:microsoft.com/office/officeart/2005/8/layout/orgChart1"/>
    <dgm:cxn modelId="{59D22DA4-FC8B-4D6B-8CED-B8FA700F32C7}" type="presParOf" srcId="{7453EF34-6B0F-4C65-ABFF-543121BFC561}" destId="{AB33D127-EC1A-4AFE-B4BB-B3EF5D912A2F}" srcOrd="0" destOrd="0" presId="urn:microsoft.com/office/officeart/2005/8/layout/orgChart1"/>
    <dgm:cxn modelId="{C4ACC291-2587-4A0E-8DB6-2044C9967672}" type="presParOf" srcId="{7453EF34-6B0F-4C65-ABFF-543121BFC561}" destId="{7CFEFB37-4283-47BA-9C43-F70CA0AF8AA7}" srcOrd="1" destOrd="0" presId="urn:microsoft.com/office/officeart/2005/8/layout/orgChart1"/>
    <dgm:cxn modelId="{85C10443-87A4-4AD7-A45E-306AEC7CBAD7}" type="presParOf" srcId="{3A55235B-4010-4E9E-9F69-5E7C5482010A}" destId="{DA387A0C-3BEC-490A-A8E7-03580F215B34}" srcOrd="1" destOrd="0" presId="urn:microsoft.com/office/officeart/2005/8/layout/orgChart1"/>
    <dgm:cxn modelId="{0D315015-C597-44F7-A845-2F978C9FB5FE}" type="presParOf" srcId="{3A55235B-4010-4E9E-9F69-5E7C5482010A}" destId="{A4E835C0-6E73-4399-8627-0C0183D1A199}" srcOrd="2" destOrd="0" presId="urn:microsoft.com/office/officeart/2005/8/layout/orgChart1"/>
    <dgm:cxn modelId="{F95DEB70-5356-4809-AC98-C2B4C56A0E7B}" type="presParOf" srcId="{178DE31E-BF85-4B6E-8775-AF7913A00924}" destId="{7C8EAF65-A1B0-4B3D-B519-57D033C16C47}" srcOrd="2" destOrd="0" presId="urn:microsoft.com/office/officeart/2005/8/layout/orgChart1"/>
    <dgm:cxn modelId="{975DCB67-CFF3-4582-B773-F471FC3CDDA6}" type="presParOf" srcId="{178DE31E-BF85-4B6E-8775-AF7913A00924}" destId="{8A181E32-429F-4C9B-AC9A-5E245D108F97}" srcOrd="3" destOrd="0" presId="urn:microsoft.com/office/officeart/2005/8/layout/orgChart1"/>
    <dgm:cxn modelId="{56D0A4A9-6CB6-4AAA-873F-FE92757EFE4B}" type="presParOf" srcId="{8A181E32-429F-4C9B-AC9A-5E245D108F97}" destId="{DF64962B-C2CA-4C12-A79E-E2E34756E1E4}" srcOrd="0" destOrd="0" presId="urn:microsoft.com/office/officeart/2005/8/layout/orgChart1"/>
    <dgm:cxn modelId="{A7AB60D6-5F94-4E75-8C11-2A0D345BB67F}" type="presParOf" srcId="{DF64962B-C2CA-4C12-A79E-E2E34756E1E4}" destId="{4DFFD00E-124F-42FD-BC06-34C79630AD43}" srcOrd="0" destOrd="0" presId="urn:microsoft.com/office/officeart/2005/8/layout/orgChart1"/>
    <dgm:cxn modelId="{C66D22A8-B596-4489-995C-B351FD8DFE06}" type="presParOf" srcId="{DF64962B-C2CA-4C12-A79E-E2E34756E1E4}" destId="{AF2DF78D-567C-4016-AC4C-E32A344908BA}" srcOrd="1" destOrd="0" presId="urn:microsoft.com/office/officeart/2005/8/layout/orgChart1"/>
    <dgm:cxn modelId="{36DB5840-826A-48AB-BF16-868650544F44}" type="presParOf" srcId="{8A181E32-429F-4C9B-AC9A-5E245D108F97}" destId="{03482ED4-7C36-419F-8C9D-DEB9033A95DE}" srcOrd="1" destOrd="0" presId="urn:microsoft.com/office/officeart/2005/8/layout/orgChart1"/>
    <dgm:cxn modelId="{537D3E5F-4F56-45C2-AF65-613C2125E045}" type="presParOf" srcId="{8A181E32-429F-4C9B-AC9A-5E245D108F97}" destId="{A6F297AE-665C-46EB-85FE-2A9F45B4A104}" srcOrd="2" destOrd="0" presId="urn:microsoft.com/office/officeart/2005/8/layout/orgChart1"/>
    <dgm:cxn modelId="{8C19C9E0-A181-49A3-80C6-7BC5B60413DD}" type="presParOf" srcId="{C9E13905-A154-430A-8A00-3D2E83A165AD}" destId="{2097504B-AEC0-45BE-9A4C-FC6549BF32A1}" srcOrd="2" destOrd="0" presId="urn:microsoft.com/office/officeart/2005/8/layout/orgChart1"/>
    <dgm:cxn modelId="{4E89E43E-0CBD-427C-8CB1-0FF0A14CB55B}" type="presParOf" srcId="{11E5094F-32B3-4FF1-947A-92A564B90629}" destId="{CC5951CB-377D-4A09-9F2E-2FA0E357924C}" srcOrd="4" destOrd="0" presId="urn:microsoft.com/office/officeart/2005/8/layout/orgChart1"/>
    <dgm:cxn modelId="{E576A211-A8B8-4405-801B-1179E3F67E7B}" type="presParOf" srcId="{11E5094F-32B3-4FF1-947A-92A564B90629}" destId="{AF2B67EB-A1CE-4A78-9C5A-163DC08BA27B}" srcOrd="5" destOrd="0" presId="urn:microsoft.com/office/officeart/2005/8/layout/orgChart1"/>
    <dgm:cxn modelId="{22400040-41AC-4E74-9CB9-EBE29543A2EF}" type="presParOf" srcId="{AF2B67EB-A1CE-4A78-9C5A-163DC08BA27B}" destId="{083CC7C1-0215-4372-8646-5785A92A9927}" srcOrd="0" destOrd="0" presId="urn:microsoft.com/office/officeart/2005/8/layout/orgChart1"/>
    <dgm:cxn modelId="{2F02FC6D-DCD9-4AB8-B72C-525CE67ADE28}" type="presParOf" srcId="{083CC7C1-0215-4372-8646-5785A92A9927}" destId="{9875EC1A-83F9-4E2A-BDAC-212FBA64CA45}" srcOrd="0" destOrd="0" presId="urn:microsoft.com/office/officeart/2005/8/layout/orgChart1"/>
    <dgm:cxn modelId="{C424A1A9-42F4-488A-B315-744830E16981}" type="presParOf" srcId="{083CC7C1-0215-4372-8646-5785A92A9927}" destId="{618A373B-274B-4706-B34B-B313A11E4E13}" srcOrd="1" destOrd="0" presId="urn:microsoft.com/office/officeart/2005/8/layout/orgChart1"/>
    <dgm:cxn modelId="{952C2260-B21E-4453-B96E-A0DEFC6519BB}" type="presParOf" srcId="{AF2B67EB-A1CE-4A78-9C5A-163DC08BA27B}" destId="{A3F10D07-D82D-4061-82E2-269DC105CDF3}" srcOrd="1" destOrd="0" presId="urn:microsoft.com/office/officeart/2005/8/layout/orgChart1"/>
    <dgm:cxn modelId="{4503AED0-6CCA-4097-B392-425457010DDC}" type="presParOf" srcId="{A3F10D07-D82D-4061-82E2-269DC105CDF3}" destId="{3DB4E9DF-8756-4DE7-88C8-D5C9CFAF646D}" srcOrd="0" destOrd="0" presId="urn:microsoft.com/office/officeart/2005/8/layout/orgChart1"/>
    <dgm:cxn modelId="{5974EF0E-8BC1-40C4-A5D0-1B2383D91D4D}" type="presParOf" srcId="{A3F10D07-D82D-4061-82E2-269DC105CDF3}" destId="{5213E686-4DF3-4CB1-B167-69EDFD8E7092}" srcOrd="1" destOrd="0" presId="urn:microsoft.com/office/officeart/2005/8/layout/orgChart1"/>
    <dgm:cxn modelId="{8760106C-DB1C-4263-BA7A-3D095A5EF249}" type="presParOf" srcId="{5213E686-4DF3-4CB1-B167-69EDFD8E7092}" destId="{EA9FBC39-045E-44E0-AB52-AB9143802CA3}" srcOrd="0" destOrd="0" presId="urn:microsoft.com/office/officeart/2005/8/layout/orgChart1"/>
    <dgm:cxn modelId="{C182CA6E-6D14-4AFD-98D5-47276343F44F}" type="presParOf" srcId="{EA9FBC39-045E-44E0-AB52-AB9143802CA3}" destId="{CA272BC1-FC89-403D-BCA5-2BEB1DA3C0DF}" srcOrd="0" destOrd="0" presId="urn:microsoft.com/office/officeart/2005/8/layout/orgChart1"/>
    <dgm:cxn modelId="{37ABE4AD-5366-4DA6-84C3-2801E67BBC9E}" type="presParOf" srcId="{EA9FBC39-045E-44E0-AB52-AB9143802CA3}" destId="{71972226-CF9B-4B5E-B7D0-334CD4E2FD05}" srcOrd="1" destOrd="0" presId="urn:microsoft.com/office/officeart/2005/8/layout/orgChart1"/>
    <dgm:cxn modelId="{991523A1-F697-47DD-9887-37958BBCCF3C}" type="presParOf" srcId="{5213E686-4DF3-4CB1-B167-69EDFD8E7092}" destId="{E2A1C4B4-50FF-4131-98D3-705F9B698747}" srcOrd="1" destOrd="0" presId="urn:microsoft.com/office/officeart/2005/8/layout/orgChart1"/>
    <dgm:cxn modelId="{0570ACF7-8187-4287-A0D8-4E717A8C3FF3}" type="presParOf" srcId="{5213E686-4DF3-4CB1-B167-69EDFD8E7092}" destId="{A9640B7D-6B07-45E8-9410-2B8A9B4C203D}" srcOrd="2" destOrd="0" presId="urn:microsoft.com/office/officeart/2005/8/layout/orgChart1"/>
    <dgm:cxn modelId="{3412A654-10E0-4FDE-ADEB-9902C2D56C4F}" type="presParOf" srcId="{A3F10D07-D82D-4061-82E2-269DC105CDF3}" destId="{A35E48D9-176E-4927-A3CD-33CF8F28E45E}" srcOrd="2" destOrd="0" presId="urn:microsoft.com/office/officeart/2005/8/layout/orgChart1"/>
    <dgm:cxn modelId="{A921269E-A3C6-4315-9DD1-CCF5858DFAE6}" type="presParOf" srcId="{A3F10D07-D82D-4061-82E2-269DC105CDF3}" destId="{F782C608-8C86-42B9-84D8-8088827DB0D3}" srcOrd="3" destOrd="0" presId="urn:microsoft.com/office/officeart/2005/8/layout/orgChart1"/>
    <dgm:cxn modelId="{17BF4814-EC6E-4F19-8197-353E82958854}" type="presParOf" srcId="{F782C608-8C86-42B9-84D8-8088827DB0D3}" destId="{31F7C07F-282F-4ED9-98E0-51A7E7FB973F}" srcOrd="0" destOrd="0" presId="urn:microsoft.com/office/officeart/2005/8/layout/orgChart1"/>
    <dgm:cxn modelId="{BC9D98A2-0B34-45C5-AD25-03648793F8A6}" type="presParOf" srcId="{31F7C07F-282F-4ED9-98E0-51A7E7FB973F}" destId="{3AB09C24-4E65-4147-AB8E-F6FE406B2EB4}" srcOrd="0" destOrd="0" presId="urn:microsoft.com/office/officeart/2005/8/layout/orgChart1"/>
    <dgm:cxn modelId="{9C2E1E0E-E0E7-4EA7-BB74-4DF1EB16E1D3}" type="presParOf" srcId="{31F7C07F-282F-4ED9-98E0-51A7E7FB973F}" destId="{1E1A1485-4167-4663-862A-365013665B02}" srcOrd="1" destOrd="0" presId="urn:microsoft.com/office/officeart/2005/8/layout/orgChart1"/>
    <dgm:cxn modelId="{9F02C9B7-1930-403A-A04E-BA175C88F016}" type="presParOf" srcId="{F782C608-8C86-42B9-84D8-8088827DB0D3}" destId="{7F829C72-2701-40AE-B7B6-0F1916E886F2}" srcOrd="1" destOrd="0" presId="urn:microsoft.com/office/officeart/2005/8/layout/orgChart1"/>
    <dgm:cxn modelId="{86FCABBF-6CA5-49EF-B11F-F964123FA9BC}" type="presParOf" srcId="{F782C608-8C86-42B9-84D8-8088827DB0D3}" destId="{D323C0B5-DD11-4887-8A27-4DC769BD1EC2}" srcOrd="2" destOrd="0" presId="urn:microsoft.com/office/officeart/2005/8/layout/orgChart1"/>
    <dgm:cxn modelId="{55F54638-7040-4A23-83FB-EF330A0CEEDE}" type="presParOf" srcId="{AF2B67EB-A1CE-4A78-9C5A-163DC08BA27B}" destId="{A6FFAE11-5EDE-4560-BF7E-EB9417A4CA5D}" srcOrd="2" destOrd="0" presId="urn:microsoft.com/office/officeart/2005/8/layout/orgChart1"/>
    <dgm:cxn modelId="{2939AE6A-0EA4-4F54-A002-3478BA40C03C}" type="presParOf" srcId="{11E5094F-32B3-4FF1-947A-92A564B90629}" destId="{687415F3-7050-49DD-B936-B2A516193E35}" srcOrd="6" destOrd="0" presId="urn:microsoft.com/office/officeart/2005/8/layout/orgChart1"/>
    <dgm:cxn modelId="{A53031B1-5BD0-41DD-9835-BCCF5F876640}" type="presParOf" srcId="{11E5094F-32B3-4FF1-947A-92A564B90629}" destId="{47608DA7-0294-40DB-A79D-9BC13277B409}" srcOrd="7" destOrd="0" presId="urn:microsoft.com/office/officeart/2005/8/layout/orgChart1"/>
    <dgm:cxn modelId="{D2484BE5-7C9E-4D5C-B2A9-536B95D2A2E9}" type="presParOf" srcId="{47608DA7-0294-40DB-A79D-9BC13277B409}" destId="{B9102CE1-581B-42A2-AA59-C49CBF092EF5}" srcOrd="0" destOrd="0" presId="urn:microsoft.com/office/officeart/2005/8/layout/orgChart1"/>
    <dgm:cxn modelId="{12EC6B63-C0B4-42A8-A40C-78D482FED0E3}" type="presParOf" srcId="{B9102CE1-581B-42A2-AA59-C49CBF092EF5}" destId="{0917EADD-6C67-44BE-A569-3EEFB4C12FD5}" srcOrd="0" destOrd="0" presId="urn:microsoft.com/office/officeart/2005/8/layout/orgChart1"/>
    <dgm:cxn modelId="{80FA7CA6-ACEB-4EC1-9C9E-722151F60064}" type="presParOf" srcId="{B9102CE1-581B-42A2-AA59-C49CBF092EF5}" destId="{C7FF32B4-DC1E-4CB3-BD20-3F4620857999}" srcOrd="1" destOrd="0" presId="urn:microsoft.com/office/officeart/2005/8/layout/orgChart1"/>
    <dgm:cxn modelId="{6A0D86E7-A358-4DE4-994F-670C8D186EE4}" type="presParOf" srcId="{47608DA7-0294-40DB-A79D-9BC13277B409}" destId="{B095ED05-1476-483C-A16C-345645E7FC61}" srcOrd="1" destOrd="0" presId="urn:microsoft.com/office/officeart/2005/8/layout/orgChart1"/>
    <dgm:cxn modelId="{689782BB-1115-498D-9306-AF0585341C83}" type="presParOf" srcId="{B095ED05-1476-483C-A16C-345645E7FC61}" destId="{75A40A27-3246-48BA-9745-3EE0A23D2AF8}" srcOrd="0" destOrd="0" presId="urn:microsoft.com/office/officeart/2005/8/layout/orgChart1"/>
    <dgm:cxn modelId="{03443CB7-ACC3-4C39-BB97-67C86B418E53}" type="presParOf" srcId="{B095ED05-1476-483C-A16C-345645E7FC61}" destId="{716A8EF7-BCBB-4E6F-8C8F-61FB5B26CCB7}" srcOrd="1" destOrd="0" presId="urn:microsoft.com/office/officeart/2005/8/layout/orgChart1"/>
    <dgm:cxn modelId="{F4D75860-47F7-4767-9BBE-CA09E091F218}" type="presParOf" srcId="{716A8EF7-BCBB-4E6F-8C8F-61FB5B26CCB7}" destId="{30603609-6D99-490D-A055-47A81E77DDAF}" srcOrd="0" destOrd="0" presId="urn:microsoft.com/office/officeart/2005/8/layout/orgChart1"/>
    <dgm:cxn modelId="{13E7F835-5615-4BDE-A4BC-76986CF2590B}" type="presParOf" srcId="{30603609-6D99-490D-A055-47A81E77DDAF}" destId="{BD28419B-F13C-4CD0-B3D3-0E4086713D75}" srcOrd="0" destOrd="0" presId="urn:microsoft.com/office/officeart/2005/8/layout/orgChart1"/>
    <dgm:cxn modelId="{25418A16-9C2E-49DD-B828-01C0CE24BE05}" type="presParOf" srcId="{30603609-6D99-490D-A055-47A81E77DDAF}" destId="{60C41411-AF91-4703-9265-94A5BCF0AA3A}" srcOrd="1" destOrd="0" presId="urn:microsoft.com/office/officeart/2005/8/layout/orgChart1"/>
    <dgm:cxn modelId="{C2DA25D7-51BC-446F-93DF-39F0841B4511}" type="presParOf" srcId="{716A8EF7-BCBB-4E6F-8C8F-61FB5B26CCB7}" destId="{33C039F2-AF8D-41E4-8DD1-FC983FD78A8D}" srcOrd="1" destOrd="0" presId="urn:microsoft.com/office/officeart/2005/8/layout/orgChart1"/>
    <dgm:cxn modelId="{679FD15F-FE3B-416C-9D32-E39E0919B5FB}" type="presParOf" srcId="{716A8EF7-BCBB-4E6F-8C8F-61FB5B26CCB7}" destId="{4F5162C2-20E9-42D2-BC48-6E4FD158FA4E}" srcOrd="2" destOrd="0" presId="urn:microsoft.com/office/officeart/2005/8/layout/orgChart1"/>
    <dgm:cxn modelId="{38AF9689-4073-465F-BD9B-8C7A60614B41}" type="presParOf" srcId="{47608DA7-0294-40DB-A79D-9BC13277B409}" destId="{96B41AE8-D65A-4F35-A5C5-8D216762B2F9}" srcOrd="2" destOrd="0" presId="urn:microsoft.com/office/officeart/2005/8/layout/orgChart1"/>
    <dgm:cxn modelId="{95654B7B-6928-42FD-8937-B62DCB4D3A02}" type="presParOf" srcId="{290F9BD2-314A-40EC-8F8C-7C2C30AE1C4C}" destId="{5787E037-33E1-483B-984F-39E55A9FCF03}" srcOrd="2" destOrd="0" presId="urn:microsoft.com/office/officeart/2005/8/layout/orgChart1"/>
    <dgm:cxn modelId="{94248602-5151-40D7-8B9B-277277686A69}" type="presParOf" srcId="{9098D234-D388-4106-B539-B7C38DD6D81C}" destId="{58E6B59D-67AF-4670-AFBA-AC5A9308B6F0}" srcOrd="12" destOrd="0" presId="urn:microsoft.com/office/officeart/2005/8/layout/orgChart1"/>
    <dgm:cxn modelId="{73032BF2-A806-4DDA-A7EA-EBA04E9FA6B1}" type="presParOf" srcId="{9098D234-D388-4106-B539-B7C38DD6D81C}" destId="{F61FF694-85D9-4435-B08F-AA202607381D}" srcOrd="13" destOrd="0" presId="urn:microsoft.com/office/officeart/2005/8/layout/orgChart1"/>
    <dgm:cxn modelId="{3B929D2A-00F8-4B06-9300-6BB348E08F53}" type="presParOf" srcId="{F61FF694-85D9-4435-B08F-AA202607381D}" destId="{1849A8DD-CE2C-4385-9129-A253ACB3387B}" srcOrd="0" destOrd="0" presId="urn:microsoft.com/office/officeart/2005/8/layout/orgChart1"/>
    <dgm:cxn modelId="{9B1DF8B5-90D6-416E-909F-2593FDCF5A05}" type="presParOf" srcId="{1849A8DD-CE2C-4385-9129-A253ACB3387B}" destId="{143AF4F4-4FE0-4CA7-B1B3-E01970CC144A}" srcOrd="0" destOrd="0" presId="urn:microsoft.com/office/officeart/2005/8/layout/orgChart1"/>
    <dgm:cxn modelId="{06B954DD-B9FA-49FF-BA71-0D42425CB065}" type="presParOf" srcId="{1849A8DD-CE2C-4385-9129-A253ACB3387B}" destId="{E98730D9-0C9B-46A8-8ECB-737E7C0530F2}" srcOrd="1" destOrd="0" presId="urn:microsoft.com/office/officeart/2005/8/layout/orgChart1"/>
    <dgm:cxn modelId="{726C2438-3505-4C2C-A60C-3038AFFD553A}" type="presParOf" srcId="{F61FF694-85D9-4435-B08F-AA202607381D}" destId="{2E0D7CC3-CFF6-47E7-BDDB-E22715F8C180}" srcOrd="1" destOrd="0" presId="urn:microsoft.com/office/officeart/2005/8/layout/orgChart1"/>
    <dgm:cxn modelId="{7BE137D5-203A-4483-BE3D-4494C244B4E3}" type="presParOf" srcId="{2E0D7CC3-CFF6-47E7-BDDB-E22715F8C180}" destId="{7182617D-495A-4B51-8D1D-5DFF050DBB49}" srcOrd="0" destOrd="0" presId="urn:microsoft.com/office/officeart/2005/8/layout/orgChart1"/>
    <dgm:cxn modelId="{6207021F-49F2-4396-8FA9-CD33EF83A247}" type="presParOf" srcId="{2E0D7CC3-CFF6-47E7-BDDB-E22715F8C180}" destId="{63B108A6-60A7-4E89-93AC-8F330D0E444A}" srcOrd="1" destOrd="0" presId="urn:microsoft.com/office/officeart/2005/8/layout/orgChart1"/>
    <dgm:cxn modelId="{B6301C8D-4269-4F49-8A92-612B54FB17AF}" type="presParOf" srcId="{63B108A6-60A7-4E89-93AC-8F330D0E444A}" destId="{01778140-95D7-4754-A034-ABE00E0A8641}" srcOrd="0" destOrd="0" presId="urn:microsoft.com/office/officeart/2005/8/layout/orgChart1"/>
    <dgm:cxn modelId="{69B326A8-0413-47D6-A416-14AF74325B2F}" type="presParOf" srcId="{01778140-95D7-4754-A034-ABE00E0A8641}" destId="{F6B27BA5-9559-44BE-A3C9-E3601CCAB8A6}" srcOrd="0" destOrd="0" presId="urn:microsoft.com/office/officeart/2005/8/layout/orgChart1"/>
    <dgm:cxn modelId="{3FE68DF9-F169-4772-9538-FB9E312556E8}" type="presParOf" srcId="{01778140-95D7-4754-A034-ABE00E0A8641}" destId="{447F2885-09C7-4BCC-94FA-1E1597A06618}" srcOrd="1" destOrd="0" presId="urn:microsoft.com/office/officeart/2005/8/layout/orgChart1"/>
    <dgm:cxn modelId="{1E216393-717C-47AC-8039-47ABBFBB1007}" type="presParOf" srcId="{63B108A6-60A7-4E89-93AC-8F330D0E444A}" destId="{BD7AFBD3-38BA-4850-BA5A-F390DE995ED1}" srcOrd="1" destOrd="0" presId="urn:microsoft.com/office/officeart/2005/8/layout/orgChart1"/>
    <dgm:cxn modelId="{B025CAA1-97BD-4A27-A1A7-25B6E7EA322E}" type="presParOf" srcId="{BD7AFBD3-38BA-4850-BA5A-F390DE995ED1}" destId="{D5E18670-3FA3-4B42-B0B4-41849AD1D8B3}" srcOrd="0" destOrd="0" presId="urn:microsoft.com/office/officeart/2005/8/layout/orgChart1"/>
    <dgm:cxn modelId="{59B49F64-5902-41A3-ABE6-ED3CFA73B2D0}" type="presParOf" srcId="{BD7AFBD3-38BA-4850-BA5A-F390DE995ED1}" destId="{807CE8A6-A10E-4C4E-8429-299C2F05EE42}" srcOrd="1" destOrd="0" presId="urn:microsoft.com/office/officeart/2005/8/layout/orgChart1"/>
    <dgm:cxn modelId="{35A4877E-60C2-4F13-B44E-A56734EDFACA}" type="presParOf" srcId="{807CE8A6-A10E-4C4E-8429-299C2F05EE42}" destId="{3C8827FE-E933-4FBB-AB87-91C3EDC3A622}" srcOrd="0" destOrd="0" presId="urn:microsoft.com/office/officeart/2005/8/layout/orgChart1"/>
    <dgm:cxn modelId="{8C1D4C0B-583C-45AB-B12E-CA2553D00FF4}" type="presParOf" srcId="{3C8827FE-E933-4FBB-AB87-91C3EDC3A622}" destId="{B52DB602-8DD0-424A-A7BF-90A43A1CF2C4}" srcOrd="0" destOrd="0" presId="urn:microsoft.com/office/officeart/2005/8/layout/orgChart1"/>
    <dgm:cxn modelId="{83D9159D-D582-4253-B918-9CC664F6A1D8}" type="presParOf" srcId="{3C8827FE-E933-4FBB-AB87-91C3EDC3A622}" destId="{D7472B0D-8AD8-4F75-B189-6EA90487EEA0}" srcOrd="1" destOrd="0" presId="urn:microsoft.com/office/officeart/2005/8/layout/orgChart1"/>
    <dgm:cxn modelId="{88A21F3B-E856-463E-8C62-FF1483FB4145}" type="presParOf" srcId="{807CE8A6-A10E-4C4E-8429-299C2F05EE42}" destId="{E589FBF1-6D38-4F87-881F-CFDB2E1269F8}" srcOrd="1" destOrd="0" presId="urn:microsoft.com/office/officeart/2005/8/layout/orgChart1"/>
    <dgm:cxn modelId="{3EEBD829-7FA0-4B35-9F93-A2C41C89D355}" type="presParOf" srcId="{807CE8A6-A10E-4C4E-8429-299C2F05EE42}" destId="{3D345D31-0C19-4F31-8723-10BB5DA04E22}" srcOrd="2" destOrd="0" presId="urn:microsoft.com/office/officeart/2005/8/layout/orgChart1"/>
    <dgm:cxn modelId="{BFC0BEF7-8C6B-4DEF-B9F7-395A997EE854}" type="presParOf" srcId="{BD7AFBD3-38BA-4850-BA5A-F390DE995ED1}" destId="{9CD4C9EF-2D10-4B07-857A-DB281FBCE91A}" srcOrd="2" destOrd="0" presId="urn:microsoft.com/office/officeart/2005/8/layout/orgChart1"/>
    <dgm:cxn modelId="{FF282AA5-9A2F-4048-89B8-ECF03E6ABE75}" type="presParOf" srcId="{BD7AFBD3-38BA-4850-BA5A-F390DE995ED1}" destId="{EC616A58-F4F2-4EFB-8830-8CE1B472C74A}" srcOrd="3" destOrd="0" presId="urn:microsoft.com/office/officeart/2005/8/layout/orgChart1"/>
    <dgm:cxn modelId="{BBF99349-6863-402B-9B54-B7FD9BD66DB2}" type="presParOf" srcId="{EC616A58-F4F2-4EFB-8830-8CE1B472C74A}" destId="{EA9CBEBE-F494-4280-BF1F-B3E8847FB85E}" srcOrd="0" destOrd="0" presId="urn:microsoft.com/office/officeart/2005/8/layout/orgChart1"/>
    <dgm:cxn modelId="{B9226105-C1B0-4370-A5FE-219D133D839D}" type="presParOf" srcId="{EA9CBEBE-F494-4280-BF1F-B3E8847FB85E}" destId="{0656A4C7-C2AF-4550-9F18-794214B5096F}" srcOrd="0" destOrd="0" presId="urn:microsoft.com/office/officeart/2005/8/layout/orgChart1"/>
    <dgm:cxn modelId="{EB178598-E3C8-4853-8D42-233ADD3D7697}" type="presParOf" srcId="{EA9CBEBE-F494-4280-BF1F-B3E8847FB85E}" destId="{954CDCF5-30FA-4C86-B4BF-EEF0C65E6162}" srcOrd="1" destOrd="0" presId="urn:microsoft.com/office/officeart/2005/8/layout/orgChart1"/>
    <dgm:cxn modelId="{39BA89D1-6074-476E-8503-7BD0215CA314}" type="presParOf" srcId="{EC616A58-F4F2-4EFB-8830-8CE1B472C74A}" destId="{D4C5E0DE-6081-4E45-A450-80B5AAD75BA5}" srcOrd="1" destOrd="0" presId="urn:microsoft.com/office/officeart/2005/8/layout/orgChart1"/>
    <dgm:cxn modelId="{60DACB17-EE97-40BC-AB3E-D729048176F9}" type="presParOf" srcId="{EC616A58-F4F2-4EFB-8830-8CE1B472C74A}" destId="{0005C30C-7BF2-4CB0-98F4-C4432C0834E0}" srcOrd="2" destOrd="0" presId="urn:microsoft.com/office/officeart/2005/8/layout/orgChart1"/>
    <dgm:cxn modelId="{A3EA39BB-F6A7-45BB-B169-DDC0A0C91450}" type="presParOf" srcId="{63B108A6-60A7-4E89-93AC-8F330D0E444A}" destId="{8E2A37B5-5065-4F61-8238-7BDA92C832D4}" srcOrd="2" destOrd="0" presId="urn:microsoft.com/office/officeart/2005/8/layout/orgChart1"/>
    <dgm:cxn modelId="{B9364F2D-2D4E-4BA2-AD95-0665B99ABA1B}" type="presParOf" srcId="{2E0D7CC3-CFF6-47E7-BDDB-E22715F8C180}" destId="{C7CB3EFE-31CC-469D-AF88-1C748AE43492}" srcOrd="2" destOrd="0" presId="urn:microsoft.com/office/officeart/2005/8/layout/orgChart1"/>
    <dgm:cxn modelId="{D07C6E94-3386-4499-8009-FB7DD2DCA00A}" type="presParOf" srcId="{2E0D7CC3-CFF6-47E7-BDDB-E22715F8C180}" destId="{53327C69-C848-47C5-AEF7-892BCC8B8DB8}" srcOrd="3" destOrd="0" presId="urn:microsoft.com/office/officeart/2005/8/layout/orgChart1"/>
    <dgm:cxn modelId="{CA99D4CE-DA9D-451C-8D4A-09E2441B4A96}" type="presParOf" srcId="{53327C69-C848-47C5-AEF7-892BCC8B8DB8}" destId="{C6B84162-9603-4ECA-921D-0E3903E4EDDA}" srcOrd="0" destOrd="0" presId="urn:microsoft.com/office/officeart/2005/8/layout/orgChart1"/>
    <dgm:cxn modelId="{D25C6845-CE87-4A57-88D0-8C5B517F9F81}" type="presParOf" srcId="{C6B84162-9603-4ECA-921D-0E3903E4EDDA}" destId="{C21D2407-BF05-4920-8C8B-6695B7838ED9}" srcOrd="0" destOrd="0" presId="urn:microsoft.com/office/officeart/2005/8/layout/orgChart1"/>
    <dgm:cxn modelId="{13E0E8A0-C056-49F8-AB05-47AE6171D309}" type="presParOf" srcId="{C6B84162-9603-4ECA-921D-0E3903E4EDDA}" destId="{D209CD97-34F8-4277-AE34-04A45E9016B3}" srcOrd="1" destOrd="0" presId="urn:microsoft.com/office/officeart/2005/8/layout/orgChart1"/>
    <dgm:cxn modelId="{B402057B-DA5E-4C87-9BC4-AF0085895FE6}" type="presParOf" srcId="{53327C69-C848-47C5-AEF7-892BCC8B8DB8}" destId="{4A214210-1DD6-4E16-84C1-1B7E02AC09B3}" srcOrd="1" destOrd="0" presId="urn:microsoft.com/office/officeart/2005/8/layout/orgChart1"/>
    <dgm:cxn modelId="{3E886F74-B78F-432A-BE4E-E968151E64F5}" type="presParOf" srcId="{4A214210-1DD6-4E16-84C1-1B7E02AC09B3}" destId="{B1821381-3025-43E0-B0DC-C7D6C71554A1}" srcOrd="0" destOrd="0" presId="urn:microsoft.com/office/officeart/2005/8/layout/orgChart1"/>
    <dgm:cxn modelId="{2B0E00E8-3BCB-4B0A-8990-807183009FC4}" type="presParOf" srcId="{4A214210-1DD6-4E16-84C1-1B7E02AC09B3}" destId="{01AAF933-1C86-40F0-9309-B18802D2B443}" srcOrd="1" destOrd="0" presId="urn:microsoft.com/office/officeart/2005/8/layout/orgChart1"/>
    <dgm:cxn modelId="{BB75157A-7C57-42B4-8C8B-914C1D3832E9}" type="presParOf" srcId="{01AAF933-1C86-40F0-9309-B18802D2B443}" destId="{242B85F1-C21F-4D13-AED6-3DF52CA6B7FD}" srcOrd="0" destOrd="0" presId="urn:microsoft.com/office/officeart/2005/8/layout/orgChart1"/>
    <dgm:cxn modelId="{3014D87F-5673-42FF-BC03-3F865B418F93}" type="presParOf" srcId="{242B85F1-C21F-4D13-AED6-3DF52CA6B7FD}" destId="{2FBD46D6-CD97-4A2F-9D2F-029ADD643CD0}" srcOrd="0" destOrd="0" presId="urn:microsoft.com/office/officeart/2005/8/layout/orgChart1"/>
    <dgm:cxn modelId="{40ABA935-D0E3-4974-9E04-BE47AC561236}" type="presParOf" srcId="{242B85F1-C21F-4D13-AED6-3DF52CA6B7FD}" destId="{F8F8A523-7BA9-43A2-9D42-9EA28BB56C3C}" srcOrd="1" destOrd="0" presId="urn:microsoft.com/office/officeart/2005/8/layout/orgChart1"/>
    <dgm:cxn modelId="{8E2EF0BB-1B14-4A70-B526-D41E5337A668}" type="presParOf" srcId="{01AAF933-1C86-40F0-9309-B18802D2B443}" destId="{0E8F88E6-2CF4-43B1-B223-F842D3D2A866}" srcOrd="1" destOrd="0" presId="urn:microsoft.com/office/officeart/2005/8/layout/orgChart1"/>
    <dgm:cxn modelId="{60C891FB-C65A-4508-8005-19AE76AC4087}" type="presParOf" srcId="{01AAF933-1C86-40F0-9309-B18802D2B443}" destId="{76F9AFFF-D2B3-437A-BEF0-777580AD7F57}" srcOrd="2" destOrd="0" presId="urn:microsoft.com/office/officeart/2005/8/layout/orgChart1"/>
    <dgm:cxn modelId="{07638705-D48A-4765-851B-973C2FFF7D2C}" type="presParOf" srcId="{53327C69-C848-47C5-AEF7-892BCC8B8DB8}" destId="{555B79B6-2721-4787-9496-A0A7D8F19486}" srcOrd="2" destOrd="0" presId="urn:microsoft.com/office/officeart/2005/8/layout/orgChart1"/>
    <dgm:cxn modelId="{1195C0F5-1FFD-4414-9E04-C1EE4F610417}" type="presParOf" srcId="{2E0D7CC3-CFF6-47E7-BDDB-E22715F8C180}" destId="{6F18EC68-9423-4D3E-AE7A-3341E59033DA}" srcOrd="4" destOrd="0" presId="urn:microsoft.com/office/officeart/2005/8/layout/orgChart1"/>
    <dgm:cxn modelId="{77058D6F-1854-4412-A931-69C9075362D1}" type="presParOf" srcId="{2E0D7CC3-CFF6-47E7-BDDB-E22715F8C180}" destId="{6A0DA2C6-2463-4848-903C-746BD1DC2CA7}" srcOrd="5" destOrd="0" presId="urn:microsoft.com/office/officeart/2005/8/layout/orgChart1"/>
    <dgm:cxn modelId="{312F4762-8237-499F-9262-554C41A2319B}" type="presParOf" srcId="{6A0DA2C6-2463-4848-903C-746BD1DC2CA7}" destId="{C6BDE33B-AE12-4EB6-B55A-D4DA83E36128}" srcOrd="0" destOrd="0" presId="urn:microsoft.com/office/officeart/2005/8/layout/orgChart1"/>
    <dgm:cxn modelId="{D0FE6372-827F-4FF5-B9F6-9C2AEB877735}" type="presParOf" srcId="{C6BDE33B-AE12-4EB6-B55A-D4DA83E36128}" destId="{FABF3838-5C98-4717-A5BE-9885639C8580}" srcOrd="0" destOrd="0" presId="urn:microsoft.com/office/officeart/2005/8/layout/orgChart1"/>
    <dgm:cxn modelId="{440028A3-407B-4637-934A-94BB99806ECA}" type="presParOf" srcId="{C6BDE33B-AE12-4EB6-B55A-D4DA83E36128}" destId="{BFD3DD16-A489-41C2-93C6-9A2387ED4794}" srcOrd="1" destOrd="0" presId="urn:microsoft.com/office/officeart/2005/8/layout/orgChart1"/>
    <dgm:cxn modelId="{C35D9A88-DAD6-479B-8C86-D5FF49B48347}" type="presParOf" srcId="{6A0DA2C6-2463-4848-903C-746BD1DC2CA7}" destId="{69706CDA-BD3B-41FA-9D19-AB5271FE2B0A}" srcOrd="1" destOrd="0" presId="urn:microsoft.com/office/officeart/2005/8/layout/orgChart1"/>
    <dgm:cxn modelId="{C7992F93-D85C-4D3A-86A2-29CF5BB2B009}" type="presParOf" srcId="{69706CDA-BD3B-41FA-9D19-AB5271FE2B0A}" destId="{91D904B0-F4E8-48B2-BF5D-EE0D561C5656}" srcOrd="0" destOrd="0" presId="urn:microsoft.com/office/officeart/2005/8/layout/orgChart1"/>
    <dgm:cxn modelId="{2546FB69-7CA7-4133-97AE-E3B8A697C2A3}" type="presParOf" srcId="{69706CDA-BD3B-41FA-9D19-AB5271FE2B0A}" destId="{6078DE46-935A-4E08-81F8-46075CF10EEB}" srcOrd="1" destOrd="0" presId="urn:microsoft.com/office/officeart/2005/8/layout/orgChart1"/>
    <dgm:cxn modelId="{42836BFA-AE4F-4D90-B6B0-034735C461E1}" type="presParOf" srcId="{6078DE46-935A-4E08-81F8-46075CF10EEB}" destId="{E7BE926A-E9AA-42D3-8F12-196FF68490A6}" srcOrd="0" destOrd="0" presId="urn:microsoft.com/office/officeart/2005/8/layout/orgChart1"/>
    <dgm:cxn modelId="{641EEACC-3243-4F43-8C8B-7D2E4DCFAA58}" type="presParOf" srcId="{E7BE926A-E9AA-42D3-8F12-196FF68490A6}" destId="{843A46F4-9DDD-485E-823A-2E9CBE4EC287}" srcOrd="0" destOrd="0" presId="urn:microsoft.com/office/officeart/2005/8/layout/orgChart1"/>
    <dgm:cxn modelId="{6051ADF2-E4BB-4B2E-9E5B-8D38D3591742}" type="presParOf" srcId="{E7BE926A-E9AA-42D3-8F12-196FF68490A6}" destId="{18F47857-A815-4863-8C1E-22C7A796C6F2}" srcOrd="1" destOrd="0" presId="urn:microsoft.com/office/officeart/2005/8/layout/orgChart1"/>
    <dgm:cxn modelId="{B21E6E21-07D6-4051-B346-CE0FDD7BAB4E}" type="presParOf" srcId="{6078DE46-935A-4E08-81F8-46075CF10EEB}" destId="{70C1E481-8867-4578-A267-EA0C77591989}" srcOrd="1" destOrd="0" presId="urn:microsoft.com/office/officeart/2005/8/layout/orgChart1"/>
    <dgm:cxn modelId="{CAE71B26-13F4-4F71-83A3-988051E1F431}" type="presParOf" srcId="{6078DE46-935A-4E08-81F8-46075CF10EEB}" destId="{4D6CEDD2-202D-4286-8772-92FAE1C97E2B}" srcOrd="2" destOrd="0" presId="urn:microsoft.com/office/officeart/2005/8/layout/orgChart1"/>
    <dgm:cxn modelId="{E92E9E9E-9479-4A2A-8DF3-4CDCC281BAE2}" type="presParOf" srcId="{69706CDA-BD3B-41FA-9D19-AB5271FE2B0A}" destId="{D51FDF33-C1C0-4B85-A146-070DE5C3A4DC}" srcOrd="2" destOrd="0" presId="urn:microsoft.com/office/officeart/2005/8/layout/orgChart1"/>
    <dgm:cxn modelId="{3613A9F9-0033-46EE-AA26-52B9CF262557}" type="presParOf" srcId="{69706CDA-BD3B-41FA-9D19-AB5271FE2B0A}" destId="{3A32128F-19E0-40E5-957C-937B5D8EE5B6}" srcOrd="3" destOrd="0" presId="urn:microsoft.com/office/officeart/2005/8/layout/orgChart1"/>
    <dgm:cxn modelId="{DFAF606F-F07B-42CC-99D2-4B6143CCD878}" type="presParOf" srcId="{3A32128F-19E0-40E5-957C-937B5D8EE5B6}" destId="{6F29C01F-2887-4912-BDC5-DFE7085926EE}" srcOrd="0" destOrd="0" presId="urn:microsoft.com/office/officeart/2005/8/layout/orgChart1"/>
    <dgm:cxn modelId="{E41D2004-7C01-43FE-991E-309E77C99961}" type="presParOf" srcId="{6F29C01F-2887-4912-BDC5-DFE7085926EE}" destId="{BAC29D16-D5D2-4064-9021-567B309A0AF5}" srcOrd="0" destOrd="0" presId="urn:microsoft.com/office/officeart/2005/8/layout/orgChart1"/>
    <dgm:cxn modelId="{D54B4687-785A-491D-9D54-4812477C6BB9}" type="presParOf" srcId="{6F29C01F-2887-4912-BDC5-DFE7085926EE}" destId="{76EA3F57-55FB-4A71-854C-08DB1884C183}" srcOrd="1" destOrd="0" presId="urn:microsoft.com/office/officeart/2005/8/layout/orgChart1"/>
    <dgm:cxn modelId="{FC0F31F7-661F-457A-881F-F5AD2610D18B}" type="presParOf" srcId="{3A32128F-19E0-40E5-957C-937B5D8EE5B6}" destId="{60F1536D-6D4B-4283-96DF-53533A371926}" srcOrd="1" destOrd="0" presId="urn:microsoft.com/office/officeart/2005/8/layout/orgChart1"/>
    <dgm:cxn modelId="{0E5BF7D8-D1C4-47DA-8AC4-B58617293568}" type="presParOf" srcId="{3A32128F-19E0-40E5-957C-937B5D8EE5B6}" destId="{F4CC447F-9BC4-4FBB-B03E-7F8E1CF99F30}" srcOrd="2" destOrd="0" presId="urn:microsoft.com/office/officeart/2005/8/layout/orgChart1"/>
    <dgm:cxn modelId="{4990D02C-5687-420C-ACD6-23FAC6B96445}" type="presParOf" srcId="{6A0DA2C6-2463-4848-903C-746BD1DC2CA7}" destId="{C94AEA40-60DE-4361-B14E-0BDE29A3FC42}" srcOrd="2" destOrd="0" presId="urn:microsoft.com/office/officeart/2005/8/layout/orgChart1"/>
    <dgm:cxn modelId="{28F885B9-1A54-465B-AC57-AF53B3151D71}" type="presParOf" srcId="{2E0D7CC3-CFF6-47E7-BDDB-E22715F8C180}" destId="{A134FF33-0BFB-4E14-ADDD-097AF2E3F6D8}" srcOrd="6" destOrd="0" presId="urn:microsoft.com/office/officeart/2005/8/layout/orgChart1"/>
    <dgm:cxn modelId="{BD8A8C80-E344-484F-A0FF-B17310D21FDB}" type="presParOf" srcId="{2E0D7CC3-CFF6-47E7-BDDB-E22715F8C180}" destId="{DE0E5C20-E4A2-49C2-AA76-651A8173EB0D}" srcOrd="7" destOrd="0" presId="urn:microsoft.com/office/officeart/2005/8/layout/orgChart1"/>
    <dgm:cxn modelId="{EE7002A5-4612-4950-8AF5-849698250B61}" type="presParOf" srcId="{DE0E5C20-E4A2-49C2-AA76-651A8173EB0D}" destId="{B8A89EAE-9609-43C9-97FD-1E5981A50A61}" srcOrd="0" destOrd="0" presId="urn:microsoft.com/office/officeart/2005/8/layout/orgChart1"/>
    <dgm:cxn modelId="{FE719C95-7A7F-4CB0-BA0F-B337AF6C4AB1}" type="presParOf" srcId="{B8A89EAE-9609-43C9-97FD-1E5981A50A61}" destId="{280E1071-5A46-442F-ACFB-2F1321A723E5}" srcOrd="0" destOrd="0" presId="urn:microsoft.com/office/officeart/2005/8/layout/orgChart1"/>
    <dgm:cxn modelId="{CC723E25-E821-4176-8DBF-7C6CEEB28EBE}" type="presParOf" srcId="{B8A89EAE-9609-43C9-97FD-1E5981A50A61}" destId="{FC799F70-6AA1-42F4-A65D-5A42E48CF7F7}" srcOrd="1" destOrd="0" presId="urn:microsoft.com/office/officeart/2005/8/layout/orgChart1"/>
    <dgm:cxn modelId="{894408FC-73A5-4DB7-842C-20348988A2B2}" type="presParOf" srcId="{DE0E5C20-E4A2-49C2-AA76-651A8173EB0D}" destId="{2DDD3307-62C3-4669-AB56-A1B16FD6A453}" srcOrd="1" destOrd="0" presId="urn:microsoft.com/office/officeart/2005/8/layout/orgChart1"/>
    <dgm:cxn modelId="{BCD18648-3067-45B1-AE7B-3B3066D3F7D4}" type="presParOf" srcId="{2DDD3307-62C3-4669-AB56-A1B16FD6A453}" destId="{775B40D5-56EC-4E9C-84E7-AD3935C1554D}" srcOrd="0" destOrd="0" presId="urn:microsoft.com/office/officeart/2005/8/layout/orgChart1"/>
    <dgm:cxn modelId="{67DD3534-4CBA-4CF4-858B-D1041708FC38}" type="presParOf" srcId="{2DDD3307-62C3-4669-AB56-A1B16FD6A453}" destId="{9AFC3C1B-9FC2-4B52-9599-1C21B90117DF}" srcOrd="1" destOrd="0" presId="urn:microsoft.com/office/officeart/2005/8/layout/orgChart1"/>
    <dgm:cxn modelId="{CFCFB9F5-E5B1-4BDF-B2B4-82959DE1086C}" type="presParOf" srcId="{9AFC3C1B-9FC2-4B52-9599-1C21B90117DF}" destId="{89E7FE3A-3D11-4B2B-BDA9-FCD63C31AD2A}" srcOrd="0" destOrd="0" presId="urn:microsoft.com/office/officeart/2005/8/layout/orgChart1"/>
    <dgm:cxn modelId="{97EE31CD-BB13-40EB-85F9-CF65759A3297}" type="presParOf" srcId="{89E7FE3A-3D11-4B2B-BDA9-FCD63C31AD2A}" destId="{F2A0797B-C214-4ED1-A27F-3053ED5AB832}" srcOrd="0" destOrd="0" presId="urn:microsoft.com/office/officeart/2005/8/layout/orgChart1"/>
    <dgm:cxn modelId="{DF5D42E8-2490-4B45-B027-F333C3894773}" type="presParOf" srcId="{89E7FE3A-3D11-4B2B-BDA9-FCD63C31AD2A}" destId="{C7B6022F-6333-46AE-B925-54C0ED0BF53E}" srcOrd="1" destOrd="0" presId="urn:microsoft.com/office/officeart/2005/8/layout/orgChart1"/>
    <dgm:cxn modelId="{11E84415-5104-422A-AE8E-F86CE944C1C2}" type="presParOf" srcId="{9AFC3C1B-9FC2-4B52-9599-1C21B90117DF}" destId="{DD55B609-A10C-40B3-808F-5D00ECB47437}" srcOrd="1" destOrd="0" presId="urn:microsoft.com/office/officeart/2005/8/layout/orgChart1"/>
    <dgm:cxn modelId="{25E2BB61-417D-4F39-B24F-F3F045AA99C2}" type="presParOf" srcId="{9AFC3C1B-9FC2-4B52-9599-1C21B90117DF}" destId="{E9607D35-4963-454B-A74D-5024E51B2E97}" srcOrd="2" destOrd="0" presId="urn:microsoft.com/office/officeart/2005/8/layout/orgChart1"/>
    <dgm:cxn modelId="{BD214435-B495-4227-ADA9-80A7668DBA07}" type="presParOf" srcId="{DE0E5C20-E4A2-49C2-AA76-651A8173EB0D}" destId="{8C12BE9B-4B1E-4029-80B4-4A14135F00E3}" srcOrd="2" destOrd="0" presId="urn:microsoft.com/office/officeart/2005/8/layout/orgChart1"/>
    <dgm:cxn modelId="{D23FADAD-DBA7-45D1-B12E-8686F0820D83}" type="presParOf" srcId="{F61FF694-85D9-4435-B08F-AA202607381D}" destId="{0A1ABA94-0283-4B75-A039-94D65429FEBF}" srcOrd="2" destOrd="0" presId="urn:microsoft.com/office/officeart/2005/8/layout/orgChart1"/>
    <dgm:cxn modelId="{B1F64BBE-0E4B-4DB0-BED0-E85B49F92B04}" type="presParOf" srcId="{3AF247A6-5907-446E-AA6F-4BAC28FD9F2C}" destId="{6192D81C-FD83-484A-8948-A0EBD03E85B6}"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0922304-28F5-4E2F-ADAE-87C9769F258D}"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7F4AE3D8-8860-4667-964B-1EB4F2C3B185}">
      <dgm:prSet/>
      <dgm:spPr/>
      <dgm:t>
        <a:bodyPr/>
        <a:lstStyle/>
        <a:p>
          <a:r>
            <a:rPr lang="en-AU"/>
            <a:t>TS4Bus Data Governance, Model and Ownership</a:t>
          </a:r>
          <a:endParaRPr lang="en-US"/>
        </a:p>
      </dgm:t>
    </dgm:pt>
    <dgm:pt modelId="{2E0F26D7-A18D-454E-844C-93CE5CCBF1FB}" type="parTrans" cxnId="{375233D0-93B9-479D-A482-77B1919282D7}">
      <dgm:prSet/>
      <dgm:spPr/>
      <dgm:t>
        <a:bodyPr/>
        <a:lstStyle/>
        <a:p>
          <a:endParaRPr lang="en-US"/>
        </a:p>
      </dgm:t>
    </dgm:pt>
    <dgm:pt modelId="{1384A73B-B854-4EF5-8831-8CB57385C6E5}" type="sibTrans" cxnId="{375233D0-93B9-479D-A482-77B1919282D7}">
      <dgm:prSet/>
      <dgm:spPr/>
      <dgm:t>
        <a:bodyPr/>
        <a:lstStyle/>
        <a:p>
          <a:endParaRPr lang="en-US"/>
        </a:p>
      </dgm:t>
    </dgm:pt>
    <dgm:pt modelId="{571FD965-9BBC-4C90-8CE9-DDC677ED86FA}">
      <dgm:prSet/>
      <dgm:spPr/>
      <dgm:t>
        <a:bodyPr/>
        <a:lstStyle/>
        <a:p>
          <a:r>
            <a:rPr lang="en-US"/>
            <a:t>CRM Requirements Discovery</a:t>
          </a:r>
        </a:p>
      </dgm:t>
    </dgm:pt>
    <dgm:pt modelId="{A9DBD920-66B2-4A3C-AB5D-C9C32B866828}" type="parTrans" cxnId="{14AA7D56-9BB2-46B5-9102-E4E97F382825}">
      <dgm:prSet/>
      <dgm:spPr/>
      <dgm:t>
        <a:bodyPr/>
        <a:lstStyle/>
        <a:p>
          <a:endParaRPr lang="en-US"/>
        </a:p>
      </dgm:t>
    </dgm:pt>
    <dgm:pt modelId="{0184E1C5-1958-4D45-9E17-AA5978DED2A6}" type="sibTrans" cxnId="{14AA7D56-9BB2-46B5-9102-E4E97F382825}">
      <dgm:prSet/>
      <dgm:spPr/>
      <dgm:t>
        <a:bodyPr/>
        <a:lstStyle/>
        <a:p>
          <a:endParaRPr lang="en-US"/>
        </a:p>
      </dgm:t>
    </dgm:pt>
    <dgm:pt modelId="{D8061FE5-A3D7-4C37-AE1D-6A715FA945FE}">
      <dgm:prSet/>
      <dgm:spPr/>
      <dgm:t>
        <a:bodyPr/>
        <a:lstStyle/>
        <a:p>
          <a:r>
            <a:rPr lang="en-AU"/>
            <a:t>Business ID to TMR Account</a:t>
          </a:r>
          <a:endParaRPr lang="en-US"/>
        </a:p>
      </dgm:t>
    </dgm:pt>
    <dgm:pt modelId="{4B02EFE2-EB8D-447F-9495-827F176C2F91}" type="parTrans" cxnId="{51F8789D-20F3-4316-BDE0-69883CDA8C5A}">
      <dgm:prSet/>
      <dgm:spPr/>
      <dgm:t>
        <a:bodyPr/>
        <a:lstStyle/>
        <a:p>
          <a:endParaRPr lang="en-US"/>
        </a:p>
      </dgm:t>
    </dgm:pt>
    <dgm:pt modelId="{A3EF0350-5D0A-4B24-85FD-2A270FD43124}" type="sibTrans" cxnId="{51F8789D-20F3-4316-BDE0-69883CDA8C5A}">
      <dgm:prSet/>
      <dgm:spPr/>
      <dgm:t>
        <a:bodyPr/>
        <a:lstStyle/>
        <a:p>
          <a:endParaRPr lang="en-US"/>
        </a:p>
      </dgm:t>
    </dgm:pt>
    <dgm:pt modelId="{39181193-B09D-406D-88D0-A13646CDC363}">
      <dgm:prSet phldrT="[Text]" phldr="0"/>
      <dgm:spPr/>
      <dgm:t>
        <a:bodyPr/>
        <a:lstStyle/>
        <a:p>
          <a:r>
            <a:rPr lang="en-AU"/>
            <a:t>Rego Related </a:t>
          </a:r>
          <a:r>
            <a:rPr lang="en-AU" err="1"/>
            <a:t>eNotifications</a:t>
          </a:r>
          <a:endParaRPr lang="en-AU"/>
        </a:p>
      </dgm:t>
    </dgm:pt>
    <dgm:pt modelId="{634A4C87-B630-42E2-AD7F-91ADBB417FD9}" type="parTrans" cxnId="{56308B26-D501-46CD-9731-A43D1DF93AD9}">
      <dgm:prSet/>
      <dgm:spPr/>
      <dgm:t>
        <a:bodyPr/>
        <a:lstStyle/>
        <a:p>
          <a:endParaRPr lang="en-AU"/>
        </a:p>
      </dgm:t>
    </dgm:pt>
    <dgm:pt modelId="{2A2D9F32-6C12-4FE2-BB90-58E44855B2AB}" type="sibTrans" cxnId="{56308B26-D501-46CD-9731-A43D1DF93AD9}">
      <dgm:prSet/>
      <dgm:spPr/>
      <dgm:t>
        <a:bodyPr/>
        <a:lstStyle/>
        <a:p>
          <a:endParaRPr lang="en-AU"/>
        </a:p>
      </dgm:t>
    </dgm:pt>
    <dgm:pt modelId="{F665899C-C1CA-4564-AAAE-FD1648DE519F}">
      <dgm:prSet phldrT="[Text]" phldr="0"/>
      <dgm:spPr/>
      <dgm:t>
        <a:bodyPr/>
        <a:lstStyle/>
        <a:p>
          <a:r>
            <a:rPr lang="en-AU"/>
            <a:t>Rego Enquiry Online</a:t>
          </a:r>
        </a:p>
      </dgm:t>
    </dgm:pt>
    <dgm:pt modelId="{9A113931-0449-4FB3-A617-E265F9580D5F}" type="parTrans" cxnId="{F77886AF-7976-4A77-8AB4-10CF0AA75698}">
      <dgm:prSet/>
      <dgm:spPr/>
      <dgm:t>
        <a:bodyPr/>
        <a:lstStyle/>
        <a:p>
          <a:endParaRPr lang="en-AU"/>
        </a:p>
      </dgm:t>
    </dgm:pt>
    <dgm:pt modelId="{F88C65F1-2606-42AB-AA22-61E504ACF5BE}" type="sibTrans" cxnId="{F77886AF-7976-4A77-8AB4-10CF0AA75698}">
      <dgm:prSet/>
      <dgm:spPr/>
      <dgm:t>
        <a:bodyPr/>
        <a:lstStyle/>
        <a:p>
          <a:endParaRPr lang="en-AU"/>
        </a:p>
      </dgm:t>
    </dgm:pt>
    <dgm:pt modelId="{525A671B-D066-4203-A1F1-62D8E33D036D}">
      <dgm:prSet phldrT="[Text]" phldr="0"/>
      <dgm:spPr/>
      <dgm:t>
        <a:bodyPr/>
        <a:lstStyle/>
        <a:p>
          <a:r>
            <a:rPr lang="en-AU"/>
            <a:t>Pay Rego Online</a:t>
          </a:r>
        </a:p>
      </dgm:t>
    </dgm:pt>
    <dgm:pt modelId="{1F087A53-AEE3-4E82-90E2-9208E7A69FEB}" type="parTrans" cxnId="{E728499D-D1D6-496B-A658-AD5E919CF376}">
      <dgm:prSet/>
      <dgm:spPr/>
      <dgm:t>
        <a:bodyPr/>
        <a:lstStyle/>
        <a:p>
          <a:endParaRPr lang="en-AU"/>
        </a:p>
      </dgm:t>
    </dgm:pt>
    <dgm:pt modelId="{EF9900D9-E164-46CC-A057-6BD723E09EDF}" type="sibTrans" cxnId="{E728499D-D1D6-496B-A658-AD5E919CF376}">
      <dgm:prSet/>
      <dgm:spPr/>
      <dgm:t>
        <a:bodyPr/>
        <a:lstStyle/>
        <a:p>
          <a:endParaRPr lang="en-AU"/>
        </a:p>
      </dgm:t>
    </dgm:pt>
    <dgm:pt modelId="{198E6693-6F31-48C9-A548-E48CC9528119}" type="pres">
      <dgm:prSet presAssocID="{E0922304-28F5-4E2F-ADAE-87C9769F258D}" presName="linear" presStyleCnt="0">
        <dgm:presLayoutVars>
          <dgm:animLvl val="lvl"/>
          <dgm:resizeHandles val="exact"/>
        </dgm:presLayoutVars>
      </dgm:prSet>
      <dgm:spPr/>
    </dgm:pt>
    <dgm:pt modelId="{7E9F980D-1625-4680-A60F-669D153BD48C}" type="pres">
      <dgm:prSet presAssocID="{7F4AE3D8-8860-4667-964B-1EB4F2C3B185}" presName="parentText" presStyleLbl="node1" presStyleIdx="0" presStyleCnt="6">
        <dgm:presLayoutVars>
          <dgm:chMax val="0"/>
          <dgm:bulletEnabled val="1"/>
        </dgm:presLayoutVars>
      </dgm:prSet>
      <dgm:spPr/>
    </dgm:pt>
    <dgm:pt modelId="{221DB597-6CEC-485A-88C9-1DAEC5943272}" type="pres">
      <dgm:prSet presAssocID="{1384A73B-B854-4EF5-8831-8CB57385C6E5}" presName="spacer" presStyleCnt="0"/>
      <dgm:spPr/>
    </dgm:pt>
    <dgm:pt modelId="{A467622C-4471-4284-A909-3057EF570ECD}" type="pres">
      <dgm:prSet presAssocID="{571FD965-9BBC-4C90-8CE9-DDC677ED86FA}" presName="parentText" presStyleLbl="node1" presStyleIdx="1" presStyleCnt="6">
        <dgm:presLayoutVars>
          <dgm:chMax val="0"/>
          <dgm:bulletEnabled val="1"/>
        </dgm:presLayoutVars>
      </dgm:prSet>
      <dgm:spPr/>
    </dgm:pt>
    <dgm:pt modelId="{A889697D-740F-48DB-92A3-5CF31DC0F57D}" type="pres">
      <dgm:prSet presAssocID="{0184E1C5-1958-4D45-9E17-AA5978DED2A6}" presName="spacer" presStyleCnt="0"/>
      <dgm:spPr/>
    </dgm:pt>
    <dgm:pt modelId="{CAECEB6B-BCBE-4898-934C-FFD403FDA405}" type="pres">
      <dgm:prSet presAssocID="{D8061FE5-A3D7-4C37-AE1D-6A715FA945FE}" presName="parentText" presStyleLbl="node1" presStyleIdx="2" presStyleCnt="6">
        <dgm:presLayoutVars>
          <dgm:chMax val="0"/>
          <dgm:bulletEnabled val="1"/>
        </dgm:presLayoutVars>
      </dgm:prSet>
      <dgm:spPr/>
    </dgm:pt>
    <dgm:pt modelId="{31297327-3B50-444D-895D-7C47447A30D7}" type="pres">
      <dgm:prSet presAssocID="{A3EF0350-5D0A-4B24-85FD-2A270FD43124}" presName="spacer" presStyleCnt="0"/>
      <dgm:spPr/>
    </dgm:pt>
    <dgm:pt modelId="{6C149D5F-898A-44C1-A80E-5D976CA7817E}" type="pres">
      <dgm:prSet presAssocID="{39181193-B09D-406D-88D0-A13646CDC363}" presName="parentText" presStyleLbl="node1" presStyleIdx="3" presStyleCnt="6">
        <dgm:presLayoutVars>
          <dgm:chMax val="0"/>
          <dgm:bulletEnabled val="1"/>
        </dgm:presLayoutVars>
      </dgm:prSet>
      <dgm:spPr/>
    </dgm:pt>
    <dgm:pt modelId="{CF25529A-9DA8-4B59-AAA2-A9F0DC2E6414}" type="pres">
      <dgm:prSet presAssocID="{2A2D9F32-6C12-4FE2-BB90-58E44855B2AB}" presName="spacer" presStyleCnt="0"/>
      <dgm:spPr/>
    </dgm:pt>
    <dgm:pt modelId="{8199B629-2584-416C-9924-80AAF41B3CDC}" type="pres">
      <dgm:prSet presAssocID="{F665899C-C1CA-4564-AAAE-FD1648DE519F}" presName="parentText" presStyleLbl="node1" presStyleIdx="4" presStyleCnt="6">
        <dgm:presLayoutVars>
          <dgm:chMax val="0"/>
          <dgm:bulletEnabled val="1"/>
        </dgm:presLayoutVars>
      </dgm:prSet>
      <dgm:spPr/>
    </dgm:pt>
    <dgm:pt modelId="{50B813D2-1064-4B30-9261-4C1FCD6F15A0}" type="pres">
      <dgm:prSet presAssocID="{F88C65F1-2606-42AB-AA22-61E504ACF5BE}" presName="spacer" presStyleCnt="0"/>
      <dgm:spPr/>
    </dgm:pt>
    <dgm:pt modelId="{AAB76878-5FAE-47BD-931C-C3B66048E41F}" type="pres">
      <dgm:prSet presAssocID="{525A671B-D066-4203-A1F1-62D8E33D036D}" presName="parentText" presStyleLbl="node1" presStyleIdx="5" presStyleCnt="6">
        <dgm:presLayoutVars>
          <dgm:chMax val="0"/>
          <dgm:bulletEnabled val="1"/>
        </dgm:presLayoutVars>
      </dgm:prSet>
      <dgm:spPr/>
    </dgm:pt>
  </dgm:ptLst>
  <dgm:cxnLst>
    <dgm:cxn modelId="{F2AE7F1F-4E93-4DD1-A6D4-B03A8354048B}" type="presOf" srcId="{7F4AE3D8-8860-4667-964B-1EB4F2C3B185}" destId="{7E9F980D-1625-4680-A60F-669D153BD48C}" srcOrd="0" destOrd="0" presId="urn:microsoft.com/office/officeart/2005/8/layout/vList2"/>
    <dgm:cxn modelId="{56308B26-D501-46CD-9731-A43D1DF93AD9}" srcId="{E0922304-28F5-4E2F-ADAE-87C9769F258D}" destId="{39181193-B09D-406D-88D0-A13646CDC363}" srcOrd="3" destOrd="0" parTransId="{634A4C87-B630-42E2-AD7F-91ADBB417FD9}" sibTransId="{2A2D9F32-6C12-4FE2-BB90-58E44855B2AB}"/>
    <dgm:cxn modelId="{08BF3230-A0B5-4CD2-90F7-D32E53B25373}" type="presOf" srcId="{39181193-B09D-406D-88D0-A13646CDC363}" destId="{6C149D5F-898A-44C1-A80E-5D976CA7817E}" srcOrd="0" destOrd="0" presId="urn:microsoft.com/office/officeart/2005/8/layout/vList2"/>
    <dgm:cxn modelId="{C35DF45C-7E4D-416A-94F0-BA58CF8A902E}" type="presOf" srcId="{D8061FE5-A3D7-4C37-AE1D-6A715FA945FE}" destId="{CAECEB6B-BCBE-4898-934C-FFD403FDA405}" srcOrd="0" destOrd="0" presId="urn:microsoft.com/office/officeart/2005/8/layout/vList2"/>
    <dgm:cxn modelId="{42279D42-468A-4011-9E55-6D4E83C2468B}" type="presOf" srcId="{571FD965-9BBC-4C90-8CE9-DDC677ED86FA}" destId="{A467622C-4471-4284-A909-3057EF570ECD}" srcOrd="0" destOrd="0" presId="urn:microsoft.com/office/officeart/2005/8/layout/vList2"/>
    <dgm:cxn modelId="{29E7FC6A-4701-482E-BAF7-1C8C82EB5730}" type="presOf" srcId="{F665899C-C1CA-4564-AAAE-FD1648DE519F}" destId="{8199B629-2584-416C-9924-80AAF41B3CDC}" srcOrd="0" destOrd="0" presId="urn:microsoft.com/office/officeart/2005/8/layout/vList2"/>
    <dgm:cxn modelId="{14AA7D56-9BB2-46B5-9102-E4E97F382825}" srcId="{E0922304-28F5-4E2F-ADAE-87C9769F258D}" destId="{571FD965-9BBC-4C90-8CE9-DDC677ED86FA}" srcOrd="1" destOrd="0" parTransId="{A9DBD920-66B2-4A3C-AB5D-C9C32B866828}" sibTransId="{0184E1C5-1958-4D45-9E17-AA5978DED2A6}"/>
    <dgm:cxn modelId="{E728499D-D1D6-496B-A658-AD5E919CF376}" srcId="{E0922304-28F5-4E2F-ADAE-87C9769F258D}" destId="{525A671B-D066-4203-A1F1-62D8E33D036D}" srcOrd="5" destOrd="0" parTransId="{1F087A53-AEE3-4E82-90E2-9208E7A69FEB}" sibTransId="{EF9900D9-E164-46CC-A057-6BD723E09EDF}"/>
    <dgm:cxn modelId="{51F8789D-20F3-4316-BDE0-69883CDA8C5A}" srcId="{E0922304-28F5-4E2F-ADAE-87C9769F258D}" destId="{D8061FE5-A3D7-4C37-AE1D-6A715FA945FE}" srcOrd="2" destOrd="0" parTransId="{4B02EFE2-EB8D-447F-9495-827F176C2F91}" sibTransId="{A3EF0350-5D0A-4B24-85FD-2A270FD43124}"/>
    <dgm:cxn modelId="{F77886AF-7976-4A77-8AB4-10CF0AA75698}" srcId="{E0922304-28F5-4E2F-ADAE-87C9769F258D}" destId="{F665899C-C1CA-4564-AAAE-FD1648DE519F}" srcOrd="4" destOrd="0" parTransId="{9A113931-0449-4FB3-A617-E265F9580D5F}" sibTransId="{F88C65F1-2606-42AB-AA22-61E504ACF5BE}"/>
    <dgm:cxn modelId="{93954BB3-D48E-4C97-8C21-E0658AE3B46B}" type="presOf" srcId="{E0922304-28F5-4E2F-ADAE-87C9769F258D}" destId="{198E6693-6F31-48C9-A548-E48CC9528119}" srcOrd="0" destOrd="0" presId="urn:microsoft.com/office/officeart/2005/8/layout/vList2"/>
    <dgm:cxn modelId="{EC3F85BC-0714-412E-AE9E-00B32DF92A92}" type="presOf" srcId="{525A671B-D066-4203-A1F1-62D8E33D036D}" destId="{AAB76878-5FAE-47BD-931C-C3B66048E41F}" srcOrd="0" destOrd="0" presId="urn:microsoft.com/office/officeart/2005/8/layout/vList2"/>
    <dgm:cxn modelId="{375233D0-93B9-479D-A482-77B1919282D7}" srcId="{E0922304-28F5-4E2F-ADAE-87C9769F258D}" destId="{7F4AE3D8-8860-4667-964B-1EB4F2C3B185}" srcOrd="0" destOrd="0" parTransId="{2E0F26D7-A18D-454E-844C-93CE5CCBF1FB}" sibTransId="{1384A73B-B854-4EF5-8831-8CB57385C6E5}"/>
    <dgm:cxn modelId="{6DDAA43C-5591-45C1-87AD-B9CB02BB2B61}" type="presParOf" srcId="{198E6693-6F31-48C9-A548-E48CC9528119}" destId="{7E9F980D-1625-4680-A60F-669D153BD48C}" srcOrd="0" destOrd="0" presId="urn:microsoft.com/office/officeart/2005/8/layout/vList2"/>
    <dgm:cxn modelId="{65E52C6D-E577-472F-9DC3-2CEEBBC2F5A1}" type="presParOf" srcId="{198E6693-6F31-48C9-A548-E48CC9528119}" destId="{221DB597-6CEC-485A-88C9-1DAEC5943272}" srcOrd="1" destOrd="0" presId="urn:microsoft.com/office/officeart/2005/8/layout/vList2"/>
    <dgm:cxn modelId="{13506B15-8B31-4F8F-9F37-6848DBAA1B23}" type="presParOf" srcId="{198E6693-6F31-48C9-A548-E48CC9528119}" destId="{A467622C-4471-4284-A909-3057EF570ECD}" srcOrd="2" destOrd="0" presId="urn:microsoft.com/office/officeart/2005/8/layout/vList2"/>
    <dgm:cxn modelId="{497806CF-F4EE-481C-8B3A-8064BF8E8A78}" type="presParOf" srcId="{198E6693-6F31-48C9-A548-E48CC9528119}" destId="{A889697D-740F-48DB-92A3-5CF31DC0F57D}" srcOrd="3" destOrd="0" presId="urn:microsoft.com/office/officeart/2005/8/layout/vList2"/>
    <dgm:cxn modelId="{5ADAA1EB-F209-4B5A-A12F-8B83578BAD1F}" type="presParOf" srcId="{198E6693-6F31-48C9-A548-E48CC9528119}" destId="{CAECEB6B-BCBE-4898-934C-FFD403FDA405}" srcOrd="4" destOrd="0" presId="urn:microsoft.com/office/officeart/2005/8/layout/vList2"/>
    <dgm:cxn modelId="{373C7BF2-99FD-446B-BFD4-1BE7E6387C0C}" type="presParOf" srcId="{198E6693-6F31-48C9-A548-E48CC9528119}" destId="{31297327-3B50-444D-895D-7C47447A30D7}" srcOrd="5" destOrd="0" presId="urn:microsoft.com/office/officeart/2005/8/layout/vList2"/>
    <dgm:cxn modelId="{B5C92833-0C42-4FD0-8537-87120816C95E}" type="presParOf" srcId="{198E6693-6F31-48C9-A548-E48CC9528119}" destId="{6C149D5F-898A-44C1-A80E-5D976CA7817E}" srcOrd="6" destOrd="0" presId="urn:microsoft.com/office/officeart/2005/8/layout/vList2"/>
    <dgm:cxn modelId="{0119358E-B221-4571-895D-45C6D1279C58}" type="presParOf" srcId="{198E6693-6F31-48C9-A548-E48CC9528119}" destId="{CF25529A-9DA8-4B59-AAA2-A9F0DC2E6414}" srcOrd="7" destOrd="0" presId="urn:microsoft.com/office/officeart/2005/8/layout/vList2"/>
    <dgm:cxn modelId="{CD1600ED-E106-4C16-B56E-18FABAC9C739}" type="presParOf" srcId="{198E6693-6F31-48C9-A548-E48CC9528119}" destId="{8199B629-2584-416C-9924-80AAF41B3CDC}" srcOrd="8" destOrd="0" presId="urn:microsoft.com/office/officeart/2005/8/layout/vList2"/>
    <dgm:cxn modelId="{FA45CE87-F023-4FD8-8092-52BB97C16E18}" type="presParOf" srcId="{198E6693-6F31-48C9-A548-E48CC9528119}" destId="{50B813D2-1064-4B30-9261-4C1FCD6F15A0}" srcOrd="9" destOrd="0" presId="urn:microsoft.com/office/officeart/2005/8/layout/vList2"/>
    <dgm:cxn modelId="{F6DA0A4D-BA41-44AD-833A-8C9F44CEEEFD}" type="presParOf" srcId="{198E6693-6F31-48C9-A548-E48CC9528119}" destId="{AAB76878-5FAE-47BD-931C-C3B66048E41F}"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BEA68D6-E158-4934-BAF2-CD3B153353BA}" type="doc">
      <dgm:prSet loTypeId="urn:microsoft.com/office/officeart/2005/8/layout/orgChart1" loCatId="hierarchy" qsTypeId="urn:microsoft.com/office/officeart/2005/8/quickstyle/simple2" qsCatId="simple" csTypeId="urn:microsoft.com/office/officeart/2005/8/colors/accent0_3" csCatId="mainScheme" phldr="1"/>
      <dgm:spPr/>
      <dgm:t>
        <a:bodyPr/>
        <a:lstStyle/>
        <a:p>
          <a:endParaRPr lang="en-AU"/>
        </a:p>
      </dgm:t>
    </dgm:pt>
    <dgm:pt modelId="{10A0EA3D-3AD4-4A16-AC66-3525B6400D15}">
      <dgm:prSet phldrT="[Text]" phldr="0" custT="1"/>
      <dgm:spPr>
        <a:solidFill>
          <a:srgbClr val="002060"/>
        </a:solidFill>
      </dgm:spPr>
      <dgm:t>
        <a:bodyPr/>
        <a:lstStyle/>
        <a:p>
          <a:r>
            <a:rPr lang="en-AU" sz="2400"/>
            <a:t>Transport Services for Business Customers</a:t>
          </a:r>
        </a:p>
      </dgm:t>
    </dgm:pt>
    <dgm:pt modelId="{C9D49A3E-3F67-4AE3-9FDA-6F9BB1AF9BD8}" type="parTrans" cxnId="{16F7F54E-B0C2-4129-B92D-8DE372385E3B}">
      <dgm:prSet/>
      <dgm:spPr/>
      <dgm:t>
        <a:bodyPr/>
        <a:lstStyle/>
        <a:p>
          <a:endParaRPr lang="en-AU"/>
        </a:p>
      </dgm:t>
    </dgm:pt>
    <dgm:pt modelId="{E0ACF1AB-2B68-4A49-8ADA-3E481ED4AF09}" type="sibTrans" cxnId="{16F7F54E-B0C2-4129-B92D-8DE372385E3B}">
      <dgm:prSet/>
      <dgm:spPr/>
      <dgm:t>
        <a:bodyPr/>
        <a:lstStyle/>
        <a:p>
          <a:endParaRPr lang="en-AU"/>
        </a:p>
      </dgm:t>
    </dgm:pt>
    <dgm:pt modelId="{145D55AA-61E0-495C-8F2D-EE36475B0338}">
      <dgm:prSet phldrT="[Text]" phldr="0"/>
      <dgm:spPr>
        <a:solidFill>
          <a:schemeClr val="tx2">
            <a:lumMod val="75000"/>
            <a:lumOff val="25000"/>
          </a:schemeClr>
        </a:solidFill>
      </dgm:spPr>
      <dgm:t>
        <a:bodyPr/>
        <a:lstStyle/>
        <a:p>
          <a:r>
            <a:rPr lang="en-AU"/>
            <a:t>Business Process &amp; Operating Model</a:t>
          </a:r>
        </a:p>
      </dgm:t>
    </dgm:pt>
    <dgm:pt modelId="{0C9BCA1A-676D-4632-848E-0829D4E5185A}" type="parTrans" cxnId="{B122E7C2-6E03-4A33-83BE-FB576B3891B7}">
      <dgm:prSet/>
      <dgm:spPr/>
      <dgm:t>
        <a:bodyPr/>
        <a:lstStyle/>
        <a:p>
          <a:endParaRPr lang="en-AU"/>
        </a:p>
      </dgm:t>
    </dgm:pt>
    <dgm:pt modelId="{DE2925A3-7D6A-483F-AED9-5E2A830936B3}" type="sibTrans" cxnId="{B122E7C2-6E03-4A33-83BE-FB576B3891B7}">
      <dgm:prSet/>
      <dgm:spPr/>
      <dgm:t>
        <a:bodyPr/>
        <a:lstStyle/>
        <a:p>
          <a:endParaRPr lang="en-AU"/>
        </a:p>
      </dgm:t>
    </dgm:pt>
    <dgm:pt modelId="{C5037945-930F-4B75-858B-B894823169CF}">
      <dgm:prSet/>
      <dgm:spPr>
        <a:solidFill>
          <a:schemeClr val="tx2">
            <a:lumMod val="75000"/>
            <a:lumOff val="25000"/>
          </a:schemeClr>
        </a:solidFill>
      </dgm:spPr>
      <dgm:t>
        <a:bodyPr/>
        <a:lstStyle/>
        <a:p>
          <a:r>
            <a:rPr lang="en-AU"/>
            <a:t>Product Management &amp; Governance</a:t>
          </a:r>
        </a:p>
      </dgm:t>
    </dgm:pt>
    <dgm:pt modelId="{D4470D27-09CC-41EB-BA1A-CCC1BA5C0E27}" type="parTrans" cxnId="{01E80BCF-1ECB-430D-A350-FE3C8C51032F}">
      <dgm:prSet/>
      <dgm:spPr/>
      <dgm:t>
        <a:bodyPr/>
        <a:lstStyle/>
        <a:p>
          <a:endParaRPr lang="en-AU"/>
        </a:p>
      </dgm:t>
    </dgm:pt>
    <dgm:pt modelId="{1E8234E8-902F-4E23-8B68-776EF1344419}" type="sibTrans" cxnId="{01E80BCF-1ECB-430D-A350-FE3C8C51032F}">
      <dgm:prSet/>
      <dgm:spPr/>
      <dgm:t>
        <a:bodyPr/>
        <a:lstStyle/>
        <a:p>
          <a:endParaRPr lang="en-AU"/>
        </a:p>
      </dgm:t>
    </dgm:pt>
    <dgm:pt modelId="{26763262-632B-46CC-BA82-DA9DFC8A319D}">
      <dgm:prSet/>
      <dgm:spPr>
        <a:solidFill>
          <a:schemeClr val="tx2">
            <a:lumMod val="75000"/>
            <a:lumOff val="25000"/>
          </a:schemeClr>
        </a:solidFill>
      </dgm:spPr>
      <dgm:t>
        <a:bodyPr/>
        <a:lstStyle/>
        <a:p>
          <a:r>
            <a:rPr lang="en-AU"/>
            <a:t>Requirements &amp; Design</a:t>
          </a:r>
        </a:p>
      </dgm:t>
    </dgm:pt>
    <dgm:pt modelId="{33FD4574-5FBE-445D-A451-69994E30F552}" type="parTrans" cxnId="{CBD31DC1-FA84-4991-BF96-345E844ED7E9}">
      <dgm:prSet/>
      <dgm:spPr/>
      <dgm:t>
        <a:bodyPr/>
        <a:lstStyle/>
        <a:p>
          <a:endParaRPr lang="en-AU"/>
        </a:p>
      </dgm:t>
    </dgm:pt>
    <dgm:pt modelId="{84C37D61-B689-4A7F-B29B-92B77CD3E11A}" type="sibTrans" cxnId="{CBD31DC1-FA84-4991-BF96-345E844ED7E9}">
      <dgm:prSet/>
      <dgm:spPr/>
      <dgm:t>
        <a:bodyPr/>
        <a:lstStyle/>
        <a:p>
          <a:endParaRPr lang="en-AU"/>
        </a:p>
      </dgm:t>
    </dgm:pt>
    <dgm:pt modelId="{75DFC915-9462-4A30-AE1F-37CE18B3C6D2}">
      <dgm:prSet phldrT="[Text]" phldr="0"/>
      <dgm:spPr>
        <a:solidFill>
          <a:schemeClr val="tx2">
            <a:lumMod val="75000"/>
            <a:lumOff val="25000"/>
          </a:schemeClr>
        </a:solidFill>
      </dgm:spPr>
      <dgm:t>
        <a:bodyPr/>
        <a:lstStyle/>
        <a:p>
          <a:r>
            <a:rPr lang="en-AU"/>
            <a:t>Change Impact &amp; Business Readiness</a:t>
          </a:r>
        </a:p>
      </dgm:t>
    </dgm:pt>
    <dgm:pt modelId="{F8130828-F801-48B7-A83D-32C060147E31}" type="parTrans" cxnId="{5F5F20C9-F4E0-4374-8747-B7F46FEC88D8}">
      <dgm:prSet/>
      <dgm:spPr/>
      <dgm:t>
        <a:bodyPr/>
        <a:lstStyle/>
        <a:p>
          <a:endParaRPr lang="en-AU"/>
        </a:p>
      </dgm:t>
    </dgm:pt>
    <dgm:pt modelId="{727CFFC1-D6CC-4121-8182-E56D6E59AF3A}" type="sibTrans" cxnId="{5F5F20C9-F4E0-4374-8747-B7F46FEC88D8}">
      <dgm:prSet/>
      <dgm:spPr/>
      <dgm:t>
        <a:bodyPr/>
        <a:lstStyle/>
        <a:p>
          <a:endParaRPr lang="en-AU"/>
        </a:p>
      </dgm:t>
    </dgm:pt>
    <dgm:pt modelId="{CFBF96BE-57AC-4278-BEE8-4529105B485E}">
      <dgm:prSet phldrT="[Text]" phldr="0"/>
      <dgm:spPr>
        <a:solidFill>
          <a:schemeClr val="tx2">
            <a:lumMod val="75000"/>
            <a:lumOff val="25000"/>
          </a:schemeClr>
        </a:solidFill>
      </dgm:spPr>
      <dgm:t>
        <a:bodyPr/>
        <a:lstStyle/>
        <a:p>
          <a:r>
            <a:rPr lang="en-AU"/>
            <a:t>Benefits Realisation</a:t>
          </a:r>
        </a:p>
      </dgm:t>
    </dgm:pt>
    <dgm:pt modelId="{E93B594F-0000-4F1E-9B42-4CBD54251AE9}" type="parTrans" cxnId="{EFCDE451-2354-4EFE-B526-56B196DC5C32}">
      <dgm:prSet/>
      <dgm:spPr/>
      <dgm:t>
        <a:bodyPr/>
        <a:lstStyle/>
        <a:p>
          <a:endParaRPr lang="en-AU"/>
        </a:p>
      </dgm:t>
    </dgm:pt>
    <dgm:pt modelId="{193FE8D6-E354-43F8-A281-6AE4CE481BEC}" type="sibTrans" cxnId="{EFCDE451-2354-4EFE-B526-56B196DC5C32}">
      <dgm:prSet/>
      <dgm:spPr/>
      <dgm:t>
        <a:bodyPr/>
        <a:lstStyle/>
        <a:p>
          <a:endParaRPr lang="en-AU"/>
        </a:p>
      </dgm:t>
    </dgm:pt>
    <dgm:pt modelId="{950DF26E-17D9-4CD6-BA22-3B12B191F0B1}">
      <dgm:prSet phldrT="[Text]" phldr="0"/>
      <dgm:spPr>
        <a:solidFill>
          <a:schemeClr val="bg2">
            <a:lumMod val="25000"/>
          </a:schemeClr>
        </a:solidFill>
      </dgm:spPr>
      <dgm:t>
        <a:bodyPr/>
        <a:lstStyle/>
        <a:p>
          <a:r>
            <a:rPr lang="en-AU"/>
            <a:t>Planning &amp; Control</a:t>
          </a:r>
        </a:p>
      </dgm:t>
    </dgm:pt>
    <dgm:pt modelId="{8B435217-472D-41FB-B90A-51F67EEBBD13}" type="parTrans" cxnId="{18BCA797-5F65-49B1-8AEA-2FB4844D84F8}">
      <dgm:prSet/>
      <dgm:spPr/>
      <dgm:t>
        <a:bodyPr/>
        <a:lstStyle/>
        <a:p>
          <a:endParaRPr lang="en-AU"/>
        </a:p>
      </dgm:t>
    </dgm:pt>
    <dgm:pt modelId="{3496055C-9922-4C65-AC08-2AF91F9C60B6}" type="sibTrans" cxnId="{18BCA797-5F65-49B1-8AEA-2FB4844D84F8}">
      <dgm:prSet/>
      <dgm:spPr/>
      <dgm:t>
        <a:bodyPr/>
        <a:lstStyle/>
        <a:p>
          <a:endParaRPr lang="en-AU"/>
        </a:p>
      </dgm:t>
    </dgm:pt>
    <dgm:pt modelId="{4ED5C0B1-92B0-476D-A064-D707F3607BE3}">
      <dgm:prSet phldrT="[Text]" phldr="0"/>
      <dgm:spPr>
        <a:solidFill>
          <a:schemeClr val="bg2">
            <a:lumMod val="75000"/>
          </a:schemeClr>
        </a:solidFill>
      </dgm:spPr>
      <dgm:t>
        <a:bodyPr/>
        <a:lstStyle/>
        <a:p>
          <a:r>
            <a:rPr lang="en-AU"/>
            <a:t>Product Description</a:t>
          </a:r>
        </a:p>
      </dgm:t>
    </dgm:pt>
    <dgm:pt modelId="{17C83013-93B6-4299-822D-850CD1F8E1C4}" type="parTrans" cxnId="{8CFD9902-76DB-4D53-91D0-7D582C045FF2}">
      <dgm:prSet/>
      <dgm:spPr/>
      <dgm:t>
        <a:bodyPr/>
        <a:lstStyle/>
        <a:p>
          <a:endParaRPr lang="en-AU"/>
        </a:p>
      </dgm:t>
    </dgm:pt>
    <dgm:pt modelId="{A5A166A9-7ADF-4C77-893B-1E0CB3D4B3BB}" type="sibTrans" cxnId="{8CFD9902-76DB-4D53-91D0-7D582C045FF2}">
      <dgm:prSet/>
      <dgm:spPr/>
      <dgm:t>
        <a:bodyPr/>
        <a:lstStyle/>
        <a:p>
          <a:endParaRPr lang="en-AU"/>
        </a:p>
      </dgm:t>
    </dgm:pt>
    <dgm:pt modelId="{92162928-B373-4802-B988-4C318FAE4B4C}">
      <dgm:prSet phldrT="[Text]" phldr="0"/>
      <dgm:spPr>
        <a:solidFill>
          <a:schemeClr val="bg2">
            <a:lumMod val="25000"/>
          </a:schemeClr>
        </a:solidFill>
      </dgm:spPr>
      <dgm:t>
        <a:bodyPr/>
        <a:lstStyle/>
        <a:p>
          <a:r>
            <a:rPr lang="en-AU"/>
            <a:t>Risk, Issue &amp; Assurance</a:t>
          </a:r>
        </a:p>
      </dgm:t>
    </dgm:pt>
    <dgm:pt modelId="{691118F6-AAF5-40E0-AD6D-235FADC018C0}" type="parTrans" cxnId="{49A02DA8-92BB-429F-A755-417A2EC3E9B9}">
      <dgm:prSet/>
      <dgm:spPr/>
      <dgm:t>
        <a:bodyPr/>
        <a:lstStyle/>
        <a:p>
          <a:endParaRPr lang="en-AU"/>
        </a:p>
      </dgm:t>
    </dgm:pt>
    <dgm:pt modelId="{7F58E25C-EE12-4CC1-9C39-BC755918B106}" type="sibTrans" cxnId="{49A02DA8-92BB-429F-A755-417A2EC3E9B9}">
      <dgm:prSet/>
      <dgm:spPr/>
      <dgm:t>
        <a:bodyPr/>
        <a:lstStyle/>
        <a:p>
          <a:endParaRPr lang="en-AU"/>
        </a:p>
      </dgm:t>
    </dgm:pt>
    <dgm:pt modelId="{986A668E-B947-4E9B-BC49-750AC65155F3}">
      <dgm:prSet phldrT="[Text]" phldr="0"/>
      <dgm:spPr>
        <a:solidFill>
          <a:schemeClr val="bg2">
            <a:lumMod val="25000"/>
          </a:schemeClr>
        </a:solidFill>
      </dgm:spPr>
      <dgm:t>
        <a:bodyPr/>
        <a:lstStyle/>
        <a:p>
          <a:r>
            <a:rPr lang="en-AU"/>
            <a:t>Change &amp; Configuration Control</a:t>
          </a:r>
        </a:p>
      </dgm:t>
    </dgm:pt>
    <dgm:pt modelId="{D05A1DE1-7189-4112-B5BB-9BF305C53705}" type="parTrans" cxnId="{CEEB7152-37E6-47BF-BC73-F208623103A5}">
      <dgm:prSet/>
      <dgm:spPr/>
      <dgm:t>
        <a:bodyPr/>
        <a:lstStyle/>
        <a:p>
          <a:endParaRPr lang="en-AU"/>
        </a:p>
      </dgm:t>
    </dgm:pt>
    <dgm:pt modelId="{E23EDDC4-137D-4726-B038-398AA676BF49}" type="sibTrans" cxnId="{CEEB7152-37E6-47BF-BC73-F208623103A5}">
      <dgm:prSet/>
      <dgm:spPr/>
      <dgm:t>
        <a:bodyPr/>
        <a:lstStyle/>
        <a:p>
          <a:endParaRPr lang="en-AU"/>
        </a:p>
      </dgm:t>
    </dgm:pt>
    <dgm:pt modelId="{A2074807-3C28-4B33-9EEB-412E5A1AA954}">
      <dgm:prSet phldrT="[Text]" phldr="0"/>
      <dgm:spPr>
        <a:solidFill>
          <a:schemeClr val="bg2">
            <a:lumMod val="25000"/>
          </a:schemeClr>
        </a:solidFill>
      </dgm:spPr>
      <dgm:t>
        <a:bodyPr/>
        <a:lstStyle/>
        <a:p>
          <a:r>
            <a:rPr lang="en-AU"/>
            <a:t>Closure &amp; Continuous Improvement</a:t>
          </a:r>
        </a:p>
      </dgm:t>
    </dgm:pt>
    <dgm:pt modelId="{CA54F505-FAAD-4FFF-AE99-F02D8805AA90}" type="parTrans" cxnId="{FF52CBED-35A2-4EC8-90B0-070F59F53CEF}">
      <dgm:prSet/>
      <dgm:spPr/>
      <dgm:t>
        <a:bodyPr/>
        <a:lstStyle/>
        <a:p>
          <a:endParaRPr lang="en-AU"/>
        </a:p>
      </dgm:t>
    </dgm:pt>
    <dgm:pt modelId="{C0480748-AD54-45DF-99A7-51B5C002D86D}" type="sibTrans" cxnId="{FF52CBED-35A2-4EC8-90B0-070F59F53CEF}">
      <dgm:prSet/>
      <dgm:spPr/>
      <dgm:t>
        <a:bodyPr/>
        <a:lstStyle/>
        <a:p>
          <a:endParaRPr lang="en-AU"/>
        </a:p>
      </dgm:t>
    </dgm:pt>
    <dgm:pt modelId="{54A214D2-D44C-4CCE-9AEB-B812186FBE9F}">
      <dgm:prSet phldrT="[Text]" phldr="0"/>
      <dgm:spPr>
        <a:solidFill>
          <a:schemeClr val="bg2">
            <a:lumMod val="25000"/>
          </a:schemeClr>
        </a:solidFill>
      </dgm:spPr>
      <dgm:t>
        <a:bodyPr/>
        <a:lstStyle/>
        <a:p>
          <a:r>
            <a:rPr lang="en-AU"/>
            <a:t>Current State &amp; Requirements</a:t>
          </a:r>
        </a:p>
      </dgm:t>
    </dgm:pt>
    <dgm:pt modelId="{C08DA14E-AC2A-41C9-8939-B45B3C4534E7}" type="parTrans" cxnId="{9F53E5A3-9B19-4FC1-8589-24E20C15421E}">
      <dgm:prSet/>
      <dgm:spPr/>
      <dgm:t>
        <a:bodyPr/>
        <a:lstStyle/>
        <a:p>
          <a:endParaRPr lang="en-AU"/>
        </a:p>
      </dgm:t>
    </dgm:pt>
    <dgm:pt modelId="{FBCA2515-4244-4CFE-A263-81F118C8D283}" type="sibTrans" cxnId="{9F53E5A3-9B19-4FC1-8589-24E20C15421E}">
      <dgm:prSet/>
      <dgm:spPr/>
      <dgm:t>
        <a:bodyPr/>
        <a:lstStyle/>
        <a:p>
          <a:endParaRPr lang="en-AU"/>
        </a:p>
      </dgm:t>
    </dgm:pt>
    <dgm:pt modelId="{E6F20497-E36F-4F26-9883-A4BC83ABA34F}">
      <dgm:prSet phldrT="[Text]" phldr="0"/>
      <dgm:spPr>
        <a:solidFill>
          <a:schemeClr val="bg2">
            <a:lumMod val="75000"/>
          </a:schemeClr>
        </a:solidFill>
      </dgm:spPr>
      <dgm:t>
        <a:bodyPr/>
        <a:lstStyle/>
        <a:p>
          <a:r>
            <a:rPr lang="en-AU"/>
            <a:t>Delivery Plan</a:t>
          </a:r>
        </a:p>
      </dgm:t>
    </dgm:pt>
    <dgm:pt modelId="{D0C79BF9-EA6A-470B-B112-99598FC4D66F}" type="parTrans" cxnId="{D300E039-74EF-424B-BEE3-74A835BF10D4}">
      <dgm:prSet/>
      <dgm:spPr/>
      <dgm:t>
        <a:bodyPr/>
        <a:lstStyle/>
        <a:p>
          <a:endParaRPr lang="en-AU"/>
        </a:p>
      </dgm:t>
    </dgm:pt>
    <dgm:pt modelId="{8F328C89-2759-432D-B287-2DED491F5A0E}" type="sibTrans" cxnId="{D300E039-74EF-424B-BEE3-74A835BF10D4}">
      <dgm:prSet/>
      <dgm:spPr/>
      <dgm:t>
        <a:bodyPr/>
        <a:lstStyle/>
        <a:p>
          <a:endParaRPr lang="en-AU"/>
        </a:p>
      </dgm:t>
    </dgm:pt>
    <dgm:pt modelId="{E670956E-23BE-4CCF-9CC8-C73CE9824EFC}">
      <dgm:prSet phldrT="[Text]" phldr="0"/>
      <dgm:spPr>
        <a:solidFill>
          <a:schemeClr val="bg2">
            <a:lumMod val="25000"/>
          </a:schemeClr>
        </a:solidFill>
      </dgm:spPr>
      <dgm:t>
        <a:bodyPr/>
        <a:lstStyle/>
        <a:p>
          <a:r>
            <a:rPr lang="en-AU"/>
            <a:t>Solution Design</a:t>
          </a:r>
        </a:p>
      </dgm:t>
    </dgm:pt>
    <dgm:pt modelId="{F03F1325-F889-4151-B190-44DECF7357FE}" type="parTrans" cxnId="{E903745C-04D3-47FF-938C-B6D4E7A3591C}">
      <dgm:prSet/>
      <dgm:spPr/>
      <dgm:t>
        <a:bodyPr/>
        <a:lstStyle/>
        <a:p>
          <a:endParaRPr lang="en-AU"/>
        </a:p>
      </dgm:t>
    </dgm:pt>
    <dgm:pt modelId="{D688AB0F-0A4C-420E-A0DD-5A1ABD285209}" type="sibTrans" cxnId="{E903745C-04D3-47FF-938C-B6D4E7A3591C}">
      <dgm:prSet/>
      <dgm:spPr/>
      <dgm:t>
        <a:bodyPr/>
        <a:lstStyle/>
        <a:p>
          <a:endParaRPr lang="en-AU"/>
        </a:p>
      </dgm:t>
    </dgm:pt>
    <dgm:pt modelId="{E72F02CF-18B3-473D-BA51-A3A921F54BCB}">
      <dgm:prSet phldrT="[Text]" phldr="0"/>
      <dgm:spPr>
        <a:solidFill>
          <a:schemeClr val="bg2">
            <a:lumMod val="25000"/>
          </a:schemeClr>
        </a:solidFill>
      </dgm:spPr>
      <dgm:t>
        <a:bodyPr/>
        <a:lstStyle/>
        <a:p>
          <a:r>
            <a:rPr lang="en-AU"/>
            <a:t>Process Design</a:t>
          </a:r>
        </a:p>
      </dgm:t>
    </dgm:pt>
    <dgm:pt modelId="{DAAB9B73-0654-44F2-BFB2-2A12E0C8324D}" type="parTrans" cxnId="{78316D8E-AFC5-47D8-AF85-1A8537C54658}">
      <dgm:prSet/>
      <dgm:spPr/>
      <dgm:t>
        <a:bodyPr/>
        <a:lstStyle/>
        <a:p>
          <a:endParaRPr lang="en-AU"/>
        </a:p>
      </dgm:t>
    </dgm:pt>
    <dgm:pt modelId="{97E97D14-2633-4446-81A4-AB6C3142C0CC}" type="sibTrans" cxnId="{78316D8E-AFC5-47D8-AF85-1A8537C54658}">
      <dgm:prSet/>
      <dgm:spPr/>
      <dgm:t>
        <a:bodyPr/>
        <a:lstStyle/>
        <a:p>
          <a:endParaRPr lang="en-AU"/>
        </a:p>
      </dgm:t>
    </dgm:pt>
    <dgm:pt modelId="{52C3973C-B7F3-447F-8C8A-6D0C97AC7D87}">
      <dgm:prSet phldrT="[Text]" phldr="0"/>
      <dgm:spPr>
        <a:solidFill>
          <a:schemeClr val="bg2">
            <a:lumMod val="25000"/>
          </a:schemeClr>
        </a:solidFill>
      </dgm:spPr>
      <dgm:t>
        <a:bodyPr/>
        <a:lstStyle/>
        <a:p>
          <a:r>
            <a:rPr lang="en-AU"/>
            <a:t>Policy, Structure &amp; Procedures</a:t>
          </a:r>
        </a:p>
      </dgm:t>
    </dgm:pt>
    <dgm:pt modelId="{CD9829E7-840B-4B2B-A393-F04E987952D6}" type="parTrans" cxnId="{8CF4515B-ECB6-46A2-BFB8-7C8714F6BF94}">
      <dgm:prSet/>
      <dgm:spPr/>
      <dgm:t>
        <a:bodyPr/>
        <a:lstStyle/>
        <a:p>
          <a:endParaRPr lang="en-AU"/>
        </a:p>
      </dgm:t>
    </dgm:pt>
    <dgm:pt modelId="{FD3C11DA-8337-4E02-AF54-1922BD386F80}" type="sibTrans" cxnId="{8CF4515B-ECB6-46A2-BFB8-7C8714F6BF94}">
      <dgm:prSet/>
      <dgm:spPr/>
      <dgm:t>
        <a:bodyPr/>
        <a:lstStyle/>
        <a:p>
          <a:endParaRPr lang="en-AU"/>
        </a:p>
      </dgm:t>
    </dgm:pt>
    <dgm:pt modelId="{05459587-4988-4521-A172-715582190CFB}">
      <dgm:prSet phldrT="[Text]" phldr="0"/>
      <dgm:spPr>
        <a:solidFill>
          <a:schemeClr val="bg2">
            <a:lumMod val="25000"/>
          </a:schemeClr>
        </a:solidFill>
      </dgm:spPr>
      <dgm:t>
        <a:bodyPr/>
        <a:lstStyle/>
        <a:p>
          <a:r>
            <a:rPr lang="en-AU"/>
            <a:t>Impact Assessment</a:t>
          </a:r>
        </a:p>
      </dgm:t>
    </dgm:pt>
    <dgm:pt modelId="{81DA8363-0B62-47BB-A1C0-276F95F61685}" type="parTrans" cxnId="{070420DA-0A98-4971-91C5-329C2B47EDBD}">
      <dgm:prSet/>
      <dgm:spPr/>
      <dgm:t>
        <a:bodyPr/>
        <a:lstStyle/>
        <a:p>
          <a:endParaRPr lang="en-AU"/>
        </a:p>
      </dgm:t>
    </dgm:pt>
    <dgm:pt modelId="{BB821CFB-ECAB-4AFD-84D7-F610E819B777}" type="sibTrans" cxnId="{070420DA-0A98-4971-91C5-329C2B47EDBD}">
      <dgm:prSet/>
      <dgm:spPr/>
      <dgm:t>
        <a:bodyPr/>
        <a:lstStyle/>
        <a:p>
          <a:endParaRPr lang="en-AU"/>
        </a:p>
      </dgm:t>
    </dgm:pt>
    <dgm:pt modelId="{1B6E74F3-B5A8-441C-AB65-775DCB44F666}">
      <dgm:prSet phldrT="[Text]" phldr="0"/>
      <dgm:spPr>
        <a:solidFill>
          <a:schemeClr val="bg2">
            <a:lumMod val="25000"/>
          </a:schemeClr>
        </a:solidFill>
      </dgm:spPr>
      <dgm:t>
        <a:bodyPr/>
        <a:lstStyle/>
        <a:p>
          <a:r>
            <a:rPr lang="en-AU"/>
            <a:t>Readiness &amp; Adoption</a:t>
          </a:r>
        </a:p>
      </dgm:t>
    </dgm:pt>
    <dgm:pt modelId="{3C79FE37-D072-433C-85E3-76D9529FB2A4}" type="parTrans" cxnId="{23B9B1D3-27DD-4CC3-A22E-88440AA4E8B1}">
      <dgm:prSet/>
      <dgm:spPr/>
      <dgm:t>
        <a:bodyPr/>
        <a:lstStyle/>
        <a:p>
          <a:endParaRPr lang="en-AU"/>
        </a:p>
      </dgm:t>
    </dgm:pt>
    <dgm:pt modelId="{43F121AF-991F-4E24-85F2-84A4E19BC598}" type="sibTrans" cxnId="{23B9B1D3-27DD-4CC3-A22E-88440AA4E8B1}">
      <dgm:prSet/>
      <dgm:spPr/>
      <dgm:t>
        <a:bodyPr/>
        <a:lstStyle/>
        <a:p>
          <a:endParaRPr lang="en-AU"/>
        </a:p>
      </dgm:t>
    </dgm:pt>
    <dgm:pt modelId="{435BDAA4-6C6D-4BA3-863B-6A6502930384}">
      <dgm:prSet phldrT="[Text]" phldr="0"/>
      <dgm:spPr>
        <a:solidFill>
          <a:schemeClr val="bg2">
            <a:lumMod val="25000"/>
          </a:schemeClr>
        </a:solidFill>
      </dgm:spPr>
      <dgm:t>
        <a:bodyPr/>
        <a:lstStyle/>
        <a:p>
          <a:r>
            <a:rPr lang="en-AU"/>
            <a:t>Benefits Planning</a:t>
          </a:r>
        </a:p>
      </dgm:t>
    </dgm:pt>
    <dgm:pt modelId="{B8FCF6F9-076B-4699-9E4E-2CA4C23B8C97}" type="parTrans" cxnId="{8B4D044C-C205-44CB-ABBF-D0B5206485D0}">
      <dgm:prSet/>
      <dgm:spPr/>
      <dgm:t>
        <a:bodyPr/>
        <a:lstStyle/>
        <a:p>
          <a:endParaRPr lang="en-AU"/>
        </a:p>
      </dgm:t>
    </dgm:pt>
    <dgm:pt modelId="{12E3D8B8-8157-4E1C-A5EB-5A67975F36DC}" type="sibTrans" cxnId="{8B4D044C-C205-44CB-ABBF-D0B5206485D0}">
      <dgm:prSet/>
      <dgm:spPr/>
      <dgm:t>
        <a:bodyPr/>
        <a:lstStyle/>
        <a:p>
          <a:endParaRPr lang="en-AU"/>
        </a:p>
      </dgm:t>
    </dgm:pt>
    <dgm:pt modelId="{148B9544-AAE4-4F82-A7BD-B12D32E93924}">
      <dgm:prSet/>
      <dgm:spPr>
        <a:solidFill>
          <a:schemeClr val="bg2">
            <a:lumMod val="75000"/>
          </a:schemeClr>
        </a:solidFill>
      </dgm:spPr>
      <dgm:t>
        <a:bodyPr/>
        <a:lstStyle/>
        <a:p>
          <a:r>
            <a:rPr lang="en-AU"/>
            <a:t>Risk Register</a:t>
          </a:r>
        </a:p>
      </dgm:t>
    </dgm:pt>
    <dgm:pt modelId="{4AB04E85-FE6A-4EA2-B818-06ED39A51C26}" type="parTrans" cxnId="{309B0C38-5738-4584-91AD-776BDC6BBA17}">
      <dgm:prSet/>
      <dgm:spPr/>
      <dgm:t>
        <a:bodyPr/>
        <a:lstStyle/>
        <a:p>
          <a:endParaRPr lang="en-AU"/>
        </a:p>
      </dgm:t>
    </dgm:pt>
    <dgm:pt modelId="{12357A0A-4A06-4BB5-AEEA-CDCA769E472E}" type="sibTrans" cxnId="{309B0C38-5738-4584-91AD-776BDC6BBA17}">
      <dgm:prSet/>
      <dgm:spPr/>
      <dgm:t>
        <a:bodyPr/>
        <a:lstStyle/>
        <a:p>
          <a:endParaRPr lang="en-AU"/>
        </a:p>
      </dgm:t>
    </dgm:pt>
    <dgm:pt modelId="{00AC022C-23A1-48BC-BDFF-3F7F28B476E7}">
      <dgm:prSet/>
      <dgm:spPr>
        <a:solidFill>
          <a:schemeClr val="bg2">
            <a:lumMod val="75000"/>
          </a:schemeClr>
        </a:solidFill>
      </dgm:spPr>
      <dgm:t>
        <a:bodyPr/>
        <a:lstStyle/>
        <a:p>
          <a:r>
            <a:rPr lang="en-AU"/>
            <a:t>Issue Register</a:t>
          </a:r>
        </a:p>
      </dgm:t>
    </dgm:pt>
    <dgm:pt modelId="{5AFEA85B-003E-4014-9827-C634609F3F12}" type="parTrans" cxnId="{DF2E5698-5B4A-4B41-9C80-E28878EDB7DF}">
      <dgm:prSet/>
      <dgm:spPr/>
      <dgm:t>
        <a:bodyPr/>
        <a:lstStyle/>
        <a:p>
          <a:endParaRPr lang="en-AU"/>
        </a:p>
      </dgm:t>
    </dgm:pt>
    <dgm:pt modelId="{88B58C69-EE3A-4081-B4A3-39CAD80B4C51}" type="sibTrans" cxnId="{DF2E5698-5B4A-4B41-9C80-E28878EDB7DF}">
      <dgm:prSet/>
      <dgm:spPr/>
      <dgm:t>
        <a:bodyPr/>
        <a:lstStyle/>
        <a:p>
          <a:endParaRPr lang="en-AU"/>
        </a:p>
      </dgm:t>
    </dgm:pt>
    <dgm:pt modelId="{176CD464-A480-4D5E-8CA9-ECC3F2A9DDFC}">
      <dgm:prSet/>
      <dgm:spPr>
        <a:solidFill>
          <a:schemeClr val="bg2">
            <a:lumMod val="75000"/>
          </a:schemeClr>
        </a:solidFill>
      </dgm:spPr>
      <dgm:t>
        <a:bodyPr/>
        <a:lstStyle/>
        <a:p>
          <a:r>
            <a:rPr lang="en-AU"/>
            <a:t>Quality Register</a:t>
          </a:r>
        </a:p>
      </dgm:t>
    </dgm:pt>
    <dgm:pt modelId="{9F4895CA-DAB9-4588-8D38-7BD099F5583E}" type="parTrans" cxnId="{7FCDE794-8304-44A3-A38E-F0FDF2DD2753}">
      <dgm:prSet/>
      <dgm:spPr/>
      <dgm:t>
        <a:bodyPr/>
        <a:lstStyle/>
        <a:p>
          <a:endParaRPr lang="en-AU"/>
        </a:p>
      </dgm:t>
    </dgm:pt>
    <dgm:pt modelId="{01A383FF-6FCA-4891-BA9D-7AD5E2B4EC2E}" type="sibTrans" cxnId="{7FCDE794-8304-44A3-A38E-F0FDF2DD2753}">
      <dgm:prSet/>
      <dgm:spPr/>
      <dgm:t>
        <a:bodyPr/>
        <a:lstStyle/>
        <a:p>
          <a:endParaRPr lang="en-AU"/>
        </a:p>
      </dgm:t>
    </dgm:pt>
    <dgm:pt modelId="{0C099BB8-4A5F-4B8A-B703-DCB7480DDD44}">
      <dgm:prSet/>
      <dgm:spPr>
        <a:solidFill>
          <a:schemeClr val="bg2">
            <a:lumMod val="75000"/>
          </a:schemeClr>
        </a:solidFill>
      </dgm:spPr>
      <dgm:t>
        <a:bodyPr/>
        <a:lstStyle/>
        <a:p>
          <a:r>
            <a:rPr lang="en-AU"/>
            <a:t>Assumptions Log</a:t>
          </a:r>
        </a:p>
      </dgm:t>
    </dgm:pt>
    <dgm:pt modelId="{9FADCBC3-F229-4620-B60A-FB762FF9A001}" type="parTrans" cxnId="{3B6E69F6-2D97-42FB-80C9-90F0D7B7D2A6}">
      <dgm:prSet/>
      <dgm:spPr/>
      <dgm:t>
        <a:bodyPr/>
        <a:lstStyle/>
        <a:p>
          <a:endParaRPr lang="en-AU"/>
        </a:p>
      </dgm:t>
    </dgm:pt>
    <dgm:pt modelId="{1247D2A4-C4C8-4C39-BE98-B29DD737739E}" type="sibTrans" cxnId="{3B6E69F6-2D97-42FB-80C9-90F0D7B7D2A6}">
      <dgm:prSet/>
      <dgm:spPr/>
      <dgm:t>
        <a:bodyPr/>
        <a:lstStyle/>
        <a:p>
          <a:endParaRPr lang="en-AU"/>
        </a:p>
      </dgm:t>
    </dgm:pt>
    <dgm:pt modelId="{ADAD034A-1C03-496E-B3DA-20F322473142}">
      <dgm:prSet/>
      <dgm:spPr>
        <a:solidFill>
          <a:schemeClr val="bg2">
            <a:lumMod val="75000"/>
          </a:schemeClr>
        </a:solidFill>
      </dgm:spPr>
      <dgm:t>
        <a:bodyPr/>
        <a:lstStyle/>
        <a:p>
          <a:pPr>
            <a:buNone/>
          </a:pPr>
          <a:r>
            <a:rPr lang="en-AU" b="0" i="0" u="none"/>
            <a:t>Configuration Item Record</a:t>
          </a:r>
          <a:r>
            <a:rPr lang="en-AU"/>
            <a:t> </a:t>
          </a:r>
        </a:p>
      </dgm:t>
    </dgm:pt>
    <dgm:pt modelId="{905C034C-7C39-4940-8EF1-996096FC5C92}" type="parTrans" cxnId="{1CB9ED65-78F7-4A03-8E9A-7C48AFF738D2}">
      <dgm:prSet/>
      <dgm:spPr/>
      <dgm:t>
        <a:bodyPr/>
        <a:lstStyle/>
        <a:p>
          <a:endParaRPr lang="en-AU"/>
        </a:p>
      </dgm:t>
    </dgm:pt>
    <dgm:pt modelId="{0D4CB279-A65C-4060-B37F-7BD7BA178BA0}" type="sibTrans" cxnId="{1CB9ED65-78F7-4A03-8E9A-7C48AFF738D2}">
      <dgm:prSet/>
      <dgm:spPr/>
      <dgm:t>
        <a:bodyPr/>
        <a:lstStyle/>
        <a:p>
          <a:endParaRPr lang="en-AU"/>
        </a:p>
      </dgm:t>
    </dgm:pt>
    <dgm:pt modelId="{9686FD60-0C64-4E7A-B65B-577F4EBB370B}">
      <dgm:prSet/>
      <dgm:spPr>
        <a:solidFill>
          <a:schemeClr val="bg2">
            <a:lumMod val="75000"/>
          </a:schemeClr>
        </a:solidFill>
      </dgm:spPr>
      <dgm:t>
        <a:bodyPr/>
        <a:lstStyle/>
        <a:p>
          <a:pPr>
            <a:buNone/>
          </a:pPr>
          <a:r>
            <a:rPr lang="en-AU" b="0" i="0" u="none"/>
            <a:t>Change Register</a:t>
          </a:r>
          <a:r>
            <a:rPr lang="en-AU"/>
            <a:t> </a:t>
          </a:r>
        </a:p>
      </dgm:t>
    </dgm:pt>
    <dgm:pt modelId="{871A2A53-1159-46DE-9E54-4CBCCDE56CC6}" type="parTrans" cxnId="{35F3BBF5-AA37-443A-BAA7-2249199E6C90}">
      <dgm:prSet/>
      <dgm:spPr/>
      <dgm:t>
        <a:bodyPr/>
        <a:lstStyle/>
        <a:p>
          <a:endParaRPr lang="en-AU"/>
        </a:p>
      </dgm:t>
    </dgm:pt>
    <dgm:pt modelId="{7AC05B58-F1D9-4A94-A86B-BF0C8A114FD0}" type="sibTrans" cxnId="{35F3BBF5-AA37-443A-BAA7-2249199E6C90}">
      <dgm:prSet/>
      <dgm:spPr/>
      <dgm:t>
        <a:bodyPr/>
        <a:lstStyle/>
        <a:p>
          <a:endParaRPr lang="en-AU"/>
        </a:p>
      </dgm:t>
    </dgm:pt>
    <dgm:pt modelId="{B34D544A-1EDE-483B-B4CE-765BD1DC6DC0}">
      <dgm:prSet/>
      <dgm:spPr>
        <a:solidFill>
          <a:schemeClr val="bg2">
            <a:lumMod val="75000"/>
          </a:schemeClr>
        </a:solidFill>
      </dgm:spPr>
      <dgm:t>
        <a:bodyPr/>
        <a:lstStyle/>
        <a:p>
          <a:r>
            <a:rPr lang="en-AU"/>
            <a:t>Acceptance / Sign-off Record</a:t>
          </a:r>
        </a:p>
      </dgm:t>
    </dgm:pt>
    <dgm:pt modelId="{3268CC1B-A8C4-48DA-9546-3CC229468C0D}" type="parTrans" cxnId="{A75BC499-0D7B-4D2D-ABD1-C71DE704BC6B}">
      <dgm:prSet/>
      <dgm:spPr/>
      <dgm:t>
        <a:bodyPr/>
        <a:lstStyle/>
        <a:p>
          <a:endParaRPr lang="en-AU"/>
        </a:p>
      </dgm:t>
    </dgm:pt>
    <dgm:pt modelId="{92F070E4-9A18-4EE5-A878-96774D9B6DF2}" type="sibTrans" cxnId="{A75BC499-0D7B-4D2D-ABD1-C71DE704BC6B}">
      <dgm:prSet/>
      <dgm:spPr/>
      <dgm:t>
        <a:bodyPr/>
        <a:lstStyle/>
        <a:p>
          <a:endParaRPr lang="en-AU"/>
        </a:p>
      </dgm:t>
    </dgm:pt>
    <dgm:pt modelId="{783A28AA-F493-4D52-B315-F24AFF5BD00E}">
      <dgm:prSet/>
      <dgm:spPr>
        <a:solidFill>
          <a:schemeClr val="bg2">
            <a:lumMod val="75000"/>
          </a:schemeClr>
        </a:solidFill>
      </dgm:spPr>
      <dgm:t>
        <a:bodyPr/>
        <a:lstStyle/>
        <a:p>
          <a:r>
            <a:rPr lang="en-AU"/>
            <a:t>Lessons Learned Log</a:t>
          </a:r>
        </a:p>
      </dgm:t>
    </dgm:pt>
    <dgm:pt modelId="{8EA19B09-4081-4C75-BE6F-B89FC9122F02}" type="parTrans" cxnId="{9F301A46-7973-4139-BE8B-3C19FAA8EFA3}">
      <dgm:prSet/>
      <dgm:spPr/>
      <dgm:t>
        <a:bodyPr/>
        <a:lstStyle/>
        <a:p>
          <a:endParaRPr lang="en-AU"/>
        </a:p>
      </dgm:t>
    </dgm:pt>
    <dgm:pt modelId="{7DE26770-A485-41B9-8439-C2200821D1D8}" type="sibTrans" cxnId="{9F301A46-7973-4139-BE8B-3C19FAA8EFA3}">
      <dgm:prSet/>
      <dgm:spPr/>
      <dgm:t>
        <a:bodyPr/>
        <a:lstStyle/>
        <a:p>
          <a:endParaRPr lang="en-AU"/>
        </a:p>
      </dgm:t>
    </dgm:pt>
    <dgm:pt modelId="{0F02B370-286F-4E1B-80A8-B2AD40265B7C}">
      <dgm:prSet/>
      <dgm:spPr>
        <a:solidFill>
          <a:schemeClr val="bg2">
            <a:lumMod val="75000"/>
          </a:schemeClr>
        </a:solidFill>
      </dgm:spPr>
      <dgm:t>
        <a:bodyPr/>
        <a:lstStyle/>
        <a:p>
          <a:r>
            <a:rPr lang="en-AU"/>
            <a:t>Current State Assessment</a:t>
          </a:r>
        </a:p>
      </dgm:t>
    </dgm:pt>
    <dgm:pt modelId="{F967AC73-60EA-4945-AEC1-1AE5D8629C87}" type="parTrans" cxnId="{BDFC4F4B-7595-4E87-A369-BB1EF6A5A005}">
      <dgm:prSet/>
      <dgm:spPr/>
      <dgm:t>
        <a:bodyPr/>
        <a:lstStyle/>
        <a:p>
          <a:endParaRPr lang="en-AU"/>
        </a:p>
      </dgm:t>
    </dgm:pt>
    <dgm:pt modelId="{50FF85E0-74FC-459E-B8CB-53E1D88D20DF}" type="sibTrans" cxnId="{BDFC4F4B-7595-4E87-A369-BB1EF6A5A005}">
      <dgm:prSet/>
      <dgm:spPr/>
      <dgm:t>
        <a:bodyPr/>
        <a:lstStyle/>
        <a:p>
          <a:endParaRPr lang="en-AU"/>
        </a:p>
      </dgm:t>
    </dgm:pt>
    <dgm:pt modelId="{52C3BCD1-2F5D-456B-ABDD-1FD281CCF16A}">
      <dgm:prSet/>
      <dgm:spPr>
        <a:solidFill>
          <a:schemeClr val="bg2">
            <a:lumMod val="75000"/>
          </a:schemeClr>
        </a:solidFill>
      </dgm:spPr>
      <dgm:t>
        <a:bodyPr/>
        <a:lstStyle/>
        <a:p>
          <a:r>
            <a:rPr lang="en-AU"/>
            <a:t>Business Requirements</a:t>
          </a:r>
        </a:p>
      </dgm:t>
    </dgm:pt>
    <dgm:pt modelId="{1FA59B25-B97D-4856-89A0-8C3B6E523A3D}" type="parTrans" cxnId="{174CD86A-A5D9-440E-8BFA-A913F11DC17E}">
      <dgm:prSet/>
      <dgm:spPr/>
      <dgm:t>
        <a:bodyPr/>
        <a:lstStyle/>
        <a:p>
          <a:endParaRPr lang="en-AU"/>
        </a:p>
      </dgm:t>
    </dgm:pt>
    <dgm:pt modelId="{5CFA36C9-87A7-4E3E-B018-4BB5568D455C}" type="sibTrans" cxnId="{174CD86A-A5D9-440E-8BFA-A913F11DC17E}">
      <dgm:prSet/>
      <dgm:spPr/>
      <dgm:t>
        <a:bodyPr/>
        <a:lstStyle/>
        <a:p>
          <a:endParaRPr lang="en-AU"/>
        </a:p>
      </dgm:t>
    </dgm:pt>
    <dgm:pt modelId="{044DC898-7245-4442-9BD3-48FE3ED2D3B1}">
      <dgm:prSet/>
      <dgm:spPr>
        <a:solidFill>
          <a:schemeClr val="bg2">
            <a:lumMod val="75000"/>
          </a:schemeClr>
        </a:solidFill>
      </dgm:spPr>
      <dgm:t>
        <a:bodyPr/>
        <a:lstStyle/>
        <a:p>
          <a:r>
            <a:rPr lang="en-AU"/>
            <a:t>Functional Specification</a:t>
          </a:r>
        </a:p>
      </dgm:t>
    </dgm:pt>
    <dgm:pt modelId="{7649E386-3A39-4F9D-919B-A92095CAA640}" type="parTrans" cxnId="{4D017340-DD0A-442C-BE3F-60121FF362E5}">
      <dgm:prSet/>
      <dgm:spPr/>
      <dgm:t>
        <a:bodyPr/>
        <a:lstStyle/>
        <a:p>
          <a:endParaRPr lang="en-AU"/>
        </a:p>
      </dgm:t>
    </dgm:pt>
    <dgm:pt modelId="{F321AB74-4AA7-4A03-AE8E-0006B8F869A1}" type="sibTrans" cxnId="{4D017340-DD0A-442C-BE3F-60121FF362E5}">
      <dgm:prSet/>
      <dgm:spPr/>
      <dgm:t>
        <a:bodyPr/>
        <a:lstStyle/>
        <a:p>
          <a:endParaRPr lang="en-AU"/>
        </a:p>
      </dgm:t>
    </dgm:pt>
    <dgm:pt modelId="{4DF2D60D-23A1-4D1B-9910-B7405AEF1AF9}">
      <dgm:prSet/>
      <dgm:spPr>
        <a:solidFill>
          <a:schemeClr val="bg2">
            <a:lumMod val="75000"/>
          </a:schemeClr>
        </a:solidFill>
      </dgm:spPr>
      <dgm:t>
        <a:bodyPr/>
        <a:lstStyle/>
        <a:p>
          <a:r>
            <a:rPr lang="en-AU"/>
            <a:t>Technical Specification</a:t>
          </a:r>
        </a:p>
      </dgm:t>
    </dgm:pt>
    <dgm:pt modelId="{C9029BB1-6D2B-4E61-AFD3-13881B4AF078}" type="parTrans" cxnId="{274E8A48-958B-4B2B-83B4-294A055EE3CD}">
      <dgm:prSet/>
      <dgm:spPr/>
      <dgm:t>
        <a:bodyPr/>
        <a:lstStyle/>
        <a:p>
          <a:endParaRPr lang="en-AU"/>
        </a:p>
      </dgm:t>
    </dgm:pt>
    <dgm:pt modelId="{FFCE032D-29BA-4D7E-B32A-80869A8FFBAF}" type="sibTrans" cxnId="{274E8A48-958B-4B2B-83B4-294A055EE3CD}">
      <dgm:prSet/>
      <dgm:spPr/>
      <dgm:t>
        <a:bodyPr/>
        <a:lstStyle/>
        <a:p>
          <a:endParaRPr lang="en-AU"/>
        </a:p>
      </dgm:t>
    </dgm:pt>
    <dgm:pt modelId="{DA630805-589F-40FE-B4A9-A3C7971583FB}">
      <dgm:prSet/>
      <dgm:spPr>
        <a:solidFill>
          <a:schemeClr val="bg2">
            <a:lumMod val="75000"/>
          </a:schemeClr>
        </a:solidFill>
      </dgm:spPr>
      <dgm:t>
        <a:bodyPr/>
        <a:lstStyle/>
        <a:p>
          <a:r>
            <a:rPr lang="en-AU"/>
            <a:t>Business Process Maps</a:t>
          </a:r>
        </a:p>
      </dgm:t>
    </dgm:pt>
    <dgm:pt modelId="{21D2D3E8-ED16-4668-8A50-BA9C625F6C75}" type="parTrans" cxnId="{0ECAC545-A10E-4A1D-9B83-461095219625}">
      <dgm:prSet/>
      <dgm:spPr/>
      <dgm:t>
        <a:bodyPr/>
        <a:lstStyle/>
        <a:p>
          <a:endParaRPr lang="en-AU"/>
        </a:p>
      </dgm:t>
    </dgm:pt>
    <dgm:pt modelId="{7DD32041-1F6D-43CF-86D9-B3A357D8B036}" type="sibTrans" cxnId="{0ECAC545-A10E-4A1D-9B83-461095219625}">
      <dgm:prSet/>
      <dgm:spPr/>
      <dgm:t>
        <a:bodyPr/>
        <a:lstStyle/>
        <a:p>
          <a:endParaRPr lang="en-AU"/>
        </a:p>
      </dgm:t>
    </dgm:pt>
    <dgm:pt modelId="{DF9E427A-F061-4D73-876E-50DFE6A2B7E5}">
      <dgm:prSet/>
      <dgm:spPr>
        <a:solidFill>
          <a:schemeClr val="bg2">
            <a:lumMod val="75000"/>
          </a:schemeClr>
        </a:solidFill>
      </dgm:spPr>
      <dgm:t>
        <a:bodyPr/>
        <a:lstStyle/>
        <a:p>
          <a:r>
            <a:rPr lang="en-AU"/>
            <a:t>Target Operating Model</a:t>
          </a:r>
        </a:p>
      </dgm:t>
    </dgm:pt>
    <dgm:pt modelId="{0A2748D7-A676-47D0-86C9-1C95FAEAC323}" type="parTrans" cxnId="{11EB690B-E4FE-4F67-AE1F-18BDE3A0C068}">
      <dgm:prSet/>
      <dgm:spPr/>
      <dgm:t>
        <a:bodyPr/>
        <a:lstStyle/>
        <a:p>
          <a:endParaRPr lang="en-AU"/>
        </a:p>
      </dgm:t>
    </dgm:pt>
    <dgm:pt modelId="{976951EB-5A6F-4FE6-946C-BA2364294F13}" type="sibTrans" cxnId="{11EB690B-E4FE-4F67-AE1F-18BDE3A0C068}">
      <dgm:prSet/>
      <dgm:spPr/>
      <dgm:t>
        <a:bodyPr/>
        <a:lstStyle/>
        <a:p>
          <a:endParaRPr lang="en-AU"/>
        </a:p>
      </dgm:t>
    </dgm:pt>
    <dgm:pt modelId="{6179B0DF-E47A-4DC1-A6E5-35A2A8035506}">
      <dgm:prSet/>
      <dgm:spPr>
        <a:solidFill>
          <a:schemeClr val="bg2">
            <a:lumMod val="75000"/>
          </a:schemeClr>
        </a:solidFill>
      </dgm:spPr>
      <dgm:t>
        <a:bodyPr/>
        <a:lstStyle/>
        <a:p>
          <a:r>
            <a:rPr lang="en-AU"/>
            <a:t>Revised Policies &amp; Procedures</a:t>
          </a:r>
        </a:p>
      </dgm:t>
    </dgm:pt>
    <dgm:pt modelId="{7503258F-CB4C-4821-9D8D-C5A58C1571DE}" type="parTrans" cxnId="{34555928-D684-4C54-88AD-6477A968AE47}">
      <dgm:prSet/>
      <dgm:spPr/>
      <dgm:t>
        <a:bodyPr/>
        <a:lstStyle/>
        <a:p>
          <a:endParaRPr lang="en-AU"/>
        </a:p>
      </dgm:t>
    </dgm:pt>
    <dgm:pt modelId="{4AA92FAA-660E-4451-AAED-C02C3ABD0A79}" type="sibTrans" cxnId="{34555928-D684-4C54-88AD-6477A968AE47}">
      <dgm:prSet/>
      <dgm:spPr/>
      <dgm:t>
        <a:bodyPr/>
        <a:lstStyle/>
        <a:p>
          <a:endParaRPr lang="en-AU"/>
        </a:p>
      </dgm:t>
    </dgm:pt>
    <dgm:pt modelId="{63C0A874-E3F2-452F-95FF-C800D865E671}">
      <dgm:prSet/>
      <dgm:spPr>
        <a:solidFill>
          <a:schemeClr val="bg2">
            <a:lumMod val="75000"/>
          </a:schemeClr>
        </a:solidFill>
      </dgm:spPr>
      <dgm:t>
        <a:bodyPr/>
        <a:lstStyle/>
        <a:p>
          <a:r>
            <a:rPr lang="en-AU"/>
            <a:t>Org Structure &amp; RACI Changes</a:t>
          </a:r>
        </a:p>
      </dgm:t>
    </dgm:pt>
    <dgm:pt modelId="{FB0EDD93-3471-4BEA-9C74-D18C3A65BE60}" type="parTrans" cxnId="{93913021-D7BD-48AB-A6A2-0520C516965E}">
      <dgm:prSet/>
      <dgm:spPr/>
      <dgm:t>
        <a:bodyPr/>
        <a:lstStyle/>
        <a:p>
          <a:endParaRPr lang="en-AU"/>
        </a:p>
      </dgm:t>
    </dgm:pt>
    <dgm:pt modelId="{006E42A9-4AAD-4565-A98E-A6F4AE99926A}" type="sibTrans" cxnId="{93913021-D7BD-48AB-A6A2-0520C516965E}">
      <dgm:prSet/>
      <dgm:spPr/>
      <dgm:t>
        <a:bodyPr/>
        <a:lstStyle/>
        <a:p>
          <a:endParaRPr lang="en-AU"/>
        </a:p>
      </dgm:t>
    </dgm:pt>
    <dgm:pt modelId="{64C84F6C-4C89-42C9-BBFB-E3A9FEECB53C}">
      <dgm:prSet/>
      <dgm:spPr>
        <a:solidFill>
          <a:schemeClr val="bg2">
            <a:lumMod val="75000"/>
          </a:schemeClr>
        </a:solidFill>
      </dgm:spPr>
      <dgm:t>
        <a:bodyPr/>
        <a:lstStyle/>
        <a:p>
          <a:r>
            <a:rPr lang="en-AU"/>
            <a:t>Change Impact Assessment</a:t>
          </a:r>
        </a:p>
      </dgm:t>
    </dgm:pt>
    <dgm:pt modelId="{2CEDF25F-6939-4F31-AEE1-81814F018153}" type="parTrans" cxnId="{9AC74D6E-DDE6-4625-B9D0-EC31B2E681A7}">
      <dgm:prSet/>
      <dgm:spPr/>
      <dgm:t>
        <a:bodyPr/>
        <a:lstStyle/>
        <a:p>
          <a:endParaRPr lang="en-AU"/>
        </a:p>
      </dgm:t>
    </dgm:pt>
    <dgm:pt modelId="{96EF7CCA-67E8-418B-B4A5-1515FA510C91}" type="sibTrans" cxnId="{9AC74D6E-DDE6-4625-B9D0-EC31B2E681A7}">
      <dgm:prSet/>
      <dgm:spPr/>
      <dgm:t>
        <a:bodyPr/>
        <a:lstStyle/>
        <a:p>
          <a:endParaRPr lang="en-AU"/>
        </a:p>
      </dgm:t>
    </dgm:pt>
    <dgm:pt modelId="{BB5616D0-CD6B-4AFA-914E-D4A64560E1D3}">
      <dgm:prSet/>
      <dgm:spPr>
        <a:solidFill>
          <a:schemeClr val="bg2">
            <a:lumMod val="75000"/>
          </a:schemeClr>
        </a:solidFill>
      </dgm:spPr>
      <dgm:t>
        <a:bodyPr/>
        <a:lstStyle/>
        <a:p>
          <a:r>
            <a:rPr lang="en-AU"/>
            <a:t>Business Readiness Assessment</a:t>
          </a:r>
        </a:p>
      </dgm:t>
    </dgm:pt>
    <dgm:pt modelId="{260C4ED7-3608-4DAA-8893-2CC8555D359C}" type="parTrans" cxnId="{5E53D053-18B7-4747-8CDF-101EB837E805}">
      <dgm:prSet/>
      <dgm:spPr/>
      <dgm:t>
        <a:bodyPr/>
        <a:lstStyle/>
        <a:p>
          <a:endParaRPr lang="en-AU"/>
        </a:p>
      </dgm:t>
    </dgm:pt>
    <dgm:pt modelId="{A13C9B28-DDD2-48E8-855B-074BBF92BA43}" type="sibTrans" cxnId="{5E53D053-18B7-4747-8CDF-101EB837E805}">
      <dgm:prSet/>
      <dgm:spPr/>
      <dgm:t>
        <a:bodyPr/>
        <a:lstStyle/>
        <a:p>
          <a:endParaRPr lang="en-AU"/>
        </a:p>
      </dgm:t>
    </dgm:pt>
    <dgm:pt modelId="{F35FFE74-4990-45D5-A4CB-80872A2AC027}">
      <dgm:prSet/>
      <dgm:spPr>
        <a:solidFill>
          <a:schemeClr val="bg2">
            <a:lumMod val="75000"/>
          </a:schemeClr>
        </a:solidFill>
      </dgm:spPr>
      <dgm:t>
        <a:bodyPr/>
        <a:lstStyle/>
        <a:p>
          <a:r>
            <a:rPr lang="en-AU"/>
            <a:t>User Work Instructions</a:t>
          </a:r>
        </a:p>
      </dgm:t>
    </dgm:pt>
    <dgm:pt modelId="{226E3F2A-149C-4E31-AF49-05035199D23B}" type="parTrans" cxnId="{ED169712-C172-4CBC-A84A-C637484FCFBB}">
      <dgm:prSet/>
      <dgm:spPr/>
      <dgm:t>
        <a:bodyPr/>
        <a:lstStyle/>
        <a:p>
          <a:endParaRPr lang="en-AU"/>
        </a:p>
      </dgm:t>
    </dgm:pt>
    <dgm:pt modelId="{BE5983D3-2057-400F-8490-A4413F6061A4}" type="sibTrans" cxnId="{ED169712-C172-4CBC-A84A-C637484FCFBB}">
      <dgm:prSet/>
      <dgm:spPr/>
      <dgm:t>
        <a:bodyPr/>
        <a:lstStyle/>
        <a:p>
          <a:endParaRPr lang="en-AU"/>
        </a:p>
      </dgm:t>
    </dgm:pt>
    <dgm:pt modelId="{6AE7F5F1-29A0-46DF-AACF-A442207EF17A}">
      <dgm:prSet/>
      <dgm:spPr>
        <a:solidFill>
          <a:schemeClr val="bg2">
            <a:lumMod val="75000"/>
          </a:schemeClr>
        </a:solidFill>
      </dgm:spPr>
      <dgm:t>
        <a:bodyPr/>
        <a:lstStyle/>
        <a:p>
          <a:r>
            <a:rPr lang="en-AU"/>
            <a:t>Benefits Realisation Plan</a:t>
          </a:r>
        </a:p>
      </dgm:t>
    </dgm:pt>
    <dgm:pt modelId="{20C93597-4DC1-4325-8363-E7CD2A9D1B4A}" type="parTrans" cxnId="{040CB06B-F1C0-4D6A-AE67-F6E6833EF74C}">
      <dgm:prSet/>
      <dgm:spPr/>
      <dgm:t>
        <a:bodyPr/>
        <a:lstStyle/>
        <a:p>
          <a:endParaRPr lang="en-AU"/>
        </a:p>
      </dgm:t>
    </dgm:pt>
    <dgm:pt modelId="{D236264C-7958-4241-9268-87FADE28B6BC}" type="sibTrans" cxnId="{040CB06B-F1C0-4D6A-AE67-F6E6833EF74C}">
      <dgm:prSet/>
      <dgm:spPr/>
      <dgm:t>
        <a:bodyPr/>
        <a:lstStyle/>
        <a:p>
          <a:endParaRPr lang="en-AU"/>
        </a:p>
      </dgm:t>
    </dgm:pt>
    <dgm:pt modelId="{D50B17DF-8726-4110-8CC1-ED249BFB070D}" type="asst">
      <dgm:prSet phldrT="[Text]"/>
      <dgm:spPr>
        <a:solidFill>
          <a:schemeClr val="accent5">
            <a:lumMod val="40000"/>
            <a:lumOff val="60000"/>
          </a:schemeClr>
        </a:solidFill>
      </dgm:spPr>
      <dgm:t>
        <a:bodyPr/>
        <a:lstStyle/>
        <a:p>
          <a:pPr>
            <a:buNone/>
          </a:pPr>
          <a:r>
            <a:rPr lang="en-AU" b="0" i="0" u="none"/>
            <a:t>TS4Bus Data Governance, Model &amp; Ownership</a:t>
          </a:r>
          <a:endParaRPr lang="en-AU"/>
        </a:p>
      </dgm:t>
    </dgm:pt>
    <dgm:pt modelId="{CBA838D2-5CCD-430A-8401-812ABB00C9A2}" type="parTrans" cxnId="{052A15A9-28D7-4447-895F-5ECAA0B9780F}">
      <dgm:prSet/>
      <dgm:spPr/>
      <dgm:t>
        <a:bodyPr/>
        <a:lstStyle/>
        <a:p>
          <a:endParaRPr lang="en-AU"/>
        </a:p>
      </dgm:t>
    </dgm:pt>
    <dgm:pt modelId="{F0033622-EA8E-4F25-AE79-B6E8A0C694EC}" type="sibTrans" cxnId="{052A15A9-28D7-4447-895F-5ECAA0B9780F}">
      <dgm:prSet/>
      <dgm:spPr/>
      <dgm:t>
        <a:bodyPr/>
        <a:lstStyle/>
        <a:p>
          <a:endParaRPr lang="en-AU"/>
        </a:p>
      </dgm:t>
    </dgm:pt>
    <dgm:pt modelId="{2CF31570-E6CC-458A-A3A5-EF8A28DBFD5C}" type="asst">
      <dgm:prSet phldrT="[Text]" phldr="0"/>
      <dgm:spPr>
        <a:solidFill>
          <a:schemeClr val="accent5">
            <a:lumMod val="40000"/>
            <a:lumOff val="60000"/>
          </a:schemeClr>
        </a:solidFill>
      </dgm:spPr>
      <dgm:t>
        <a:bodyPr/>
        <a:lstStyle/>
        <a:p>
          <a:r>
            <a:rPr lang="en-AU"/>
            <a:t>CRM Requirements Discovery</a:t>
          </a:r>
        </a:p>
      </dgm:t>
    </dgm:pt>
    <dgm:pt modelId="{A0728F32-0C44-4549-8F1A-40FD6CDA0D35}" type="parTrans" cxnId="{9178361D-23F0-4379-A2DD-419494DA6719}">
      <dgm:prSet/>
      <dgm:spPr/>
      <dgm:t>
        <a:bodyPr/>
        <a:lstStyle/>
        <a:p>
          <a:endParaRPr lang="en-AU"/>
        </a:p>
      </dgm:t>
    </dgm:pt>
    <dgm:pt modelId="{38207FD0-B275-49B0-8DDC-7B2C22BF02D3}" type="sibTrans" cxnId="{9178361D-23F0-4379-A2DD-419494DA6719}">
      <dgm:prSet/>
      <dgm:spPr/>
      <dgm:t>
        <a:bodyPr/>
        <a:lstStyle/>
        <a:p>
          <a:endParaRPr lang="en-AU"/>
        </a:p>
      </dgm:t>
    </dgm:pt>
    <dgm:pt modelId="{6971347C-822C-431F-ABDC-6B314CF8E72E}" type="asst">
      <dgm:prSet phldrT="[Text]" phldr="0"/>
      <dgm:spPr>
        <a:solidFill>
          <a:schemeClr val="accent5">
            <a:lumMod val="40000"/>
            <a:lumOff val="60000"/>
          </a:schemeClr>
        </a:solidFill>
      </dgm:spPr>
      <dgm:t>
        <a:bodyPr/>
        <a:lstStyle/>
        <a:p>
          <a:r>
            <a:rPr lang="en-AU"/>
            <a:t>Business ID to Customer Account</a:t>
          </a:r>
        </a:p>
      </dgm:t>
    </dgm:pt>
    <dgm:pt modelId="{BF9EEBB6-C2B9-4C95-A267-1890E8CC46D7}" type="parTrans" cxnId="{036EF47E-7CAB-48ED-BB9A-5F7D4DAAF530}">
      <dgm:prSet/>
      <dgm:spPr/>
      <dgm:t>
        <a:bodyPr/>
        <a:lstStyle/>
        <a:p>
          <a:endParaRPr lang="en-AU"/>
        </a:p>
      </dgm:t>
    </dgm:pt>
    <dgm:pt modelId="{259B7F01-57CE-402D-9F18-03EEAFAD8F37}" type="sibTrans" cxnId="{036EF47E-7CAB-48ED-BB9A-5F7D4DAAF530}">
      <dgm:prSet/>
      <dgm:spPr/>
      <dgm:t>
        <a:bodyPr/>
        <a:lstStyle/>
        <a:p>
          <a:endParaRPr lang="en-AU"/>
        </a:p>
      </dgm:t>
    </dgm:pt>
    <dgm:pt modelId="{71F03F59-1EC8-4B47-A087-9F9188C929C9}" type="asst">
      <dgm:prSet phldrT="[Text]" phldr="0"/>
      <dgm:spPr>
        <a:solidFill>
          <a:schemeClr val="accent5">
            <a:lumMod val="40000"/>
            <a:lumOff val="60000"/>
          </a:schemeClr>
        </a:solidFill>
      </dgm:spPr>
      <dgm:t>
        <a:bodyPr/>
        <a:lstStyle/>
        <a:p>
          <a:r>
            <a:rPr lang="en-AU"/>
            <a:t>Rego Related e-notifications</a:t>
          </a:r>
        </a:p>
      </dgm:t>
    </dgm:pt>
    <dgm:pt modelId="{82851FF6-452A-4A27-B4FB-24113C9969EE}" type="parTrans" cxnId="{76039C69-A017-40CC-9C7C-02E7532FAFA6}">
      <dgm:prSet/>
      <dgm:spPr/>
      <dgm:t>
        <a:bodyPr/>
        <a:lstStyle/>
        <a:p>
          <a:endParaRPr lang="en-AU"/>
        </a:p>
      </dgm:t>
    </dgm:pt>
    <dgm:pt modelId="{30D3697F-822B-4865-9357-A7A857E744AE}" type="sibTrans" cxnId="{76039C69-A017-40CC-9C7C-02E7532FAFA6}">
      <dgm:prSet/>
      <dgm:spPr/>
      <dgm:t>
        <a:bodyPr/>
        <a:lstStyle/>
        <a:p>
          <a:endParaRPr lang="en-AU"/>
        </a:p>
      </dgm:t>
    </dgm:pt>
    <dgm:pt modelId="{1882CE9A-DB31-4BA4-8DF4-476737A4E19E}" type="asst">
      <dgm:prSet phldrT="[Text]" phldr="0"/>
      <dgm:spPr>
        <a:solidFill>
          <a:schemeClr val="accent5">
            <a:lumMod val="40000"/>
            <a:lumOff val="60000"/>
          </a:schemeClr>
        </a:solidFill>
      </dgm:spPr>
      <dgm:t>
        <a:bodyPr/>
        <a:lstStyle/>
        <a:p>
          <a:r>
            <a:rPr lang="en-AU"/>
            <a:t>Rego Enquiry Online</a:t>
          </a:r>
        </a:p>
      </dgm:t>
    </dgm:pt>
    <dgm:pt modelId="{387993E7-CD69-47FD-A930-74CF59D6171D}" type="parTrans" cxnId="{331B167F-E634-48F3-835F-D4ACCE27A2B4}">
      <dgm:prSet/>
      <dgm:spPr/>
      <dgm:t>
        <a:bodyPr/>
        <a:lstStyle/>
        <a:p>
          <a:endParaRPr lang="en-AU"/>
        </a:p>
      </dgm:t>
    </dgm:pt>
    <dgm:pt modelId="{81ECD0BD-2E13-4DB7-BA35-1EA22751A864}" type="sibTrans" cxnId="{331B167F-E634-48F3-835F-D4ACCE27A2B4}">
      <dgm:prSet/>
      <dgm:spPr/>
      <dgm:t>
        <a:bodyPr/>
        <a:lstStyle/>
        <a:p>
          <a:endParaRPr lang="en-AU"/>
        </a:p>
      </dgm:t>
    </dgm:pt>
    <dgm:pt modelId="{D1816C14-8F08-4C96-BED5-43E78D8CB8E6}" type="asst">
      <dgm:prSet phldrT="[Text]" phldr="0"/>
      <dgm:spPr>
        <a:solidFill>
          <a:schemeClr val="accent5">
            <a:lumMod val="40000"/>
            <a:lumOff val="60000"/>
          </a:schemeClr>
        </a:solidFill>
      </dgm:spPr>
      <dgm:t>
        <a:bodyPr/>
        <a:lstStyle/>
        <a:p>
          <a:r>
            <a:rPr lang="en-AU"/>
            <a:t>Pay Rego Online</a:t>
          </a:r>
        </a:p>
      </dgm:t>
    </dgm:pt>
    <dgm:pt modelId="{F4CBF300-7493-42D3-A74E-41D2A68E713C}" type="parTrans" cxnId="{44EC45C5-9EB9-47DC-AD7F-6F565807856E}">
      <dgm:prSet/>
      <dgm:spPr/>
      <dgm:t>
        <a:bodyPr/>
        <a:lstStyle/>
        <a:p>
          <a:endParaRPr lang="en-AU"/>
        </a:p>
      </dgm:t>
    </dgm:pt>
    <dgm:pt modelId="{61CB804A-9F7C-4E73-9A86-E1A452C40A9A}" type="sibTrans" cxnId="{44EC45C5-9EB9-47DC-AD7F-6F565807856E}">
      <dgm:prSet/>
      <dgm:spPr/>
      <dgm:t>
        <a:bodyPr/>
        <a:lstStyle/>
        <a:p>
          <a:endParaRPr lang="en-AU"/>
        </a:p>
      </dgm:t>
    </dgm:pt>
    <dgm:pt modelId="{CE01B670-1EEA-4848-90D3-DFD1C7C7F55F}" type="pres">
      <dgm:prSet presAssocID="{DBEA68D6-E158-4934-BAF2-CD3B153353BA}" presName="hierChild1" presStyleCnt="0">
        <dgm:presLayoutVars>
          <dgm:orgChart val="1"/>
          <dgm:chPref val="1"/>
          <dgm:dir/>
          <dgm:animOne val="branch"/>
          <dgm:animLvl val="lvl"/>
          <dgm:resizeHandles/>
        </dgm:presLayoutVars>
      </dgm:prSet>
      <dgm:spPr/>
    </dgm:pt>
    <dgm:pt modelId="{3AF247A6-5907-446E-AA6F-4BAC28FD9F2C}" type="pres">
      <dgm:prSet presAssocID="{10A0EA3D-3AD4-4A16-AC66-3525B6400D15}" presName="hierRoot1" presStyleCnt="0">
        <dgm:presLayoutVars>
          <dgm:hierBranch val="init"/>
        </dgm:presLayoutVars>
      </dgm:prSet>
      <dgm:spPr/>
    </dgm:pt>
    <dgm:pt modelId="{FB8CCF8C-63A8-4B00-B8C6-A24AC6552628}" type="pres">
      <dgm:prSet presAssocID="{10A0EA3D-3AD4-4A16-AC66-3525B6400D15}" presName="rootComposite1" presStyleCnt="0"/>
      <dgm:spPr/>
    </dgm:pt>
    <dgm:pt modelId="{248530AC-F178-403E-A897-42E299E5ED21}" type="pres">
      <dgm:prSet presAssocID="{10A0EA3D-3AD4-4A16-AC66-3525B6400D15}" presName="rootText1" presStyleLbl="node0" presStyleIdx="0" presStyleCnt="1" custScaleX="1322937">
        <dgm:presLayoutVars>
          <dgm:chPref val="3"/>
        </dgm:presLayoutVars>
      </dgm:prSet>
      <dgm:spPr/>
    </dgm:pt>
    <dgm:pt modelId="{BD047E60-9F9C-4B43-B9EF-1A7F5A8327BA}" type="pres">
      <dgm:prSet presAssocID="{10A0EA3D-3AD4-4A16-AC66-3525B6400D15}" presName="rootConnector1" presStyleLbl="node1" presStyleIdx="0" presStyleCnt="0"/>
      <dgm:spPr/>
    </dgm:pt>
    <dgm:pt modelId="{9098D234-D388-4106-B539-B7C38DD6D81C}" type="pres">
      <dgm:prSet presAssocID="{10A0EA3D-3AD4-4A16-AC66-3525B6400D15}" presName="hierChild2" presStyleCnt="0"/>
      <dgm:spPr/>
    </dgm:pt>
    <dgm:pt modelId="{B9DD715D-069C-4BC2-A1E9-3705206A9E7E}" type="pres">
      <dgm:prSet presAssocID="{D4470D27-09CC-41EB-BA1A-CCC1BA5C0E27}" presName="Name37" presStyleLbl="parChTrans1D2" presStyleIdx="0" presStyleCnt="11"/>
      <dgm:spPr/>
    </dgm:pt>
    <dgm:pt modelId="{F7B2959F-C810-441E-ABAC-C79DB10C6809}" type="pres">
      <dgm:prSet presAssocID="{C5037945-930F-4B75-858B-B894823169CF}" presName="hierRoot2" presStyleCnt="0">
        <dgm:presLayoutVars>
          <dgm:hierBranch val="init"/>
        </dgm:presLayoutVars>
      </dgm:prSet>
      <dgm:spPr/>
    </dgm:pt>
    <dgm:pt modelId="{5D913086-3A8D-4E5B-903E-99ABE15D3392}" type="pres">
      <dgm:prSet presAssocID="{C5037945-930F-4B75-858B-B894823169CF}" presName="rootComposite" presStyleCnt="0"/>
      <dgm:spPr/>
    </dgm:pt>
    <dgm:pt modelId="{EF0DF732-FD85-4D52-8905-6DCB2A652547}" type="pres">
      <dgm:prSet presAssocID="{C5037945-930F-4B75-858B-B894823169CF}" presName="rootText" presStyleLbl="node2" presStyleIdx="0" presStyleCnt="5" custScaleX="455744">
        <dgm:presLayoutVars>
          <dgm:chPref val="3"/>
        </dgm:presLayoutVars>
      </dgm:prSet>
      <dgm:spPr/>
    </dgm:pt>
    <dgm:pt modelId="{B3034FE3-F479-4DF4-A8BF-8880E94D2217}" type="pres">
      <dgm:prSet presAssocID="{C5037945-930F-4B75-858B-B894823169CF}" presName="rootConnector" presStyleLbl="node2" presStyleIdx="0" presStyleCnt="5"/>
      <dgm:spPr/>
    </dgm:pt>
    <dgm:pt modelId="{D39E0032-FE8A-41E3-BCA2-2DD8ED595AFD}" type="pres">
      <dgm:prSet presAssocID="{C5037945-930F-4B75-858B-B894823169CF}" presName="hierChild4" presStyleCnt="0"/>
      <dgm:spPr/>
    </dgm:pt>
    <dgm:pt modelId="{7CA3097E-DF06-4306-90D8-092D17D517A3}" type="pres">
      <dgm:prSet presAssocID="{8B435217-472D-41FB-B90A-51F67EEBBD13}" presName="Name37" presStyleLbl="parChTrans1D3" presStyleIdx="0" presStyleCnt="11"/>
      <dgm:spPr/>
    </dgm:pt>
    <dgm:pt modelId="{AB3ECC90-3C57-44A5-937C-3ADE503D492D}" type="pres">
      <dgm:prSet presAssocID="{950DF26E-17D9-4CD6-BA22-3B12B191F0B1}" presName="hierRoot2" presStyleCnt="0">
        <dgm:presLayoutVars>
          <dgm:hierBranch val="init"/>
        </dgm:presLayoutVars>
      </dgm:prSet>
      <dgm:spPr/>
    </dgm:pt>
    <dgm:pt modelId="{C4524F9E-1F5E-4103-8C7B-1DD3B3E09CA6}" type="pres">
      <dgm:prSet presAssocID="{950DF26E-17D9-4CD6-BA22-3B12B191F0B1}" presName="rootComposite" presStyleCnt="0"/>
      <dgm:spPr/>
    </dgm:pt>
    <dgm:pt modelId="{D7DEFF10-285D-460F-B6C2-3621F12D5071}" type="pres">
      <dgm:prSet presAssocID="{950DF26E-17D9-4CD6-BA22-3B12B191F0B1}" presName="rootText" presStyleLbl="node3" presStyleIdx="0" presStyleCnt="11">
        <dgm:presLayoutVars>
          <dgm:chPref val="3"/>
        </dgm:presLayoutVars>
      </dgm:prSet>
      <dgm:spPr/>
    </dgm:pt>
    <dgm:pt modelId="{5218C1E6-A7C1-45B1-BD6C-50F3BFADC1B2}" type="pres">
      <dgm:prSet presAssocID="{950DF26E-17D9-4CD6-BA22-3B12B191F0B1}" presName="rootConnector" presStyleLbl="node3" presStyleIdx="0" presStyleCnt="11"/>
      <dgm:spPr/>
    </dgm:pt>
    <dgm:pt modelId="{B280554C-1ADC-4B1E-8EF4-81DC9F4A70AE}" type="pres">
      <dgm:prSet presAssocID="{950DF26E-17D9-4CD6-BA22-3B12B191F0B1}" presName="hierChild4" presStyleCnt="0"/>
      <dgm:spPr/>
    </dgm:pt>
    <dgm:pt modelId="{671179AC-5FAC-4A39-B7FF-0414C95E3528}" type="pres">
      <dgm:prSet presAssocID="{17C83013-93B6-4299-822D-850CD1F8E1C4}" presName="Name37" presStyleLbl="parChTrans1D4" presStyleIdx="0" presStyleCnt="22"/>
      <dgm:spPr/>
    </dgm:pt>
    <dgm:pt modelId="{0AB006A4-182D-4959-8DCB-18D7F1BAD9A9}" type="pres">
      <dgm:prSet presAssocID="{4ED5C0B1-92B0-476D-A064-D707F3607BE3}" presName="hierRoot2" presStyleCnt="0">
        <dgm:presLayoutVars>
          <dgm:hierBranch val="init"/>
        </dgm:presLayoutVars>
      </dgm:prSet>
      <dgm:spPr/>
    </dgm:pt>
    <dgm:pt modelId="{55AA2491-D4E2-4442-BAC2-BA16763FAF50}" type="pres">
      <dgm:prSet presAssocID="{4ED5C0B1-92B0-476D-A064-D707F3607BE3}" presName="rootComposite" presStyleCnt="0"/>
      <dgm:spPr/>
    </dgm:pt>
    <dgm:pt modelId="{88D6AF2A-AB2A-4DDC-9F25-5FEB13DE3F9A}" type="pres">
      <dgm:prSet presAssocID="{4ED5C0B1-92B0-476D-A064-D707F3607BE3}" presName="rootText" presStyleLbl="node4" presStyleIdx="0" presStyleCnt="22">
        <dgm:presLayoutVars>
          <dgm:chPref val="3"/>
        </dgm:presLayoutVars>
      </dgm:prSet>
      <dgm:spPr/>
    </dgm:pt>
    <dgm:pt modelId="{3E2E92DB-5C6F-4ED9-9583-E91717EC9D4B}" type="pres">
      <dgm:prSet presAssocID="{4ED5C0B1-92B0-476D-A064-D707F3607BE3}" presName="rootConnector" presStyleLbl="node4" presStyleIdx="0" presStyleCnt="22"/>
      <dgm:spPr/>
    </dgm:pt>
    <dgm:pt modelId="{A775A552-A598-4FF2-828D-28A777D8D49E}" type="pres">
      <dgm:prSet presAssocID="{4ED5C0B1-92B0-476D-A064-D707F3607BE3}" presName="hierChild4" presStyleCnt="0"/>
      <dgm:spPr/>
    </dgm:pt>
    <dgm:pt modelId="{4C841937-9171-47C2-B2B1-897C754EA2F9}" type="pres">
      <dgm:prSet presAssocID="{4ED5C0B1-92B0-476D-A064-D707F3607BE3}" presName="hierChild5" presStyleCnt="0"/>
      <dgm:spPr/>
    </dgm:pt>
    <dgm:pt modelId="{917A0AFA-0687-4CD7-A02C-2B5A2A29DC08}" type="pres">
      <dgm:prSet presAssocID="{D0C79BF9-EA6A-470B-B112-99598FC4D66F}" presName="Name37" presStyleLbl="parChTrans1D4" presStyleIdx="1" presStyleCnt="22"/>
      <dgm:spPr/>
    </dgm:pt>
    <dgm:pt modelId="{E20BA6D2-893E-487D-8683-EFAF9C9804F2}" type="pres">
      <dgm:prSet presAssocID="{E6F20497-E36F-4F26-9883-A4BC83ABA34F}" presName="hierRoot2" presStyleCnt="0">
        <dgm:presLayoutVars>
          <dgm:hierBranch val="init"/>
        </dgm:presLayoutVars>
      </dgm:prSet>
      <dgm:spPr/>
    </dgm:pt>
    <dgm:pt modelId="{427688FD-121D-47B8-8931-D5204B8647E1}" type="pres">
      <dgm:prSet presAssocID="{E6F20497-E36F-4F26-9883-A4BC83ABA34F}" presName="rootComposite" presStyleCnt="0"/>
      <dgm:spPr/>
    </dgm:pt>
    <dgm:pt modelId="{80857E5D-5A40-47FA-A4DC-63DCAE736606}" type="pres">
      <dgm:prSet presAssocID="{E6F20497-E36F-4F26-9883-A4BC83ABA34F}" presName="rootText" presStyleLbl="node4" presStyleIdx="1" presStyleCnt="22">
        <dgm:presLayoutVars>
          <dgm:chPref val="3"/>
        </dgm:presLayoutVars>
      </dgm:prSet>
      <dgm:spPr/>
    </dgm:pt>
    <dgm:pt modelId="{E84BCE6F-06E3-4BC8-871D-9A93C6044AE4}" type="pres">
      <dgm:prSet presAssocID="{E6F20497-E36F-4F26-9883-A4BC83ABA34F}" presName="rootConnector" presStyleLbl="node4" presStyleIdx="1" presStyleCnt="22"/>
      <dgm:spPr/>
    </dgm:pt>
    <dgm:pt modelId="{61E5CA6B-3955-4E6B-A536-8F209B0425DA}" type="pres">
      <dgm:prSet presAssocID="{E6F20497-E36F-4F26-9883-A4BC83ABA34F}" presName="hierChild4" presStyleCnt="0"/>
      <dgm:spPr/>
    </dgm:pt>
    <dgm:pt modelId="{90C2E34E-D962-4C76-984B-1AA560324FC7}" type="pres">
      <dgm:prSet presAssocID="{E6F20497-E36F-4F26-9883-A4BC83ABA34F}" presName="hierChild5" presStyleCnt="0"/>
      <dgm:spPr/>
    </dgm:pt>
    <dgm:pt modelId="{1420530A-1FB5-4E43-9A35-FF949B7D025C}" type="pres">
      <dgm:prSet presAssocID="{950DF26E-17D9-4CD6-BA22-3B12B191F0B1}" presName="hierChild5" presStyleCnt="0"/>
      <dgm:spPr/>
    </dgm:pt>
    <dgm:pt modelId="{A6E2B9B1-B808-4C3E-9CA4-FDBFEB7C6E12}" type="pres">
      <dgm:prSet presAssocID="{691118F6-AAF5-40E0-AD6D-235FADC018C0}" presName="Name37" presStyleLbl="parChTrans1D3" presStyleIdx="1" presStyleCnt="11"/>
      <dgm:spPr/>
    </dgm:pt>
    <dgm:pt modelId="{842694ED-63FE-41F5-8205-A2D2ED7AB622}" type="pres">
      <dgm:prSet presAssocID="{92162928-B373-4802-B988-4C318FAE4B4C}" presName="hierRoot2" presStyleCnt="0">
        <dgm:presLayoutVars>
          <dgm:hierBranch val="init"/>
        </dgm:presLayoutVars>
      </dgm:prSet>
      <dgm:spPr/>
    </dgm:pt>
    <dgm:pt modelId="{156B7B81-9C4B-4435-88FA-61CD1E94F7AC}" type="pres">
      <dgm:prSet presAssocID="{92162928-B373-4802-B988-4C318FAE4B4C}" presName="rootComposite" presStyleCnt="0"/>
      <dgm:spPr/>
    </dgm:pt>
    <dgm:pt modelId="{E053A169-9C0A-4979-A9C3-739101C47B4F}" type="pres">
      <dgm:prSet presAssocID="{92162928-B373-4802-B988-4C318FAE4B4C}" presName="rootText" presStyleLbl="node3" presStyleIdx="1" presStyleCnt="11">
        <dgm:presLayoutVars>
          <dgm:chPref val="3"/>
        </dgm:presLayoutVars>
      </dgm:prSet>
      <dgm:spPr/>
    </dgm:pt>
    <dgm:pt modelId="{38710617-AD94-492E-877A-67DEA8A29246}" type="pres">
      <dgm:prSet presAssocID="{92162928-B373-4802-B988-4C318FAE4B4C}" presName="rootConnector" presStyleLbl="node3" presStyleIdx="1" presStyleCnt="11"/>
      <dgm:spPr/>
    </dgm:pt>
    <dgm:pt modelId="{EE25FEE9-C0A4-43A3-BC29-09C1DC02735B}" type="pres">
      <dgm:prSet presAssocID="{92162928-B373-4802-B988-4C318FAE4B4C}" presName="hierChild4" presStyleCnt="0"/>
      <dgm:spPr/>
    </dgm:pt>
    <dgm:pt modelId="{C3BEE66D-DBFC-4B5B-824F-AE729B3E2A92}" type="pres">
      <dgm:prSet presAssocID="{4AB04E85-FE6A-4EA2-B818-06ED39A51C26}" presName="Name37" presStyleLbl="parChTrans1D4" presStyleIdx="2" presStyleCnt="22"/>
      <dgm:spPr/>
    </dgm:pt>
    <dgm:pt modelId="{A9CFCED3-6ECE-4576-ABCC-0C5B70059EB9}" type="pres">
      <dgm:prSet presAssocID="{148B9544-AAE4-4F82-A7BD-B12D32E93924}" presName="hierRoot2" presStyleCnt="0">
        <dgm:presLayoutVars>
          <dgm:hierBranch val="init"/>
        </dgm:presLayoutVars>
      </dgm:prSet>
      <dgm:spPr/>
    </dgm:pt>
    <dgm:pt modelId="{69DD92A3-402B-4486-B358-BBA3E344CCFB}" type="pres">
      <dgm:prSet presAssocID="{148B9544-AAE4-4F82-A7BD-B12D32E93924}" presName="rootComposite" presStyleCnt="0"/>
      <dgm:spPr/>
    </dgm:pt>
    <dgm:pt modelId="{9602321A-0529-41BB-8BDE-C5896B1187CD}" type="pres">
      <dgm:prSet presAssocID="{148B9544-AAE4-4F82-A7BD-B12D32E93924}" presName="rootText" presStyleLbl="node4" presStyleIdx="2" presStyleCnt="22">
        <dgm:presLayoutVars>
          <dgm:chPref val="3"/>
        </dgm:presLayoutVars>
      </dgm:prSet>
      <dgm:spPr/>
    </dgm:pt>
    <dgm:pt modelId="{15AE8028-70C7-4D5B-B57D-0B4DC8D041C5}" type="pres">
      <dgm:prSet presAssocID="{148B9544-AAE4-4F82-A7BD-B12D32E93924}" presName="rootConnector" presStyleLbl="node4" presStyleIdx="2" presStyleCnt="22"/>
      <dgm:spPr/>
    </dgm:pt>
    <dgm:pt modelId="{939275F3-B58F-45AC-8398-CC8AF1075322}" type="pres">
      <dgm:prSet presAssocID="{148B9544-AAE4-4F82-A7BD-B12D32E93924}" presName="hierChild4" presStyleCnt="0"/>
      <dgm:spPr/>
    </dgm:pt>
    <dgm:pt modelId="{7670B313-9F55-4FF1-B65A-9F20334A188C}" type="pres">
      <dgm:prSet presAssocID="{148B9544-AAE4-4F82-A7BD-B12D32E93924}" presName="hierChild5" presStyleCnt="0"/>
      <dgm:spPr/>
    </dgm:pt>
    <dgm:pt modelId="{8AE61498-7424-433C-B920-4C4E22FE37C9}" type="pres">
      <dgm:prSet presAssocID="{5AFEA85B-003E-4014-9827-C634609F3F12}" presName="Name37" presStyleLbl="parChTrans1D4" presStyleIdx="3" presStyleCnt="22"/>
      <dgm:spPr/>
    </dgm:pt>
    <dgm:pt modelId="{8CA74FDC-C221-4F1E-B367-D76A13DF6CEE}" type="pres">
      <dgm:prSet presAssocID="{00AC022C-23A1-48BC-BDFF-3F7F28B476E7}" presName="hierRoot2" presStyleCnt="0">
        <dgm:presLayoutVars>
          <dgm:hierBranch val="init"/>
        </dgm:presLayoutVars>
      </dgm:prSet>
      <dgm:spPr/>
    </dgm:pt>
    <dgm:pt modelId="{7F16C559-3AAD-4FA9-9616-85DB22A494CA}" type="pres">
      <dgm:prSet presAssocID="{00AC022C-23A1-48BC-BDFF-3F7F28B476E7}" presName="rootComposite" presStyleCnt="0"/>
      <dgm:spPr/>
    </dgm:pt>
    <dgm:pt modelId="{F4DC1B83-6C23-49DE-87E8-6B79DB8CBA59}" type="pres">
      <dgm:prSet presAssocID="{00AC022C-23A1-48BC-BDFF-3F7F28B476E7}" presName="rootText" presStyleLbl="node4" presStyleIdx="3" presStyleCnt="22">
        <dgm:presLayoutVars>
          <dgm:chPref val="3"/>
        </dgm:presLayoutVars>
      </dgm:prSet>
      <dgm:spPr/>
    </dgm:pt>
    <dgm:pt modelId="{2E89282F-DCA8-4DC6-A0AC-B3C141F66B5F}" type="pres">
      <dgm:prSet presAssocID="{00AC022C-23A1-48BC-BDFF-3F7F28B476E7}" presName="rootConnector" presStyleLbl="node4" presStyleIdx="3" presStyleCnt="22"/>
      <dgm:spPr/>
    </dgm:pt>
    <dgm:pt modelId="{F6E2F938-DD76-41F8-BE30-138493256B47}" type="pres">
      <dgm:prSet presAssocID="{00AC022C-23A1-48BC-BDFF-3F7F28B476E7}" presName="hierChild4" presStyleCnt="0"/>
      <dgm:spPr/>
    </dgm:pt>
    <dgm:pt modelId="{51C1861F-64E4-4F9E-A995-A36D30121CD2}" type="pres">
      <dgm:prSet presAssocID="{00AC022C-23A1-48BC-BDFF-3F7F28B476E7}" presName="hierChild5" presStyleCnt="0"/>
      <dgm:spPr/>
    </dgm:pt>
    <dgm:pt modelId="{819CF286-327E-4771-A756-F0B2B9DBDA4B}" type="pres">
      <dgm:prSet presAssocID="{9F4895CA-DAB9-4588-8D38-7BD099F5583E}" presName="Name37" presStyleLbl="parChTrans1D4" presStyleIdx="4" presStyleCnt="22"/>
      <dgm:spPr/>
    </dgm:pt>
    <dgm:pt modelId="{28A75BEE-EECD-45B3-B7B1-0467EFCD328F}" type="pres">
      <dgm:prSet presAssocID="{176CD464-A480-4D5E-8CA9-ECC3F2A9DDFC}" presName="hierRoot2" presStyleCnt="0">
        <dgm:presLayoutVars>
          <dgm:hierBranch val="init"/>
        </dgm:presLayoutVars>
      </dgm:prSet>
      <dgm:spPr/>
    </dgm:pt>
    <dgm:pt modelId="{9584EC4C-D6FC-4CDC-A75D-F1C3DAE1B3C2}" type="pres">
      <dgm:prSet presAssocID="{176CD464-A480-4D5E-8CA9-ECC3F2A9DDFC}" presName="rootComposite" presStyleCnt="0"/>
      <dgm:spPr/>
    </dgm:pt>
    <dgm:pt modelId="{81E07694-06DE-4DA4-BA15-F7FF4EF31C21}" type="pres">
      <dgm:prSet presAssocID="{176CD464-A480-4D5E-8CA9-ECC3F2A9DDFC}" presName="rootText" presStyleLbl="node4" presStyleIdx="4" presStyleCnt="22">
        <dgm:presLayoutVars>
          <dgm:chPref val="3"/>
        </dgm:presLayoutVars>
      </dgm:prSet>
      <dgm:spPr/>
    </dgm:pt>
    <dgm:pt modelId="{21450613-CA36-4454-85B4-AEB63CA49087}" type="pres">
      <dgm:prSet presAssocID="{176CD464-A480-4D5E-8CA9-ECC3F2A9DDFC}" presName="rootConnector" presStyleLbl="node4" presStyleIdx="4" presStyleCnt="22"/>
      <dgm:spPr/>
    </dgm:pt>
    <dgm:pt modelId="{89A8106A-14BF-491C-AA4E-9634881D0523}" type="pres">
      <dgm:prSet presAssocID="{176CD464-A480-4D5E-8CA9-ECC3F2A9DDFC}" presName="hierChild4" presStyleCnt="0"/>
      <dgm:spPr/>
    </dgm:pt>
    <dgm:pt modelId="{C338D44E-E4B3-49D9-AFCA-3D563E2FF749}" type="pres">
      <dgm:prSet presAssocID="{176CD464-A480-4D5E-8CA9-ECC3F2A9DDFC}" presName="hierChild5" presStyleCnt="0"/>
      <dgm:spPr/>
    </dgm:pt>
    <dgm:pt modelId="{F505519F-6ECB-4AAF-B47A-F3D32DB6B10C}" type="pres">
      <dgm:prSet presAssocID="{9FADCBC3-F229-4620-B60A-FB762FF9A001}" presName="Name37" presStyleLbl="parChTrans1D4" presStyleIdx="5" presStyleCnt="22"/>
      <dgm:spPr/>
    </dgm:pt>
    <dgm:pt modelId="{7242C606-06B1-4653-8213-8258E7030E80}" type="pres">
      <dgm:prSet presAssocID="{0C099BB8-4A5F-4B8A-B703-DCB7480DDD44}" presName="hierRoot2" presStyleCnt="0">
        <dgm:presLayoutVars>
          <dgm:hierBranch val="init"/>
        </dgm:presLayoutVars>
      </dgm:prSet>
      <dgm:spPr/>
    </dgm:pt>
    <dgm:pt modelId="{AA152A31-D95D-4EA6-B90E-65E324E927B1}" type="pres">
      <dgm:prSet presAssocID="{0C099BB8-4A5F-4B8A-B703-DCB7480DDD44}" presName="rootComposite" presStyleCnt="0"/>
      <dgm:spPr/>
    </dgm:pt>
    <dgm:pt modelId="{7B137947-D56C-407A-8B26-BA72901EA159}" type="pres">
      <dgm:prSet presAssocID="{0C099BB8-4A5F-4B8A-B703-DCB7480DDD44}" presName="rootText" presStyleLbl="node4" presStyleIdx="5" presStyleCnt="22">
        <dgm:presLayoutVars>
          <dgm:chPref val="3"/>
        </dgm:presLayoutVars>
      </dgm:prSet>
      <dgm:spPr/>
    </dgm:pt>
    <dgm:pt modelId="{865A16D1-A0D6-4099-A000-A45C27DFDD22}" type="pres">
      <dgm:prSet presAssocID="{0C099BB8-4A5F-4B8A-B703-DCB7480DDD44}" presName="rootConnector" presStyleLbl="node4" presStyleIdx="5" presStyleCnt="22"/>
      <dgm:spPr/>
    </dgm:pt>
    <dgm:pt modelId="{25096A2D-D848-4C90-A131-69BB291F338D}" type="pres">
      <dgm:prSet presAssocID="{0C099BB8-4A5F-4B8A-B703-DCB7480DDD44}" presName="hierChild4" presStyleCnt="0"/>
      <dgm:spPr/>
    </dgm:pt>
    <dgm:pt modelId="{B91ED09A-7BB0-46DB-AC80-8FC3BD077EFA}" type="pres">
      <dgm:prSet presAssocID="{0C099BB8-4A5F-4B8A-B703-DCB7480DDD44}" presName="hierChild5" presStyleCnt="0"/>
      <dgm:spPr/>
    </dgm:pt>
    <dgm:pt modelId="{7AE4D891-AFDF-47CA-AE12-C9E64E4BC610}" type="pres">
      <dgm:prSet presAssocID="{92162928-B373-4802-B988-4C318FAE4B4C}" presName="hierChild5" presStyleCnt="0"/>
      <dgm:spPr/>
    </dgm:pt>
    <dgm:pt modelId="{A282935C-36BA-42D1-9CF4-5DC857687C79}" type="pres">
      <dgm:prSet presAssocID="{D05A1DE1-7189-4112-B5BB-9BF305C53705}" presName="Name37" presStyleLbl="parChTrans1D3" presStyleIdx="2" presStyleCnt="11"/>
      <dgm:spPr/>
    </dgm:pt>
    <dgm:pt modelId="{96DA1DE3-8B59-4C2F-B5E8-2AC45D55F0E4}" type="pres">
      <dgm:prSet presAssocID="{986A668E-B947-4E9B-BC49-750AC65155F3}" presName="hierRoot2" presStyleCnt="0">
        <dgm:presLayoutVars>
          <dgm:hierBranch val="init"/>
        </dgm:presLayoutVars>
      </dgm:prSet>
      <dgm:spPr/>
    </dgm:pt>
    <dgm:pt modelId="{0B423B26-D597-4DBE-A6EA-088620DCC1DA}" type="pres">
      <dgm:prSet presAssocID="{986A668E-B947-4E9B-BC49-750AC65155F3}" presName="rootComposite" presStyleCnt="0"/>
      <dgm:spPr/>
    </dgm:pt>
    <dgm:pt modelId="{ED485508-0335-465D-B2BE-F208E31B5FAA}" type="pres">
      <dgm:prSet presAssocID="{986A668E-B947-4E9B-BC49-750AC65155F3}" presName="rootText" presStyleLbl="node3" presStyleIdx="2" presStyleCnt="11">
        <dgm:presLayoutVars>
          <dgm:chPref val="3"/>
        </dgm:presLayoutVars>
      </dgm:prSet>
      <dgm:spPr/>
    </dgm:pt>
    <dgm:pt modelId="{400FAEDA-F0C0-4E06-AA06-ADBB2A0021C6}" type="pres">
      <dgm:prSet presAssocID="{986A668E-B947-4E9B-BC49-750AC65155F3}" presName="rootConnector" presStyleLbl="node3" presStyleIdx="2" presStyleCnt="11"/>
      <dgm:spPr/>
    </dgm:pt>
    <dgm:pt modelId="{4300A973-2B08-4EB1-B340-A9AA8E2DBE0C}" type="pres">
      <dgm:prSet presAssocID="{986A668E-B947-4E9B-BC49-750AC65155F3}" presName="hierChild4" presStyleCnt="0"/>
      <dgm:spPr/>
    </dgm:pt>
    <dgm:pt modelId="{18F7C288-D6AB-4F4F-83B5-1D5B84952672}" type="pres">
      <dgm:prSet presAssocID="{905C034C-7C39-4940-8EF1-996096FC5C92}" presName="Name37" presStyleLbl="parChTrans1D4" presStyleIdx="6" presStyleCnt="22"/>
      <dgm:spPr/>
    </dgm:pt>
    <dgm:pt modelId="{3FEDDE94-F41F-4567-B18F-AE730BF824CF}" type="pres">
      <dgm:prSet presAssocID="{ADAD034A-1C03-496E-B3DA-20F322473142}" presName="hierRoot2" presStyleCnt="0">
        <dgm:presLayoutVars>
          <dgm:hierBranch val="init"/>
        </dgm:presLayoutVars>
      </dgm:prSet>
      <dgm:spPr/>
    </dgm:pt>
    <dgm:pt modelId="{CFAB2265-B5C0-4397-9D73-B5BB3EB3BB91}" type="pres">
      <dgm:prSet presAssocID="{ADAD034A-1C03-496E-B3DA-20F322473142}" presName="rootComposite" presStyleCnt="0"/>
      <dgm:spPr/>
    </dgm:pt>
    <dgm:pt modelId="{FB93CA0E-E6CE-4F14-88AC-8614787B9A43}" type="pres">
      <dgm:prSet presAssocID="{ADAD034A-1C03-496E-B3DA-20F322473142}" presName="rootText" presStyleLbl="node4" presStyleIdx="6" presStyleCnt="22">
        <dgm:presLayoutVars>
          <dgm:chPref val="3"/>
        </dgm:presLayoutVars>
      </dgm:prSet>
      <dgm:spPr/>
    </dgm:pt>
    <dgm:pt modelId="{1A2EC0AE-D90A-4773-915D-B6F0422675A8}" type="pres">
      <dgm:prSet presAssocID="{ADAD034A-1C03-496E-B3DA-20F322473142}" presName="rootConnector" presStyleLbl="node4" presStyleIdx="6" presStyleCnt="22"/>
      <dgm:spPr/>
    </dgm:pt>
    <dgm:pt modelId="{D3CC560C-81EA-4707-8E6E-80F946490B31}" type="pres">
      <dgm:prSet presAssocID="{ADAD034A-1C03-496E-B3DA-20F322473142}" presName="hierChild4" presStyleCnt="0"/>
      <dgm:spPr/>
    </dgm:pt>
    <dgm:pt modelId="{AA0426E7-12CE-405E-A6A6-A38BE7945BD9}" type="pres">
      <dgm:prSet presAssocID="{ADAD034A-1C03-496E-B3DA-20F322473142}" presName="hierChild5" presStyleCnt="0"/>
      <dgm:spPr/>
    </dgm:pt>
    <dgm:pt modelId="{12E2A867-31D4-403E-B790-54B802E39EC7}" type="pres">
      <dgm:prSet presAssocID="{871A2A53-1159-46DE-9E54-4CBCCDE56CC6}" presName="Name37" presStyleLbl="parChTrans1D4" presStyleIdx="7" presStyleCnt="22"/>
      <dgm:spPr/>
    </dgm:pt>
    <dgm:pt modelId="{66430474-734D-4BF5-9C47-A369FABD2E16}" type="pres">
      <dgm:prSet presAssocID="{9686FD60-0C64-4E7A-B65B-577F4EBB370B}" presName="hierRoot2" presStyleCnt="0">
        <dgm:presLayoutVars>
          <dgm:hierBranch val="init"/>
        </dgm:presLayoutVars>
      </dgm:prSet>
      <dgm:spPr/>
    </dgm:pt>
    <dgm:pt modelId="{28647268-E473-43EA-AEDF-864097B45DF7}" type="pres">
      <dgm:prSet presAssocID="{9686FD60-0C64-4E7A-B65B-577F4EBB370B}" presName="rootComposite" presStyleCnt="0"/>
      <dgm:spPr/>
    </dgm:pt>
    <dgm:pt modelId="{52B16FFE-364E-498E-A9B3-C43BC3B88381}" type="pres">
      <dgm:prSet presAssocID="{9686FD60-0C64-4E7A-B65B-577F4EBB370B}" presName="rootText" presStyleLbl="node4" presStyleIdx="7" presStyleCnt="22">
        <dgm:presLayoutVars>
          <dgm:chPref val="3"/>
        </dgm:presLayoutVars>
      </dgm:prSet>
      <dgm:spPr/>
    </dgm:pt>
    <dgm:pt modelId="{3D670B94-861A-4AB5-B9D1-C5CA0EF96F04}" type="pres">
      <dgm:prSet presAssocID="{9686FD60-0C64-4E7A-B65B-577F4EBB370B}" presName="rootConnector" presStyleLbl="node4" presStyleIdx="7" presStyleCnt="22"/>
      <dgm:spPr/>
    </dgm:pt>
    <dgm:pt modelId="{4B98BB0C-9B50-4156-86E7-767A7D39A13C}" type="pres">
      <dgm:prSet presAssocID="{9686FD60-0C64-4E7A-B65B-577F4EBB370B}" presName="hierChild4" presStyleCnt="0"/>
      <dgm:spPr/>
    </dgm:pt>
    <dgm:pt modelId="{332AF2F6-DD32-4C41-97F6-6DEAB07F1EC1}" type="pres">
      <dgm:prSet presAssocID="{9686FD60-0C64-4E7A-B65B-577F4EBB370B}" presName="hierChild5" presStyleCnt="0"/>
      <dgm:spPr/>
    </dgm:pt>
    <dgm:pt modelId="{1495BC48-44EF-4C9C-8AF3-32C6924E0572}" type="pres">
      <dgm:prSet presAssocID="{986A668E-B947-4E9B-BC49-750AC65155F3}" presName="hierChild5" presStyleCnt="0"/>
      <dgm:spPr/>
    </dgm:pt>
    <dgm:pt modelId="{CE3C7ECF-52B2-4972-B708-71595BC37092}" type="pres">
      <dgm:prSet presAssocID="{CA54F505-FAAD-4FFF-AE99-F02D8805AA90}" presName="Name37" presStyleLbl="parChTrans1D3" presStyleIdx="3" presStyleCnt="11"/>
      <dgm:spPr/>
    </dgm:pt>
    <dgm:pt modelId="{CF32D662-8EF9-493E-BFE9-EE51A8FF9E8A}" type="pres">
      <dgm:prSet presAssocID="{A2074807-3C28-4B33-9EEB-412E5A1AA954}" presName="hierRoot2" presStyleCnt="0">
        <dgm:presLayoutVars>
          <dgm:hierBranch val="init"/>
        </dgm:presLayoutVars>
      </dgm:prSet>
      <dgm:spPr/>
    </dgm:pt>
    <dgm:pt modelId="{BA387F9F-679B-445A-907E-AABA58DAF83C}" type="pres">
      <dgm:prSet presAssocID="{A2074807-3C28-4B33-9EEB-412E5A1AA954}" presName="rootComposite" presStyleCnt="0"/>
      <dgm:spPr/>
    </dgm:pt>
    <dgm:pt modelId="{BC5145C2-F5F8-4F0A-98B6-E0C52595BF1E}" type="pres">
      <dgm:prSet presAssocID="{A2074807-3C28-4B33-9EEB-412E5A1AA954}" presName="rootText" presStyleLbl="node3" presStyleIdx="3" presStyleCnt="11">
        <dgm:presLayoutVars>
          <dgm:chPref val="3"/>
        </dgm:presLayoutVars>
      </dgm:prSet>
      <dgm:spPr/>
    </dgm:pt>
    <dgm:pt modelId="{F87173C0-D18E-4424-B52E-3430A08B25BA}" type="pres">
      <dgm:prSet presAssocID="{A2074807-3C28-4B33-9EEB-412E5A1AA954}" presName="rootConnector" presStyleLbl="node3" presStyleIdx="3" presStyleCnt="11"/>
      <dgm:spPr/>
    </dgm:pt>
    <dgm:pt modelId="{58FFEC90-DCF9-453A-98C3-3D274BFB4E46}" type="pres">
      <dgm:prSet presAssocID="{A2074807-3C28-4B33-9EEB-412E5A1AA954}" presName="hierChild4" presStyleCnt="0"/>
      <dgm:spPr/>
    </dgm:pt>
    <dgm:pt modelId="{7E8EA941-22A2-4756-B568-D27A6756260D}" type="pres">
      <dgm:prSet presAssocID="{3268CC1B-A8C4-48DA-9546-3CC229468C0D}" presName="Name37" presStyleLbl="parChTrans1D4" presStyleIdx="8" presStyleCnt="22"/>
      <dgm:spPr/>
    </dgm:pt>
    <dgm:pt modelId="{799DB3D3-96AE-43F3-BCBD-E540ACD06C36}" type="pres">
      <dgm:prSet presAssocID="{B34D544A-1EDE-483B-B4CE-765BD1DC6DC0}" presName="hierRoot2" presStyleCnt="0">
        <dgm:presLayoutVars>
          <dgm:hierBranch val="init"/>
        </dgm:presLayoutVars>
      </dgm:prSet>
      <dgm:spPr/>
    </dgm:pt>
    <dgm:pt modelId="{5BFA1DF3-C46B-4562-8ED6-F040E7800CD4}" type="pres">
      <dgm:prSet presAssocID="{B34D544A-1EDE-483B-B4CE-765BD1DC6DC0}" presName="rootComposite" presStyleCnt="0"/>
      <dgm:spPr/>
    </dgm:pt>
    <dgm:pt modelId="{FDDCF144-34C8-47DC-8A61-AD413DD9A0C0}" type="pres">
      <dgm:prSet presAssocID="{B34D544A-1EDE-483B-B4CE-765BD1DC6DC0}" presName="rootText" presStyleLbl="node4" presStyleIdx="8" presStyleCnt="22">
        <dgm:presLayoutVars>
          <dgm:chPref val="3"/>
        </dgm:presLayoutVars>
      </dgm:prSet>
      <dgm:spPr/>
    </dgm:pt>
    <dgm:pt modelId="{EFDAD356-93A5-4C29-8F27-2EE36397AAF6}" type="pres">
      <dgm:prSet presAssocID="{B34D544A-1EDE-483B-B4CE-765BD1DC6DC0}" presName="rootConnector" presStyleLbl="node4" presStyleIdx="8" presStyleCnt="22"/>
      <dgm:spPr/>
    </dgm:pt>
    <dgm:pt modelId="{7D750AFA-9BC3-412D-A50C-0B633E0E5D7F}" type="pres">
      <dgm:prSet presAssocID="{B34D544A-1EDE-483B-B4CE-765BD1DC6DC0}" presName="hierChild4" presStyleCnt="0"/>
      <dgm:spPr/>
    </dgm:pt>
    <dgm:pt modelId="{C85D591D-0E1B-4BDF-9DA0-A2127C98C12A}" type="pres">
      <dgm:prSet presAssocID="{B34D544A-1EDE-483B-B4CE-765BD1DC6DC0}" presName="hierChild5" presStyleCnt="0"/>
      <dgm:spPr/>
    </dgm:pt>
    <dgm:pt modelId="{6BDBD7F3-6083-4497-968C-19145A3D4B38}" type="pres">
      <dgm:prSet presAssocID="{8EA19B09-4081-4C75-BE6F-B89FC9122F02}" presName="Name37" presStyleLbl="parChTrans1D4" presStyleIdx="9" presStyleCnt="22"/>
      <dgm:spPr/>
    </dgm:pt>
    <dgm:pt modelId="{64E86996-0DDE-491D-8CD9-15EB9435F40F}" type="pres">
      <dgm:prSet presAssocID="{783A28AA-F493-4D52-B315-F24AFF5BD00E}" presName="hierRoot2" presStyleCnt="0">
        <dgm:presLayoutVars>
          <dgm:hierBranch val="init"/>
        </dgm:presLayoutVars>
      </dgm:prSet>
      <dgm:spPr/>
    </dgm:pt>
    <dgm:pt modelId="{0B08CF44-242F-4DD2-AC0B-F870D7CE58BF}" type="pres">
      <dgm:prSet presAssocID="{783A28AA-F493-4D52-B315-F24AFF5BD00E}" presName="rootComposite" presStyleCnt="0"/>
      <dgm:spPr/>
    </dgm:pt>
    <dgm:pt modelId="{ABFB3F97-6CE9-4E52-918E-35F874A43BCD}" type="pres">
      <dgm:prSet presAssocID="{783A28AA-F493-4D52-B315-F24AFF5BD00E}" presName="rootText" presStyleLbl="node4" presStyleIdx="9" presStyleCnt="22">
        <dgm:presLayoutVars>
          <dgm:chPref val="3"/>
        </dgm:presLayoutVars>
      </dgm:prSet>
      <dgm:spPr/>
    </dgm:pt>
    <dgm:pt modelId="{DC80A068-6CF2-4B33-9C4A-C4CABD6579BF}" type="pres">
      <dgm:prSet presAssocID="{783A28AA-F493-4D52-B315-F24AFF5BD00E}" presName="rootConnector" presStyleLbl="node4" presStyleIdx="9" presStyleCnt="22"/>
      <dgm:spPr/>
    </dgm:pt>
    <dgm:pt modelId="{2970F0F2-EB68-4836-BB96-D6620232B2C8}" type="pres">
      <dgm:prSet presAssocID="{783A28AA-F493-4D52-B315-F24AFF5BD00E}" presName="hierChild4" presStyleCnt="0"/>
      <dgm:spPr/>
    </dgm:pt>
    <dgm:pt modelId="{B97849BF-01C7-4CD5-842A-6B07A0138C0F}" type="pres">
      <dgm:prSet presAssocID="{783A28AA-F493-4D52-B315-F24AFF5BD00E}" presName="hierChild5" presStyleCnt="0"/>
      <dgm:spPr/>
    </dgm:pt>
    <dgm:pt modelId="{9B1A0D9F-8972-4EA9-9E62-F3765FCC0B3B}" type="pres">
      <dgm:prSet presAssocID="{A2074807-3C28-4B33-9EEB-412E5A1AA954}" presName="hierChild5" presStyleCnt="0"/>
      <dgm:spPr/>
    </dgm:pt>
    <dgm:pt modelId="{3AD04F9E-2087-4B81-B04B-0A2617FA7735}" type="pres">
      <dgm:prSet presAssocID="{C5037945-930F-4B75-858B-B894823169CF}" presName="hierChild5" presStyleCnt="0"/>
      <dgm:spPr/>
    </dgm:pt>
    <dgm:pt modelId="{B7681CE4-8CA0-49DE-A9F3-C600278D7504}" type="pres">
      <dgm:prSet presAssocID="{33FD4574-5FBE-445D-A451-69994E30F552}" presName="Name37" presStyleLbl="parChTrans1D2" presStyleIdx="1" presStyleCnt="11"/>
      <dgm:spPr/>
    </dgm:pt>
    <dgm:pt modelId="{91803398-F222-4F6F-9FB9-9EE8C12FBCC2}" type="pres">
      <dgm:prSet presAssocID="{26763262-632B-46CC-BA82-DA9DFC8A319D}" presName="hierRoot2" presStyleCnt="0">
        <dgm:presLayoutVars>
          <dgm:hierBranch val="init"/>
        </dgm:presLayoutVars>
      </dgm:prSet>
      <dgm:spPr/>
    </dgm:pt>
    <dgm:pt modelId="{E9676D5F-E84E-4A51-8820-D92F19CB1465}" type="pres">
      <dgm:prSet presAssocID="{26763262-632B-46CC-BA82-DA9DFC8A319D}" presName="rootComposite" presStyleCnt="0"/>
      <dgm:spPr/>
    </dgm:pt>
    <dgm:pt modelId="{99F6D3EC-9833-4C01-AE72-D18361D51C5B}" type="pres">
      <dgm:prSet presAssocID="{26763262-632B-46CC-BA82-DA9DFC8A319D}" presName="rootText" presStyleLbl="node2" presStyleIdx="1" presStyleCnt="5" custScaleX="225192">
        <dgm:presLayoutVars>
          <dgm:chPref val="3"/>
        </dgm:presLayoutVars>
      </dgm:prSet>
      <dgm:spPr/>
    </dgm:pt>
    <dgm:pt modelId="{2746CEE6-A010-451F-B510-4FCDC2081F65}" type="pres">
      <dgm:prSet presAssocID="{26763262-632B-46CC-BA82-DA9DFC8A319D}" presName="rootConnector" presStyleLbl="node2" presStyleIdx="1" presStyleCnt="5"/>
      <dgm:spPr/>
    </dgm:pt>
    <dgm:pt modelId="{35408868-CFD5-48C4-A7F6-DCF16B910BAE}" type="pres">
      <dgm:prSet presAssocID="{26763262-632B-46CC-BA82-DA9DFC8A319D}" presName="hierChild4" presStyleCnt="0"/>
      <dgm:spPr/>
    </dgm:pt>
    <dgm:pt modelId="{1884A9FB-42E4-4FD9-8810-1F98F3262087}" type="pres">
      <dgm:prSet presAssocID="{C08DA14E-AC2A-41C9-8939-B45B3C4534E7}" presName="Name37" presStyleLbl="parChTrans1D3" presStyleIdx="4" presStyleCnt="11"/>
      <dgm:spPr/>
    </dgm:pt>
    <dgm:pt modelId="{35FA75DA-ADB8-4325-BAAC-83D6377699D2}" type="pres">
      <dgm:prSet presAssocID="{54A214D2-D44C-4CCE-9AEB-B812186FBE9F}" presName="hierRoot2" presStyleCnt="0">
        <dgm:presLayoutVars>
          <dgm:hierBranch val="init"/>
        </dgm:presLayoutVars>
      </dgm:prSet>
      <dgm:spPr/>
    </dgm:pt>
    <dgm:pt modelId="{AEB4B1A3-FB6D-41E9-9B48-D4468C98925F}" type="pres">
      <dgm:prSet presAssocID="{54A214D2-D44C-4CCE-9AEB-B812186FBE9F}" presName="rootComposite" presStyleCnt="0"/>
      <dgm:spPr/>
    </dgm:pt>
    <dgm:pt modelId="{CB02243B-C17F-4AA8-825F-D4F211D97915}" type="pres">
      <dgm:prSet presAssocID="{54A214D2-D44C-4CCE-9AEB-B812186FBE9F}" presName="rootText" presStyleLbl="node3" presStyleIdx="4" presStyleCnt="11">
        <dgm:presLayoutVars>
          <dgm:chPref val="3"/>
        </dgm:presLayoutVars>
      </dgm:prSet>
      <dgm:spPr/>
    </dgm:pt>
    <dgm:pt modelId="{91F9D075-7AAC-466E-8543-3BCFAC1AFA1F}" type="pres">
      <dgm:prSet presAssocID="{54A214D2-D44C-4CCE-9AEB-B812186FBE9F}" presName="rootConnector" presStyleLbl="node3" presStyleIdx="4" presStyleCnt="11"/>
      <dgm:spPr/>
    </dgm:pt>
    <dgm:pt modelId="{974E2D99-5862-4C7A-837C-FFEFCC8E79A7}" type="pres">
      <dgm:prSet presAssocID="{54A214D2-D44C-4CCE-9AEB-B812186FBE9F}" presName="hierChild4" presStyleCnt="0"/>
      <dgm:spPr/>
    </dgm:pt>
    <dgm:pt modelId="{AB1F82AE-D204-494B-90C7-632A99586039}" type="pres">
      <dgm:prSet presAssocID="{F967AC73-60EA-4945-AEC1-1AE5D8629C87}" presName="Name37" presStyleLbl="parChTrans1D4" presStyleIdx="10" presStyleCnt="22"/>
      <dgm:spPr/>
    </dgm:pt>
    <dgm:pt modelId="{DC0B2FDF-D839-45FE-9E9A-D22897A1B887}" type="pres">
      <dgm:prSet presAssocID="{0F02B370-286F-4E1B-80A8-B2AD40265B7C}" presName="hierRoot2" presStyleCnt="0">
        <dgm:presLayoutVars>
          <dgm:hierBranch val="init"/>
        </dgm:presLayoutVars>
      </dgm:prSet>
      <dgm:spPr/>
    </dgm:pt>
    <dgm:pt modelId="{1B76E2B1-AF57-455C-83AC-6048046D1721}" type="pres">
      <dgm:prSet presAssocID="{0F02B370-286F-4E1B-80A8-B2AD40265B7C}" presName="rootComposite" presStyleCnt="0"/>
      <dgm:spPr/>
    </dgm:pt>
    <dgm:pt modelId="{78F581A2-A236-4AAE-9594-81595AF744C3}" type="pres">
      <dgm:prSet presAssocID="{0F02B370-286F-4E1B-80A8-B2AD40265B7C}" presName="rootText" presStyleLbl="node4" presStyleIdx="10" presStyleCnt="22">
        <dgm:presLayoutVars>
          <dgm:chPref val="3"/>
        </dgm:presLayoutVars>
      </dgm:prSet>
      <dgm:spPr/>
    </dgm:pt>
    <dgm:pt modelId="{45497D4B-7384-4409-B2DD-8111D10AE21C}" type="pres">
      <dgm:prSet presAssocID="{0F02B370-286F-4E1B-80A8-B2AD40265B7C}" presName="rootConnector" presStyleLbl="node4" presStyleIdx="10" presStyleCnt="22"/>
      <dgm:spPr/>
    </dgm:pt>
    <dgm:pt modelId="{7655522E-218E-4AD1-9853-C6F4EBC0DDEE}" type="pres">
      <dgm:prSet presAssocID="{0F02B370-286F-4E1B-80A8-B2AD40265B7C}" presName="hierChild4" presStyleCnt="0"/>
      <dgm:spPr/>
    </dgm:pt>
    <dgm:pt modelId="{67DAF67C-13D5-4345-A3A2-7B8725F07673}" type="pres">
      <dgm:prSet presAssocID="{0F02B370-286F-4E1B-80A8-B2AD40265B7C}" presName="hierChild5" presStyleCnt="0"/>
      <dgm:spPr/>
    </dgm:pt>
    <dgm:pt modelId="{193E33AA-274E-4C00-AFCA-9DB6EDEE5D26}" type="pres">
      <dgm:prSet presAssocID="{1FA59B25-B97D-4856-89A0-8C3B6E523A3D}" presName="Name37" presStyleLbl="parChTrans1D4" presStyleIdx="11" presStyleCnt="22"/>
      <dgm:spPr/>
    </dgm:pt>
    <dgm:pt modelId="{F3D5026B-8448-41B2-BBBF-05FDED585D48}" type="pres">
      <dgm:prSet presAssocID="{52C3BCD1-2F5D-456B-ABDD-1FD281CCF16A}" presName="hierRoot2" presStyleCnt="0">
        <dgm:presLayoutVars>
          <dgm:hierBranch val="init"/>
        </dgm:presLayoutVars>
      </dgm:prSet>
      <dgm:spPr/>
    </dgm:pt>
    <dgm:pt modelId="{87ADBE72-D386-4625-9707-54E71DFACB84}" type="pres">
      <dgm:prSet presAssocID="{52C3BCD1-2F5D-456B-ABDD-1FD281CCF16A}" presName="rootComposite" presStyleCnt="0"/>
      <dgm:spPr/>
    </dgm:pt>
    <dgm:pt modelId="{5C7EA8F3-06B8-4CA9-AB03-BC7A37C3AC8C}" type="pres">
      <dgm:prSet presAssocID="{52C3BCD1-2F5D-456B-ABDD-1FD281CCF16A}" presName="rootText" presStyleLbl="node4" presStyleIdx="11" presStyleCnt="22">
        <dgm:presLayoutVars>
          <dgm:chPref val="3"/>
        </dgm:presLayoutVars>
      </dgm:prSet>
      <dgm:spPr/>
    </dgm:pt>
    <dgm:pt modelId="{F93A4A6C-8460-470A-B4C3-3D0A4371DE8F}" type="pres">
      <dgm:prSet presAssocID="{52C3BCD1-2F5D-456B-ABDD-1FD281CCF16A}" presName="rootConnector" presStyleLbl="node4" presStyleIdx="11" presStyleCnt="22"/>
      <dgm:spPr/>
    </dgm:pt>
    <dgm:pt modelId="{4B2B2C4B-2E0C-4D0B-B555-454D57BBCF30}" type="pres">
      <dgm:prSet presAssocID="{52C3BCD1-2F5D-456B-ABDD-1FD281CCF16A}" presName="hierChild4" presStyleCnt="0"/>
      <dgm:spPr/>
    </dgm:pt>
    <dgm:pt modelId="{11704B69-8EE7-4217-A30C-45E5EE7DC268}" type="pres">
      <dgm:prSet presAssocID="{52C3BCD1-2F5D-456B-ABDD-1FD281CCF16A}" presName="hierChild5" presStyleCnt="0"/>
      <dgm:spPr/>
    </dgm:pt>
    <dgm:pt modelId="{3517477E-EFCC-447B-B470-29BCB0F003B1}" type="pres">
      <dgm:prSet presAssocID="{54A214D2-D44C-4CCE-9AEB-B812186FBE9F}" presName="hierChild5" presStyleCnt="0"/>
      <dgm:spPr/>
    </dgm:pt>
    <dgm:pt modelId="{8947F22D-5100-4BE4-9D48-37CDC0BB22B8}" type="pres">
      <dgm:prSet presAssocID="{F03F1325-F889-4151-B190-44DECF7357FE}" presName="Name37" presStyleLbl="parChTrans1D3" presStyleIdx="5" presStyleCnt="11"/>
      <dgm:spPr/>
    </dgm:pt>
    <dgm:pt modelId="{4BF36BE8-74FF-4FEF-9027-0AE56F70059D}" type="pres">
      <dgm:prSet presAssocID="{E670956E-23BE-4CCF-9CC8-C73CE9824EFC}" presName="hierRoot2" presStyleCnt="0">
        <dgm:presLayoutVars>
          <dgm:hierBranch val="init"/>
        </dgm:presLayoutVars>
      </dgm:prSet>
      <dgm:spPr/>
    </dgm:pt>
    <dgm:pt modelId="{A19779A8-16D1-4670-8A5A-24A060717BEB}" type="pres">
      <dgm:prSet presAssocID="{E670956E-23BE-4CCF-9CC8-C73CE9824EFC}" presName="rootComposite" presStyleCnt="0"/>
      <dgm:spPr/>
    </dgm:pt>
    <dgm:pt modelId="{6AC24378-0A44-4A7E-8BBF-103B1AD48708}" type="pres">
      <dgm:prSet presAssocID="{E670956E-23BE-4CCF-9CC8-C73CE9824EFC}" presName="rootText" presStyleLbl="node3" presStyleIdx="5" presStyleCnt="11">
        <dgm:presLayoutVars>
          <dgm:chPref val="3"/>
        </dgm:presLayoutVars>
      </dgm:prSet>
      <dgm:spPr/>
    </dgm:pt>
    <dgm:pt modelId="{A6498950-CC80-4E3A-9EAB-0C3329627061}" type="pres">
      <dgm:prSet presAssocID="{E670956E-23BE-4CCF-9CC8-C73CE9824EFC}" presName="rootConnector" presStyleLbl="node3" presStyleIdx="5" presStyleCnt="11"/>
      <dgm:spPr/>
    </dgm:pt>
    <dgm:pt modelId="{E4A538C1-7024-4DC7-90AB-EEFBCC858ED7}" type="pres">
      <dgm:prSet presAssocID="{E670956E-23BE-4CCF-9CC8-C73CE9824EFC}" presName="hierChild4" presStyleCnt="0"/>
      <dgm:spPr/>
    </dgm:pt>
    <dgm:pt modelId="{833E2946-2059-42EA-A351-3111CB6D5C07}" type="pres">
      <dgm:prSet presAssocID="{7649E386-3A39-4F9D-919B-A92095CAA640}" presName="Name37" presStyleLbl="parChTrans1D4" presStyleIdx="12" presStyleCnt="22"/>
      <dgm:spPr/>
    </dgm:pt>
    <dgm:pt modelId="{C94FB3A5-F376-4A44-83C2-A79911CA9F77}" type="pres">
      <dgm:prSet presAssocID="{044DC898-7245-4442-9BD3-48FE3ED2D3B1}" presName="hierRoot2" presStyleCnt="0">
        <dgm:presLayoutVars>
          <dgm:hierBranch val="init"/>
        </dgm:presLayoutVars>
      </dgm:prSet>
      <dgm:spPr/>
    </dgm:pt>
    <dgm:pt modelId="{0BCDCD97-AB10-4AFD-B871-5EB9FB70FDB0}" type="pres">
      <dgm:prSet presAssocID="{044DC898-7245-4442-9BD3-48FE3ED2D3B1}" presName="rootComposite" presStyleCnt="0"/>
      <dgm:spPr/>
    </dgm:pt>
    <dgm:pt modelId="{B5BB71F7-A0FC-4F6C-B14D-D1D62FA86602}" type="pres">
      <dgm:prSet presAssocID="{044DC898-7245-4442-9BD3-48FE3ED2D3B1}" presName="rootText" presStyleLbl="node4" presStyleIdx="12" presStyleCnt="22">
        <dgm:presLayoutVars>
          <dgm:chPref val="3"/>
        </dgm:presLayoutVars>
      </dgm:prSet>
      <dgm:spPr/>
    </dgm:pt>
    <dgm:pt modelId="{96139B19-CD25-4309-8522-B05222DA49AC}" type="pres">
      <dgm:prSet presAssocID="{044DC898-7245-4442-9BD3-48FE3ED2D3B1}" presName="rootConnector" presStyleLbl="node4" presStyleIdx="12" presStyleCnt="22"/>
      <dgm:spPr/>
    </dgm:pt>
    <dgm:pt modelId="{9FB8DBF5-7864-44F4-BC39-E698385795C0}" type="pres">
      <dgm:prSet presAssocID="{044DC898-7245-4442-9BD3-48FE3ED2D3B1}" presName="hierChild4" presStyleCnt="0"/>
      <dgm:spPr/>
    </dgm:pt>
    <dgm:pt modelId="{B9A3F1E5-22AE-481A-B700-079CD100E0E4}" type="pres">
      <dgm:prSet presAssocID="{044DC898-7245-4442-9BD3-48FE3ED2D3B1}" presName="hierChild5" presStyleCnt="0"/>
      <dgm:spPr/>
    </dgm:pt>
    <dgm:pt modelId="{84330A31-E4B1-4DBE-8295-7FF2B6F93947}" type="pres">
      <dgm:prSet presAssocID="{C9029BB1-6D2B-4E61-AFD3-13881B4AF078}" presName="Name37" presStyleLbl="parChTrans1D4" presStyleIdx="13" presStyleCnt="22"/>
      <dgm:spPr/>
    </dgm:pt>
    <dgm:pt modelId="{B030A74C-EAC4-4E06-B773-B917FD88F6B0}" type="pres">
      <dgm:prSet presAssocID="{4DF2D60D-23A1-4D1B-9910-B7405AEF1AF9}" presName="hierRoot2" presStyleCnt="0">
        <dgm:presLayoutVars>
          <dgm:hierBranch val="init"/>
        </dgm:presLayoutVars>
      </dgm:prSet>
      <dgm:spPr/>
    </dgm:pt>
    <dgm:pt modelId="{94E64D73-3517-415F-9353-FA9DA513289B}" type="pres">
      <dgm:prSet presAssocID="{4DF2D60D-23A1-4D1B-9910-B7405AEF1AF9}" presName="rootComposite" presStyleCnt="0"/>
      <dgm:spPr/>
    </dgm:pt>
    <dgm:pt modelId="{821E3EC7-A6B7-46AC-8BCF-806121184152}" type="pres">
      <dgm:prSet presAssocID="{4DF2D60D-23A1-4D1B-9910-B7405AEF1AF9}" presName="rootText" presStyleLbl="node4" presStyleIdx="13" presStyleCnt="22">
        <dgm:presLayoutVars>
          <dgm:chPref val="3"/>
        </dgm:presLayoutVars>
      </dgm:prSet>
      <dgm:spPr/>
    </dgm:pt>
    <dgm:pt modelId="{485909FA-D8E2-48A7-A3D8-F9F0F5993200}" type="pres">
      <dgm:prSet presAssocID="{4DF2D60D-23A1-4D1B-9910-B7405AEF1AF9}" presName="rootConnector" presStyleLbl="node4" presStyleIdx="13" presStyleCnt="22"/>
      <dgm:spPr/>
    </dgm:pt>
    <dgm:pt modelId="{EAD9D589-190E-4765-A5F1-3FC6DAC2DB10}" type="pres">
      <dgm:prSet presAssocID="{4DF2D60D-23A1-4D1B-9910-B7405AEF1AF9}" presName="hierChild4" presStyleCnt="0"/>
      <dgm:spPr/>
    </dgm:pt>
    <dgm:pt modelId="{8F49FE73-9169-47B0-8E72-722235D51EA1}" type="pres">
      <dgm:prSet presAssocID="{4DF2D60D-23A1-4D1B-9910-B7405AEF1AF9}" presName="hierChild5" presStyleCnt="0"/>
      <dgm:spPr/>
    </dgm:pt>
    <dgm:pt modelId="{51AB98C4-CCEE-41E2-93A7-974FD5D4B5A3}" type="pres">
      <dgm:prSet presAssocID="{E670956E-23BE-4CCF-9CC8-C73CE9824EFC}" presName="hierChild5" presStyleCnt="0"/>
      <dgm:spPr/>
    </dgm:pt>
    <dgm:pt modelId="{A87F6928-E8F0-43AC-972A-1DA949F9B9CC}" type="pres">
      <dgm:prSet presAssocID="{26763262-632B-46CC-BA82-DA9DFC8A319D}" presName="hierChild5" presStyleCnt="0"/>
      <dgm:spPr/>
    </dgm:pt>
    <dgm:pt modelId="{80193982-A47D-4ECB-B6F6-8F1D6A7062BB}" type="pres">
      <dgm:prSet presAssocID="{0C9BCA1A-676D-4632-848E-0829D4E5185A}" presName="Name37" presStyleLbl="parChTrans1D2" presStyleIdx="2" presStyleCnt="11"/>
      <dgm:spPr/>
    </dgm:pt>
    <dgm:pt modelId="{47C7A62A-26D7-480A-862B-14A6FAE076B9}" type="pres">
      <dgm:prSet presAssocID="{145D55AA-61E0-495C-8F2D-EE36475B0338}" presName="hierRoot2" presStyleCnt="0">
        <dgm:presLayoutVars>
          <dgm:hierBranch val="init"/>
        </dgm:presLayoutVars>
      </dgm:prSet>
      <dgm:spPr/>
    </dgm:pt>
    <dgm:pt modelId="{736E4FB8-ED38-4446-BF60-94A535EE24CA}" type="pres">
      <dgm:prSet presAssocID="{145D55AA-61E0-495C-8F2D-EE36475B0338}" presName="rootComposite" presStyleCnt="0"/>
      <dgm:spPr/>
    </dgm:pt>
    <dgm:pt modelId="{2A36DFCF-50EA-4F73-AE79-4C68056A9760}" type="pres">
      <dgm:prSet presAssocID="{145D55AA-61E0-495C-8F2D-EE36475B0338}" presName="rootText" presStyleLbl="node2" presStyleIdx="2" presStyleCnt="5" custScaleX="224581">
        <dgm:presLayoutVars>
          <dgm:chPref val="3"/>
        </dgm:presLayoutVars>
      </dgm:prSet>
      <dgm:spPr/>
    </dgm:pt>
    <dgm:pt modelId="{692C7E62-0620-45DB-A27F-358647ADDB69}" type="pres">
      <dgm:prSet presAssocID="{145D55AA-61E0-495C-8F2D-EE36475B0338}" presName="rootConnector" presStyleLbl="node2" presStyleIdx="2" presStyleCnt="5"/>
      <dgm:spPr/>
    </dgm:pt>
    <dgm:pt modelId="{8917C416-59C1-4FCA-A445-2AF2CA10DE6D}" type="pres">
      <dgm:prSet presAssocID="{145D55AA-61E0-495C-8F2D-EE36475B0338}" presName="hierChild4" presStyleCnt="0"/>
      <dgm:spPr/>
    </dgm:pt>
    <dgm:pt modelId="{6EF5DE40-A613-44B8-8873-5CB179E71291}" type="pres">
      <dgm:prSet presAssocID="{DAAB9B73-0654-44F2-BFB2-2A12E0C8324D}" presName="Name37" presStyleLbl="parChTrans1D3" presStyleIdx="6" presStyleCnt="11"/>
      <dgm:spPr/>
    </dgm:pt>
    <dgm:pt modelId="{995B743B-13E9-4FE6-AF33-CC6E0550A40F}" type="pres">
      <dgm:prSet presAssocID="{E72F02CF-18B3-473D-BA51-A3A921F54BCB}" presName="hierRoot2" presStyleCnt="0">
        <dgm:presLayoutVars>
          <dgm:hierBranch val="init"/>
        </dgm:presLayoutVars>
      </dgm:prSet>
      <dgm:spPr/>
    </dgm:pt>
    <dgm:pt modelId="{41598615-3668-4A43-AE8A-CD604955CD2A}" type="pres">
      <dgm:prSet presAssocID="{E72F02CF-18B3-473D-BA51-A3A921F54BCB}" presName="rootComposite" presStyleCnt="0"/>
      <dgm:spPr/>
    </dgm:pt>
    <dgm:pt modelId="{9EA1F9B9-4D92-4870-BBD2-CB4F964CD17D}" type="pres">
      <dgm:prSet presAssocID="{E72F02CF-18B3-473D-BA51-A3A921F54BCB}" presName="rootText" presStyleLbl="node3" presStyleIdx="6" presStyleCnt="11">
        <dgm:presLayoutVars>
          <dgm:chPref val="3"/>
        </dgm:presLayoutVars>
      </dgm:prSet>
      <dgm:spPr/>
    </dgm:pt>
    <dgm:pt modelId="{F54654D8-6BF6-4CA2-A716-A88B477A9586}" type="pres">
      <dgm:prSet presAssocID="{E72F02CF-18B3-473D-BA51-A3A921F54BCB}" presName="rootConnector" presStyleLbl="node3" presStyleIdx="6" presStyleCnt="11"/>
      <dgm:spPr/>
    </dgm:pt>
    <dgm:pt modelId="{F0C89A3F-BB50-41A8-B81D-7B7989B05824}" type="pres">
      <dgm:prSet presAssocID="{E72F02CF-18B3-473D-BA51-A3A921F54BCB}" presName="hierChild4" presStyleCnt="0"/>
      <dgm:spPr/>
    </dgm:pt>
    <dgm:pt modelId="{B104FA65-B4C0-4B7B-8F35-47D7504F3B76}" type="pres">
      <dgm:prSet presAssocID="{21D2D3E8-ED16-4668-8A50-BA9C625F6C75}" presName="Name37" presStyleLbl="parChTrans1D4" presStyleIdx="14" presStyleCnt="22"/>
      <dgm:spPr/>
    </dgm:pt>
    <dgm:pt modelId="{5F7251BF-3067-4667-84F9-68638D50F081}" type="pres">
      <dgm:prSet presAssocID="{DA630805-589F-40FE-B4A9-A3C7971583FB}" presName="hierRoot2" presStyleCnt="0">
        <dgm:presLayoutVars>
          <dgm:hierBranch val="init"/>
        </dgm:presLayoutVars>
      </dgm:prSet>
      <dgm:spPr/>
    </dgm:pt>
    <dgm:pt modelId="{422B12DC-1F91-48C9-9290-016E18440677}" type="pres">
      <dgm:prSet presAssocID="{DA630805-589F-40FE-B4A9-A3C7971583FB}" presName="rootComposite" presStyleCnt="0"/>
      <dgm:spPr/>
    </dgm:pt>
    <dgm:pt modelId="{550D8D09-93EA-4A4E-97F1-95DB55475A48}" type="pres">
      <dgm:prSet presAssocID="{DA630805-589F-40FE-B4A9-A3C7971583FB}" presName="rootText" presStyleLbl="node4" presStyleIdx="14" presStyleCnt="22">
        <dgm:presLayoutVars>
          <dgm:chPref val="3"/>
        </dgm:presLayoutVars>
      </dgm:prSet>
      <dgm:spPr/>
    </dgm:pt>
    <dgm:pt modelId="{30979236-57DA-47DF-96D4-AB6AABBC538D}" type="pres">
      <dgm:prSet presAssocID="{DA630805-589F-40FE-B4A9-A3C7971583FB}" presName="rootConnector" presStyleLbl="node4" presStyleIdx="14" presStyleCnt="22"/>
      <dgm:spPr/>
    </dgm:pt>
    <dgm:pt modelId="{939B9510-C2F6-41B3-822A-A5BF47127E96}" type="pres">
      <dgm:prSet presAssocID="{DA630805-589F-40FE-B4A9-A3C7971583FB}" presName="hierChild4" presStyleCnt="0"/>
      <dgm:spPr/>
    </dgm:pt>
    <dgm:pt modelId="{692E8A60-CB90-424C-AFA8-2F1A403147AB}" type="pres">
      <dgm:prSet presAssocID="{DA630805-589F-40FE-B4A9-A3C7971583FB}" presName="hierChild5" presStyleCnt="0"/>
      <dgm:spPr/>
    </dgm:pt>
    <dgm:pt modelId="{727B956F-D72C-4AE4-8D9E-D5EAAA044204}" type="pres">
      <dgm:prSet presAssocID="{0A2748D7-A676-47D0-86C9-1C95FAEAC323}" presName="Name37" presStyleLbl="parChTrans1D4" presStyleIdx="15" presStyleCnt="22"/>
      <dgm:spPr/>
    </dgm:pt>
    <dgm:pt modelId="{3F0D928F-C5C6-4209-89C7-2DC22F440C9A}" type="pres">
      <dgm:prSet presAssocID="{DF9E427A-F061-4D73-876E-50DFE6A2B7E5}" presName="hierRoot2" presStyleCnt="0">
        <dgm:presLayoutVars>
          <dgm:hierBranch val="init"/>
        </dgm:presLayoutVars>
      </dgm:prSet>
      <dgm:spPr/>
    </dgm:pt>
    <dgm:pt modelId="{89A646BC-328E-41A9-8DF1-DCDA6CC3C425}" type="pres">
      <dgm:prSet presAssocID="{DF9E427A-F061-4D73-876E-50DFE6A2B7E5}" presName="rootComposite" presStyleCnt="0"/>
      <dgm:spPr/>
    </dgm:pt>
    <dgm:pt modelId="{016EC23A-2D0E-41F6-A49C-4A8A9AA629EE}" type="pres">
      <dgm:prSet presAssocID="{DF9E427A-F061-4D73-876E-50DFE6A2B7E5}" presName="rootText" presStyleLbl="node4" presStyleIdx="15" presStyleCnt="22">
        <dgm:presLayoutVars>
          <dgm:chPref val="3"/>
        </dgm:presLayoutVars>
      </dgm:prSet>
      <dgm:spPr/>
    </dgm:pt>
    <dgm:pt modelId="{CBB73073-E2BE-4561-B51B-94EBAD9E9723}" type="pres">
      <dgm:prSet presAssocID="{DF9E427A-F061-4D73-876E-50DFE6A2B7E5}" presName="rootConnector" presStyleLbl="node4" presStyleIdx="15" presStyleCnt="22"/>
      <dgm:spPr/>
    </dgm:pt>
    <dgm:pt modelId="{A2D7CAED-0941-4B4F-8DD4-28606AD9D38D}" type="pres">
      <dgm:prSet presAssocID="{DF9E427A-F061-4D73-876E-50DFE6A2B7E5}" presName="hierChild4" presStyleCnt="0"/>
      <dgm:spPr/>
    </dgm:pt>
    <dgm:pt modelId="{06DD9A92-3EBE-4509-A0B6-B94B2A043EB1}" type="pres">
      <dgm:prSet presAssocID="{DF9E427A-F061-4D73-876E-50DFE6A2B7E5}" presName="hierChild5" presStyleCnt="0"/>
      <dgm:spPr/>
    </dgm:pt>
    <dgm:pt modelId="{683892C0-C419-46BC-A3E0-860D73A40584}" type="pres">
      <dgm:prSet presAssocID="{E72F02CF-18B3-473D-BA51-A3A921F54BCB}" presName="hierChild5" presStyleCnt="0"/>
      <dgm:spPr/>
    </dgm:pt>
    <dgm:pt modelId="{F1396398-C9F6-48F4-AA4F-1E9F79E1591E}" type="pres">
      <dgm:prSet presAssocID="{CD9829E7-840B-4B2B-A393-F04E987952D6}" presName="Name37" presStyleLbl="parChTrans1D3" presStyleIdx="7" presStyleCnt="11"/>
      <dgm:spPr/>
    </dgm:pt>
    <dgm:pt modelId="{E5126307-494E-4B84-9F19-09827FC9D874}" type="pres">
      <dgm:prSet presAssocID="{52C3973C-B7F3-447F-8C8A-6D0C97AC7D87}" presName="hierRoot2" presStyleCnt="0">
        <dgm:presLayoutVars>
          <dgm:hierBranch val="init"/>
        </dgm:presLayoutVars>
      </dgm:prSet>
      <dgm:spPr/>
    </dgm:pt>
    <dgm:pt modelId="{CDBA4625-BF3A-434F-ABBE-CC242A863C0C}" type="pres">
      <dgm:prSet presAssocID="{52C3973C-B7F3-447F-8C8A-6D0C97AC7D87}" presName="rootComposite" presStyleCnt="0"/>
      <dgm:spPr/>
    </dgm:pt>
    <dgm:pt modelId="{55D6CDA0-E2F8-4F44-91CF-D45B8B7CACAF}" type="pres">
      <dgm:prSet presAssocID="{52C3973C-B7F3-447F-8C8A-6D0C97AC7D87}" presName="rootText" presStyleLbl="node3" presStyleIdx="7" presStyleCnt="11">
        <dgm:presLayoutVars>
          <dgm:chPref val="3"/>
        </dgm:presLayoutVars>
      </dgm:prSet>
      <dgm:spPr/>
    </dgm:pt>
    <dgm:pt modelId="{DF812D3D-1348-45D9-861B-C0CE67CEE8DF}" type="pres">
      <dgm:prSet presAssocID="{52C3973C-B7F3-447F-8C8A-6D0C97AC7D87}" presName="rootConnector" presStyleLbl="node3" presStyleIdx="7" presStyleCnt="11"/>
      <dgm:spPr/>
    </dgm:pt>
    <dgm:pt modelId="{D2AC8B04-FBE8-4F82-8DC3-90F7410252E8}" type="pres">
      <dgm:prSet presAssocID="{52C3973C-B7F3-447F-8C8A-6D0C97AC7D87}" presName="hierChild4" presStyleCnt="0"/>
      <dgm:spPr/>
    </dgm:pt>
    <dgm:pt modelId="{2E6867E7-74AC-4BF1-A9FA-4AC7261C94EA}" type="pres">
      <dgm:prSet presAssocID="{7503258F-CB4C-4821-9D8D-C5A58C1571DE}" presName="Name37" presStyleLbl="parChTrans1D4" presStyleIdx="16" presStyleCnt="22"/>
      <dgm:spPr/>
    </dgm:pt>
    <dgm:pt modelId="{F4FE13A6-9F02-4216-96F7-5149500E79F8}" type="pres">
      <dgm:prSet presAssocID="{6179B0DF-E47A-4DC1-A6E5-35A2A8035506}" presName="hierRoot2" presStyleCnt="0">
        <dgm:presLayoutVars>
          <dgm:hierBranch val="init"/>
        </dgm:presLayoutVars>
      </dgm:prSet>
      <dgm:spPr/>
    </dgm:pt>
    <dgm:pt modelId="{B910A640-20F8-40CB-8C21-72D3292DAF7D}" type="pres">
      <dgm:prSet presAssocID="{6179B0DF-E47A-4DC1-A6E5-35A2A8035506}" presName="rootComposite" presStyleCnt="0"/>
      <dgm:spPr/>
    </dgm:pt>
    <dgm:pt modelId="{3865DB16-34F6-41C8-ABAD-5A68CDC1E618}" type="pres">
      <dgm:prSet presAssocID="{6179B0DF-E47A-4DC1-A6E5-35A2A8035506}" presName="rootText" presStyleLbl="node4" presStyleIdx="16" presStyleCnt="22">
        <dgm:presLayoutVars>
          <dgm:chPref val="3"/>
        </dgm:presLayoutVars>
      </dgm:prSet>
      <dgm:spPr/>
    </dgm:pt>
    <dgm:pt modelId="{1002BD22-EA91-46EA-86D5-BC40AAB8FD27}" type="pres">
      <dgm:prSet presAssocID="{6179B0DF-E47A-4DC1-A6E5-35A2A8035506}" presName="rootConnector" presStyleLbl="node4" presStyleIdx="16" presStyleCnt="22"/>
      <dgm:spPr/>
    </dgm:pt>
    <dgm:pt modelId="{C18C182C-25D6-4782-AA35-57666DC65905}" type="pres">
      <dgm:prSet presAssocID="{6179B0DF-E47A-4DC1-A6E5-35A2A8035506}" presName="hierChild4" presStyleCnt="0"/>
      <dgm:spPr/>
    </dgm:pt>
    <dgm:pt modelId="{4BF485B8-AACE-48A9-A30C-D711169146EB}" type="pres">
      <dgm:prSet presAssocID="{6179B0DF-E47A-4DC1-A6E5-35A2A8035506}" presName="hierChild5" presStyleCnt="0"/>
      <dgm:spPr/>
    </dgm:pt>
    <dgm:pt modelId="{16D600AC-D904-45AA-A6C7-5EAC376DA718}" type="pres">
      <dgm:prSet presAssocID="{FB0EDD93-3471-4BEA-9C74-D18C3A65BE60}" presName="Name37" presStyleLbl="parChTrans1D4" presStyleIdx="17" presStyleCnt="22"/>
      <dgm:spPr/>
    </dgm:pt>
    <dgm:pt modelId="{19997ABE-8B23-4115-8D41-E55CAF4E9A9E}" type="pres">
      <dgm:prSet presAssocID="{63C0A874-E3F2-452F-95FF-C800D865E671}" presName="hierRoot2" presStyleCnt="0">
        <dgm:presLayoutVars>
          <dgm:hierBranch val="init"/>
        </dgm:presLayoutVars>
      </dgm:prSet>
      <dgm:spPr/>
    </dgm:pt>
    <dgm:pt modelId="{B30779DE-CD89-4193-B231-8CEF0AA2897B}" type="pres">
      <dgm:prSet presAssocID="{63C0A874-E3F2-452F-95FF-C800D865E671}" presName="rootComposite" presStyleCnt="0"/>
      <dgm:spPr/>
    </dgm:pt>
    <dgm:pt modelId="{0A5EED6C-F2BD-4DA1-9DA3-1CF629ED9ABF}" type="pres">
      <dgm:prSet presAssocID="{63C0A874-E3F2-452F-95FF-C800D865E671}" presName="rootText" presStyleLbl="node4" presStyleIdx="17" presStyleCnt="22">
        <dgm:presLayoutVars>
          <dgm:chPref val="3"/>
        </dgm:presLayoutVars>
      </dgm:prSet>
      <dgm:spPr/>
    </dgm:pt>
    <dgm:pt modelId="{E016FB47-A545-488F-83C0-0164DBB3E565}" type="pres">
      <dgm:prSet presAssocID="{63C0A874-E3F2-452F-95FF-C800D865E671}" presName="rootConnector" presStyleLbl="node4" presStyleIdx="17" presStyleCnt="22"/>
      <dgm:spPr/>
    </dgm:pt>
    <dgm:pt modelId="{C5D3D9A3-9B9F-4B58-858C-0AE3A2824D6A}" type="pres">
      <dgm:prSet presAssocID="{63C0A874-E3F2-452F-95FF-C800D865E671}" presName="hierChild4" presStyleCnt="0"/>
      <dgm:spPr/>
    </dgm:pt>
    <dgm:pt modelId="{DFB0B1A0-7FB2-4E96-A127-0730B3209EE1}" type="pres">
      <dgm:prSet presAssocID="{63C0A874-E3F2-452F-95FF-C800D865E671}" presName="hierChild5" presStyleCnt="0"/>
      <dgm:spPr/>
    </dgm:pt>
    <dgm:pt modelId="{F7AAA351-ABAF-4340-BBFE-7A50D4EFAA74}" type="pres">
      <dgm:prSet presAssocID="{52C3973C-B7F3-447F-8C8A-6D0C97AC7D87}" presName="hierChild5" presStyleCnt="0"/>
      <dgm:spPr/>
    </dgm:pt>
    <dgm:pt modelId="{A96D6414-3676-4A92-85D8-5DD124BA2942}" type="pres">
      <dgm:prSet presAssocID="{145D55AA-61E0-495C-8F2D-EE36475B0338}" presName="hierChild5" presStyleCnt="0"/>
      <dgm:spPr/>
    </dgm:pt>
    <dgm:pt modelId="{B67FA171-3DC1-4B30-B97D-AAB0EE775448}" type="pres">
      <dgm:prSet presAssocID="{F8130828-F801-48B7-A83D-32C060147E31}" presName="Name37" presStyleLbl="parChTrans1D2" presStyleIdx="3" presStyleCnt="11"/>
      <dgm:spPr/>
    </dgm:pt>
    <dgm:pt modelId="{9050899D-C12D-433D-BA67-5366AE2099EB}" type="pres">
      <dgm:prSet presAssocID="{75DFC915-9462-4A30-AE1F-37CE18B3C6D2}" presName="hierRoot2" presStyleCnt="0">
        <dgm:presLayoutVars>
          <dgm:hierBranch val="init"/>
        </dgm:presLayoutVars>
      </dgm:prSet>
      <dgm:spPr/>
    </dgm:pt>
    <dgm:pt modelId="{FA4CBB32-6DC4-463A-97E6-6F6C874672E4}" type="pres">
      <dgm:prSet presAssocID="{75DFC915-9462-4A30-AE1F-37CE18B3C6D2}" presName="rootComposite" presStyleCnt="0"/>
      <dgm:spPr/>
    </dgm:pt>
    <dgm:pt modelId="{858CCC95-E4CA-427E-8CC5-EA54BE327E50}" type="pres">
      <dgm:prSet presAssocID="{75DFC915-9462-4A30-AE1F-37CE18B3C6D2}" presName="rootText" presStyleLbl="node2" presStyleIdx="3" presStyleCnt="5" custScaleX="227286">
        <dgm:presLayoutVars>
          <dgm:chPref val="3"/>
        </dgm:presLayoutVars>
      </dgm:prSet>
      <dgm:spPr/>
    </dgm:pt>
    <dgm:pt modelId="{6F0642B5-C6D2-460F-8B0D-117246BD79FD}" type="pres">
      <dgm:prSet presAssocID="{75DFC915-9462-4A30-AE1F-37CE18B3C6D2}" presName="rootConnector" presStyleLbl="node2" presStyleIdx="3" presStyleCnt="5"/>
      <dgm:spPr/>
    </dgm:pt>
    <dgm:pt modelId="{212E254B-8521-46A2-8B27-60BF05F6C21C}" type="pres">
      <dgm:prSet presAssocID="{75DFC915-9462-4A30-AE1F-37CE18B3C6D2}" presName="hierChild4" presStyleCnt="0"/>
      <dgm:spPr/>
    </dgm:pt>
    <dgm:pt modelId="{362C6395-CDA7-4EB2-8956-CE67599F0711}" type="pres">
      <dgm:prSet presAssocID="{81DA8363-0B62-47BB-A1C0-276F95F61685}" presName="Name37" presStyleLbl="parChTrans1D3" presStyleIdx="8" presStyleCnt="11"/>
      <dgm:spPr/>
    </dgm:pt>
    <dgm:pt modelId="{12FC3C31-BF70-463F-85E6-6C6DECA5ECB0}" type="pres">
      <dgm:prSet presAssocID="{05459587-4988-4521-A172-715582190CFB}" presName="hierRoot2" presStyleCnt="0">
        <dgm:presLayoutVars>
          <dgm:hierBranch val="init"/>
        </dgm:presLayoutVars>
      </dgm:prSet>
      <dgm:spPr/>
    </dgm:pt>
    <dgm:pt modelId="{692356F9-16E3-4269-AC10-B48F562F6350}" type="pres">
      <dgm:prSet presAssocID="{05459587-4988-4521-A172-715582190CFB}" presName="rootComposite" presStyleCnt="0"/>
      <dgm:spPr/>
    </dgm:pt>
    <dgm:pt modelId="{F5119AFF-7505-49C6-B8CC-5346C5423816}" type="pres">
      <dgm:prSet presAssocID="{05459587-4988-4521-A172-715582190CFB}" presName="rootText" presStyleLbl="node3" presStyleIdx="8" presStyleCnt="11">
        <dgm:presLayoutVars>
          <dgm:chPref val="3"/>
        </dgm:presLayoutVars>
      </dgm:prSet>
      <dgm:spPr/>
    </dgm:pt>
    <dgm:pt modelId="{E4298F15-1B1C-4C7E-A9D9-C674AC3871A9}" type="pres">
      <dgm:prSet presAssocID="{05459587-4988-4521-A172-715582190CFB}" presName="rootConnector" presStyleLbl="node3" presStyleIdx="8" presStyleCnt="11"/>
      <dgm:spPr/>
    </dgm:pt>
    <dgm:pt modelId="{596DD6B5-721C-4365-8C70-A33DA29F2333}" type="pres">
      <dgm:prSet presAssocID="{05459587-4988-4521-A172-715582190CFB}" presName="hierChild4" presStyleCnt="0"/>
      <dgm:spPr/>
    </dgm:pt>
    <dgm:pt modelId="{109402AC-4CF6-4F22-8D6A-D3C1188B5393}" type="pres">
      <dgm:prSet presAssocID="{2CEDF25F-6939-4F31-AEE1-81814F018153}" presName="Name37" presStyleLbl="parChTrans1D4" presStyleIdx="18" presStyleCnt="22"/>
      <dgm:spPr/>
    </dgm:pt>
    <dgm:pt modelId="{FE28105F-AAFF-4966-AA84-32417214F510}" type="pres">
      <dgm:prSet presAssocID="{64C84F6C-4C89-42C9-BBFB-E3A9FEECB53C}" presName="hierRoot2" presStyleCnt="0">
        <dgm:presLayoutVars>
          <dgm:hierBranch val="init"/>
        </dgm:presLayoutVars>
      </dgm:prSet>
      <dgm:spPr/>
    </dgm:pt>
    <dgm:pt modelId="{817482A5-22DC-49F3-9CA3-FD065E6B35CF}" type="pres">
      <dgm:prSet presAssocID="{64C84F6C-4C89-42C9-BBFB-E3A9FEECB53C}" presName="rootComposite" presStyleCnt="0"/>
      <dgm:spPr/>
    </dgm:pt>
    <dgm:pt modelId="{7845EB6B-B9D0-4329-A00A-A032CFA8607F}" type="pres">
      <dgm:prSet presAssocID="{64C84F6C-4C89-42C9-BBFB-E3A9FEECB53C}" presName="rootText" presStyleLbl="node4" presStyleIdx="18" presStyleCnt="22">
        <dgm:presLayoutVars>
          <dgm:chPref val="3"/>
        </dgm:presLayoutVars>
      </dgm:prSet>
      <dgm:spPr/>
    </dgm:pt>
    <dgm:pt modelId="{D028122C-9A8C-400D-91B3-5E431B062B11}" type="pres">
      <dgm:prSet presAssocID="{64C84F6C-4C89-42C9-BBFB-E3A9FEECB53C}" presName="rootConnector" presStyleLbl="node4" presStyleIdx="18" presStyleCnt="22"/>
      <dgm:spPr/>
    </dgm:pt>
    <dgm:pt modelId="{D8068839-FC4C-47FD-9D5B-EA790A28BE59}" type="pres">
      <dgm:prSet presAssocID="{64C84F6C-4C89-42C9-BBFB-E3A9FEECB53C}" presName="hierChild4" presStyleCnt="0"/>
      <dgm:spPr/>
    </dgm:pt>
    <dgm:pt modelId="{68BB8EBF-EF42-4AA7-A502-A2898DA40447}" type="pres">
      <dgm:prSet presAssocID="{64C84F6C-4C89-42C9-BBFB-E3A9FEECB53C}" presName="hierChild5" presStyleCnt="0"/>
      <dgm:spPr/>
    </dgm:pt>
    <dgm:pt modelId="{4ACA9E40-9061-4DB8-AF0E-E26B8E3C0D3A}" type="pres">
      <dgm:prSet presAssocID="{05459587-4988-4521-A172-715582190CFB}" presName="hierChild5" presStyleCnt="0"/>
      <dgm:spPr/>
    </dgm:pt>
    <dgm:pt modelId="{BE316BAB-E484-4713-88F8-60BFB9ECB2F9}" type="pres">
      <dgm:prSet presAssocID="{3C79FE37-D072-433C-85E3-76D9529FB2A4}" presName="Name37" presStyleLbl="parChTrans1D3" presStyleIdx="9" presStyleCnt="11"/>
      <dgm:spPr/>
    </dgm:pt>
    <dgm:pt modelId="{235CF454-738B-405A-85CD-421FFD5C9EB4}" type="pres">
      <dgm:prSet presAssocID="{1B6E74F3-B5A8-441C-AB65-775DCB44F666}" presName="hierRoot2" presStyleCnt="0">
        <dgm:presLayoutVars>
          <dgm:hierBranch val="init"/>
        </dgm:presLayoutVars>
      </dgm:prSet>
      <dgm:spPr/>
    </dgm:pt>
    <dgm:pt modelId="{6EA77787-3398-4DDC-B818-D55AA7CE88B1}" type="pres">
      <dgm:prSet presAssocID="{1B6E74F3-B5A8-441C-AB65-775DCB44F666}" presName="rootComposite" presStyleCnt="0"/>
      <dgm:spPr/>
    </dgm:pt>
    <dgm:pt modelId="{8D4EDDFD-3F99-48DD-B17E-DED0EC8CDDD0}" type="pres">
      <dgm:prSet presAssocID="{1B6E74F3-B5A8-441C-AB65-775DCB44F666}" presName="rootText" presStyleLbl="node3" presStyleIdx="9" presStyleCnt="11">
        <dgm:presLayoutVars>
          <dgm:chPref val="3"/>
        </dgm:presLayoutVars>
      </dgm:prSet>
      <dgm:spPr/>
    </dgm:pt>
    <dgm:pt modelId="{71A8528D-5007-41C3-81C5-D5BBF6988692}" type="pres">
      <dgm:prSet presAssocID="{1B6E74F3-B5A8-441C-AB65-775DCB44F666}" presName="rootConnector" presStyleLbl="node3" presStyleIdx="9" presStyleCnt="11"/>
      <dgm:spPr/>
    </dgm:pt>
    <dgm:pt modelId="{41266EB5-6822-4380-8214-AF227CA6FBE2}" type="pres">
      <dgm:prSet presAssocID="{1B6E74F3-B5A8-441C-AB65-775DCB44F666}" presName="hierChild4" presStyleCnt="0"/>
      <dgm:spPr/>
    </dgm:pt>
    <dgm:pt modelId="{A43EF91F-8DA5-43EF-8EB3-BB146F5BF4EF}" type="pres">
      <dgm:prSet presAssocID="{260C4ED7-3608-4DAA-8893-2CC8555D359C}" presName="Name37" presStyleLbl="parChTrans1D4" presStyleIdx="19" presStyleCnt="22"/>
      <dgm:spPr/>
    </dgm:pt>
    <dgm:pt modelId="{40E0D3DD-9B1A-422B-BD4A-8E6C3E301DC3}" type="pres">
      <dgm:prSet presAssocID="{BB5616D0-CD6B-4AFA-914E-D4A64560E1D3}" presName="hierRoot2" presStyleCnt="0">
        <dgm:presLayoutVars>
          <dgm:hierBranch val="init"/>
        </dgm:presLayoutVars>
      </dgm:prSet>
      <dgm:spPr/>
    </dgm:pt>
    <dgm:pt modelId="{BA48E19B-0F9D-481F-AD1E-7CEDD78FF588}" type="pres">
      <dgm:prSet presAssocID="{BB5616D0-CD6B-4AFA-914E-D4A64560E1D3}" presName="rootComposite" presStyleCnt="0"/>
      <dgm:spPr/>
    </dgm:pt>
    <dgm:pt modelId="{6EE46714-DE7C-41DB-BFF7-B9C85E642D2D}" type="pres">
      <dgm:prSet presAssocID="{BB5616D0-CD6B-4AFA-914E-D4A64560E1D3}" presName="rootText" presStyleLbl="node4" presStyleIdx="19" presStyleCnt="22">
        <dgm:presLayoutVars>
          <dgm:chPref val="3"/>
        </dgm:presLayoutVars>
      </dgm:prSet>
      <dgm:spPr/>
    </dgm:pt>
    <dgm:pt modelId="{4A3DB128-2895-4B3C-A51E-CF03A0BEF216}" type="pres">
      <dgm:prSet presAssocID="{BB5616D0-CD6B-4AFA-914E-D4A64560E1D3}" presName="rootConnector" presStyleLbl="node4" presStyleIdx="19" presStyleCnt="22"/>
      <dgm:spPr/>
    </dgm:pt>
    <dgm:pt modelId="{BD90B170-03AB-4761-B381-6689039A91D7}" type="pres">
      <dgm:prSet presAssocID="{BB5616D0-CD6B-4AFA-914E-D4A64560E1D3}" presName="hierChild4" presStyleCnt="0"/>
      <dgm:spPr/>
    </dgm:pt>
    <dgm:pt modelId="{4B14A816-4F72-4208-BF15-B15153F3E357}" type="pres">
      <dgm:prSet presAssocID="{BB5616D0-CD6B-4AFA-914E-D4A64560E1D3}" presName="hierChild5" presStyleCnt="0"/>
      <dgm:spPr/>
    </dgm:pt>
    <dgm:pt modelId="{C213A015-EC16-4B9F-A988-FF8A7BBB88A6}" type="pres">
      <dgm:prSet presAssocID="{226E3F2A-149C-4E31-AF49-05035199D23B}" presName="Name37" presStyleLbl="parChTrans1D4" presStyleIdx="20" presStyleCnt="22"/>
      <dgm:spPr/>
    </dgm:pt>
    <dgm:pt modelId="{C8E409F6-B69C-4B41-87EF-A9E9AF5BCB9B}" type="pres">
      <dgm:prSet presAssocID="{F35FFE74-4990-45D5-A4CB-80872A2AC027}" presName="hierRoot2" presStyleCnt="0">
        <dgm:presLayoutVars>
          <dgm:hierBranch val="init"/>
        </dgm:presLayoutVars>
      </dgm:prSet>
      <dgm:spPr/>
    </dgm:pt>
    <dgm:pt modelId="{C5884F31-3884-49C7-AE8F-6D03B960CFBC}" type="pres">
      <dgm:prSet presAssocID="{F35FFE74-4990-45D5-A4CB-80872A2AC027}" presName="rootComposite" presStyleCnt="0"/>
      <dgm:spPr/>
    </dgm:pt>
    <dgm:pt modelId="{23C620D9-0E46-4B77-A12F-3537A154FCBA}" type="pres">
      <dgm:prSet presAssocID="{F35FFE74-4990-45D5-A4CB-80872A2AC027}" presName="rootText" presStyleLbl="node4" presStyleIdx="20" presStyleCnt="22">
        <dgm:presLayoutVars>
          <dgm:chPref val="3"/>
        </dgm:presLayoutVars>
      </dgm:prSet>
      <dgm:spPr/>
    </dgm:pt>
    <dgm:pt modelId="{3347A672-0AAE-421D-9612-0367CFCB23F6}" type="pres">
      <dgm:prSet presAssocID="{F35FFE74-4990-45D5-A4CB-80872A2AC027}" presName="rootConnector" presStyleLbl="node4" presStyleIdx="20" presStyleCnt="22"/>
      <dgm:spPr/>
    </dgm:pt>
    <dgm:pt modelId="{7E4EA97F-D44D-4A84-B8A6-BC873F0F6586}" type="pres">
      <dgm:prSet presAssocID="{F35FFE74-4990-45D5-A4CB-80872A2AC027}" presName="hierChild4" presStyleCnt="0"/>
      <dgm:spPr/>
    </dgm:pt>
    <dgm:pt modelId="{82F18416-9B46-4985-91B7-8A7EE4F32A6D}" type="pres">
      <dgm:prSet presAssocID="{F35FFE74-4990-45D5-A4CB-80872A2AC027}" presName="hierChild5" presStyleCnt="0"/>
      <dgm:spPr/>
    </dgm:pt>
    <dgm:pt modelId="{7737F3F5-144A-4757-A10B-63150BBE79A5}" type="pres">
      <dgm:prSet presAssocID="{1B6E74F3-B5A8-441C-AB65-775DCB44F666}" presName="hierChild5" presStyleCnt="0"/>
      <dgm:spPr/>
    </dgm:pt>
    <dgm:pt modelId="{EE5F734F-9F36-4C79-A3BC-220E7FAA674E}" type="pres">
      <dgm:prSet presAssocID="{75DFC915-9462-4A30-AE1F-37CE18B3C6D2}" presName="hierChild5" presStyleCnt="0"/>
      <dgm:spPr/>
    </dgm:pt>
    <dgm:pt modelId="{BCDC2B85-A8D5-4593-867F-DC0483840EB2}" type="pres">
      <dgm:prSet presAssocID="{E93B594F-0000-4F1E-9B42-4CBD54251AE9}" presName="Name37" presStyleLbl="parChTrans1D2" presStyleIdx="4" presStyleCnt="11"/>
      <dgm:spPr/>
    </dgm:pt>
    <dgm:pt modelId="{5737F07D-3BAB-48F7-A08D-31C96ABB745A}" type="pres">
      <dgm:prSet presAssocID="{CFBF96BE-57AC-4278-BEE8-4529105B485E}" presName="hierRoot2" presStyleCnt="0">
        <dgm:presLayoutVars>
          <dgm:hierBranch val="init"/>
        </dgm:presLayoutVars>
      </dgm:prSet>
      <dgm:spPr/>
    </dgm:pt>
    <dgm:pt modelId="{400E70F2-206E-4207-9BAE-AA4950AB067D}" type="pres">
      <dgm:prSet presAssocID="{CFBF96BE-57AC-4278-BEE8-4529105B485E}" presName="rootComposite" presStyleCnt="0"/>
      <dgm:spPr/>
    </dgm:pt>
    <dgm:pt modelId="{B6882BBA-C028-45B6-AA74-004B50941257}" type="pres">
      <dgm:prSet presAssocID="{CFBF96BE-57AC-4278-BEE8-4529105B485E}" presName="rootText" presStyleLbl="node2" presStyleIdx="4" presStyleCnt="5" custScaleX="113140">
        <dgm:presLayoutVars>
          <dgm:chPref val="3"/>
        </dgm:presLayoutVars>
      </dgm:prSet>
      <dgm:spPr/>
    </dgm:pt>
    <dgm:pt modelId="{566DBE28-CF1C-4D21-A527-ACA2FA65BB5E}" type="pres">
      <dgm:prSet presAssocID="{CFBF96BE-57AC-4278-BEE8-4529105B485E}" presName="rootConnector" presStyleLbl="node2" presStyleIdx="4" presStyleCnt="5"/>
      <dgm:spPr/>
    </dgm:pt>
    <dgm:pt modelId="{03CD7D9C-8C3B-4156-87BC-15BE577EF0F1}" type="pres">
      <dgm:prSet presAssocID="{CFBF96BE-57AC-4278-BEE8-4529105B485E}" presName="hierChild4" presStyleCnt="0"/>
      <dgm:spPr/>
    </dgm:pt>
    <dgm:pt modelId="{5489D5DD-FC37-42DE-962B-6993F423AF34}" type="pres">
      <dgm:prSet presAssocID="{B8FCF6F9-076B-4699-9E4E-2CA4C23B8C97}" presName="Name37" presStyleLbl="parChTrans1D3" presStyleIdx="10" presStyleCnt="11"/>
      <dgm:spPr/>
    </dgm:pt>
    <dgm:pt modelId="{BA5F6171-F2F1-43FD-B8E5-B5CCA007C296}" type="pres">
      <dgm:prSet presAssocID="{435BDAA4-6C6D-4BA3-863B-6A6502930384}" presName="hierRoot2" presStyleCnt="0">
        <dgm:presLayoutVars>
          <dgm:hierBranch val="init"/>
        </dgm:presLayoutVars>
      </dgm:prSet>
      <dgm:spPr/>
    </dgm:pt>
    <dgm:pt modelId="{9310BCC2-D236-4405-9CC4-65E08969ADA7}" type="pres">
      <dgm:prSet presAssocID="{435BDAA4-6C6D-4BA3-863B-6A6502930384}" presName="rootComposite" presStyleCnt="0"/>
      <dgm:spPr/>
    </dgm:pt>
    <dgm:pt modelId="{D27AD6E2-F859-4EE0-99E8-AC86C2B80631}" type="pres">
      <dgm:prSet presAssocID="{435BDAA4-6C6D-4BA3-863B-6A6502930384}" presName="rootText" presStyleLbl="node3" presStyleIdx="10" presStyleCnt="11">
        <dgm:presLayoutVars>
          <dgm:chPref val="3"/>
        </dgm:presLayoutVars>
      </dgm:prSet>
      <dgm:spPr/>
    </dgm:pt>
    <dgm:pt modelId="{B5B547D9-1EC6-4C68-97AC-E62BDA82905D}" type="pres">
      <dgm:prSet presAssocID="{435BDAA4-6C6D-4BA3-863B-6A6502930384}" presName="rootConnector" presStyleLbl="node3" presStyleIdx="10" presStyleCnt="11"/>
      <dgm:spPr/>
    </dgm:pt>
    <dgm:pt modelId="{9BE8806E-47EF-4996-A6CC-711244C7C529}" type="pres">
      <dgm:prSet presAssocID="{435BDAA4-6C6D-4BA3-863B-6A6502930384}" presName="hierChild4" presStyleCnt="0"/>
      <dgm:spPr/>
    </dgm:pt>
    <dgm:pt modelId="{3F275E6C-EF52-44B6-A1FE-02C759FE80EB}" type="pres">
      <dgm:prSet presAssocID="{20C93597-4DC1-4325-8363-E7CD2A9D1B4A}" presName="Name37" presStyleLbl="parChTrans1D4" presStyleIdx="21" presStyleCnt="22"/>
      <dgm:spPr/>
    </dgm:pt>
    <dgm:pt modelId="{38E28F90-9147-4454-ACA9-26C25A166647}" type="pres">
      <dgm:prSet presAssocID="{6AE7F5F1-29A0-46DF-AACF-A442207EF17A}" presName="hierRoot2" presStyleCnt="0">
        <dgm:presLayoutVars>
          <dgm:hierBranch val="init"/>
        </dgm:presLayoutVars>
      </dgm:prSet>
      <dgm:spPr/>
    </dgm:pt>
    <dgm:pt modelId="{F2F68809-52F8-4638-9C48-524C58408B9D}" type="pres">
      <dgm:prSet presAssocID="{6AE7F5F1-29A0-46DF-AACF-A442207EF17A}" presName="rootComposite" presStyleCnt="0"/>
      <dgm:spPr/>
    </dgm:pt>
    <dgm:pt modelId="{ED8C2754-99A8-4ED1-BB55-3C2EFFCC0D21}" type="pres">
      <dgm:prSet presAssocID="{6AE7F5F1-29A0-46DF-AACF-A442207EF17A}" presName="rootText" presStyleLbl="node4" presStyleIdx="21" presStyleCnt="22">
        <dgm:presLayoutVars>
          <dgm:chPref val="3"/>
        </dgm:presLayoutVars>
      </dgm:prSet>
      <dgm:spPr/>
    </dgm:pt>
    <dgm:pt modelId="{83DC080B-07F6-4C80-8867-801273870E8D}" type="pres">
      <dgm:prSet presAssocID="{6AE7F5F1-29A0-46DF-AACF-A442207EF17A}" presName="rootConnector" presStyleLbl="node4" presStyleIdx="21" presStyleCnt="22"/>
      <dgm:spPr/>
    </dgm:pt>
    <dgm:pt modelId="{A000072A-B8CD-46B7-A5B4-C1AF819C612E}" type="pres">
      <dgm:prSet presAssocID="{6AE7F5F1-29A0-46DF-AACF-A442207EF17A}" presName="hierChild4" presStyleCnt="0"/>
      <dgm:spPr/>
    </dgm:pt>
    <dgm:pt modelId="{0C1A2FD9-ADE7-474A-9178-0403F08F3C3B}" type="pres">
      <dgm:prSet presAssocID="{6AE7F5F1-29A0-46DF-AACF-A442207EF17A}" presName="hierChild5" presStyleCnt="0"/>
      <dgm:spPr/>
    </dgm:pt>
    <dgm:pt modelId="{79A93CA2-F414-43B6-B79D-28829BC2FEA2}" type="pres">
      <dgm:prSet presAssocID="{435BDAA4-6C6D-4BA3-863B-6A6502930384}" presName="hierChild5" presStyleCnt="0"/>
      <dgm:spPr/>
    </dgm:pt>
    <dgm:pt modelId="{FD21FF1C-F2CA-4171-8B6E-255BBCDFCAB3}" type="pres">
      <dgm:prSet presAssocID="{CFBF96BE-57AC-4278-BEE8-4529105B485E}" presName="hierChild5" presStyleCnt="0"/>
      <dgm:spPr/>
    </dgm:pt>
    <dgm:pt modelId="{6192D81C-FD83-484A-8948-A0EBD03E85B6}" type="pres">
      <dgm:prSet presAssocID="{10A0EA3D-3AD4-4A16-AC66-3525B6400D15}" presName="hierChild3" presStyleCnt="0"/>
      <dgm:spPr/>
    </dgm:pt>
    <dgm:pt modelId="{704ABBB8-2915-4809-887C-3177C93E17F5}" type="pres">
      <dgm:prSet presAssocID="{CBA838D2-5CCD-430A-8401-812ABB00C9A2}" presName="Name111" presStyleLbl="parChTrans1D2" presStyleIdx="5" presStyleCnt="11"/>
      <dgm:spPr/>
    </dgm:pt>
    <dgm:pt modelId="{A057CC11-DB9E-4EA0-AE9A-826392F30655}" type="pres">
      <dgm:prSet presAssocID="{D50B17DF-8726-4110-8CC1-ED249BFB070D}" presName="hierRoot3" presStyleCnt="0">
        <dgm:presLayoutVars>
          <dgm:hierBranch val="init"/>
        </dgm:presLayoutVars>
      </dgm:prSet>
      <dgm:spPr/>
    </dgm:pt>
    <dgm:pt modelId="{0ED2ECFE-23C4-4AA1-9937-A0A8D40E1CE0}" type="pres">
      <dgm:prSet presAssocID="{D50B17DF-8726-4110-8CC1-ED249BFB070D}" presName="rootComposite3" presStyleCnt="0"/>
      <dgm:spPr/>
    </dgm:pt>
    <dgm:pt modelId="{04D55F42-F08F-4298-BDA8-955C6676DC10}" type="pres">
      <dgm:prSet presAssocID="{D50B17DF-8726-4110-8CC1-ED249BFB070D}" presName="rootText3" presStyleLbl="asst1" presStyleIdx="0" presStyleCnt="6">
        <dgm:presLayoutVars>
          <dgm:chPref val="3"/>
        </dgm:presLayoutVars>
      </dgm:prSet>
      <dgm:spPr/>
    </dgm:pt>
    <dgm:pt modelId="{1430F6AD-5187-4027-910B-70FB00FCA6D5}" type="pres">
      <dgm:prSet presAssocID="{D50B17DF-8726-4110-8CC1-ED249BFB070D}" presName="rootConnector3" presStyleLbl="asst1" presStyleIdx="0" presStyleCnt="6"/>
      <dgm:spPr/>
    </dgm:pt>
    <dgm:pt modelId="{A54B0C37-6892-4E4D-99CE-1E221F8C6739}" type="pres">
      <dgm:prSet presAssocID="{D50B17DF-8726-4110-8CC1-ED249BFB070D}" presName="hierChild6" presStyleCnt="0"/>
      <dgm:spPr/>
    </dgm:pt>
    <dgm:pt modelId="{F7D18E1B-3A62-41BA-BDB3-B5D4DDD0554E}" type="pres">
      <dgm:prSet presAssocID="{D50B17DF-8726-4110-8CC1-ED249BFB070D}" presName="hierChild7" presStyleCnt="0"/>
      <dgm:spPr/>
    </dgm:pt>
    <dgm:pt modelId="{E6E7DE3C-2088-469E-BD6E-54221CAD9A26}" type="pres">
      <dgm:prSet presAssocID="{A0728F32-0C44-4549-8F1A-40FD6CDA0D35}" presName="Name111" presStyleLbl="parChTrans1D2" presStyleIdx="6" presStyleCnt="11"/>
      <dgm:spPr/>
    </dgm:pt>
    <dgm:pt modelId="{94406B2F-1383-4AFE-8962-EB3C420E577E}" type="pres">
      <dgm:prSet presAssocID="{2CF31570-E6CC-458A-A3A5-EF8A28DBFD5C}" presName="hierRoot3" presStyleCnt="0">
        <dgm:presLayoutVars>
          <dgm:hierBranch val="init"/>
        </dgm:presLayoutVars>
      </dgm:prSet>
      <dgm:spPr/>
    </dgm:pt>
    <dgm:pt modelId="{644EF9A2-4FDD-4ECB-8471-222D5C5A41F4}" type="pres">
      <dgm:prSet presAssocID="{2CF31570-E6CC-458A-A3A5-EF8A28DBFD5C}" presName="rootComposite3" presStyleCnt="0"/>
      <dgm:spPr/>
    </dgm:pt>
    <dgm:pt modelId="{99132B83-AF78-4962-BF1B-DA2F24652981}" type="pres">
      <dgm:prSet presAssocID="{2CF31570-E6CC-458A-A3A5-EF8A28DBFD5C}" presName="rootText3" presStyleLbl="asst1" presStyleIdx="1" presStyleCnt="6">
        <dgm:presLayoutVars>
          <dgm:chPref val="3"/>
        </dgm:presLayoutVars>
      </dgm:prSet>
      <dgm:spPr/>
    </dgm:pt>
    <dgm:pt modelId="{D121FBEF-B5E2-4FF1-A89D-C76A46C37CB0}" type="pres">
      <dgm:prSet presAssocID="{2CF31570-E6CC-458A-A3A5-EF8A28DBFD5C}" presName="rootConnector3" presStyleLbl="asst1" presStyleIdx="1" presStyleCnt="6"/>
      <dgm:spPr/>
    </dgm:pt>
    <dgm:pt modelId="{2AAFE4F7-9C21-43AE-9E6C-C58DEA7DC24A}" type="pres">
      <dgm:prSet presAssocID="{2CF31570-E6CC-458A-A3A5-EF8A28DBFD5C}" presName="hierChild6" presStyleCnt="0"/>
      <dgm:spPr/>
    </dgm:pt>
    <dgm:pt modelId="{CC980AB1-416A-490D-A525-F618975474CC}" type="pres">
      <dgm:prSet presAssocID="{2CF31570-E6CC-458A-A3A5-EF8A28DBFD5C}" presName="hierChild7" presStyleCnt="0"/>
      <dgm:spPr/>
    </dgm:pt>
    <dgm:pt modelId="{F4AC4B82-FF3B-4E46-9A8B-F92CE2789481}" type="pres">
      <dgm:prSet presAssocID="{BF9EEBB6-C2B9-4C95-A267-1890E8CC46D7}" presName="Name111" presStyleLbl="parChTrans1D2" presStyleIdx="7" presStyleCnt="11"/>
      <dgm:spPr/>
    </dgm:pt>
    <dgm:pt modelId="{E0D9471E-B2A5-4790-8257-31608334EEA5}" type="pres">
      <dgm:prSet presAssocID="{6971347C-822C-431F-ABDC-6B314CF8E72E}" presName="hierRoot3" presStyleCnt="0">
        <dgm:presLayoutVars>
          <dgm:hierBranch val="init"/>
        </dgm:presLayoutVars>
      </dgm:prSet>
      <dgm:spPr/>
    </dgm:pt>
    <dgm:pt modelId="{F1001BF2-1640-4E41-9F81-A6DA4D580470}" type="pres">
      <dgm:prSet presAssocID="{6971347C-822C-431F-ABDC-6B314CF8E72E}" presName="rootComposite3" presStyleCnt="0"/>
      <dgm:spPr/>
    </dgm:pt>
    <dgm:pt modelId="{11C88F5D-4CEC-4F8C-A205-549D553ED829}" type="pres">
      <dgm:prSet presAssocID="{6971347C-822C-431F-ABDC-6B314CF8E72E}" presName="rootText3" presStyleLbl="asst1" presStyleIdx="2" presStyleCnt="6">
        <dgm:presLayoutVars>
          <dgm:chPref val="3"/>
        </dgm:presLayoutVars>
      </dgm:prSet>
      <dgm:spPr/>
    </dgm:pt>
    <dgm:pt modelId="{3428D086-6159-4EF3-9084-1A8F5CDF0A13}" type="pres">
      <dgm:prSet presAssocID="{6971347C-822C-431F-ABDC-6B314CF8E72E}" presName="rootConnector3" presStyleLbl="asst1" presStyleIdx="2" presStyleCnt="6"/>
      <dgm:spPr/>
    </dgm:pt>
    <dgm:pt modelId="{2E74FDEC-4B83-44BB-B3EF-B478B346FCB4}" type="pres">
      <dgm:prSet presAssocID="{6971347C-822C-431F-ABDC-6B314CF8E72E}" presName="hierChild6" presStyleCnt="0"/>
      <dgm:spPr/>
    </dgm:pt>
    <dgm:pt modelId="{5A2228B7-CA6E-4423-B669-E4748EBD9C7D}" type="pres">
      <dgm:prSet presAssocID="{6971347C-822C-431F-ABDC-6B314CF8E72E}" presName="hierChild7" presStyleCnt="0"/>
      <dgm:spPr/>
    </dgm:pt>
    <dgm:pt modelId="{B7F254F9-5498-41EB-91D0-FCDEF932F19F}" type="pres">
      <dgm:prSet presAssocID="{82851FF6-452A-4A27-B4FB-24113C9969EE}" presName="Name111" presStyleLbl="parChTrans1D2" presStyleIdx="8" presStyleCnt="11"/>
      <dgm:spPr/>
    </dgm:pt>
    <dgm:pt modelId="{C00928AA-5D24-4E9B-B9DD-8254C636D189}" type="pres">
      <dgm:prSet presAssocID="{71F03F59-1EC8-4B47-A087-9F9188C929C9}" presName="hierRoot3" presStyleCnt="0">
        <dgm:presLayoutVars>
          <dgm:hierBranch val="init"/>
        </dgm:presLayoutVars>
      </dgm:prSet>
      <dgm:spPr/>
    </dgm:pt>
    <dgm:pt modelId="{5EFB95A2-40A0-42A5-AA9B-B496FC9CF620}" type="pres">
      <dgm:prSet presAssocID="{71F03F59-1EC8-4B47-A087-9F9188C929C9}" presName="rootComposite3" presStyleCnt="0"/>
      <dgm:spPr/>
    </dgm:pt>
    <dgm:pt modelId="{5039B9DF-A21A-48EE-B39B-E7518546604E}" type="pres">
      <dgm:prSet presAssocID="{71F03F59-1EC8-4B47-A087-9F9188C929C9}" presName="rootText3" presStyleLbl="asst1" presStyleIdx="3" presStyleCnt="6">
        <dgm:presLayoutVars>
          <dgm:chPref val="3"/>
        </dgm:presLayoutVars>
      </dgm:prSet>
      <dgm:spPr/>
    </dgm:pt>
    <dgm:pt modelId="{89E00DDA-B6B5-41E0-B82A-3E52E2588CE5}" type="pres">
      <dgm:prSet presAssocID="{71F03F59-1EC8-4B47-A087-9F9188C929C9}" presName="rootConnector3" presStyleLbl="asst1" presStyleIdx="3" presStyleCnt="6"/>
      <dgm:spPr/>
    </dgm:pt>
    <dgm:pt modelId="{58831A54-9705-4E0F-9046-1EF401616F85}" type="pres">
      <dgm:prSet presAssocID="{71F03F59-1EC8-4B47-A087-9F9188C929C9}" presName="hierChild6" presStyleCnt="0"/>
      <dgm:spPr/>
    </dgm:pt>
    <dgm:pt modelId="{CAE5E034-DD9D-4FEC-B9DC-F9661C1AC44A}" type="pres">
      <dgm:prSet presAssocID="{71F03F59-1EC8-4B47-A087-9F9188C929C9}" presName="hierChild7" presStyleCnt="0"/>
      <dgm:spPr/>
    </dgm:pt>
    <dgm:pt modelId="{5B9E3A52-5ADD-4FDC-9778-B22BF9C64CC3}" type="pres">
      <dgm:prSet presAssocID="{387993E7-CD69-47FD-A930-74CF59D6171D}" presName="Name111" presStyleLbl="parChTrans1D2" presStyleIdx="9" presStyleCnt="11"/>
      <dgm:spPr/>
    </dgm:pt>
    <dgm:pt modelId="{4F2792D5-3E71-4EBD-AAB2-80F11DA0299C}" type="pres">
      <dgm:prSet presAssocID="{1882CE9A-DB31-4BA4-8DF4-476737A4E19E}" presName="hierRoot3" presStyleCnt="0">
        <dgm:presLayoutVars>
          <dgm:hierBranch val="init"/>
        </dgm:presLayoutVars>
      </dgm:prSet>
      <dgm:spPr/>
    </dgm:pt>
    <dgm:pt modelId="{901EBAB4-113D-454E-9050-E9A17A1FC532}" type="pres">
      <dgm:prSet presAssocID="{1882CE9A-DB31-4BA4-8DF4-476737A4E19E}" presName="rootComposite3" presStyleCnt="0"/>
      <dgm:spPr/>
    </dgm:pt>
    <dgm:pt modelId="{0E662BA9-BA29-41A2-A1C4-DE35A3CD0BA3}" type="pres">
      <dgm:prSet presAssocID="{1882CE9A-DB31-4BA4-8DF4-476737A4E19E}" presName="rootText3" presStyleLbl="asst1" presStyleIdx="4" presStyleCnt="6">
        <dgm:presLayoutVars>
          <dgm:chPref val="3"/>
        </dgm:presLayoutVars>
      </dgm:prSet>
      <dgm:spPr/>
    </dgm:pt>
    <dgm:pt modelId="{F77B489F-9755-4D46-BE3E-EBA087F2046B}" type="pres">
      <dgm:prSet presAssocID="{1882CE9A-DB31-4BA4-8DF4-476737A4E19E}" presName="rootConnector3" presStyleLbl="asst1" presStyleIdx="4" presStyleCnt="6"/>
      <dgm:spPr/>
    </dgm:pt>
    <dgm:pt modelId="{611D48A4-9EDC-4280-9CEB-3A4E002F29A2}" type="pres">
      <dgm:prSet presAssocID="{1882CE9A-DB31-4BA4-8DF4-476737A4E19E}" presName="hierChild6" presStyleCnt="0"/>
      <dgm:spPr/>
    </dgm:pt>
    <dgm:pt modelId="{1EA5DDDB-FB91-4556-925B-029A016AC828}" type="pres">
      <dgm:prSet presAssocID="{1882CE9A-DB31-4BA4-8DF4-476737A4E19E}" presName="hierChild7" presStyleCnt="0"/>
      <dgm:spPr/>
    </dgm:pt>
    <dgm:pt modelId="{9260E231-1D8C-45C2-AD6F-ABC20DB4ADCB}" type="pres">
      <dgm:prSet presAssocID="{F4CBF300-7493-42D3-A74E-41D2A68E713C}" presName="Name111" presStyleLbl="parChTrans1D2" presStyleIdx="10" presStyleCnt="11"/>
      <dgm:spPr/>
    </dgm:pt>
    <dgm:pt modelId="{F7AF0191-B765-41C1-B90C-7A333805887D}" type="pres">
      <dgm:prSet presAssocID="{D1816C14-8F08-4C96-BED5-43E78D8CB8E6}" presName="hierRoot3" presStyleCnt="0">
        <dgm:presLayoutVars>
          <dgm:hierBranch val="init"/>
        </dgm:presLayoutVars>
      </dgm:prSet>
      <dgm:spPr/>
    </dgm:pt>
    <dgm:pt modelId="{95365E0F-2677-4618-8CA2-D0401B341B6B}" type="pres">
      <dgm:prSet presAssocID="{D1816C14-8F08-4C96-BED5-43E78D8CB8E6}" presName="rootComposite3" presStyleCnt="0"/>
      <dgm:spPr/>
    </dgm:pt>
    <dgm:pt modelId="{7D171FCD-C3ED-4309-8C7C-F43EA8EA5789}" type="pres">
      <dgm:prSet presAssocID="{D1816C14-8F08-4C96-BED5-43E78D8CB8E6}" presName="rootText3" presStyleLbl="asst1" presStyleIdx="5" presStyleCnt="6">
        <dgm:presLayoutVars>
          <dgm:chPref val="3"/>
        </dgm:presLayoutVars>
      </dgm:prSet>
      <dgm:spPr/>
    </dgm:pt>
    <dgm:pt modelId="{E8B9C413-CB1F-46BB-80F4-5EDF7FF92CE5}" type="pres">
      <dgm:prSet presAssocID="{D1816C14-8F08-4C96-BED5-43E78D8CB8E6}" presName="rootConnector3" presStyleLbl="asst1" presStyleIdx="5" presStyleCnt="6"/>
      <dgm:spPr/>
    </dgm:pt>
    <dgm:pt modelId="{C9248B8A-71C9-403C-881B-8FC464E009EC}" type="pres">
      <dgm:prSet presAssocID="{D1816C14-8F08-4C96-BED5-43E78D8CB8E6}" presName="hierChild6" presStyleCnt="0"/>
      <dgm:spPr/>
    </dgm:pt>
    <dgm:pt modelId="{4BA4434B-CCAA-477D-821C-33C54398BA14}" type="pres">
      <dgm:prSet presAssocID="{D1816C14-8F08-4C96-BED5-43E78D8CB8E6}" presName="hierChild7" presStyleCnt="0"/>
      <dgm:spPr/>
    </dgm:pt>
  </dgm:ptLst>
  <dgm:cxnLst>
    <dgm:cxn modelId="{61011E01-47EF-46E0-8696-A8B4F229563F}" type="presOf" srcId="{75DFC915-9462-4A30-AE1F-37CE18B3C6D2}" destId="{858CCC95-E4CA-427E-8CC5-EA54BE327E50}" srcOrd="0" destOrd="0" presId="urn:microsoft.com/office/officeart/2005/8/layout/orgChart1"/>
    <dgm:cxn modelId="{481FDB01-DAA5-48E3-B73F-2A9EF825F3DF}" type="presOf" srcId="{4ED5C0B1-92B0-476D-A064-D707F3607BE3}" destId="{3E2E92DB-5C6F-4ED9-9583-E91717EC9D4B}" srcOrd="1" destOrd="0" presId="urn:microsoft.com/office/officeart/2005/8/layout/orgChart1"/>
    <dgm:cxn modelId="{8CFD9902-76DB-4D53-91D0-7D582C045FF2}" srcId="{950DF26E-17D9-4CD6-BA22-3B12B191F0B1}" destId="{4ED5C0B1-92B0-476D-A064-D707F3607BE3}" srcOrd="0" destOrd="0" parTransId="{17C83013-93B6-4299-822D-850CD1F8E1C4}" sibTransId="{A5A166A9-7ADF-4C77-893B-1E0CB3D4B3BB}"/>
    <dgm:cxn modelId="{1ECE4104-EBE9-455D-88E4-B0AA01BF83B0}" type="presOf" srcId="{435BDAA4-6C6D-4BA3-863B-6A6502930384}" destId="{B5B547D9-1EC6-4C68-97AC-E62BDA82905D}" srcOrd="1" destOrd="0" presId="urn:microsoft.com/office/officeart/2005/8/layout/orgChart1"/>
    <dgm:cxn modelId="{FA068E07-1C38-44B2-A101-F8BFF555596B}" type="presOf" srcId="{D50B17DF-8726-4110-8CC1-ED249BFB070D}" destId="{1430F6AD-5187-4027-910B-70FB00FCA6D5}" srcOrd="1" destOrd="0" presId="urn:microsoft.com/office/officeart/2005/8/layout/orgChart1"/>
    <dgm:cxn modelId="{67417109-5B17-45F5-9C01-312B71B196C6}" type="presOf" srcId="{B34D544A-1EDE-483B-B4CE-765BD1DC6DC0}" destId="{EFDAD356-93A5-4C29-8F27-2EE36397AAF6}" srcOrd="1" destOrd="0" presId="urn:microsoft.com/office/officeart/2005/8/layout/orgChart1"/>
    <dgm:cxn modelId="{DB567909-C74E-4613-819D-7354B20D2A4A}" type="presOf" srcId="{63C0A874-E3F2-452F-95FF-C800D865E671}" destId="{E016FB47-A545-488F-83C0-0164DBB3E565}" srcOrd="1" destOrd="0" presId="urn:microsoft.com/office/officeart/2005/8/layout/orgChart1"/>
    <dgm:cxn modelId="{1EED350B-8FA3-4932-AB9B-75FF024C295C}" type="presOf" srcId="{DAAB9B73-0654-44F2-BFB2-2A12E0C8324D}" destId="{6EF5DE40-A613-44B8-8873-5CB179E71291}" srcOrd="0" destOrd="0" presId="urn:microsoft.com/office/officeart/2005/8/layout/orgChart1"/>
    <dgm:cxn modelId="{11EB690B-E4FE-4F67-AE1F-18BDE3A0C068}" srcId="{E72F02CF-18B3-473D-BA51-A3A921F54BCB}" destId="{DF9E427A-F061-4D73-876E-50DFE6A2B7E5}" srcOrd="1" destOrd="0" parTransId="{0A2748D7-A676-47D0-86C9-1C95FAEAC323}" sibTransId="{976951EB-5A6F-4FE6-946C-BA2364294F13}"/>
    <dgm:cxn modelId="{2CB0CD0C-7D15-4F4E-9E1E-495A78C5B071}" type="presOf" srcId="{6AE7F5F1-29A0-46DF-AACF-A442207EF17A}" destId="{ED8C2754-99A8-4ED1-BB55-3C2EFFCC0D21}" srcOrd="0" destOrd="0" presId="urn:microsoft.com/office/officeart/2005/8/layout/orgChart1"/>
    <dgm:cxn modelId="{0592F50D-F1A8-4900-BD80-B0E8F3740571}" type="presOf" srcId="{CFBF96BE-57AC-4278-BEE8-4529105B485E}" destId="{566DBE28-CF1C-4D21-A527-ACA2FA65BB5E}" srcOrd="1" destOrd="0" presId="urn:microsoft.com/office/officeart/2005/8/layout/orgChart1"/>
    <dgm:cxn modelId="{94BC5011-D8DC-4036-8E34-F652F4E5AB2B}" type="presOf" srcId="{6971347C-822C-431F-ABDC-6B314CF8E72E}" destId="{11C88F5D-4CEC-4F8C-A205-549D553ED829}" srcOrd="0" destOrd="0" presId="urn:microsoft.com/office/officeart/2005/8/layout/orgChart1"/>
    <dgm:cxn modelId="{ED169712-C172-4CBC-A84A-C637484FCFBB}" srcId="{1B6E74F3-B5A8-441C-AB65-775DCB44F666}" destId="{F35FFE74-4990-45D5-A4CB-80872A2AC027}" srcOrd="1" destOrd="0" parTransId="{226E3F2A-149C-4E31-AF49-05035199D23B}" sibTransId="{BE5983D3-2057-400F-8490-A4413F6061A4}"/>
    <dgm:cxn modelId="{8A1EC012-F69B-4851-8591-23F5BE3C289F}" type="presOf" srcId="{A2074807-3C28-4B33-9EEB-412E5A1AA954}" destId="{F87173C0-D18E-4424-B52E-3430A08B25BA}" srcOrd="1" destOrd="0" presId="urn:microsoft.com/office/officeart/2005/8/layout/orgChart1"/>
    <dgm:cxn modelId="{692CBD16-ED3E-4CBA-B8E3-62ABCCB0D722}" type="presOf" srcId="{DA630805-589F-40FE-B4A9-A3C7971583FB}" destId="{30979236-57DA-47DF-96D4-AB6AABBC538D}" srcOrd="1" destOrd="0" presId="urn:microsoft.com/office/officeart/2005/8/layout/orgChart1"/>
    <dgm:cxn modelId="{4332F219-2B11-436F-8C64-959346E1574E}" type="presOf" srcId="{F967AC73-60EA-4945-AEC1-1AE5D8629C87}" destId="{AB1F82AE-D204-494B-90C7-632A99586039}" srcOrd="0" destOrd="0" presId="urn:microsoft.com/office/officeart/2005/8/layout/orgChart1"/>
    <dgm:cxn modelId="{105A2E1B-0E5C-47B6-A352-EA2EF97E9744}" type="presOf" srcId="{05459587-4988-4521-A172-715582190CFB}" destId="{E4298F15-1B1C-4C7E-A9D9-C674AC3871A9}" srcOrd="1" destOrd="0" presId="urn:microsoft.com/office/officeart/2005/8/layout/orgChart1"/>
    <dgm:cxn modelId="{9178361D-23F0-4379-A2DD-419494DA6719}" srcId="{10A0EA3D-3AD4-4A16-AC66-3525B6400D15}" destId="{2CF31570-E6CC-458A-A3A5-EF8A28DBFD5C}" srcOrd="6" destOrd="0" parTransId="{A0728F32-0C44-4549-8F1A-40FD6CDA0D35}" sibTransId="{38207FD0-B275-49B0-8DDC-7B2C22BF02D3}"/>
    <dgm:cxn modelId="{76C6F81D-9238-449F-8C46-4F26EDF4875D}" type="presOf" srcId="{8EA19B09-4081-4C75-BE6F-B89FC9122F02}" destId="{6BDBD7F3-6083-4497-968C-19145A3D4B38}" srcOrd="0" destOrd="0" presId="urn:microsoft.com/office/officeart/2005/8/layout/orgChart1"/>
    <dgm:cxn modelId="{543E901F-C168-45CB-9371-B7AEFC7A0582}" type="presOf" srcId="{7649E386-3A39-4F9D-919B-A92095CAA640}" destId="{833E2946-2059-42EA-A351-3111CB6D5C07}" srcOrd="0" destOrd="0" presId="urn:microsoft.com/office/officeart/2005/8/layout/orgChart1"/>
    <dgm:cxn modelId="{EBA3E220-8523-42A8-98FE-366EC43E3E5C}" type="presOf" srcId="{54A214D2-D44C-4CCE-9AEB-B812186FBE9F}" destId="{CB02243B-C17F-4AA8-825F-D4F211D97915}" srcOrd="0" destOrd="0" presId="urn:microsoft.com/office/officeart/2005/8/layout/orgChart1"/>
    <dgm:cxn modelId="{4729F320-05A8-4611-8786-3A201137331F}" type="presOf" srcId="{783A28AA-F493-4D52-B315-F24AFF5BD00E}" destId="{ABFB3F97-6CE9-4E52-918E-35F874A43BCD}" srcOrd="0" destOrd="0" presId="urn:microsoft.com/office/officeart/2005/8/layout/orgChart1"/>
    <dgm:cxn modelId="{CBE9F920-5F71-4104-837E-10EC6CF16E8E}" type="presOf" srcId="{71F03F59-1EC8-4B47-A087-9F9188C929C9}" destId="{5039B9DF-A21A-48EE-B39B-E7518546604E}" srcOrd="0" destOrd="0" presId="urn:microsoft.com/office/officeart/2005/8/layout/orgChart1"/>
    <dgm:cxn modelId="{73B30221-758E-4046-BE06-44A1AF9077A9}" type="presOf" srcId="{D1816C14-8F08-4C96-BED5-43E78D8CB8E6}" destId="{7D171FCD-C3ED-4309-8C7C-F43EA8EA5789}" srcOrd="0" destOrd="0" presId="urn:microsoft.com/office/officeart/2005/8/layout/orgChart1"/>
    <dgm:cxn modelId="{93913021-D7BD-48AB-A6A2-0520C516965E}" srcId="{52C3973C-B7F3-447F-8C8A-6D0C97AC7D87}" destId="{63C0A874-E3F2-452F-95FF-C800D865E671}" srcOrd="1" destOrd="0" parTransId="{FB0EDD93-3471-4BEA-9C74-D18C3A65BE60}" sibTransId="{006E42A9-4AAD-4565-A98E-A6F4AE99926A}"/>
    <dgm:cxn modelId="{7F01BC26-08C9-4BD3-97BA-4E02A667CE77}" type="presOf" srcId="{387993E7-CD69-47FD-A930-74CF59D6171D}" destId="{5B9E3A52-5ADD-4FDC-9778-B22BF9C64CC3}" srcOrd="0" destOrd="0" presId="urn:microsoft.com/office/officeart/2005/8/layout/orgChart1"/>
    <dgm:cxn modelId="{34555928-D684-4C54-88AD-6477A968AE47}" srcId="{52C3973C-B7F3-447F-8C8A-6D0C97AC7D87}" destId="{6179B0DF-E47A-4DC1-A6E5-35A2A8035506}" srcOrd="0" destOrd="0" parTransId="{7503258F-CB4C-4821-9D8D-C5A58C1571DE}" sibTransId="{4AA92FAA-660E-4451-AAED-C02C3ABD0A79}"/>
    <dgm:cxn modelId="{BD64522A-6447-46E0-AE58-8B35362C20EE}" type="presOf" srcId="{26763262-632B-46CC-BA82-DA9DFC8A319D}" destId="{99F6D3EC-9833-4C01-AE72-D18361D51C5B}" srcOrd="0" destOrd="0" presId="urn:microsoft.com/office/officeart/2005/8/layout/orgChart1"/>
    <dgm:cxn modelId="{70C0C32A-91A5-4137-924F-6F3151E26CB6}" type="presOf" srcId="{0C099BB8-4A5F-4B8A-B703-DCB7480DDD44}" destId="{865A16D1-A0D6-4099-A000-A45C27DFDD22}" srcOrd="1" destOrd="0" presId="urn:microsoft.com/office/officeart/2005/8/layout/orgChart1"/>
    <dgm:cxn modelId="{245A762D-FCAD-4250-A487-F48B39699087}" type="presOf" srcId="{ADAD034A-1C03-496E-B3DA-20F322473142}" destId="{FB93CA0E-E6CE-4F14-88AC-8614787B9A43}" srcOrd="0" destOrd="0" presId="urn:microsoft.com/office/officeart/2005/8/layout/orgChart1"/>
    <dgm:cxn modelId="{4D35DE2D-E3B2-407F-BBE2-68E4601A9643}" type="presOf" srcId="{435BDAA4-6C6D-4BA3-863B-6A6502930384}" destId="{D27AD6E2-F859-4EE0-99E8-AC86C2B80631}" srcOrd="0" destOrd="0" presId="urn:microsoft.com/office/officeart/2005/8/layout/orgChart1"/>
    <dgm:cxn modelId="{D4C2A72E-D699-48FA-A1EF-E6A676954645}" type="presOf" srcId="{4ED5C0B1-92B0-476D-A064-D707F3607BE3}" destId="{88D6AF2A-AB2A-4DDC-9F25-5FEB13DE3F9A}" srcOrd="0" destOrd="0" presId="urn:microsoft.com/office/officeart/2005/8/layout/orgChart1"/>
    <dgm:cxn modelId="{A0D62A31-2501-4175-8EC5-F61F118EDE10}" type="presOf" srcId="{92162928-B373-4802-B988-4C318FAE4B4C}" destId="{E053A169-9C0A-4979-A9C3-739101C47B4F}" srcOrd="0" destOrd="0" presId="urn:microsoft.com/office/officeart/2005/8/layout/orgChart1"/>
    <dgm:cxn modelId="{FCB9B637-A4CE-436F-9D56-F428FAC63CBC}" type="presOf" srcId="{52C3BCD1-2F5D-456B-ABDD-1FD281CCF16A}" destId="{F93A4A6C-8460-470A-B4C3-3D0A4371DE8F}" srcOrd="1" destOrd="0" presId="urn:microsoft.com/office/officeart/2005/8/layout/orgChart1"/>
    <dgm:cxn modelId="{309B0C38-5738-4584-91AD-776BDC6BBA17}" srcId="{92162928-B373-4802-B988-4C318FAE4B4C}" destId="{148B9544-AAE4-4F82-A7BD-B12D32E93924}" srcOrd="0" destOrd="0" parTransId="{4AB04E85-FE6A-4EA2-B818-06ED39A51C26}" sibTransId="{12357A0A-4A06-4BB5-AEEA-CDCA769E472E}"/>
    <dgm:cxn modelId="{174E2638-7115-4046-A749-2E354335FA8B}" type="presOf" srcId="{6971347C-822C-431F-ABDC-6B314CF8E72E}" destId="{3428D086-6159-4EF3-9084-1A8F5CDF0A13}" srcOrd="1" destOrd="0" presId="urn:microsoft.com/office/officeart/2005/8/layout/orgChart1"/>
    <dgm:cxn modelId="{D86DA739-1B8F-47A9-9C8E-D95E85F9F958}" type="presOf" srcId="{00AC022C-23A1-48BC-BDFF-3F7F28B476E7}" destId="{F4DC1B83-6C23-49DE-87E8-6B79DB8CBA59}" srcOrd="0" destOrd="0" presId="urn:microsoft.com/office/officeart/2005/8/layout/orgChart1"/>
    <dgm:cxn modelId="{D300E039-74EF-424B-BEE3-74A835BF10D4}" srcId="{950DF26E-17D9-4CD6-BA22-3B12B191F0B1}" destId="{E6F20497-E36F-4F26-9883-A4BC83ABA34F}" srcOrd="1" destOrd="0" parTransId="{D0C79BF9-EA6A-470B-B112-99598FC4D66F}" sibTransId="{8F328C89-2759-432D-B287-2DED491F5A0E}"/>
    <dgm:cxn modelId="{086C6A3A-905F-4734-8954-2EC70D7525DD}" type="presOf" srcId="{DBEA68D6-E158-4934-BAF2-CD3B153353BA}" destId="{CE01B670-1EEA-4848-90D3-DFD1C7C7F55F}" srcOrd="0" destOrd="0" presId="urn:microsoft.com/office/officeart/2005/8/layout/orgChart1"/>
    <dgm:cxn modelId="{10ED093C-C1E9-47C4-B5D3-4497FE23FEF9}" type="presOf" srcId="{950DF26E-17D9-4CD6-BA22-3B12B191F0B1}" destId="{D7DEFF10-285D-460F-B6C2-3621F12D5071}" srcOrd="0" destOrd="0" presId="urn:microsoft.com/office/officeart/2005/8/layout/orgChart1"/>
    <dgm:cxn modelId="{63246E3E-C54D-4358-9C82-8DFA04B9E3F2}" type="presOf" srcId="{BB5616D0-CD6B-4AFA-914E-D4A64560E1D3}" destId="{6EE46714-DE7C-41DB-BFF7-B9C85E642D2D}" srcOrd="0" destOrd="0" presId="urn:microsoft.com/office/officeart/2005/8/layout/orgChart1"/>
    <dgm:cxn modelId="{4D017340-DD0A-442C-BE3F-60121FF362E5}" srcId="{E670956E-23BE-4CCF-9CC8-C73CE9824EFC}" destId="{044DC898-7245-4442-9BD3-48FE3ED2D3B1}" srcOrd="0" destOrd="0" parTransId="{7649E386-3A39-4F9D-919B-A92095CAA640}" sibTransId="{F321AB74-4AA7-4A03-AE8E-0006B8F869A1}"/>
    <dgm:cxn modelId="{8CF4515B-ECB6-46A2-BFB8-7C8714F6BF94}" srcId="{145D55AA-61E0-495C-8F2D-EE36475B0338}" destId="{52C3973C-B7F3-447F-8C8A-6D0C97AC7D87}" srcOrd="1" destOrd="0" parTransId="{CD9829E7-840B-4B2B-A393-F04E987952D6}" sibTransId="{FD3C11DA-8337-4E02-AF54-1922BD386F80}"/>
    <dgm:cxn modelId="{87EE955B-B6D2-441B-AF96-F437F877E43F}" type="presOf" srcId="{E6F20497-E36F-4F26-9883-A4BC83ABA34F}" destId="{80857E5D-5A40-47FA-A4DC-63DCAE736606}" srcOrd="0" destOrd="0" presId="urn:microsoft.com/office/officeart/2005/8/layout/orgChart1"/>
    <dgm:cxn modelId="{03E9375C-3C7E-4749-947B-6CB94D3B70AF}" type="presOf" srcId="{0A2748D7-A676-47D0-86C9-1C95FAEAC323}" destId="{727B956F-D72C-4AE4-8D9E-D5EAAA044204}" srcOrd="0" destOrd="0" presId="urn:microsoft.com/office/officeart/2005/8/layout/orgChart1"/>
    <dgm:cxn modelId="{E903745C-04D3-47FF-938C-B6D4E7A3591C}" srcId="{26763262-632B-46CC-BA82-DA9DFC8A319D}" destId="{E670956E-23BE-4CCF-9CC8-C73CE9824EFC}" srcOrd="1" destOrd="0" parTransId="{F03F1325-F889-4151-B190-44DECF7357FE}" sibTransId="{D688AB0F-0A4C-420E-A0DD-5A1ABD285209}"/>
    <dgm:cxn modelId="{658DA55D-9F4E-46C7-A40D-0394BFA749D0}" type="presOf" srcId="{10A0EA3D-3AD4-4A16-AC66-3525B6400D15}" destId="{BD047E60-9F9C-4B43-B9EF-1A7F5A8327BA}" srcOrd="1" destOrd="0" presId="urn:microsoft.com/office/officeart/2005/8/layout/orgChart1"/>
    <dgm:cxn modelId="{36D0145E-7E54-41EC-8178-F3A1044696BE}" type="presOf" srcId="{C5037945-930F-4B75-858B-B894823169CF}" destId="{EF0DF732-FD85-4D52-8905-6DCB2A652547}" srcOrd="0" destOrd="0" presId="urn:microsoft.com/office/officeart/2005/8/layout/orgChart1"/>
    <dgm:cxn modelId="{259B7861-B47F-42F5-BE62-D41BBAF86CC4}" type="presOf" srcId="{6AE7F5F1-29A0-46DF-AACF-A442207EF17A}" destId="{83DC080B-07F6-4C80-8867-801273870E8D}" srcOrd="1" destOrd="0" presId="urn:microsoft.com/office/officeart/2005/8/layout/orgChart1"/>
    <dgm:cxn modelId="{B81D2F64-CEEB-4A87-B1A1-55CB13974BC0}" type="presOf" srcId="{E6F20497-E36F-4F26-9883-A4BC83ABA34F}" destId="{E84BCE6F-06E3-4BC8-871D-9A93C6044AE4}" srcOrd="1" destOrd="0" presId="urn:microsoft.com/office/officeart/2005/8/layout/orgChart1"/>
    <dgm:cxn modelId="{7E3FE844-1A59-4C00-A4CA-0C7509B2F5B3}" type="presOf" srcId="{044DC898-7245-4442-9BD3-48FE3ED2D3B1}" destId="{96139B19-CD25-4309-8522-B05222DA49AC}" srcOrd="1" destOrd="0" presId="urn:microsoft.com/office/officeart/2005/8/layout/orgChart1"/>
    <dgm:cxn modelId="{0ECAC545-A10E-4A1D-9B83-461095219625}" srcId="{E72F02CF-18B3-473D-BA51-A3A921F54BCB}" destId="{DA630805-589F-40FE-B4A9-A3C7971583FB}" srcOrd="0" destOrd="0" parTransId="{21D2D3E8-ED16-4668-8A50-BA9C625F6C75}" sibTransId="{7DD32041-1F6D-43CF-86D9-B3A357D8B036}"/>
    <dgm:cxn modelId="{1CB9ED65-78F7-4A03-8E9A-7C48AFF738D2}" srcId="{986A668E-B947-4E9B-BC49-750AC65155F3}" destId="{ADAD034A-1C03-496E-B3DA-20F322473142}" srcOrd="0" destOrd="0" parTransId="{905C034C-7C39-4940-8EF1-996096FC5C92}" sibTransId="{0D4CB279-A65C-4060-B37F-7BD7BA178BA0}"/>
    <dgm:cxn modelId="{9F301A46-7973-4139-BE8B-3C19FAA8EFA3}" srcId="{A2074807-3C28-4B33-9EEB-412E5A1AA954}" destId="{783A28AA-F493-4D52-B315-F24AFF5BD00E}" srcOrd="1" destOrd="0" parTransId="{8EA19B09-4081-4C75-BE6F-B89FC9122F02}" sibTransId="{7DE26770-A485-41B9-8439-C2200821D1D8}"/>
    <dgm:cxn modelId="{83A0A747-E62D-437A-9F4D-F71E6B0108B2}" type="presOf" srcId="{D4470D27-09CC-41EB-BA1A-CCC1BA5C0E27}" destId="{B9DD715D-069C-4BC2-A1E9-3705206A9E7E}" srcOrd="0" destOrd="0" presId="urn:microsoft.com/office/officeart/2005/8/layout/orgChart1"/>
    <dgm:cxn modelId="{ACC57048-AE9A-452E-BFC9-81ED1DF27780}" type="presOf" srcId="{6179B0DF-E47A-4DC1-A6E5-35A2A8035506}" destId="{3865DB16-34F6-41C8-ABAD-5A68CDC1E618}" srcOrd="0" destOrd="0" presId="urn:microsoft.com/office/officeart/2005/8/layout/orgChart1"/>
    <dgm:cxn modelId="{274E8A48-958B-4B2B-83B4-294A055EE3CD}" srcId="{E670956E-23BE-4CCF-9CC8-C73CE9824EFC}" destId="{4DF2D60D-23A1-4D1B-9910-B7405AEF1AF9}" srcOrd="1" destOrd="0" parTransId="{C9029BB1-6D2B-4E61-AFD3-13881B4AF078}" sibTransId="{FFCE032D-29BA-4D7E-B32A-80869A8FFBAF}"/>
    <dgm:cxn modelId="{637DBA48-A362-42CD-90AC-E68D805889CF}" type="presOf" srcId="{10A0EA3D-3AD4-4A16-AC66-3525B6400D15}" destId="{248530AC-F178-403E-A897-42E299E5ED21}" srcOrd="0" destOrd="0" presId="urn:microsoft.com/office/officeart/2005/8/layout/orgChart1"/>
    <dgm:cxn modelId="{76039C69-A017-40CC-9C7C-02E7532FAFA6}" srcId="{10A0EA3D-3AD4-4A16-AC66-3525B6400D15}" destId="{71F03F59-1EC8-4B47-A087-9F9188C929C9}" srcOrd="8" destOrd="0" parTransId="{82851FF6-452A-4A27-B4FB-24113C9969EE}" sibTransId="{30D3697F-822B-4865-9357-A7A857E744AE}"/>
    <dgm:cxn modelId="{9D9B446A-735A-4BFB-AFD2-8E6C0B63CAB7}" type="presOf" srcId="{2CF31570-E6CC-458A-A3A5-EF8A28DBFD5C}" destId="{D121FBEF-B5E2-4FF1-A89D-C76A46C37CB0}" srcOrd="1" destOrd="0" presId="urn:microsoft.com/office/officeart/2005/8/layout/orgChart1"/>
    <dgm:cxn modelId="{FDEB986A-8441-4C4C-8860-54D0CBE24F9E}" type="presOf" srcId="{82851FF6-452A-4A27-B4FB-24113C9969EE}" destId="{B7F254F9-5498-41EB-91D0-FCDEF932F19F}" srcOrd="0" destOrd="0" presId="urn:microsoft.com/office/officeart/2005/8/layout/orgChart1"/>
    <dgm:cxn modelId="{174CD86A-A5D9-440E-8BFA-A913F11DC17E}" srcId="{54A214D2-D44C-4CCE-9AEB-B812186FBE9F}" destId="{52C3BCD1-2F5D-456B-ABDD-1FD281CCF16A}" srcOrd="1" destOrd="0" parTransId="{1FA59B25-B97D-4856-89A0-8C3B6E523A3D}" sibTransId="{5CFA36C9-87A7-4E3E-B018-4BB5568D455C}"/>
    <dgm:cxn modelId="{89B4F36A-CAFC-46A6-A1EC-F964170C9422}" type="presOf" srcId="{A2074807-3C28-4B33-9EEB-412E5A1AA954}" destId="{BC5145C2-F5F8-4F0A-98B6-E0C52595BF1E}" srcOrd="0" destOrd="0" presId="urn:microsoft.com/office/officeart/2005/8/layout/orgChart1"/>
    <dgm:cxn modelId="{BDFC4F4B-7595-4E87-A369-BB1EF6A5A005}" srcId="{54A214D2-D44C-4CCE-9AEB-B812186FBE9F}" destId="{0F02B370-286F-4E1B-80A8-B2AD40265B7C}" srcOrd="0" destOrd="0" parTransId="{F967AC73-60EA-4945-AEC1-1AE5D8629C87}" sibTransId="{50FF85E0-74FC-459E-B8CB-53E1D88D20DF}"/>
    <dgm:cxn modelId="{040CB06B-F1C0-4D6A-AE67-F6E6833EF74C}" srcId="{435BDAA4-6C6D-4BA3-863B-6A6502930384}" destId="{6AE7F5F1-29A0-46DF-AACF-A442207EF17A}" srcOrd="0" destOrd="0" parTransId="{20C93597-4DC1-4325-8363-E7CD2A9D1B4A}" sibTransId="{D236264C-7958-4241-9268-87FADE28B6BC}"/>
    <dgm:cxn modelId="{2006016C-F4B2-4E0A-A481-DE7E80DC7BD4}" type="presOf" srcId="{A0728F32-0C44-4549-8F1A-40FD6CDA0D35}" destId="{E6E7DE3C-2088-469E-BD6E-54221CAD9A26}" srcOrd="0" destOrd="0" presId="urn:microsoft.com/office/officeart/2005/8/layout/orgChart1"/>
    <dgm:cxn modelId="{8B4D044C-C205-44CB-ABBF-D0B5206485D0}" srcId="{CFBF96BE-57AC-4278-BEE8-4529105B485E}" destId="{435BDAA4-6C6D-4BA3-863B-6A6502930384}" srcOrd="0" destOrd="0" parTransId="{B8FCF6F9-076B-4699-9E4E-2CA4C23B8C97}" sibTransId="{12E3D8B8-8157-4E1C-A5EB-5A67975F36DC}"/>
    <dgm:cxn modelId="{16B4486C-CA87-4207-85F1-32C7504A8BCC}" type="presOf" srcId="{D1816C14-8F08-4C96-BED5-43E78D8CB8E6}" destId="{E8B9C413-CB1F-46BB-80F4-5EDF7FF92CE5}" srcOrd="1" destOrd="0" presId="urn:microsoft.com/office/officeart/2005/8/layout/orgChart1"/>
    <dgm:cxn modelId="{2B87776C-BC3C-4504-8134-61AE80C10F93}" type="presOf" srcId="{E93B594F-0000-4F1E-9B42-4CBD54251AE9}" destId="{BCDC2B85-A8D5-4593-867F-DC0483840EB2}" srcOrd="0" destOrd="0" presId="urn:microsoft.com/office/officeart/2005/8/layout/orgChart1"/>
    <dgm:cxn modelId="{54E1634E-B86B-4853-A489-8841B83861DA}" type="presOf" srcId="{C08DA14E-AC2A-41C9-8939-B45B3C4534E7}" destId="{1884A9FB-42E4-4FD9-8810-1F98F3262087}" srcOrd="0" destOrd="0" presId="urn:microsoft.com/office/officeart/2005/8/layout/orgChart1"/>
    <dgm:cxn modelId="{9AC74D6E-DDE6-4625-B9D0-EC31B2E681A7}" srcId="{05459587-4988-4521-A172-715582190CFB}" destId="{64C84F6C-4C89-42C9-BBFB-E3A9FEECB53C}" srcOrd="0" destOrd="0" parTransId="{2CEDF25F-6939-4F31-AEE1-81814F018153}" sibTransId="{96EF7CCA-67E8-418B-B4A5-1515FA510C91}"/>
    <dgm:cxn modelId="{9B7BE26E-0157-45DC-BE8D-20834CFBE7A1}" type="presOf" srcId="{2CEDF25F-6939-4F31-AEE1-81814F018153}" destId="{109402AC-4CF6-4F22-8D6A-D3C1188B5393}" srcOrd="0" destOrd="0" presId="urn:microsoft.com/office/officeart/2005/8/layout/orgChart1"/>
    <dgm:cxn modelId="{16F7F54E-B0C2-4129-B92D-8DE372385E3B}" srcId="{DBEA68D6-E158-4934-BAF2-CD3B153353BA}" destId="{10A0EA3D-3AD4-4A16-AC66-3525B6400D15}" srcOrd="0" destOrd="0" parTransId="{C9D49A3E-3F67-4AE3-9FDA-6F9BB1AF9BD8}" sibTransId="{E0ACF1AB-2B68-4A49-8ADA-3E481ED4AF09}"/>
    <dgm:cxn modelId="{7762D870-1D4F-472D-BBEE-E53BB0EC9C15}" type="presOf" srcId="{C5037945-930F-4B75-858B-B894823169CF}" destId="{B3034FE3-F479-4DF4-A8BF-8880E94D2217}" srcOrd="1" destOrd="0" presId="urn:microsoft.com/office/officeart/2005/8/layout/orgChart1"/>
    <dgm:cxn modelId="{D13F3551-805C-4523-9A6B-5DB22DB3B949}" type="presOf" srcId="{4AB04E85-FE6A-4EA2-B818-06ED39A51C26}" destId="{C3BEE66D-DBFC-4B5B-824F-AE729B3E2A92}" srcOrd="0" destOrd="0" presId="urn:microsoft.com/office/officeart/2005/8/layout/orgChart1"/>
    <dgm:cxn modelId="{80306971-AD06-4FBE-B106-7B4B8BD96F71}" type="presOf" srcId="{8B435217-472D-41FB-B90A-51F67EEBBD13}" destId="{7CA3097E-DF06-4306-90D8-092D17D517A3}" srcOrd="0" destOrd="0" presId="urn:microsoft.com/office/officeart/2005/8/layout/orgChart1"/>
    <dgm:cxn modelId="{EFCDE451-2354-4EFE-B526-56B196DC5C32}" srcId="{10A0EA3D-3AD4-4A16-AC66-3525B6400D15}" destId="{CFBF96BE-57AC-4278-BEE8-4529105B485E}" srcOrd="4" destOrd="0" parTransId="{E93B594F-0000-4F1E-9B42-4CBD54251AE9}" sibTransId="{193FE8D6-E354-43F8-A281-6AE4CE481BEC}"/>
    <dgm:cxn modelId="{CEEB7152-37E6-47BF-BC73-F208623103A5}" srcId="{C5037945-930F-4B75-858B-B894823169CF}" destId="{986A668E-B947-4E9B-BC49-750AC65155F3}" srcOrd="2" destOrd="0" parTransId="{D05A1DE1-7189-4112-B5BB-9BF305C53705}" sibTransId="{E23EDDC4-137D-4726-B038-398AA676BF49}"/>
    <dgm:cxn modelId="{60C9CB72-D547-4868-AB4F-CF83683D1E12}" type="presOf" srcId="{4DF2D60D-23A1-4D1B-9910-B7405AEF1AF9}" destId="{485909FA-D8E2-48A7-A3D8-F9F0F5993200}" srcOrd="1" destOrd="0" presId="urn:microsoft.com/office/officeart/2005/8/layout/orgChart1"/>
    <dgm:cxn modelId="{2B998353-0F89-46BB-AE13-42F0801CF5EB}" type="presOf" srcId="{145D55AA-61E0-495C-8F2D-EE36475B0338}" destId="{2A36DFCF-50EA-4F73-AE79-4C68056A9760}" srcOrd="0" destOrd="0" presId="urn:microsoft.com/office/officeart/2005/8/layout/orgChart1"/>
    <dgm:cxn modelId="{5E53D053-18B7-4747-8CDF-101EB837E805}" srcId="{1B6E74F3-B5A8-441C-AB65-775DCB44F666}" destId="{BB5616D0-CD6B-4AFA-914E-D4A64560E1D3}" srcOrd="0" destOrd="0" parTransId="{260C4ED7-3608-4DAA-8893-2CC8555D359C}" sibTransId="{A13C9B28-DDD2-48E8-855B-074BBF92BA43}"/>
    <dgm:cxn modelId="{37D87275-07AE-40A6-8E72-D60E7B8D1B32}" type="presOf" srcId="{FB0EDD93-3471-4BEA-9C74-D18C3A65BE60}" destId="{16D600AC-D904-45AA-A6C7-5EAC376DA718}" srcOrd="0" destOrd="0" presId="urn:microsoft.com/office/officeart/2005/8/layout/orgChart1"/>
    <dgm:cxn modelId="{681DB57B-0497-4DEF-B263-D6B77E02E048}" type="presOf" srcId="{3C79FE37-D072-433C-85E3-76D9529FB2A4}" destId="{BE316BAB-E484-4713-88F8-60BFB9ECB2F9}" srcOrd="0" destOrd="0" presId="urn:microsoft.com/office/officeart/2005/8/layout/orgChart1"/>
    <dgm:cxn modelId="{036EF47E-7CAB-48ED-BB9A-5F7D4DAAF530}" srcId="{10A0EA3D-3AD4-4A16-AC66-3525B6400D15}" destId="{6971347C-822C-431F-ABDC-6B314CF8E72E}" srcOrd="7" destOrd="0" parTransId="{BF9EEBB6-C2B9-4C95-A267-1890E8CC46D7}" sibTransId="{259B7F01-57CE-402D-9F18-03EEAFAD8F37}"/>
    <dgm:cxn modelId="{331B167F-E634-48F3-835F-D4ACCE27A2B4}" srcId="{10A0EA3D-3AD4-4A16-AC66-3525B6400D15}" destId="{1882CE9A-DB31-4BA4-8DF4-476737A4E19E}" srcOrd="9" destOrd="0" parTransId="{387993E7-CD69-47FD-A930-74CF59D6171D}" sibTransId="{81ECD0BD-2E13-4DB7-BA35-1EA22751A864}"/>
    <dgm:cxn modelId="{3FAA397F-452D-4237-A321-8DA5C68BE895}" type="presOf" srcId="{17C83013-93B6-4299-822D-850CD1F8E1C4}" destId="{671179AC-5FAC-4A39-B7FF-0414C95E3528}" srcOrd="0" destOrd="0" presId="urn:microsoft.com/office/officeart/2005/8/layout/orgChart1"/>
    <dgm:cxn modelId="{EFECB483-DCE9-4653-8487-341CB049BD28}" type="presOf" srcId="{E670956E-23BE-4CCF-9CC8-C73CE9824EFC}" destId="{A6498950-CC80-4E3A-9EAB-0C3329627061}" srcOrd="1" destOrd="0" presId="urn:microsoft.com/office/officeart/2005/8/layout/orgChart1"/>
    <dgm:cxn modelId="{B15F2E84-7D0B-4FCB-B41B-EC062419C016}" type="presOf" srcId="{9686FD60-0C64-4E7A-B65B-577F4EBB370B}" destId="{3D670B94-861A-4AB5-B9D1-C5CA0EF96F04}" srcOrd="1" destOrd="0" presId="urn:microsoft.com/office/officeart/2005/8/layout/orgChart1"/>
    <dgm:cxn modelId="{3F8EB484-84AD-48F3-8128-DD667B53EC05}" type="presOf" srcId="{21D2D3E8-ED16-4668-8A50-BA9C625F6C75}" destId="{B104FA65-B4C0-4B7B-8F35-47D7504F3B76}" srcOrd="0" destOrd="0" presId="urn:microsoft.com/office/officeart/2005/8/layout/orgChart1"/>
    <dgm:cxn modelId="{E0EC4A85-648B-4551-921B-E6663190CD43}" type="presOf" srcId="{148B9544-AAE4-4F82-A7BD-B12D32E93924}" destId="{9602321A-0529-41BB-8BDE-C5896B1187CD}" srcOrd="0" destOrd="0" presId="urn:microsoft.com/office/officeart/2005/8/layout/orgChart1"/>
    <dgm:cxn modelId="{975CF285-571D-4E82-9C8F-0D799E6CC3E9}" type="presOf" srcId="{1FA59B25-B97D-4856-89A0-8C3B6E523A3D}" destId="{193E33AA-274E-4C00-AFCA-9DB6EDEE5D26}" srcOrd="0" destOrd="0" presId="urn:microsoft.com/office/officeart/2005/8/layout/orgChart1"/>
    <dgm:cxn modelId="{52D19287-2197-4464-AE16-7130DF8CBF8A}" type="presOf" srcId="{0F02B370-286F-4E1B-80A8-B2AD40265B7C}" destId="{45497D4B-7384-4409-B2DD-8111D10AE21C}" srcOrd="1" destOrd="0" presId="urn:microsoft.com/office/officeart/2005/8/layout/orgChart1"/>
    <dgm:cxn modelId="{BDA8BB87-E1F7-43A2-BC44-3AB224062BE2}" type="presOf" srcId="{2CF31570-E6CC-458A-A3A5-EF8A28DBFD5C}" destId="{99132B83-AF78-4962-BF1B-DA2F24652981}" srcOrd="0" destOrd="0" presId="urn:microsoft.com/office/officeart/2005/8/layout/orgChart1"/>
    <dgm:cxn modelId="{327C6388-A6CA-481C-8BCC-BE1696DE9223}" type="presOf" srcId="{5AFEA85B-003E-4014-9827-C634609F3F12}" destId="{8AE61498-7424-433C-B920-4C4E22FE37C9}" srcOrd="0" destOrd="0" presId="urn:microsoft.com/office/officeart/2005/8/layout/orgChart1"/>
    <dgm:cxn modelId="{1C635189-4899-4883-8710-15356FFFC02F}" type="presOf" srcId="{B8FCF6F9-076B-4699-9E4E-2CA4C23B8C97}" destId="{5489D5DD-FC37-42DE-962B-6993F423AF34}" srcOrd="0" destOrd="0" presId="urn:microsoft.com/office/officeart/2005/8/layout/orgChart1"/>
    <dgm:cxn modelId="{8869578B-3A52-49FD-8C1F-EFB0BCA3A8FF}" type="presOf" srcId="{DF9E427A-F061-4D73-876E-50DFE6A2B7E5}" destId="{CBB73073-E2BE-4561-B51B-94EBAD9E9723}" srcOrd="1" destOrd="0" presId="urn:microsoft.com/office/officeart/2005/8/layout/orgChart1"/>
    <dgm:cxn modelId="{75038D8B-2761-4BF7-B11F-2EC85B38B6E3}" type="presOf" srcId="{148B9544-AAE4-4F82-A7BD-B12D32E93924}" destId="{15AE8028-70C7-4D5B-B57D-0B4DC8D041C5}" srcOrd="1" destOrd="0" presId="urn:microsoft.com/office/officeart/2005/8/layout/orgChart1"/>
    <dgm:cxn modelId="{C54A9A8B-A1CD-4501-A488-297FC2B39B7E}" type="presOf" srcId="{D50B17DF-8726-4110-8CC1-ED249BFB070D}" destId="{04D55F42-F08F-4298-BDA8-955C6676DC10}" srcOrd="0" destOrd="0" presId="urn:microsoft.com/office/officeart/2005/8/layout/orgChart1"/>
    <dgm:cxn modelId="{78316D8E-AFC5-47D8-AF85-1A8537C54658}" srcId="{145D55AA-61E0-495C-8F2D-EE36475B0338}" destId="{E72F02CF-18B3-473D-BA51-A3A921F54BCB}" srcOrd="0" destOrd="0" parTransId="{DAAB9B73-0654-44F2-BFB2-2A12E0C8324D}" sibTransId="{97E97D14-2633-4446-81A4-AB6C3142C0CC}"/>
    <dgm:cxn modelId="{43F0A590-39A3-43F7-AAB1-8BE08B0006AF}" type="presOf" srcId="{CFBF96BE-57AC-4278-BEE8-4529105B485E}" destId="{B6882BBA-C028-45B6-AA74-004B50941257}" srcOrd="0" destOrd="0" presId="urn:microsoft.com/office/officeart/2005/8/layout/orgChart1"/>
    <dgm:cxn modelId="{17FF7493-C147-431A-A175-BF9A3361C72D}" type="presOf" srcId="{F35FFE74-4990-45D5-A4CB-80872A2AC027}" destId="{3347A672-0AAE-421D-9612-0367CFCB23F6}" srcOrd="1" destOrd="0" presId="urn:microsoft.com/office/officeart/2005/8/layout/orgChart1"/>
    <dgm:cxn modelId="{DB4E8E94-F9EB-47F8-81A2-FBEEA2272168}" type="presOf" srcId="{0C9BCA1A-676D-4632-848E-0829D4E5185A}" destId="{80193982-A47D-4ECB-B6F6-8F1D6A7062BB}" srcOrd="0" destOrd="0" presId="urn:microsoft.com/office/officeart/2005/8/layout/orgChart1"/>
    <dgm:cxn modelId="{7FCDE794-8304-44A3-A38E-F0FDF2DD2753}" srcId="{92162928-B373-4802-B988-4C318FAE4B4C}" destId="{176CD464-A480-4D5E-8CA9-ECC3F2A9DDFC}" srcOrd="2" destOrd="0" parTransId="{9F4895CA-DAB9-4588-8D38-7BD099F5583E}" sibTransId="{01A383FF-6FCA-4891-BA9D-7AD5E2B4EC2E}"/>
    <dgm:cxn modelId="{84ED4995-B00A-43DA-B77E-4CBB2E970CB2}" type="presOf" srcId="{871A2A53-1159-46DE-9E54-4CBCCDE56CC6}" destId="{12E2A867-31D4-403E-B790-54B802E39EC7}" srcOrd="0" destOrd="0" presId="urn:microsoft.com/office/officeart/2005/8/layout/orgChart1"/>
    <dgm:cxn modelId="{9256D795-2323-4FE6-A851-3F28E3A77A48}" type="presOf" srcId="{986A668E-B947-4E9B-BC49-750AC65155F3}" destId="{400FAEDA-F0C0-4E06-AA06-ADBB2A0021C6}" srcOrd="1" destOrd="0" presId="urn:microsoft.com/office/officeart/2005/8/layout/orgChart1"/>
    <dgm:cxn modelId="{04C14B97-6E16-481B-9880-7F90ED972CE0}" type="presOf" srcId="{64C84F6C-4C89-42C9-BBFB-E3A9FEECB53C}" destId="{D028122C-9A8C-400D-91B3-5E431B062B11}" srcOrd="1" destOrd="0" presId="urn:microsoft.com/office/officeart/2005/8/layout/orgChart1"/>
    <dgm:cxn modelId="{18BCA797-5F65-49B1-8AEA-2FB4844D84F8}" srcId="{C5037945-930F-4B75-858B-B894823169CF}" destId="{950DF26E-17D9-4CD6-BA22-3B12B191F0B1}" srcOrd="0" destOrd="0" parTransId="{8B435217-472D-41FB-B90A-51F67EEBBD13}" sibTransId="{3496055C-9922-4C65-AC08-2AF91F9C60B6}"/>
    <dgm:cxn modelId="{DF2E5698-5B4A-4B41-9C80-E28878EDB7DF}" srcId="{92162928-B373-4802-B988-4C318FAE4B4C}" destId="{00AC022C-23A1-48BC-BDFF-3F7F28B476E7}" srcOrd="1" destOrd="0" parTransId="{5AFEA85B-003E-4014-9827-C634609F3F12}" sibTransId="{88B58C69-EE3A-4081-B4A3-39CAD80B4C51}"/>
    <dgm:cxn modelId="{A75BC499-0D7B-4D2D-ABD1-C71DE704BC6B}" srcId="{A2074807-3C28-4B33-9EEB-412E5A1AA954}" destId="{B34D544A-1EDE-483B-B4CE-765BD1DC6DC0}" srcOrd="0" destOrd="0" parTransId="{3268CC1B-A8C4-48DA-9546-3CC229468C0D}" sibTransId="{92F070E4-9A18-4EE5-A878-96774D9B6DF2}"/>
    <dgm:cxn modelId="{3BAEFE9D-7FF3-4E40-9AF4-FA6D3BDC908F}" type="presOf" srcId="{20C93597-4DC1-4325-8363-E7CD2A9D1B4A}" destId="{3F275E6C-EF52-44B6-A1FE-02C759FE80EB}" srcOrd="0" destOrd="0" presId="urn:microsoft.com/office/officeart/2005/8/layout/orgChart1"/>
    <dgm:cxn modelId="{8EF0A09E-9C6F-4DD1-B156-CE792C8F5616}" type="presOf" srcId="{3268CC1B-A8C4-48DA-9546-3CC229468C0D}" destId="{7E8EA941-22A2-4756-B568-D27A6756260D}" srcOrd="0" destOrd="0" presId="urn:microsoft.com/office/officeart/2005/8/layout/orgChart1"/>
    <dgm:cxn modelId="{C905C89E-6286-4859-A6C0-8EED00E7B388}" type="presOf" srcId="{986A668E-B947-4E9B-BC49-750AC65155F3}" destId="{ED485508-0335-465D-B2BE-F208E31B5FAA}" srcOrd="0" destOrd="0" presId="urn:microsoft.com/office/officeart/2005/8/layout/orgChart1"/>
    <dgm:cxn modelId="{A3E97BA0-68D1-4196-AF06-464728F15BC2}" type="presOf" srcId="{33FD4574-5FBE-445D-A451-69994E30F552}" destId="{B7681CE4-8CA0-49DE-A9F3-C600278D7504}" srcOrd="0" destOrd="0" presId="urn:microsoft.com/office/officeart/2005/8/layout/orgChart1"/>
    <dgm:cxn modelId="{C742E1A0-35D7-4A29-84A8-93C84276C888}" type="presOf" srcId="{176CD464-A480-4D5E-8CA9-ECC3F2A9DDFC}" destId="{21450613-CA36-4454-85B4-AEB63CA49087}" srcOrd="1" destOrd="0" presId="urn:microsoft.com/office/officeart/2005/8/layout/orgChart1"/>
    <dgm:cxn modelId="{22BE26A1-4375-41C8-B888-208B91192DAD}" type="presOf" srcId="{783A28AA-F493-4D52-B315-F24AFF5BD00E}" destId="{DC80A068-6CF2-4B33-9C4A-C4CABD6579BF}" srcOrd="1" destOrd="0" presId="urn:microsoft.com/office/officeart/2005/8/layout/orgChart1"/>
    <dgm:cxn modelId="{D1A668A1-CF1E-4BDC-B33B-BC23AC4141DA}" type="presOf" srcId="{D05A1DE1-7189-4112-B5BB-9BF305C53705}" destId="{A282935C-36BA-42D1-9CF4-5DC857687C79}" srcOrd="0" destOrd="0" presId="urn:microsoft.com/office/officeart/2005/8/layout/orgChart1"/>
    <dgm:cxn modelId="{C82811A3-7226-4E0F-83B7-D56E85426384}" type="presOf" srcId="{691118F6-AAF5-40E0-AD6D-235FADC018C0}" destId="{A6E2B9B1-B808-4C3E-9CA4-FDBFEB7C6E12}" srcOrd="0" destOrd="0" presId="urn:microsoft.com/office/officeart/2005/8/layout/orgChart1"/>
    <dgm:cxn modelId="{D6BF7AA3-BCBA-4F7D-B566-DABB6B649513}" type="presOf" srcId="{81DA8363-0B62-47BB-A1C0-276F95F61685}" destId="{362C6395-CDA7-4EB2-8956-CE67599F0711}" srcOrd="0" destOrd="0" presId="urn:microsoft.com/office/officeart/2005/8/layout/orgChart1"/>
    <dgm:cxn modelId="{9F53E5A3-9B19-4FC1-8589-24E20C15421E}" srcId="{26763262-632B-46CC-BA82-DA9DFC8A319D}" destId="{54A214D2-D44C-4CCE-9AEB-B812186FBE9F}" srcOrd="0" destOrd="0" parTransId="{C08DA14E-AC2A-41C9-8939-B45B3C4534E7}" sibTransId="{FBCA2515-4244-4CFE-A263-81F118C8D283}"/>
    <dgm:cxn modelId="{E14612A8-9606-453D-A826-F58C82C1AE04}" type="presOf" srcId="{176CD464-A480-4D5E-8CA9-ECC3F2A9DDFC}" destId="{81E07694-06DE-4DA4-BA15-F7FF4EF31C21}" srcOrd="0" destOrd="0" presId="urn:microsoft.com/office/officeart/2005/8/layout/orgChart1"/>
    <dgm:cxn modelId="{49A02DA8-92BB-429F-A755-417A2EC3E9B9}" srcId="{C5037945-930F-4B75-858B-B894823169CF}" destId="{92162928-B373-4802-B988-4C318FAE4B4C}" srcOrd="1" destOrd="0" parTransId="{691118F6-AAF5-40E0-AD6D-235FADC018C0}" sibTransId="{7F58E25C-EE12-4CC1-9C39-BC755918B106}"/>
    <dgm:cxn modelId="{052A15A9-28D7-4447-895F-5ECAA0B9780F}" srcId="{10A0EA3D-3AD4-4A16-AC66-3525B6400D15}" destId="{D50B17DF-8726-4110-8CC1-ED249BFB070D}" srcOrd="5" destOrd="0" parTransId="{CBA838D2-5CCD-430A-8401-812ABB00C9A2}" sibTransId="{F0033622-EA8E-4F25-AE79-B6E8A0C694EC}"/>
    <dgm:cxn modelId="{F1E83DA9-C983-44F1-B9AC-35550671FD93}" type="presOf" srcId="{1B6E74F3-B5A8-441C-AB65-775DCB44F666}" destId="{8D4EDDFD-3F99-48DD-B17E-DED0EC8CDDD0}" srcOrd="0" destOrd="0" presId="urn:microsoft.com/office/officeart/2005/8/layout/orgChart1"/>
    <dgm:cxn modelId="{637279A9-3389-4084-B1D8-FC58CC1234E2}" type="presOf" srcId="{92162928-B373-4802-B988-4C318FAE4B4C}" destId="{38710617-AD94-492E-877A-67DEA8A29246}" srcOrd="1" destOrd="0" presId="urn:microsoft.com/office/officeart/2005/8/layout/orgChart1"/>
    <dgm:cxn modelId="{B12E66AA-3E84-44EB-ABDD-2BF99EFCEDA9}" type="presOf" srcId="{6179B0DF-E47A-4DC1-A6E5-35A2A8035506}" destId="{1002BD22-EA91-46EA-86D5-BC40AAB8FD27}" srcOrd="1" destOrd="0" presId="urn:microsoft.com/office/officeart/2005/8/layout/orgChart1"/>
    <dgm:cxn modelId="{E49DE1AB-42B2-4E2D-9425-23BE107B1595}" type="presOf" srcId="{75DFC915-9462-4A30-AE1F-37CE18B3C6D2}" destId="{6F0642B5-C6D2-460F-8B0D-117246BD79FD}" srcOrd="1" destOrd="0" presId="urn:microsoft.com/office/officeart/2005/8/layout/orgChart1"/>
    <dgm:cxn modelId="{0EA915AE-26FF-4703-8C02-71337901574F}" type="presOf" srcId="{F8130828-F801-48B7-A83D-32C060147E31}" destId="{B67FA171-3DC1-4B30-B97D-AAB0EE775448}" srcOrd="0" destOrd="0" presId="urn:microsoft.com/office/officeart/2005/8/layout/orgChart1"/>
    <dgm:cxn modelId="{2F2352B2-59DA-4FA9-981B-C08DDDB5753E}" type="presOf" srcId="{52C3BCD1-2F5D-456B-ABDD-1FD281CCF16A}" destId="{5C7EA8F3-06B8-4CA9-AB03-BC7A37C3AC8C}" srcOrd="0" destOrd="0" presId="urn:microsoft.com/office/officeart/2005/8/layout/orgChart1"/>
    <dgm:cxn modelId="{945D01B8-62A5-4F95-8FE1-41C365CF2092}" type="presOf" srcId="{1B6E74F3-B5A8-441C-AB65-775DCB44F666}" destId="{71A8528D-5007-41C3-81C5-D5BBF6988692}" srcOrd="1" destOrd="0" presId="urn:microsoft.com/office/officeart/2005/8/layout/orgChart1"/>
    <dgm:cxn modelId="{A6C474B8-BA46-40D8-B7E6-ACAA74D67FB9}" type="presOf" srcId="{E72F02CF-18B3-473D-BA51-A3A921F54BCB}" destId="{9EA1F9B9-4D92-4870-BBD2-CB4F964CD17D}" srcOrd="0" destOrd="0" presId="urn:microsoft.com/office/officeart/2005/8/layout/orgChart1"/>
    <dgm:cxn modelId="{A5D617BA-23EC-4774-80A9-CBAB9C566E82}" type="presOf" srcId="{226E3F2A-149C-4E31-AF49-05035199D23B}" destId="{C213A015-EC16-4B9F-A988-FF8A7BBB88A6}" srcOrd="0" destOrd="0" presId="urn:microsoft.com/office/officeart/2005/8/layout/orgChart1"/>
    <dgm:cxn modelId="{A3CFC8BC-2B9A-49E3-809E-E899C2CE4D41}" type="presOf" srcId="{260C4ED7-3608-4DAA-8893-2CC8555D359C}" destId="{A43EF91F-8DA5-43EF-8EB3-BB146F5BF4EF}" srcOrd="0" destOrd="0" presId="urn:microsoft.com/office/officeart/2005/8/layout/orgChart1"/>
    <dgm:cxn modelId="{76DEB0BD-D0CC-4FD1-8993-A001E34D13A9}" type="presOf" srcId="{63C0A874-E3F2-452F-95FF-C800D865E671}" destId="{0A5EED6C-F2BD-4DA1-9DA3-1CF629ED9ABF}" srcOrd="0" destOrd="0" presId="urn:microsoft.com/office/officeart/2005/8/layout/orgChart1"/>
    <dgm:cxn modelId="{CBD31DC1-FA84-4991-BF96-345E844ED7E9}" srcId="{10A0EA3D-3AD4-4A16-AC66-3525B6400D15}" destId="{26763262-632B-46CC-BA82-DA9DFC8A319D}" srcOrd="1" destOrd="0" parTransId="{33FD4574-5FBE-445D-A451-69994E30F552}" sibTransId="{84C37D61-B689-4A7F-B29B-92B77CD3E11A}"/>
    <dgm:cxn modelId="{B122E7C2-6E03-4A33-83BE-FB576B3891B7}" srcId="{10A0EA3D-3AD4-4A16-AC66-3525B6400D15}" destId="{145D55AA-61E0-495C-8F2D-EE36475B0338}" srcOrd="2" destOrd="0" parTransId="{0C9BCA1A-676D-4632-848E-0829D4E5185A}" sibTransId="{DE2925A3-7D6A-483F-AED9-5E2A830936B3}"/>
    <dgm:cxn modelId="{FC2047C3-4358-401A-AEB8-E550C4C56378}" type="presOf" srcId="{BF9EEBB6-C2B9-4C95-A267-1890E8CC46D7}" destId="{F4AC4B82-FF3B-4E46-9A8B-F92CE2789481}" srcOrd="0" destOrd="0" presId="urn:microsoft.com/office/officeart/2005/8/layout/orgChart1"/>
    <dgm:cxn modelId="{786F19C5-8D79-46A7-8251-82678253219A}" type="presOf" srcId="{BB5616D0-CD6B-4AFA-914E-D4A64560E1D3}" destId="{4A3DB128-2895-4B3C-A51E-CF03A0BEF216}" srcOrd="1" destOrd="0" presId="urn:microsoft.com/office/officeart/2005/8/layout/orgChart1"/>
    <dgm:cxn modelId="{44EC45C5-9EB9-47DC-AD7F-6F565807856E}" srcId="{10A0EA3D-3AD4-4A16-AC66-3525B6400D15}" destId="{D1816C14-8F08-4C96-BED5-43E78D8CB8E6}" srcOrd="10" destOrd="0" parTransId="{F4CBF300-7493-42D3-A74E-41D2A68E713C}" sibTransId="{61CB804A-9F7C-4E73-9A86-E1A452C40A9A}"/>
    <dgm:cxn modelId="{4A0C4AC5-309F-4D8A-939A-8B8FB2AFE08D}" type="presOf" srcId="{044DC898-7245-4442-9BD3-48FE3ED2D3B1}" destId="{B5BB71F7-A0FC-4F6C-B14D-D1D62FA86602}" srcOrd="0" destOrd="0" presId="urn:microsoft.com/office/officeart/2005/8/layout/orgChart1"/>
    <dgm:cxn modelId="{6CA43EC6-288C-4148-A340-05CB1567C5EA}" type="presOf" srcId="{DA630805-589F-40FE-B4A9-A3C7971583FB}" destId="{550D8D09-93EA-4A4E-97F1-95DB55475A48}" srcOrd="0" destOrd="0" presId="urn:microsoft.com/office/officeart/2005/8/layout/orgChart1"/>
    <dgm:cxn modelId="{70BF6EC6-277B-4C20-B281-804BFD3B705F}" type="presOf" srcId="{F03F1325-F889-4151-B190-44DECF7357FE}" destId="{8947F22D-5100-4BE4-9D48-37CDC0BB22B8}" srcOrd="0" destOrd="0" presId="urn:microsoft.com/office/officeart/2005/8/layout/orgChart1"/>
    <dgm:cxn modelId="{AC1959C6-1493-4150-90A4-958BA3263BE1}" type="presOf" srcId="{C9029BB1-6D2B-4E61-AFD3-13881B4AF078}" destId="{84330A31-E4B1-4DBE-8295-7FF2B6F93947}" srcOrd="0" destOrd="0" presId="urn:microsoft.com/office/officeart/2005/8/layout/orgChart1"/>
    <dgm:cxn modelId="{F701EFC6-9A14-4CA9-A0B4-2787983BDE20}" type="presOf" srcId="{54A214D2-D44C-4CCE-9AEB-B812186FBE9F}" destId="{91F9D075-7AAC-466E-8543-3BCFAC1AFA1F}" srcOrd="1" destOrd="0" presId="urn:microsoft.com/office/officeart/2005/8/layout/orgChart1"/>
    <dgm:cxn modelId="{5F5F20C9-F4E0-4374-8747-B7F46FEC88D8}" srcId="{10A0EA3D-3AD4-4A16-AC66-3525B6400D15}" destId="{75DFC915-9462-4A30-AE1F-37CE18B3C6D2}" srcOrd="3" destOrd="0" parTransId="{F8130828-F801-48B7-A83D-32C060147E31}" sibTransId="{727CFFC1-D6CC-4121-8182-E56D6E59AF3A}"/>
    <dgm:cxn modelId="{5872EEC9-2327-4506-A3E6-3FD7CE047535}" type="presOf" srcId="{52C3973C-B7F3-447F-8C8A-6D0C97AC7D87}" destId="{DF812D3D-1348-45D9-861B-C0CE67CEE8DF}" srcOrd="1" destOrd="0" presId="urn:microsoft.com/office/officeart/2005/8/layout/orgChart1"/>
    <dgm:cxn modelId="{45B6E1CD-A3B7-40FA-ABBC-FFC4F53ADCFB}" type="presOf" srcId="{B34D544A-1EDE-483B-B4CE-765BD1DC6DC0}" destId="{FDDCF144-34C8-47DC-8A61-AD413DD9A0C0}" srcOrd="0" destOrd="0" presId="urn:microsoft.com/office/officeart/2005/8/layout/orgChart1"/>
    <dgm:cxn modelId="{01E80BCF-1ECB-430D-A350-FE3C8C51032F}" srcId="{10A0EA3D-3AD4-4A16-AC66-3525B6400D15}" destId="{C5037945-930F-4B75-858B-B894823169CF}" srcOrd="0" destOrd="0" parTransId="{D4470D27-09CC-41EB-BA1A-CCC1BA5C0E27}" sibTransId="{1E8234E8-902F-4E23-8B68-776EF1344419}"/>
    <dgm:cxn modelId="{C05456D0-1F42-4331-8EF3-3944208322E7}" type="presOf" srcId="{64C84F6C-4C89-42C9-BBFB-E3A9FEECB53C}" destId="{7845EB6B-B9D0-4329-A00A-A032CFA8607F}" srcOrd="0" destOrd="0" presId="urn:microsoft.com/office/officeart/2005/8/layout/orgChart1"/>
    <dgm:cxn modelId="{875BDED0-07E0-4904-ADA1-5D4E675A9F23}" type="presOf" srcId="{00AC022C-23A1-48BC-BDFF-3F7F28B476E7}" destId="{2E89282F-DCA8-4DC6-A0AC-B3C141F66B5F}" srcOrd="1" destOrd="0" presId="urn:microsoft.com/office/officeart/2005/8/layout/orgChart1"/>
    <dgm:cxn modelId="{23B9B1D3-27DD-4CC3-A22E-88440AA4E8B1}" srcId="{75DFC915-9462-4A30-AE1F-37CE18B3C6D2}" destId="{1B6E74F3-B5A8-441C-AB65-775DCB44F666}" srcOrd="1" destOrd="0" parTransId="{3C79FE37-D072-433C-85E3-76D9529FB2A4}" sibTransId="{43F121AF-991F-4E24-85F2-84A4E19BC598}"/>
    <dgm:cxn modelId="{9FB909D4-FEC8-443D-BBCC-A5BCA9FE66CF}" type="presOf" srcId="{9F4895CA-DAB9-4588-8D38-7BD099F5583E}" destId="{819CF286-327E-4771-A756-F0B2B9DBDA4B}" srcOrd="0" destOrd="0" presId="urn:microsoft.com/office/officeart/2005/8/layout/orgChart1"/>
    <dgm:cxn modelId="{E80026D4-820F-4546-8BBE-5D06730BB271}" type="presOf" srcId="{7503258F-CB4C-4821-9D8D-C5A58C1571DE}" destId="{2E6867E7-74AC-4BF1-A9FA-4AC7261C94EA}" srcOrd="0" destOrd="0" presId="urn:microsoft.com/office/officeart/2005/8/layout/orgChart1"/>
    <dgm:cxn modelId="{042FCDD4-3997-41F9-80CC-A264F0BB370F}" type="presOf" srcId="{05459587-4988-4521-A172-715582190CFB}" destId="{F5119AFF-7505-49C6-B8CC-5346C5423816}" srcOrd="0" destOrd="0" presId="urn:microsoft.com/office/officeart/2005/8/layout/orgChart1"/>
    <dgm:cxn modelId="{FEAC08D7-F9F9-4DF4-96A6-89B1D56EC372}" type="presOf" srcId="{0F02B370-286F-4E1B-80A8-B2AD40265B7C}" destId="{78F581A2-A236-4AAE-9594-81595AF744C3}" srcOrd="0" destOrd="0" presId="urn:microsoft.com/office/officeart/2005/8/layout/orgChart1"/>
    <dgm:cxn modelId="{2CCDB4D7-7573-4E51-A630-E214B2442045}" type="presOf" srcId="{E670956E-23BE-4CCF-9CC8-C73CE9824EFC}" destId="{6AC24378-0A44-4A7E-8BBF-103B1AD48708}" srcOrd="0" destOrd="0" presId="urn:microsoft.com/office/officeart/2005/8/layout/orgChart1"/>
    <dgm:cxn modelId="{EE1910D8-4867-4726-8B77-205B36122A31}" type="presOf" srcId="{52C3973C-B7F3-447F-8C8A-6D0C97AC7D87}" destId="{55D6CDA0-E2F8-4F44-91CF-D45B8B7CACAF}" srcOrd="0" destOrd="0" presId="urn:microsoft.com/office/officeart/2005/8/layout/orgChart1"/>
    <dgm:cxn modelId="{6C1C61D8-BFF5-476C-823F-DA37DC02A897}" type="presOf" srcId="{D0C79BF9-EA6A-470B-B112-99598FC4D66F}" destId="{917A0AFA-0687-4CD7-A02C-2B5A2A29DC08}" srcOrd="0" destOrd="0" presId="urn:microsoft.com/office/officeart/2005/8/layout/orgChart1"/>
    <dgm:cxn modelId="{5FF608D9-DECC-4582-BE06-8480BA392B81}" type="presOf" srcId="{0C099BB8-4A5F-4B8A-B703-DCB7480DDD44}" destId="{7B137947-D56C-407A-8B26-BA72901EA159}" srcOrd="0" destOrd="0" presId="urn:microsoft.com/office/officeart/2005/8/layout/orgChart1"/>
    <dgm:cxn modelId="{070420DA-0A98-4971-91C5-329C2B47EDBD}" srcId="{75DFC915-9462-4A30-AE1F-37CE18B3C6D2}" destId="{05459587-4988-4521-A172-715582190CFB}" srcOrd="0" destOrd="0" parTransId="{81DA8363-0B62-47BB-A1C0-276F95F61685}" sibTransId="{BB821CFB-ECAB-4AFD-84D7-F610E819B777}"/>
    <dgm:cxn modelId="{8FF7B3DA-5AD8-4000-BB3C-ED294B80B048}" type="presOf" srcId="{CBA838D2-5CCD-430A-8401-812ABB00C9A2}" destId="{704ABBB8-2915-4809-887C-3177C93E17F5}" srcOrd="0" destOrd="0" presId="urn:microsoft.com/office/officeart/2005/8/layout/orgChart1"/>
    <dgm:cxn modelId="{05FBCDDA-E055-4FEC-9252-CD9BAF293AAB}" type="presOf" srcId="{950DF26E-17D9-4CD6-BA22-3B12B191F0B1}" destId="{5218C1E6-A7C1-45B1-BD6C-50F3BFADC1B2}" srcOrd="1" destOrd="0" presId="urn:microsoft.com/office/officeart/2005/8/layout/orgChart1"/>
    <dgm:cxn modelId="{DA3846DC-422B-40FA-99C0-2FB2D9A40065}" type="presOf" srcId="{F4CBF300-7493-42D3-A74E-41D2A68E713C}" destId="{9260E231-1D8C-45C2-AD6F-ABC20DB4ADCB}" srcOrd="0" destOrd="0" presId="urn:microsoft.com/office/officeart/2005/8/layout/orgChart1"/>
    <dgm:cxn modelId="{9B2143DD-0DF1-4E2B-BFD5-78091C1B85DA}" type="presOf" srcId="{9FADCBC3-F229-4620-B60A-FB762FF9A001}" destId="{F505519F-6ECB-4AAF-B47A-F3D32DB6B10C}" srcOrd="0" destOrd="0" presId="urn:microsoft.com/office/officeart/2005/8/layout/orgChart1"/>
    <dgm:cxn modelId="{E6273ADE-D75C-47B2-8092-B82CFA887A11}" type="presOf" srcId="{71F03F59-1EC8-4B47-A087-9F9188C929C9}" destId="{89E00DDA-B6B5-41E0-B82A-3E52E2588CE5}" srcOrd="1" destOrd="0" presId="urn:microsoft.com/office/officeart/2005/8/layout/orgChart1"/>
    <dgm:cxn modelId="{128003DF-849D-4E33-A7A8-F141BEF146AA}" type="presOf" srcId="{F35FFE74-4990-45D5-A4CB-80872A2AC027}" destId="{23C620D9-0E46-4B77-A12F-3537A154FCBA}" srcOrd="0" destOrd="0" presId="urn:microsoft.com/office/officeart/2005/8/layout/orgChart1"/>
    <dgm:cxn modelId="{90F090DF-9EFB-4DE3-B396-7F0BED469ED1}" type="presOf" srcId="{DF9E427A-F061-4D73-876E-50DFE6A2B7E5}" destId="{016EC23A-2D0E-41F6-A49C-4A8A9AA629EE}" srcOrd="0" destOrd="0" presId="urn:microsoft.com/office/officeart/2005/8/layout/orgChart1"/>
    <dgm:cxn modelId="{355DDCE2-E578-4151-A5D8-AC34F6206A5F}" type="presOf" srcId="{4DF2D60D-23A1-4D1B-9910-B7405AEF1AF9}" destId="{821E3EC7-A6B7-46AC-8BCF-806121184152}" srcOrd="0" destOrd="0" presId="urn:microsoft.com/office/officeart/2005/8/layout/orgChart1"/>
    <dgm:cxn modelId="{B0519BE3-0CFE-41A0-9029-02054B3C9136}" type="presOf" srcId="{905C034C-7C39-4940-8EF1-996096FC5C92}" destId="{18F7C288-D6AB-4F4F-83B5-1D5B84952672}" srcOrd="0" destOrd="0" presId="urn:microsoft.com/office/officeart/2005/8/layout/orgChart1"/>
    <dgm:cxn modelId="{76B057E4-16B1-4EA9-A10E-23FD615A02BE}" type="presOf" srcId="{ADAD034A-1C03-496E-B3DA-20F322473142}" destId="{1A2EC0AE-D90A-4773-915D-B6F0422675A8}" srcOrd="1" destOrd="0" presId="urn:microsoft.com/office/officeart/2005/8/layout/orgChart1"/>
    <dgm:cxn modelId="{80D133E7-8661-468D-ADAB-275E464C9770}" type="presOf" srcId="{CA54F505-FAAD-4FFF-AE99-F02D8805AA90}" destId="{CE3C7ECF-52B2-4972-B708-71595BC37092}" srcOrd="0" destOrd="0" presId="urn:microsoft.com/office/officeart/2005/8/layout/orgChart1"/>
    <dgm:cxn modelId="{9EE8A5E7-E542-4019-BB52-AE47643EA6C5}" type="presOf" srcId="{CD9829E7-840B-4B2B-A393-F04E987952D6}" destId="{F1396398-C9F6-48F4-AA4F-1E9F79E1591E}" srcOrd="0" destOrd="0" presId="urn:microsoft.com/office/officeart/2005/8/layout/orgChart1"/>
    <dgm:cxn modelId="{66F7ECE9-6F5F-42B0-93F2-08DCB17035BA}" type="presOf" srcId="{E72F02CF-18B3-473D-BA51-A3A921F54BCB}" destId="{F54654D8-6BF6-4CA2-A716-A88B477A9586}" srcOrd="1" destOrd="0" presId="urn:microsoft.com/office/officeart/2005/8/layout/orgChart1"/>
    <dgm:cxn modelId="{FF52CBED-35A2-4EC8-90B0-070F59F53CEF}" srcId="{C5037945-930F-4B75-858B-B894823169CF}" destId="{A2074807-3C28-4B33-9EEB-412E5A1AA954}" srcOrd="3" destOrd="0" parTransId="{CA54F505-FAAD-4FFF-AE99-F02D8805AA90}" sibTransId="{C0480748-AD54-45DF-99A7-51B5C002D86D}"/>
    <dgm:cxn modelId="{5CEBF0ED-5C47-4DCF-882A-60E474D9D109}" type="presOf" srcId="{145D55AA-61E0-495C-8F2D-EE36475B0338}" destId="{692C7E62-0620-45DB-A27F-358647ADDB69}" srcOrd="1" destOrd="0" presId="urn:microsoft.com/office/officeart/2005/8/layout/orgChart1"/>
    <dgm:cxn modelId="{0D4C0FF3-2891-4E6D-902F-40E28D02FFB8}" type="presOf" srcId="{9686FD60-0C64-4E7A-B65B-577F4EBB370B}" destId="{52B16FFE-364E-498E-A9B3-C43BC3B88381}" srcOrd="0" destOrd="0" presId="urn:microsoft.com/office/officeart/2005/8/layout/orgChart1"/>
    <dgm:cxn modelId="{9E8F3DF5-01A6-4A75-BE9F-115497E9D63A}" type="presOf" srcId="{26763262-632B-46CC-BA82-DA9DFC8A319D}" destId="{2746CEE6-A010-451F-B510-4FCDC2081F65}" srcOrd="1" destOrd="0" presId="urn:microsoft.com/office/officeart/2005/8/layout/orgChart1"/>
    <dgm:cxn modelId="{35F3BBF5-AA37-443A-BAA7-2249199E6C90}" srcId="{986A668E-B947-4E9B-BC49-750AC65155F3}" destId="{9686FD60-0C64-4E7A-B65B-577F4EBB370B}" srcOrd="1" destOrd="0" parTransId="{871A2A53-1159-46DE-9E54-4CBCCDE56CC6}" sibTransId="{7AC05B58-F1D9-4A94-A86B-BF0C8A114FD0}"/>
    <dgm:cxn modelId="{3B6E69F6-2D97-42FB-80C9-90F0D7B7D2A6}" srcId="{92162928-B373-4802-B988-4C318FAE4B4C}" destId="{0C099BB8-4A5F-4B8A-B703-DCB7480DDD44}" srcOrd="3" destOrd="0" parTransId="{9FADCBC3-F229-4620-B60A-FB762FF9A001}" sibTransId="{1247D2A4-C4C8-4C39-BE98-B29DD737739E}"/>
    <dgm:cxn modelId="{744390FE-152A-4711-8FDB-5480EC49B6F7}" type="presOf" srcId="{1882CE9A-DB31-4BA4-8DF4-476737A4E19E}" destId="{0E662BA9-BA29-41A2-A1C4-DE35A3CD0BA3}" srcOrd="0" destOrd="0" presId="urn:microsoft.com/office/officeart/2005/8/layout/orgChart1"/>
    <dgm:cxn modelId="{EE7CF0FE-990E-436A-A609-9A92718FA766}" type="presOf" srcId="{1882CE9A-DB31-4BA4-8DF4-476737A4E19E}" destId="{F77B489F-9755-4D46-BE3E-EBA087F2046B}" srcOrd="1" destOrd="0" presId="urn:microsoft.com/office/officeart/2005/8/layout/orgChart1"/>
    <dgm:cxn modelId="{4FBB667E-D212-4AD8-A78F-3AD440C9A23F}" type="presParOf" srcId="{CE01B670-1EEA-4848-90D3-DFD1C7C7F55F}" destId="{3AF247A6-5907-446E-AA6F-4BAC28FD9F2C}" srcOrd="0" destOrd="0" presId="urn:microsoft.com/office/officeart/2005/8/layout/orgChart1"/>
    <dgm:cxn modelId="{B51EDF9A-6B3F-49B3-9E70-F599BA284602}" type="presParOf" srcId="{3AF247A6-5907-446E-AA6F-4BAC28FD9F2C}" destId="{FB8CCF8C-63A8-4B00-B8C6-A24AC6552628}" srcOrd="0" destOrd="0" presId="urn:microsoft.com/office/officeart/2005/8/layout/orgChart1"/>
    <dgm:cxn modelId="{AB6B622C-30AE-487E-BD45-29EEABE683CC}" type="presParOf" srcId="{FB8CCF8C-63A8-4B00-B8C6-A24AC6552628}" destId="{248530AC-F178-403E-A897-42E299E5ED21}" srcOrd="0" destOrd="0" presId="urn:microsoft.com/office/officeart/2005/8/layout/orgChart1"/>
    <dgm:cxn modelId="{89B38AC4-F895-460E-946E-C92EA9F04CDE}" type="presParOf" srcId="{FB8CCF8C-63A8-4B00-B8C6-A24AC6552628}" destId="{BD047E60-9F9C-4B43-B9EF-1A7F5A8327BA}" srcOrd="1" destOrd="0" presId="urn:microsoft.com/office/officeart/2005/8/layout/orgChart1"/>
    <dgm:cxn modelId="{C546A49E-E79A-418A-A73E-1581E13165E6}" type="presParOf" srcId="{3AF247A6-5907-446E-AA6F-4BAC28FD9F2C}" destId="{9098D234-D388-4106-B539-B7C38DD6D81C}" srcOrd="1" destOrd="0" presId="urn:microsoft.com/office/officeart/2005/8/layout/orgChart1"/>
    <dgm:cxn modelId="{13635C93-CA13-4121-86CE-3AECB4354A5C}" type="presParOf" srcId="{9098D234-D388-4106-B539-B7C38DD6D81C}" destId="{B9DD715D-069C-4BC2-A1E9-3705206A9E7E}" srcOrd="0" destOrd="0" presId="urn:microsoft.com/office/officeart/2005/8/layout/orgChart1"/>
    <dgm:cxn modelId="{38AB9922-4690-4254-9836-8FA738F7B4F3}" type="presParOf" srcId="{9098D234-D388-4106-B539-B7C38DD6D81C}" destId="{F7B2959F-C810-441E-ABAC-C79DB10C6809}" srcOrd="1" destOrd="0" presId="urn:microsoft.com/office/officeart/2005/8/layout/orgChart1"/>
    <dgm:cxn modelId="{0A6A6BE3-45F3-4370-B175-31E352184D47}" type="presParOf" srcId="{F7B2959F-C810-441E-ABAC-C79DB10C6809}" destId="{5D913086-3A8D-4E5B-903E-99ABE15D3392}" srcOrd="0" destOrd="0" presId="urn:microsoft.com/office/officeart/2005/8/layout/orgChart1"/>
    <dgm:cxn modelId="{CBA7E80B-2574-4A4F-8278-50DE8CC798F3}" type="presParOf" srcId="{5D913086-3A8D-4E5B-903E-99ABE15D3392}" destId="{EF0DF732-FD85-4D52-8905-6DCB2A652547}" srcOrd="0" destOrd="0" presId="urn:microsoft.com/office/officeart/2005/8/layout/orgChart1"/>
    <dgm:cxn modelId="{7B0F63CD-C77E-4A5B-BE22-FCF5EE0F963C}" type="presParOf" srcId="{5D913086-3A8D-4E5B-903E-99ABE15D3392}" destId="{B3034FE3-F479-4DF4-A8BF-8880E94D2217}" srcOrd="1" destOrd="0" presId="urn:microsoft.com/office/officeart/2005/8/layout/orgChart1"/>
    <dgm:cxn modelId="{3CF449EB-F3C7-442C-99F5-C725CF3A4DE4}" type="presParOf" srcId="{F7B2959F-C810-441E-ABAC-C79DB10C6809}" destId="{D39E0032-FE8A-41E3-BCA2-2DD8ED595AFD}" srcOrd="1" destOrd="0" presId="urn:microsoft.com/office/officeart/2005/8/layout/orgChart1"/>
    <dgm:cxn modelId="{D63197D0-A2B3-4AC6-BFB2-073442EC938A}" type="presParOf" srcId="{D39E0032-FE8A-41E3-BCA2-2DD8ED595AFD}" destId="{7CA3097E-DF06-4306-90D8-092D17D517A3}" srcOrd="0" destOrd="0" presId="urn:microsoft.com/office/officeart/2005/8/layout/orgChart1"/>
    <dgm:cxn modelId="{32AA0AC4-5AE9-48F6-BA6C-F9C337DD7783}" type="presParOf" srcId="{D39E0032-FE8A-41E3-BCA2-2DD8ED595AFD}" destId="{AB3ECC90-3C57-44A5-937C-3ADE503D492D}" srcOrd="1" destOrd="0" presId="urn:microsoft.com/office/officeart/2005/8/layout/orgChart1"/>
    <dgm:cxn modelId="{9F8D2495-F318-4DE2-8D1F-0D39A3D0016B}" type="presParOf" srcId="{AB3ECC90-3C57-44A5-937C-3ADE503D492D}" destId="{C4524F9E-1F5E-4103-8C7B-1DD3B3E09CA6}" srcOrd="0" destOrd="0" presId="urn:microsoft.com/office/officeart/2005/8/layout/orgChart1"/>
    <dgm:cxn modelId="{E5CF06BF-62AF-49F0-B52F-C9A25FF3E9FE}" type="presParOf" srcId="{C4524F9E-1F5E-4103-8C7B-1DD3B3E09CA6}" destId="{D7DEFF10-285D-460F-B6C2-3621F12D5071}" srcOrd="0" destOrd="0" presId="urn:microsoft.com/office/officeart/2005/8/layout/orgChart1"/>
    <dgm:cxn modelId="{77AF1071-D0C4-4CFC-9FE8-63857C3E6230}" type="presParOf" srcId="{C4524F9E-1F5E-4103-8C7B-1DD3B3E09CA6}" destId="{5218C1E6-A7C1-45B1-BD6C-50F3BFADC1B2}" srcOrd="1" destOrd="0" presId="urn:microsoft.com/office/officeart/2005/8/layout/orgChart1"/>
    <dgm:cxn modelId="{8B90F666-12C3-4541-B9C5-6DA88985347B}" type="presParOf" srcId="{AB3ECC90-3C57-44A5-937C-3ADE503D492D}" destId="{B280554C-1ADC-4B1E-8EF4-81DC9F4A70AE}" srcOrd="1" destOrd="0" presId="urn:microsoft.com/office/officeart/2005/8/layout/orgChart1"/>
    <dgm:cxn modelId="{23F2FF94-8645-485D-8698-5F252178FD89}" type="presParOf" srcId="{B280554C-1ADC-4B1E-8EF4-81DC9F4A70AE}" destId="{671179AC-5FAC-4A39-B7FF-0414C95E3528}" srcOrd="0" destOrd="0" presId="urn:microsoft.com/office/officeart/2005/8/layout/orgChart1"/>
    <dgm:cxn modelId="{C61AFF46-CFC1-4602-9F88-F55B6F43E448}" type="presParOf" srcId="{B280554C-1ADC-4B1E-8EF4-81DC9F4A70AE}" destId="{0AB006A4-182D-4959-8DCB-18D7F1BAD9A9}" srcOrd="1" destOrd="0" presId="urn:microsoft.com/office/officeart/2005/8/layout/orgChart1"/>
    <dgm:cxn modelId="{38BE2866-FB15-4BF7-AD1E-C27E61C7FA9E}" type="presParOf" srcId="{0AB006A4-182D-4959-8DCB-18D7F1BAD9A9}" destId="{55AA2491-D4E2-4442-BAC2-BA16763FAF50}" srcOrd="0" destOrd="0" presId="urn:microsoft.com/office/officeart/2005/8/layout/orgChart1"/>
    <dgm:cxn modelId="{E7487519-4828-42F4-8638-3DB91D84B796}" type="presParOf" srcId="{55AA2491-D4E2-4442-BAC2-BA16763FAF50}" destId="{88D6AF2A-AB2A-4DDC-9F25-5FEB13DE3F9A}" srcOrd="0" destOrd="0" presId="urn:microsoft.com/office/officeart/2005/8/layout/orgChart1"/>
    <dgm:cxn modelId="{48EF4F5E-406A-45A6-A1FD-74224178048B}" type="presParOf" srcId="{55AA2491-D4E2-4442-BAC2-BA16763FAF50}" destId="{3E2E92DB-5C6F-4ED9-9583-E91717EC9D4B}" srcOrd="1" destOrd="0" presId="urn:microsoft.com/office/officeart/2005/8/layout/orgChart1"/>
    <dgm:cxn modelId="{E160A632-65C1-4F3C-9AB3-3201960128D8}" type="presParOf" srcId="{0AB006A4-182D-4959-8DCB-18D7F1BAD9A9}" destId="{A775A552-A598-4FF2-828D-28A777D8D49E}" srcOrd="1" destOrd="0" presId="urn:microsoft.com/office/officeart/2005/8/layout/orgChart1"/>
    <dgm:cxn modelId="{390AFA49-E36C-485A-9732-D93F87E7CB95}" type="presParOf" srcId="{0AB006A4-182D-4959-8DCB-18D7F1BAD9A9}" destId="{4C841937-9171-47C2-B2B1-897C754EA2F9}" srcOrd="2" destOrd="0" presId="urn:microsoft.com/office/officeart/2005/8/layout/orgChart1"/>
    <dgm:cxn modelId="{6C28AE90-D358-4A1D-87E7-E340D9A1B042}" type="presParOf" srcId="{B280554C-1ADC-4B1E-8EF4-81DC9F4A70AE}" destId="{917A0AFA-0687-4CD7-A02C-2B5A2A29DC08}" srcOrd="2" destOrd="0" presId="urn:microsoft.com/office/officeart/2005/8/layout/orgChart1"/>
    <dgm:cxn modelId="{5D124134-D142-4CB7-B22B-2E447502DEE5}" type="presParOf" srcId="{B280554C-1ADC-4B1E-8EF4-81DC9F4A70AE}" destId="{E20BA6D2-893E-487D-8683-EFAF9C9804F2}" srcOrd="3" destOrd="0" presId="urn:microsoft.com/office/officeart/2005/8/layout/orgChart1"/>
    <dgm:cxn modelId="{97711321-BEE9-43C3-A237-4ABAD74461C1}" type="presParOf" srcId="{E20BA6D2-893E-487D-8683-EFAF9C9804F2}" destId="{427688FD-121D-47B8-8931-D5204B8647E1}" srcOrd="0" destOrd="0" presId="urn:microsoft.com/office/officeart/2005/8/layout/orgChart1"/>
    <dgm:cxn modelId="{F7590451-0471-442C-9841-8C8AE7B25FC8}" type="presParOf" srcId="{427688FD-121D-47B8-8931-D5204B8647E1}" destId="{80857E5D-5A40-47FA-A4DC-63DCAE736606}" srcOrd="0" destOrd="0" presId="urn:microsoft.com/office/officeart/2005/8/layout/orgChart1"/>
    <dgm:cxn modelId="{5CA1286A-2528-44C9-9F9A-3B84054E5A9A}" type="presParOf" srcId="{427688FD-121D-47B8-8931-D5204B8647E1}" destId="{E84BCE6F-06E3-4BC8-871D-9A93C6044AE4}" srcOrd="1" destOrd="0" presId="urn:microsoft.com/office/officeart/2005/8/layout/orgChart1"/>
    <dgm:cxn modelId="{6679AE67-1CCF-4B0B-BC4B-02D973315A01}" type="presParOf" srcId="{E20BA6D2-893E-487D-8683-EFAF9C9804F2}" destId="{61E5CA6B-3955-4E6B-A536-8F209B0425DA}" srcOrd="1" destOrd="0" presId="urn:microsoft.com/office/officeart/2005/8/layout/orgChart1"/>
    <dgm:cxn modelId="{28842EBF-3E98-4830-AAC1-CD507CF34A6B}" type="presParOf" srcId="{E20BA6D2-893E-487D-8683-EFAF9C9804F2}" destId="{90C2E34E-D962-4C76-984B-1AA560324FC7}" srcOrd="2" destOrd="0" presId="urn:microsoft.com/office/officeart/2005/8/layout/orgChart1"/>
    <dgm:cxn modelId="{5FF7FE67-FAE4-48CA-BFEC-31D6E81D21B6}" type="presParOf" srcId="{AB3ECC90-3C57-44A5-937C-3ADE503D492D}" destId="{1420530A-1FB5-4E43-9A35-FF949B7D025C}" srcOrd="2" destOrd="0" presId="urn:microsoft.com/office/officeart/2005/8/layout/orgChart1"/>
    <dgm:cxn modelId="{C5A5D6FF-932E-4E29-B5E0-1FC118AE7D13}" type="presParOf" srcId="{D39E0032-FE8A-41E3-BCA2-2DD8ED595AFD}" destId="{A6E2B9B1-B808-4C3E-9CA4-FDBFEB7C6E12}" srcOrd="2" destOrd="0" presId="urn:microsoft.com/office/officeart/2005/8/layout/orgChart1"/>
    <dgm:cxn modelId="{120AA1A1-7A21-4127-A2A9-4B850A58784E}" type="presParOf" srcId="{D39E0032-FE8A-41E3-BCA2-2DD8ED595AFD}" destId="{842694ED-63FE-41F5-8205-A2D2ED7AB622}" srcOrd="3" destOrd="0" presId="urn:microsoft.com/office/officeart/2005/8/layout/orgChart1"/>
    <dgm:cxn modelId="{E7D59F4C-8501-46FD-94BA-878E9C8E8474}" type="presParOf" srcId="{842694ED-63FE-41F5-8205-A2D2ED7AB622}" destId="{156B7B81-9C4B-4435-88FA-61CD1E94F7AC}" srcOrd="0" destOrd="0" presId="urn:microsoft.com/office/officeart/2005/8/layout/orgChart1"/>
    <dgm:cxn modelId="{AF1F7EB0-BF3C-4C50-8B77-432E4FC907BB}" type="presParOf" srcId="{156B7B81-9C4B-4435-88FA-61CD1E94F7AC}" destId="{E053A169-9C0A-4979-A9C3-739101C47B4F}" srcOrd="0" destOrd="0" presId="urn:microsoft.com/office/officeart/2005/8/layout/orgChart1"/>
    <dgm:cxn modelId="{83C75616-0D7C-4728-BE62-71FFD671E9B1}" type="presParOf" srcId="{156B7B81-9C4B-4435-88FA-61CD1E94F7AC}" destId="{38710617-AD94-492E-877A-67DEA8A29246}" srcOrd="1" destOrd="0" presId="urn:microsoft.com/office/officeart/2005/8/layout/orgChart1"/>
    <dgm:cxn modelId="{36CD0D7A-6064-477B-8B1F-64E3840A15D1}" type="presParOf" srcId="{842694ED-63FE-41F5-8205-A2D2ED7AB622}" destId="{EE25FEE9-C0A4-43A3-BC29-09C1DC02735B}" srcOrd="1" destOrd="0" presId="urn:microsoft.com/office/officeart/2005/8/layout/orgChart1"/>
    <dgm:cxn modelId="{B8A46FD9-BE56-415C-A2E5-24F91811465F}" type="presParOf" srcId="{EE25FEE9-C0A4-43A3-BC29-09C1DC02735B}" destId="{C3BEE66D-DBFC-4B5B-824F-AE729B3E2A92}" srcOrd="0" destOrd="0" presId="urn:microsoft.com/office/officeart/2005/8/layout/orgChart1"/>
    <dgm:cxn modelId="{AD79BE0C-27E4-4A7D-9C49-57E41D62DDD6}" type="presParOf" srcId="{EE25FEE9-C0A4-43A3-BC29-09C1DC02735B}" destId="{A9CFCED3-6ECE-4576-ABCC-0C5B70059EB9}" srcOrd="1" destOrd="0" presId="urn:microsoft.com/office/officeart/2005/8/layout/orgChart1"/>
    <dgm:cxn modelId="{BBD50900-7DAA-449E-BA57-FCA791ECA5E4}" type="presParOf" srcId="{A9CFCED3-6ECE-4576-ABCC-0C5B70059EB9}" destId="{69DD92A3-402B-4486-B358-BBA3E344CCFB}" srcOrd="0" destOrd="0" presId="urn:microsoft.com/office/officeart/2005/8/layout/orgChart1"/>
    <dgm:cxn modelId="{2D123091-5361-4CD8-AD67-27B9AE4B8E82}" type="presParOf" srcId="{69DD92A3-402B-4486-B358-BBA3E344CCFB}" destId="{9602321A-0529-41BB-8BDE-C5896B1187CD}" srcOrd="0" destOrd="0" presId="urn:microsoft.com/office/officeart/2005/8/layout/orgChart1"/>
    <dgm:cxn modelId="{9F70D1A2-AB3E-4CC6-909A-BD27F0095ABD}" type="presParOf" srcId="{69DD92A3-402B-4486-B358-BBA3E344CCFB}" destId="{15AE8028-70C7-4D5B-B57D-0B4DC8D041C5}" srcOrd="1" destOrd="0" presId="urn:microsoft.com/office/officeart/2005/8/layout/orgChart1"/>
    <dgm:cxn modelId="{92FB20C4-392A-450E-AA5E-3740CBE7BECB}" type="presParOf" srcId="{A9CFCED3-6ECE-4576-ABCC-0C5B70059EB9}" destId="{939275F3-B58F-45AC-8398-CC8AF1075322}" srcOrd="1" destOrd="0" presId="urn:microsoft.com/office/officeart/2005/8/layout/orgChart1"/>
    <dgm:cxn modelId="{63016E6E-8A34-4ABB-8D27-E8ABD48C10AD}" type="presParOf" srcId="{A9CFCED3-6ECE-4576-ABCC-0C5B70059EB9}" destId="{7670B313-9F55-4FF1-B65A-9F20334A188C}" srcOrd="2" destOrd="0" presId="urn:microsoft.com/office/officeart/2005/8/layout/orgChart1"/>
    <dgm:cxn modelId="{C5B46BA9-98A5-44C2-8848-9250799CE00C}" type="presParOf" srcId="{EE25FEE9-C0A4-43A3-BC29-09C1DC02735B}" destId="{8AE61498-7424-433C-B920-4C4E22FE37C9}" srcOrd="2" destOrd="0" presId="urn:microsoft.com/office/officeart/2005/8/layout/orgChart1"/>
    <dgm:cxn modelId="{2DE9972F-1008-42D1-95F7-51DD46F216D1}" type="presParOf" srcId="{EE25FEE9-C0A4-43A3-BC29-09C1DC02735B}" destId="{8CA74FDC-C221-4F1E-B367-D76A13DF6CEE}" srcOrd="3" destOrd="0" presId="urn:microsoft.com/office/officeart/2005/8/layout/orgChart1"/>
    <dgm:cxn modelId="{FC4B1C98-071A-4488-9E64-5DA4097981E2}" type="presParOf" srcId="{8CA74FDC-C221-4F1E-B367-D76A13DF6CEE}" destId="{7F16C559-3AAD-4FA9-9616-85DB22A494CA}" srcOrd="0" destOrd="0" presId="urn:microsoft.com/office/officeart/2005/8/layout/orgChart1"/>
    <dgm:cxn modelId="{A09C6824-01AF-4117-9E85-BDBE20B9F119}" type="presParOf" srcId="{7F16C559-3AAD-4FA9-9616-85DB22A494CA}" destId="{F4DC1B83-6C23-49DE-87E8-6B79DB8CBA59}" srcOrd="0" destOrd="0" presId="urn:microsoft.com/office/officeart/2005/8/layout/orgChart1"/>
    <dgm:cxn modelId="{D57247D7-3118-4D9B-984B-DAC5BC3C489A}" type="presParOf" srcId="{7F16C559-3AAD-4FA9-9616-85DB22A494CA}" destId="{2E89282F-DCA8-4DC6-A0AC-B3C141F66B5F}" srcOrd="1" destOrd="0" presId="urn:microsoft.com/office/officeart/2005/8/layout/orgChart1"/>
    <dgm:cxn modelId="{AB0FF788-7FD8-45F6-B48E-3094B8AB7CE9}" type="presParOf" srcId="{8CA74FDC-C221-4F1E-B367-D76A13DF6CEE}" destId="{F6E2F938-DD76-41F8-BE30-138493256B47}" srcOrd="1" destOrd="0" presId="urn:microsoft.com/office/officeart/2005/8/layout/orgChart1"/>
    <dgm:cxn modelId="{30B6BE72-C8B2-445A-BC6A-6CC45FA12699}" type="presParOf" srcId="{8CA74FDC-C221-4F1E-B367-D76A13DF6CEE}" destId="{51C1861F-64E4-4F9E-A995-A36D30121CD2}" srcOrd="2" destOrd="0" presId="urn:microsoft.com/office/officeart/2005/8/layout/orgChart1"/>
    <dgm:cxn modelId="{5085987D-D8E0-4398-8087-AB646C79A492}" type="presParOf" srcId="{EE25FEE9-C0A4-43A3-BC29-09C1DC02735B}" destId="{819CF286-327E-4771-A756-F0B2B9DBDA4B}" srcOrd="4" destOrd="0" presId="urn:microsoft.com/office/officeart/2005/8/layout/orgChart1"/>
    <dgm:cxn modelId="{FFD57A71-9254-4116-8641-445ED69D40DF}" type="presParOf" srcId="{EE25FEE9-C0A4-43A3-BC29-09C1DC02735B}" destId="{28A75BEE-EECD-45B3-B7B1-0467EFCD328F}" srcOrd="5" destOrd="0" presId="urn:microsoft.com/office/officeart/2005/8/layout/orgChart1"/>
    <dgm:cxn modelId="{36C88A87-4C69-4C21-A461-55C7372FC416}" type="presParOf" srcId="{28A75BEE-EECD-45B3-B7B1-0467EFCD328F}" destId="{9584EC4C-D6FC-4CDC-A75D-F1C3DAE1B3C2}" srcOrd="0" destOrd="0" presId="urn:microsoft.com/office/officeart/2005/8/layout/orgChart1"/>
    <dgm:cxn modelId="{FF8AA52C-D7E9-463B-92AC-67168661FE2E}" type="presParOf" srcId="{9584EC4C-D6FC-4CDC-A75D-F1C3DAE1B3C2}" destId="{81E07694-06DE-4DA4-BA15-F7FF4EF31C21}" srcOrd="0" destOrd="0" presId="urn:microsoft.com/office/officeart/2005/8/layout/orgChart1"/>
    <dgm:cxn modelId="{2344441C-FCE2-405C-A625-E4E5131F0B13}" type="presParOf" srcId="{9584EC4C-D6FC-4CDC-A75D-F1C3DAE1B3C2}" destId="{21450613-CA36-4454-85B4-AEB63CA49087}" srcOrd="1" destOrd="0" presId="urn:microsoft.com/office/officeart/2005/8/layout/orgChart1"/>
    <dgm:cxn modelId="{ABC2B6B6-08E0-4A0C-8DD7-F6F87B8096B7}" type="presParOf" srcId="{28A75BEE-EECD-45B3-B7B1-0467EFCD328F}" destId="{89A8106A-14BF-491C-AA4E-9634881D0523}" srcOrd="1" destOrd="0" presId="urn:microsoft.com/office/officeart/2005/8/layout/orgChart1"/>
    <dgm:cxn modelId="{FA75D486-6ABB-48CA-8D6E-02D9DF352B54}" type="presParOf" srcId="{28A75BEE-EECD-45B3-B7B1-0467EFCD328F}" destId="{C338D44E-E4B3-49D9-AFCA-3D563E2FF749}" srcOrd="2" destOrd="0" presId="urn:microsoft.com/office/officeart/2005/8/layout/orgChart1"/>
    <dgm:cxn modelId="{EC92715B-7545-4158-8C2E-D42D9CCADCFC}" type="presParOf" srcId="{EE25FEE9-C0A4-43A3-BC29-09C1DC02735B}" destId="{F505519F-6ECB-4AAF-B47A-F3D32DB6B10C}" srcOrd="6" destOrd="0" presId="urn:microsoft.com/office/officeart/2005/8/layout/orgChart1"/>
    <dgm:cxn modelId="{FAC509F6-6E8A-4DA9-AEEF-38809321CA49}" type="presParOf" srcId="{EE25FEE9-C0A4-43A3-BC29-09C1DC02735B}" destId="{7242C606-06B1-4653-8213-8258E7030E80}" srcOrd="7" destOrd="0" presId="urn:microsoft.com/office/officeart/2005/8/layout/orgChart1"/>
    <dgm:cxn modelId="{D1E3E3FE-A5A7-46AF-B25C-A27156D5DE37}" type="presParOf" srcId="{7242C606-06B1-4653-8213-8258E7030E80}" destId="{AA152A31-D95D-4EA6-B90E-65E324E927B1}" srcOrd="0" destOrd="0" presId="urn:microsoft.com/office/officeart/2005/8/layout/orgChart1"/>
    <dgm:cxn modelId="{622783EC-EBBD-4B63-8E16-B6DFEC1BA6DA}" type="presParOf" srcId="{AA152A31-D95D-4EA6-B90E-65E324E927B1}" destId="{7B137947-D56C-407A-8B26-BA72901EA159}" srcOrd="0" destOrd="0" presId="urn:microsoft.com/office/officeart/2005/8/layout/orgChart1"/>
    <dgm:cxn modelId="{4B224268-9879-493B-8D15-843D3B83CEF2}" type="presParOf" srcId="{AA152A31-D95D-4EA6-B90E-65E324E927B1}" destId="{865A16D1-A0D6-4099-A000-A45C27DFDD22}" srcOrd="1" destOrd="0" presId="urn:microsoft.com/office/officeart/2005/8/layout/orgChart1"/>
    <dgm:cxn modelId="{54F08C4B-B843-4B63-9E9B-B1AE8DE15B3B}" type="presParOf" srcId="{7242C606-06B1-4653-8213-8258E7030E80}" destId="{25096A2D-D848-4C90-A131-69BB291F338D}" srcOrd="1" destOrd="0" presId="urn:microsoft.com/office/officeart/2005/8/layout/orgChart1"/>
    <dgm:cxn modelId="{38FCDC95-CB3B-45C1-AE25-D246ED5FAB0F}" type="presParOf" srcId="{7242C606-06B1-4653-8213-8258E7030E80}" destId="{B91ED09A-7BB0-46DB-AC80-8FC3BD077EFA}" srcOrd="2" destOrd="0" presId="urn:microsoft.com/office/officeart/2005/8/layout/orgChart1"/>
    <dgm:cxn modelId="{FA9B5BF4-1E33-4419-AF98-6F1D6AFD4759}" type="presParOf" srcId="{842694ED-63FE-41F5-8205-A2D2ED7AB622}" destId="{7AE4D891-AFDF-47CA-AE12-C9E64E4BC610}" srcOrd="2" destOrd="0" presId="urn:microsoft.com/office/officeart/2005/8/layout/orgChart1"/>
    <dgm:cxn modelId="{42B1F8DC-F709-478B-8925-A23735748A6D}" type="presParOf" srcId="{D39E0032-FE8A-41E3-BCA2-2DD8ED595AFD}" destId="{A282935C-36BA-42D1-9CF4-5DC857687C79}" srcOrd="4" destOrd="0" presId="urn:microsoft.com/office/officeart/2005/8/layout/orgChart1"/>
    <dgm:cxn modelId="{F7216D2A-6CDA-4F3F-B857-27A21CAFF58F}" type="presParOf" srcId="{D39E0032-FE8A-41E3-BCA2-2DD8ED595AFD}" destId="{96DA1DE3-8B59-4C2F-B5E8-2AC45D55F0E4}" srcOrd="5" destOrd="0" presId="urn:microsoft.com/office/officeart/2005/8/layout/orgChart1"/>
    <dgm:cxn modelId="{1BD96A93-92E8-4E64-82AC-4E2988CF604C}" type="presParOf" srcId="{96DA1DE3-8B59-4C2F-B5E8-2AC45D55F0E4}" destId="{0B423B26-D597-4DBE-A6EA-088620DCC1DA}" srcOrd="0" destOrd="0" presId="urn:microsoft.com/office/officeart/2005/8/layout/orgChart1"/>
    <dgm:cxn modelId="{60A2AE67-A19F-4E81-93D9-E07EA36114BF}" type="presParOf" srcId="{0B423B26-D597-4DBE-A6EA-088620DCC1DA}" destId="{ED485508-0335-465D-B2BE-F208E31B5FAA}" srcOrd="0" destOrd="0" presId="urn:microsoft.com/office/officeart/2005/8/layout/orgChart1"/>
    <dgm:cxn modelId="{82DE1415-EA6A-48A0-8B50-3421FCD25FFD}" type="presParOf" srcId="{0B423B26-D597-4DBE-A6EA-088620DCC1DA}" destId="{400FAEDA-F0C0-4E06-AA06-ADBB2A0021C6}" srcOrd="1" destOrd="0" presId="urn:microsoft.com/office/officeart/2005/8/layout/orgChart1"/>
    <dgm:cxn modelId="{8AC2E4F0-0012-4B95-A83C-688242A26EB0}" type="presParOf" srcId="{96DA1DE3-8B59-4C2F-B5E8-2AC45D55F0E4}" destId="{4300A973-2B08-4EB1-B340-A9AA8E2DBE0C}" srcOrd="1" destOrd="0" presId="urn:microsoft.com/office/officeart/2005/8/layout/orgChart1"/>
    <dgm:cxn modelId="{E88639BC-C134-49CB-A841-0BEA0BCFBFD2}" type="presParOf" srcId="{4300A973-2B08-4EB1-B340-A9AA8E2DBE0C}" destId="{18F7C288-D6AB-4F4F-83B5-1D5B84952672}" srcOrd="0" destOrd="0" presId="urn:microsoft.com/office/officeart/2005/8/layout/orgChart1"/>
    <dgm:cxn modelId="{72E5B819-7EDA-497B-8772-386FE8109E15}" type="presParOf" srcId="{4300A973-2B08-4EB1-B340-A9AA8E2DBE0C}" destId="{3FEDDE94-F41F-4567-B18F-AE730BF824CF}" srcOrd="1" destOrd="0" presId="urn:microsoft.com/office/officeart/2005/8/layout/orgChart1"/>
    <dgm:cxn modelId="{4B545CAD-DF20-4AB4-9CE8-0195057CEB66}" type="presParOf" srcId="{3FEDDE94-F41F-4567-B18F-AE730BF824CF}" destId="{CFAB2265-B5C0-4397-9D73-B5BB3EB3BB91}" srcOrd="0" destOrd="0" presId="urn:microsoft.com/office/officeart/2005/8/layout/orgChart1"/>
    <dgm:cxn modelId="{A46BE8C1-F072-4297-B4A8-C6D1E156B4E2}" type="presParOf" srcId="{CFAB2265-B5C0-4397-9D73-B5BB3EB3BB91}" destId="{FB93CA0E-E6CE-4F14-88AC-8614787B9A43}" srcOrd="0" destOrd="0" presId="urn:microsoft.com/office/officeart/2005/8/layout/orgChart1"/>
    <dgm:cxn modelId="{5703F94D-C19F-443A-89A9-70236C239F09}" type="presParOf" srcId="{CFAB2265-B5C0-4397-9D73-B5BB3EB3BB91}" destId="{1A2EC0AE-D90A-4773-915D-B6F0422675A8}" srcOrd="1" destOrd="0" presId="urn:microsoft.com/office/officeart/2005/8/layout/orgChart1"/>
    <dgm:cxn modelId="{83F286C0-DA8E-43C6-951E-1D48720C3041}" type="presParOf" srcId="{3FEDDE94-F41F-4567-B18F-AE730BF824CF}" destId="{D3CC560C-81EA-4707-8E6E-80F946490B31}" srcOrd="1" destOrd="0" presId="urn:microsoft.com/office/officeart/2005/8/layout/orgChart1"/>
    <dgm:cxn modelId="{AF4E26BE-78EF-4399-B712-074F7E43E8CC}" type="presParOf" srcId="{3FEDDE94-F41F-4567-B18F-AE730BF824CF}" destId="{AA0426E7-12CE-405E-A6A6-A38BE7945BD9}" srcOrd="2" destOrd="0" presId="urn:microsoft.com/office/officeart/2005/8/layout/orgChart1"/>
    <dgm:cxn modelId="{F8D33937-79DB-4B5A-8C51-DB9ECD142CEA}" type="presParOf" srcId="{4300A973-2B08-4EB1-B340-A9AA8E2DBE0C}" destId="{12E2A867-31D4-403E-B790-54B802E39EC7}" srcOrd="2" destOrd="0" presId="urn:microsoft.com/office/officeart/2005/8/layout/orgChart1"/>
    <dgm:cxn modelId="{CC6DF0C5-BBA6-48A0-A8FA-4DC65CD305E9}" type="presParOf" srcId="{4300A973-2B08-4EB1-B340-A9AA8E2DBE0C}" destId="{66430474-734D-4BF5-9C47-A369FABD2E16}" srcOrd="3" destOrd="0" presId="urn:microsoft.com/office/officeart/2005/8/layout/orgChart1"/>
    <dgm:cxn modelId="{E69DBEC1-D078-4E04-BA2E-38E0971DC05B}" type="presParOf" srcId="{66430474-734D-4BF5-9C47-A369FABD2E16}" destId="{28647268-E473-43EA-AEDF-864097B45DF7}" srcOrd="0" destOrd="0" presId="urn:microsoft.com/office/officeart/2005/8/layout/orgChart1"/>
    <dgm:cxn modelId="{5D42FCFF-0CD8-405B-BC91-3B3984E881D5}" type="presParOf" srcId="{28647268-E473-43EA-AEDF-864097B45DF7}" destId="{52B16FFE-364E-498E-A9B3-C43BC3B88381}" srcOrd="0" destOrd="0" presId="urn:microsoft.com/office/officeart/2005/8/layout/orgChart1"/>
    <dgm:cxn modelId="{B31BA695-FC0F-48BF-A179-115927A74E3F}" type="presParOf" srcId="{28647268-E473-43EA-AEDF-864097B45DF7}" destId="{3D670B94-861A-4AB5-B9D1-C5CA0EF96F04}" srcOrd="1" destOrd="0" presId="urn:microsoft.com/office/officeart/2005/8/layout/orgChart1"/>
    <dgm:cxn modelId="{B328ABE8-3683-4834-846E-1D9B44F060C6}" type="presParOf" srcId="{66430474-734D-4BF5-9C47-A369FABD2E16}" destId="{4B98BB0C-9B50-4156-86E7-767A7D39A13C}" srcOrd="1" destOrd="0" presId="urn:microsoft.com/office/officeart/2005/8/layout/orgChart1"/>
    <dgm:cxn modelId="{62E35199-6B8B-4E35-8F85-5746BDB667A5}" type="presParOf" srcId="{66430474-734D-4BF5-9C47-A369FABD2E16}" destId="{332AF2F6-DD32-4C41-97F6-6DEAB07F1EC1}" srcOrd="2" destOrd="0" presId="urn:microsoft.com/office/officeart/2005/8/layout/orgChart1"/>
    <dgm:cxn modelId="{82F598FA-05D4-421D-BC0E-3DD08E3ACC8C}" type="presParOf" srcId="{96DA1DE3-8B59-4C2F-B5E8-2AC45D55F0E4}" destId="{1495BC48-44EF-4C9C-8AF3-32C6924E0572}" srcOrd="2" destOrd="0" presId="urn:microsoft.com/office/officeart/2005/8/layout/orgChart1"/>
    <dgm:cxn modelId="{8EAE6DB2-9714-45CB-9C77-247D060EFB97}" type="presParOf" srcId="{D39E0032-FE8A-41E3-BCA2-2DD8ED595AFD}" destId="{CE3C7ECF-52B2-4972-B708-71595BC37092}" srcOrd="6" destOrd="0" presId="urn:microsoft.com/office/officeart/2005/8/layout/orgChart1"/>
    <dgm:cxn modelId="{91D13072-7B75-4D81-B46C-D70C29DF43AC}" type="presParOf" srcId="{D39E0032-FE8A-41E3-BCA2-2DD8ED595AFD}" destId="{CF32D662-8EF9-493E-BFE9-EE51A8FF9E8A}" srcOrd="7" destOrd="0" presId="urn:microsoft.com/office/officeart/2005/8/layout/orgChart1"/>
    <dgm:cxn modelId="{DD85BB51-44C9-480F-B146-C3ECF2A915E9}" type="presParOf" srcId="{CF32D662-8EF9-493E-BFE9-EE51A8FF9E8A}" destId="{BA387F9F-679B-445A-907E-AABA58DAF83C}" srcOrd="0" destOrd="0" presId="urn:microsoft.com/office/officeart/2005/8/layout/orgChart1"/>
    <dgm:cxn modelId="{8F91A492-45A9-4E8A-B2E0-19067A8F93E9}" type="presParOf" srcId="{BA387F9F-679B-445A-907E-AABA58DAF83C}" destId="{BC5145C2-F5F8-4F0A-98B6-E0C52595BF1E}" srcOrd="0" destOrd="0" presId="urn:microsoft.com/office/officeart/2005/8/layout/orgChart1"/>
    <dgm:cxn modelId="{0EDED127-EF7C-4FDF-A73C-7AB294A155ED}" type="presParOf" srcId="{BA387F9F-679B-445A-907E-AABA58DAF83C}" destId="{F87173C0-D18E-4424-B52E-3430A08B25BA}" srcOrd="1" destOrd="0" presId="urn:microsoft.com/office/officeart/2005/8/layout/orgChart1"/>
    <dgm:cxn modelId="{3CA95DDB-FD95-4FD0-A0C5-C0AB671B8327}" type="presParOf" srcId="{CF32D662-8EF9-493E-BFE9-EE51A8FF9E8A}" destId="{58FFEC90-DCF9-453A-98C3-3D274BFB4E46}" srcOrd="1" destOrd="0" presId="urn:microsoft.com/office/officeart/2005/8/layout/orgChart1"/>
    <dgm:cxn modelId="{BAAD406C-B336-4303-821A-A7B0CEDEF93D}" type="presParOf" srcId="{58FFEC90-DCF9-453A-98C3-3D274BFB4E46}" destId="{7E8EA941-22A2-4756-B568-D27A6756260D}" srcOrd="0" destOrd="0" presId="urn:microsoft.com/office/officeart/2005/8/layout/orgChart1"/>
    <dgm:cxn modelId="{A8CE7F0F-5D70-49B1-B450-D2C274D9E5E7}" type="presParOf" srcId="{58FFEC90-DCF9-453A-98C3-3D274BFB4E46}" destId="{799DB3D3-96AE-43F3-BCBD-E540ACD06C36}" srcOrd="1" destOrd="0" presId="urn:microsoft.com/office/officeart/2005/8/layout/orgChart1"/>
    <dgm:cxn modelId="{2ED56CCD-8BCE-4363-9B91-3EF71A05DBEB}" type="presParOf" srcId="{799DB3D3-96AE-43F3-BCBD-E540ACD06C36}" destId="{5BFA1DF3-C46B-4562-8ED6-F040E7800CD4}" srcOrd="0" destOrd="0" presId="urn:microsoft.com/office/officeart/2005/8/layout/orgChart1"/>
    <dgm:cxn modelId="{7E68AD30-99E4-42C8-B8C2-EE12A3DC0854}" type="presParOf" srcId="{5BFA1DF3-C46B-4562-8ED6-F040E7800CD4}" destId="{FDDCF144-34C8-47DC-8A61-AD413DD9A0C0}" srcOrd="0" destOrd="0" presId="urn:microsoft.com/office/officeart/2005/8/layout/orgChart1"/>
    <dgm:cxn modelId="{7D6C6C5B-34EE-4FA8-837F-2D5BC2A56D35}" type="presParOf" srcId="{5BFA1DF3-C46B-4562-8ED6-F040E7800CD4}" destId="{EFDAD356-93A5-4C29-8F27-2EE36397AAF6}" srcOrd="1" destOrd="0" presId="urn:microsoft.com/office/officeart/2005/8/layout/orgChart1"/>
    <dgm:cxn modelId="{F67B7E55-0F8E-4A3B-BC7A-5EC012773DFA}" type="presParOf" srcId="{799DB3D3-96AE-43F3-BCBD-E540ACD06C36}" destId="{7D750AFA-9BC3-412D-A50C-0B633E0E5D7F}" srcOrd="1" destOrd="0" presId="urn:microsoft.com/office/officeart/2005/8/layout/orgChart1"/>
    <dgm:cxn modelId="{CCCC1806-EFA6-450B-AD5E-8698683FB4FC}" type="presParOf" srcId="{799DB3D3-96AE-43F3-BCBD-E540ACD06C36}" destId="{C85D591D-0E1B-4BDF-9DA0-A2127C98C12A}" srcOrd="2" destOrd="0" presId="urn:microsoft.com/office/officeart/2005/8/layout/orgChart1"/>
    <dgm:cxn modelId="{ED8E963A-7BEC-46A8-A090-5AD33D9A6B90}" type="presParOf" srcId="{58FFEC90-DCF9-453A-98C3-3D274BFB4E46}" destId="{6BDBD7F3-6083-4497-968C-19145A3D4B38}" srcOrd="2" destOrd="0" presId="urn:microsoft.com/office/officeart/2005/8/layout/orgChart1"/>
    <dgm:cxn modelId="{3ECB1C04-CEA0-43A9-9570-87EEEB35C1EC}" type="presParOf" srcId="{58FFEC90-DCF9-453A-98C3-3D274BFB4E46}" destId="{64E86996-0DDE-491D-8CD9-15EB9435F40F}" srcOrd="3" destOrd="0" presId="urn:microsoft.com/office/officeart/2005/8/layout/orgChart1"/>
    <dgm:cxn modelId="{40C4961C-1619-432F-8D1E-CEF0EBB7966B}" type="presParOf" srcId="{64E86996-0DDE-491D-8CD9-15EB9435F40F}" destId="{0B08CF44-242F-4DD2-AC0B-F870D7CE58BF}" srcOrd="0" destOrd="0" presId="urn:microsoft.com/office/officeart/2005/8/layout/orgChart1"/>
    <dgm:cxn modelId="{F755BBA9-71AC-4C88-9FE0-52F85EC26241}" type="presParOf" srcId="{0B08CF44-242F-4DD2-AC0B-F870D7CE58BF}" destId="{ABFB3F97-6CE9-4E52-918E-35F874A43BCD}" srcOrd="0" destOrd="0" presId="urn:microsoft.com/office/officeart/2005/8/layout/orgChart1"/>
    <dgm:cxn modelId="{8D3FF896-E5F0-408B-9595-652A6BC36B96}" type="presParOf" srcId="{0B08CF44-242F-4DD2-AC0B-F870D7CE58BF}" destId="{DC80A068-6CF2-4B33-9C4A-C4CABD6579BF}" srcOrd="1" destOrd="0" presId="urn:microsoft.com/office/officeart/2005/8/layout/orgChart1"/>
    <dgm:cxn modelId="{31814BE1-46C1-4303-BC2F-A85E66DDEB7B}" type="presParOf" srcId="{64E86996-0DDE-491D-8CD9-15EB9435F40F}" destId="{2970F0F2-EB68-4836-BB96-D6620232B2C8}" srcOrd="1" destOrd="0" presId="urn:microsoft.com/office/officeart/2005/8/layout/orgChart1"/>
    <dgm:cxn modelId="{774EC088-0745-49A2-958E-3C08A8B4A315}" type="presParOf" srcId="{64E86996-0DDE-491D-8CD9-15EB9435F40F}" destId="{B97849BF-01C7-4CD5-842A-6B07A0138C0F}" srcOrd="2" destOrd="0" presId="urn:microsoft.com/office/officeart/2005/8/layout/orgChart1"/>
    <dgm:cxn modelId="{1DAEF6DF-72A1-494E-B054-0F6894BA4ED9}" type="presParOf" srcId="{CF32D662-8EF9-493E-BFE9-EE51A8FF9E8A}" destId="{9B1A0D9F-8972-4EA9-9E62-F3765FCC0B3B}" srcOrd="2" destOrd="0" presId="urn:microsoft.com/office/officeart/2005/8/layout/orgChart1"/>
    <dgm:cxn modelId="{0B76925A-D7BC-42FF-999B-71BDCF77F803}" type="presParOf" srcId="{F7B2959F-C810-441E-ABAC-C79DB10C6809}" destId="{3AD04F9E-2087-4B81-B04B-0A2617FA7735}" srcOrd="2" destOrd="0" presId="urn:microsoft.com/office/officeart/2005/8/layout/orgChart1"/>
    <dgm:cxn modelId="{1AED0865-396B-4742-A57F-C2B872964207}" type="presParOf" srcId="{9098D234-D388-4106-B539-B7C38DD6D81C}" destId="{B7681CE4-8CA0-49DE-A9F3-C600278D7504}" srcOrd="2" destOrd="0" presId="urn:microsoft.com/office/officeart/2005/8/layout/orgChart1"/>
    <dgm:cxn modelId="{9EE4D8E4-D0AC-4977-993C-AC2683B6A44C}" type="presParOf" srcId="{9098D234-D388-4106-B539-B7C38DD6D81C}" destId="{91803398-F222-4F6F-9FB9-9EE8C12FBCC2}" srcOrd="3" destOrd="0" presId="urn:microsoft.com/office/officeart/2005/8/layout/orgChart1"/>
    <dgm:cxn modelId="{9F98BE96-4230-410C-804F-1F4C2C0A5418}" type="presParOf" srcId="{91803398-F222-4F6F-9FB9-9EE8C12FBCC2}" destId="{E9676D5F-E84E-4A51-8820-D92F19CB1465}" srcOrd="0" destOrd="0" presId="urn:microsoft.com/office/officeart/2005/8/layout/orgChart1"/>
    <dgm:cxn modelId="{586D88A0-13FD-452E-B0D1-A60227718E8C}" type="presParOf" srcId="{E9676D5F-E84E-4A51-8820-D92F19CB1465}" destId="{99F6D3EC-9833-4C01-AE72-D18361D51C5B}" srcOrd="0" destOrd="0" presId="urn:microsoft.com/office/officeart/2005/8/layout/orgChart1"/>
    <dgm:cxn modelId="{E2B38F6B-4041-413E-BB7B-4C703C078033}" type="presParOf" srcId="{E9676D5F-E84E-4A51-8820-D92F19CB1465}" destId="{2746CEE6-A010-451F-B510-4FCDC2081F65}" srcOrd="1" destOrd="0" presId="urn:microsoft.com/office/officeart/2005/8/layout/orgChart1"/>
    <dgm:cxn modelId="{5C757CA2-A8B6-487A-B1E5-C93B0D82330A}" type="presParOf" srcId="{91803398-F222-4F6F-9FB9-9EE8C12FBCC2}" destId="{35408868-CFD5-48C4-A7F6-DCF16B910BAE}" srcOrd="1" destOrd="0" presId="urn:microsoft.com/office/officeart/2005/8/layout/orgChart1"/>
    <dgm:cxn modelId="{5A901CFE-3215-4A10-A98A-628C1C0DE235}" type="presParOf" srcId="{35408868-CFD5-48C4-A7F6-DCF16B910BAE}" destId="{1884A9FB-42E4-4FD9-8810-1F98F3262087}" srcOrd="0" destOrd="0" presId="urn:microsoft.com/office/officeart/2005/8/layout/orgChart1"/>
    <dgm:cxn modelId="{1F62BB90-51A0-4AFD-AECF-4406509CC664}" type="presParOf" srcId="{35408868-CFD5-48C4-A7F6-DCF16B910BAE}" destId="{35FA75DA-ADB8-4325-BAAC-83D6377699D2}" srcOrd="1" destOrd="0" presId="urn:microsoft.com/office/officeart/2005/8/layout/orgChart1"/>
    <dgm:cxn modelId="{8A34DC86-6993-4AAA-A941-1026EAC1C727}" type="presParOf" srcId="{35FA75DA-ADB8-4325-BAAC-83D6377699D2}" destId="{AEB4B1A3-FB6D-41E9-9B48-D4468C98925F}" srcOrd="0" destOrd="0" presId="urn:microsoft.com/office/officeart/2005/8/layout/orgChart1"/>
    <dgm:cxn modelId="{4BB2FB0E-4D3D-4598-842B-086F0AFFA144}" type="presParOf" srcId="{AEB4B1A3-FB6D-41E9-9B48-D4468C98925F}" destId="{CB02243B-C17F-4AA8-825F-D4F211D97915}" srcOrd="0" destOrd="0" presId="urn:microsoft.com/office/officeart/2005/8/layout/orgChart1"/>
    <dgm:cxn modelId="{D8BD02C0-0C5B-47C4-86A5-9DAC6D77D4F7}" type="presParOf" srcId="{AEB4B1A3-FB6D-41E9-9B48-D4468C98925F}" destId="{91F9D075-7AAC-466E-8543-3BCFAC1AFA1F}" srcOrd="1" destOrd="0" presId="urn:microsoft.com/office/officeart/2005/8/layout/orgChart1"/>
    <dgm:cxn modelId="{23543FDD-593E-4134-86C6-11726DFA69A9}" type="presParOf" srcId="{35FA75DA-ADB8-4325-BAAC-83D6377699D2}" destId="{974E2D99-5862-4C7A-837C-FFEFCC8E79A7}" srcOrd="1" destOrd="0" presId="urn:microsoft.com/office/officeart/2005/8/layout/orgChart1"/>
    <dgm:cxn modelId="{231EB54A-7494-4D8A-9784-C28701544833}" type="presParOf" srcId="{974E2D99-5862-4C7A-837C-FFEFCC8E79A7}" destId="{AB1F82AE-D204-494B-90C7-632A99586039}" srcOrd="0" destOrd="0" presId="urn:microsoft.com/office/officeart/2005/8/layout/orgChart1"/>
    <dgm:cxn modelId="{AC8ABD1B-BB2F-4A49-9421-B5C127106C90}" type="presParOf" srcId="{974E2D99-5862-4C7A-837C-FFEFCC8E79A7}" destId="{DC0B2FDF-D839-45FE-9E9A-D22897A1B887}" srcOrd="1" destOrd="0" presId="urn:microsoft.com/office/officeart/2005/8/layout/orgChart1"/>
    <dgm:cxn modelId="{F06B5BB5-B04F-416F-A65E-B2C22D143B97}" type="presParOf" srcId="{DC0B2FDF-D839-45FE-9E9A-D22897A1B887}" destId="{1B76E2B1-AF57-455C-83AC-6048046D1721}" srcOrd="0" destOrd="0" presId="urn:microsoft.com/office/officeart/2005/8/layout/orgChart1"/>
    <dgm:cxn modelId="{923855E7-9BC4-4312-81DA-CCFB8AFE1727}" type="presParOf" srcId="{1B76E2B1-AF57-455C-83AC-6048046D1721}" destId="{78F581A2-A236-4AAE-9594-81595AF744C3}" srcOrd="0" destOrd="0" presId="urn:microsoft.com/office/officeart/2005/8/layout/orgChart1"/>
    <dgm:cxn modelId="{B5568A57-B970-4F88-8E52-D5A6AA85EC08}" type="presParOf" srcId="{1B76E2B1-AF57-455C-83AC-6048046D1721}" destId="{45497D4B-7384-4409-B2DD-8111D10AE21C}" srcOrd="1" destOrd="0" presId="urn:microsoft.com/office/officeart/2005/8/layout/orgChart1"/>
    <dgm:cxn modelId="{B509FE75-9FC2-4F9A-A487-622E38A3B886}" type="presParOf" srcId="{DC0B2FDF-D839-45FE-9E9A-D22897A1B887}" destId="{7655522E-218E-4AD1-9853-C6F4EBC0DDEE}" srcOrd="1" destOrd="0" presId="urn:microsoft.com/office/officeart/2005/8/layout/orgChart1"/>
    <dgm:cxn modelId="{9FB0B199-1854-4B68-9414-0AAC7EC8A6D2}" type="presParOf" srcId="{DC0B2FDF-D839-45FE-9E9A-D22897A1B887}" destId="{67DAF67C-13D5-4345-A3A2-7B8725F07673}" srcOrd="2" destOrd="0" presId="urn:microsoft.com/office/officeart/2005/8/layout/orgChart1"/>
    <dgm:cxn modelId="{FFFF96B8-4FBC-4D7B-930D-D4F760B4430A}" type="presParOf" srcId="{974E2D99-5862-4C7A-837C-FFEFCC8E79A7}" destId="{193E33AA-274E-4C00-AFCA-9DB6EDEE5D26}" srcOrd="2" destOrd="0" presId="urn:microsoft.com/office/officeart/2005/8/layout/orgChart1"/>
    <dgm:cxn modelId="{B9E3E30D-4565-470B-8DB7-92D75746D2A1}" type="presParOf" srcId="{974E2D99-5862-4C7A-837C-FFEFCC8E79A7}" destId="{F3D5026B-8448-41B2-BBBF-05FDED585D48}" srcOrd="3" destOrd="0" presId="urn:microsoft.com/office/officeart/2005/8/layout/orgChart1"/>
    <dgm:cxn modelId="{2BDBBA8E-270A-428E-AD0C-67725EA648C2}" type="presParOf" srcId="{F3D5026B-8448-41B2-BBBF-05FDED585D48}" destId="{87ADBE72-D386-4625-9707-54E71DFACB84}" srcOrd="0" destOrd="0" presId="urn:microsoft.com/office/officeart/2005/8/layout/orgChart1"/>
    <dgm:cxn modelId="{9860C865-9F54-49FF-8093-421E6C39504B}" type="presParOf" srcId="{87ADBE72-D386-4625-9707-54E71DFACB84}" destId="{5C7EA8F3-06B8-4CA9-AB03-BC7A37C3AC8C}" srcOrd="0" destOrd="0" presId="urn:microsoft.com/office/officeart/2005/8/layout/orgChart1"/>
    <dgm:cxn modelId="{9EE336C6-7D60-4084-8BFA-1D4BA540EAF6}" type="presParOf" srcId="{87ADBE72-D386-4625-9707-54E71DFACB84}" destId="{F93A4A6C-8460-470A-B4C3-3D0A4371DE8F}" srcOrd="1" destOrd="0" presId="urn:microsoft.com/office/officeart/2005/8/layout/orgChart1"/>
    <dgm:cxn modelId="{FAAD88C0-B72C-498F-99CA-25B65CD9BEA0}" type="presParOf" srcId="{F3D5026B-8448-41B2-BBBF-05FDED585D48}" destId="{4B2B2C4B-2E0C-4D0B-B555-454D57BBCF30}" srcOrd="1" destOrd="0" presId="urn:microsoft.com/office/officeart/2005/8/layout/orgChart1"/>
    <dgm:cxn modelId="{EC81018E-DC4B-467F-95BA-80CABAAF6A5F}" type="presParOf" srcId="{F3D5026B-8448-41B2-BBBF-05FDED585D48}" destId="{11704B69-8EE7-4217-A30C-45E5EE7DC268}" srcOrd="2" destOrd="0" presId="urn:microsoft.com/office/officeart/2005/8/layout/orgChart1"/>
    <dgm:cxn modelId="{35A4DCBB-83D2-4D87-A3EC-B2EC443A523C}" type="presParOf" srcId="{35FA75DA-ADB8-4325-BAAC-83D6377699D2}" destId="{3517477E-EFCC-447B-B470-29BCB0F003B1}" srcOrd="2" destOrd="0" presId="urn:microsoft.com/office/officeart/2005/8/layout/orgChart1"/>
    <dgm:cxn modelId="{C11EC549-5337-4C70-89B3-152670AC441F}" type="presParOf" srcId="{35408868-CFD5-48C4-A7F6-DCF16B910BAE}" destId="{8947F22D-5100-4BE4-9D48-37CDC0BB22B8}" srcOrd="2" destOrd="0" presId="urn:microsoft.com/office/officeart/2005/8/layout/orgChart1"/>
    <dgm:cxn modelId="{F48D7B9D-81C7-40BD-A2C2-2A8F6FBB010A}" type="presParOf" srcId="{35408868-CFD5-48C4-A7F6-DCF16B910BAE}" destId="{4BF36BE8-74FF-4FEF-9027-0AE56F70059D}" srcOrd="3" destOrd="0" presId="urn:microsoft.com/office/officeart/2005/8/layout/orgChart1"/>
    <dgm:cxn modelId="{ECF11BBD-0755-4041-80C4-F4D039CBBBEE}" type="presParOf" srcId="{4BF36BE8-74FF-4FEF-9027-0AE56F70059D}" destId="{A19779A8-16D1-4670-8A5A-24A060717BEB}" srcOrd="0" destOrd="0" presId="urn:microsoft.com/office/officeart/2005/8/layout/orgChart1"/>
    <dgm:cxn modelId="{D31498B1-6393-42C3-BA58-23C70348FBF5}" type="presParOf" srcId="{A19779A8-16D1-4670-8A5A-24A060717BEB}" destId="{6AC24378-0A44-4A7E-8BBF-103B1AD48708}" srcOrd="0" destOrd="0" presId="urn:microsoft.com/office/officeart/2005/8/layout/orgChart1"/>
    <dgm:cxn modelId="{8E26AA0A-0813-42E0-A65D-79E12EDA7369}" type="presParOf" srcId="{A19779A8-16D1-4670-8A5A-24A060717BEB}" destId="{A6498950-CC80-4E3A-9EAB-0C3329627061}" srcOrd="1" destOrd="0" presId="urn:microsoft.com/office/officeart/2005/8/layout/orgChart1"/>
    <dgm:cxn modelId="{4FEAAE26-DCBE-4ED5-A2C7-254A75FB5A6C}" type="presParOf" srcId="{4BF36BE8-74FF-4FEF-9027-0AE56F70059D}" destId="{E4A538C1-7024-4DC7-90AB-EEFBCC858ED7}" srcOrd="1" destOrd="0" presId="urn:microsoft.com/office/officeart/2005/8/layout/orgChart1"/>
    <dgm:cxn modelId="{CC9C5877-8055-4C88-B5EC-A28C50D118A1}" type="presParOf" srcId="{E4A538C1-7024-4DC7-90AB-EEFBCC858ED7}" destId="{833E2946-2059-42EA-A351-3111CB6D5C07}" srcOrd="0" destOrd="0" presId="urn:microsoft.com/office/officeart/2005/8/layout/orgChart1"/>
    <dgm:cxn modelId="{108A4258-5AF0-4DF4-9D34-A4F2A73AE67D}" type="presParOf" srcId="{E4A538C1-7024-4DC7-90AB-EEFBCC858ED7}" destId="{C94FB3A5-F376-4A44-83C2-A79911CA9F77}" srcOrd="1" destOrd="0" presId="urn:microsoft.com/office/officeart/2005/8/layout/orgChart1"/>
    <dgm:cxn modelId="{D1A8E5D8-C140-4C8C-A8B6-BD00578BDE0D}" type="presParOf" srcId="{C94FB3A5-F376-4A44-83C2-A79911CA9F77}" destId="{0BCDCD97-AB10-4AFD-B871-5EB9FB70FDB0}" srcOrd="0" destOrd="0" presId="urn:microsoft.com/office/officeart/2005/8/layout/orgChart1"/>
    <dgm:cxn modelId="{C1896A43-473D-4AFB-AAC9-2D998C7877C2}" type="presParOf" srcId="{0BCDCD97-AB10-4AFD-B871-5EB9FB70FDB0}" destId="{B5BB71F7-A0FC-4F6C-B14D-D1D62FA86602}" srcOrd="0" destOrd="0" presId="urn:microsoft.com/office/officeart/2005/8/layout/orgChart1"/>
    <dgm:cxn modelId="{DA52FDA0-B3F4-436F-854A-7AE7571E279D}" type="presParOf" srcId="{0BCDCD97-AB10-4AFD-B871-5EB9FB70FDB0}" destId="{96139B19-CD25-4309-8522-B05222DA49AC}" srcOrd="1" destOrd="0" presId="urn:microsoft.com/office/officeart/2005/8/layout/orgChart1"/>
    <dgm:cxn modelId="{2E00A201-790F-4C1B-A559-F880AB399E0B}" type="presParOf" srcId="{C94FB3A5-F376-4A44-83C2-A79911CA9F77}" destId="{9FB8DBF5-7864-44F4-BC39-E698385795C0}" srcOrd="1" destOrd="0" presId="urn:microsoft.com/office/officeart/2005/8/layout/orgChart1"/>
    <dgm:cxn modelId="{4EDBCA12-3FE4-4DD7-A539-DAACFB772E9F}" type="presParOf" srcId="{C94FB3A5-F376-4A44-83C2-A79911CA9F77}" destId="{B9A3F1E5-22AE-481A-B700-079CD100E0E4}" srcOrd="2" destOrd="0" presId="urn:microsoft.com/office/officeart/2005/8/layout/orgChart1"/>
    <dgm:cxn modelId="{D317DCFF-087C-42F3-8E2C-DB4DA9269576}" type="presParOf" srcId="{E4A538C1-7024-4DC7-90AB-EEFBCC858ED7}" destId="{84330A31-E4B1-4DBE-8295-7FF2B6F93947}" srcOrd="2" destOrd="0" presId="urn:microsoft.com/office/officeart/2005/8/layout/orgChart1"/>
    <dgm:cxn modelId="{D25ACA62-E9E3-4645-9F75-B294907B8E29}" type="presParOf" srcId="{E4A538C1-7024-4DC7-90AB-EEFBCC858ED7}" destId="{B030A74C-EAC4-4E06-B773-B917FD88F6B0}" srcOrd="3" destOrd="0" presId="urn:microsoft.com/office/officeart/2005/8/layout/orgChart1"/>
    <dgm:cxn modelId="{B6935CC3-D1F3-4B6A-94F8-2B4EAF4E8839}" type="presParOf" srcId="{B030A74C-EAC4-4E06-B773-B917FD88F6B0}" destId="{94E64D73-3517-415F-9353-FA9DA513289B}" srcOrd="0" destOrd="0" presId="urn:microsoft.com/office/officeart/2005/8/layout/orgChart1"/>
    <dgm:cxn modelId="{BFC449BF-5ED2-4EF7-AA2D-3FEA9230637F}" type="presParOf" srcId="{94E64D73-3517-415F-9353-FA9DA513289B}" destId="{821E3EC7-A6B7-46AC-8BCF-806121184152}" srcOrd="0" destOrd="0" presId="urn:microsoft.com/office/officeart/2005/8/layout/orgChart1"/>
    <dgm:cxn modelId="{512C39BF-9F1B-4226-BF85-AA68210F702D}" type="presParOf" srcId="{94E64D73-3517-415F-9353-FA9DA513289B}" destId="{485909FA-D8E2-48A7-A3D8-F9F0F5993200}" srcOrd="1" destOrd="0" presId="urn:microsoft.com/office/officeart/2005/8/layout/orgChart1"/>
    <dgm:cxn modelId="{36344C09-5C65-42FA-9582-BC83BBA8B708}" type="presParOf" srcId="{B030A74C-EAC4-4E06-B773-B917FD88F6B0}" destId="{EAD9D589-190E-4765-A5F1-3FC6DAC2DB10}" srcOrd="1" destOrd="0" presId="urn:microsoft.com/office/officeart/2005/8/layout/orgChart1"/>
    <dgm:cxn modelId="{44E9C4BB-F4C8-4759-ACD7-D965719DEEBE}" type="presParOf" srcId="{B030A74C-EAC4-4E06-B773-B917FD88F6B0}" destId="{8F49FE73-9169-47B0-8E72-722235D51EA1}" srcOrd="2" destOrd="0" presId="urn:microsoft.com/office/officeart/2005/8/layout/orgChart1"/>
    <dgm:cxn modelId="{53783F35-C698-492A-8082-5EAEFBA4141C}" type="presParOf" srcId="{4BF36BE8-74FF-4FEF-9027-0AE56F70059D}" destId="{51AB98C4-CCEE-41E2-93A7-974FD5D4B5A3}" srcOrd="2" destOrd="0" presId="urn:microsoft.com/office/officeart/2005/8/layout/orgChart1"/>
    <dgm:cxn modelId="{F184A418-6751-47CD-8F9D-708A0A96B439}" type="presParOf" srcId="{91803398-F222-4F6F-9FB9-9EE8C12FBCC2}" destId="{A87F6928-E8F0-43AC-972A-1DA949F9B9CC}" srcOrd="2" destOrd="0" presId="urn:microsoft.com/office/officeart/2005/8/layout/orgChart1"/>
    <dgm:cxn modelId="{59F18534-0C2A-4658-AE25-81EB1E9D2E5B}" type="presParOf" srcId="{9098D234-D388-4106-B539-B7C38DD6D81C}" destId="{80193982-A47D-4ECB-B6F6-8F1D6A7062BB}" srcOrd="4" destOrd="0" presId="urn:microsoft.com/office/officeart/2005/8/layout/orgChart1"/>
    <dgm:cxn modelId="{BE522C2B-674C-45B9-A60B-B00B94157446}" type="presParOf" srcId="{9098D234-D388-4106-B539-B7C38DD6D81C}" destId="{47C7A62A-26D7-480A-862B-14A6FAE076B9}" srcOrd="5" destOrd="0" presId="urn:microsoft.com/office/officeart/2005/8/layout/orgChart1"/>
    <dgm:cxn modelId="{35CDBA1C-5F0C-469B-9C55-F3CC23666471}" type="presParOf" srcId="{47C7A62A-26D7-480A-862B-14A6FAE076B9}" destId="{736E4FB8-ED38-4446-BF60-94A535EE24CA}" srcOrd="0" destOrd="0" presId="urn:microsoft.com/office/officeart/2005/8/layout/orgChart1"/>
    <dgm:cxn modelId="{93B5AB54-686D-46E5-AB57-C682FE388F31}" type="presParOf" srcId="{736E4FB8-ED38-4446-BF60-94A535EE24CA}" destId="{2A36DFCF-50EA-4F73-AE79-4C68056A9760}" srcOrd="0" destOrd="0" presId="urn:microsoft.com/office/officeart/2005/8/layout/orgChart1"/>
    <dgm:cxn modelId="{94603388-3DD9-4B9D-B840-9E2693D8BE9A}" type="presParOf" srcId="{736E4FB8-ED38-4446-BF60-94A535EE24CA}" destId="{692C7E62-0620-45DB-A27F-358647ADDB69}" srcOrd="1" destOrd="0" presId="urn:microsoft.com/office/officeart/2005/8/layout/orgChart1"/>
    <dgm:cxn modelId="{B09B6F38-753E-4CCA-A606-87C5C3B63171}" type="presParOf" srcId="{47C7A62A-26D7-480A-862B-14A6FAE076B9}" destId="{8917C416-59C1-4FCA-A445-2AF2CA10DE6D}" srcOrd="1" destOrd="0" presId="urn:microsoft.com/office/officeart/2005/8/layout/orgChart1"/>
    <dgm:cxn modelId="{8171DDE7-4149-4704-827A-45602EABC66B}" type="presParOf" srcId="{8917C416-59C1-4FCA-A445-2AF2CA10DE6D}" destId="{6EF5DE40-A613-44B8-8873-5CB179E71291}" srcOrd="0" destOrd="0" presId="urn:microsoft.com/office/officeart/2005/8/layout/orgChart1"/>
    <dgm:cxn modelId="{121A78E9-8640-4F20-AC10-77CD05B360D8}" type="presParOf" srcId="{8917C416-59C1-4FCA-A445-2AF2CA10DE6D}" destId="{995B743B-13E9-4FE6-AF33-CC6E0550A40F}" srcOrd="1" destOrd="0" presId="urn:microsoft.com/office/officeart/2005/8/layout/orgChart1"/>
    <dgm:cxn modelId="{626EF309-8A16-46D6-80D5-B1453C13C23E}" type="presParOf" srcId="{995B743B-13E9-4FE6-AF33-CC6E0550A40F}" destId="{41598615-3668-4A43-AE8A-CD604955CD2A}" srcOrd="0" destOrd="0" presId="urn:microsoft.com/office/officeart/2005/8/layout/orgChart1"/>
    <dgm:cxn modelId="{89F377DD-28CC-4BF2-BF6E-F7C852EF2DA3}" type="presParOf" srcId="{41598615-3668-4A43-AE8A-CD604955CD2A}" destId="{9EA1F9B9-4D92-4870-BBD2-CB4F964CD17D}" srcOrd="0" destOrd="0" presId="urn:microsoft.com/office/officeart/2005/8/layout/orgChart1"/>
    <dgm:cxn modelId="{3FCE499D-48F3-4E5C-827C-0D5ACEC4FF3A}" type="presParOf" srcId="{41598615-3668-4A43-AE8A-CD604955CD2A}" destId="{F54654D8-6BF6-4CA2-A716-A88B477A9586}" srcOrd="1" destOrd="0" presId="urn:microsoft.com/office/officeart/2005/8/layout/orgChart1"/>
    <dgm:cxn modelId="{FCCF0AB5-D84F-4CE2-B41D-2825643C9DCE}" type="presParOf" srcId="{995B743B-13E9-4FE6-AF33-CC6E0550A40F}" destId="{F0C89A3F-BB50-41A8-B81D-7B7989B05824}" srcOrd="1" destOrd="0" presId="urn:microsoft.com/office/officeart/2005/8/layout/orgChart1"/>
    <dgm:cxn modelId="{FE87CD6E-0AB2-48E9-9A3A-3B919D8A5381}" type="presParOf" srcId="{F0C89A3F-BB50-41A8-B81D-7B7989B05824}" destId="{B104FA65-B4C0-4B7B-8F35-47D7504F3B76}" srcOrd="0" destOrd="0" presId="urn:microsoft.com/office/officeart/2005/8/layout/orgChart1"/>
    <dgm:cxn modelId="{2E9B2A05-E413-4B76-86B5-AEC3E7E8686A}" type="presParOf" srcId="{F0C89A3F-BB50-41A8-B81D-7B7989B05824}" destId="{5F7251BF-3067-4667-84F9-68638D50F081}" srcOrd="1" destOrd="0" presId="urn:microsoft.com/office/officeart/2005/8/layout/orgChart1"/>
    <dgm:cxn modelId="{E2D36665-8E60-4E10-8009-B204135318D5}" type="presParOf" srcId="{5F7251BF-3067-4667-84F9-68638D50F081}" destId="{422B12DC-1F91-48C9-9290-016E18440677}" srcOrd="0" destOrd="0" presId="urn:microsoft.com/office/officeart/2005/8/layout/orgChart1"/>
    <dgm:cxn modelId="{F497E262-F589-45E3-93DC-86F08272647F}" type="presParOf" srcId="{422B12DC-1F91-48C9-9290-016E18440677}" destId="{550D8D09-93EA-4A4E-97F1-95DB55475A48}" srcOrd="0" destOrd="0" presId="urn:microsoft.com/office/officeart/2005/8/layout/orgChart1"/>
    <dgm:cxn modelId="{0D7F5165-661A-4B9D-9623-9B6EA2FFEF75}" type="presParOf" srcId="{422B12DC-1F91-48C9-9290-016E18440677}" destId="{30979236-57DA-47DF-96D4-AB6AABBC538D}" srcOrd="1" destOrd="0" presId="urn:microsoft.com/office/officeart/2005/8/layout/orgChart1"/>
    <dgm:cxn modelId="{E46735AA-57E5-49EA-9E0F-393816697559}" type="presParOf" srcId="{5F7251BF-3067-4667-84F9-68638D50F081}" destId="{939B9510-C2F6-41B3-822A-A5BF47127E96}" srcOrd="1" destOrd="0" presId="urn:microsoft.com/office/officeart/2005/8/layout/orgChart1"/>
    <dgm:cxn modelId="{8D579CE3-D5DE-4F86-9089-4CDDD42D5818}" type="presParOf" srcId="{5F7251BF-3067-4667-84F9-68638D50F081}" destId="{692E8A60-CB90-424C-AFA8-2F1A403147AB}" srcOrd="2" destOrd="0" presId="urn:microsoft.com/office/officeart/2005/8/layout/orgChart1"/>
    <dgm:cxn modelId="{B527D98A-89B1-40C4-B4DA-83E26FC75AB2}" type="presParOf" srcId="{F0C89A3F-BB50-41A8-B81D-7B7989B05824}" destId="{727B956F-D72C-4AE4-8D9E-D5EAAA044204}" srcOrd="2" destOrd="0" presId="urn:microsoft.com/office/officeart/2005/8/layout/orgChart1"/>
    <dgm:cxn modelId="{6F3E5EA7-DAD6-45AE-A44D-41E2E18A752D}" type="presParOf" srcId="{F0C89A3F-BB50-41A8-B81D-7B7989B05824}" destId="{3F0D928F-C5C6-4209-89C7-2DC22F440C9A}" srcOrd="3" destOrd="0" presId="urn:microsoft.com/office/officeart/2005/8/layout/orgChart1"/>
    <dgm:cxn modelId="{A68661C1-B795-4BAF-8E0E-6FF6A31806D7}" type="presParOf" srcId="{3F0D928F-C5C6-4209-89C7-2DC22F440C9A}" destId="{89A646BC-328E-41A9-8DF1-DCDA6CC3C425}" srcOrd="0" destOrd="0" presId="urn:microsoft.com/office/officeart/2005/8/layout/orgChart1"/>
    <dgm:cxn modelId="{D2DCF8F1-1C96-44C7-BCAF-5319E470F065}" type="presParOf" srcId="{89A646BC-328E-41A9-8DF1-DCDA6CC3C425}" destId="{016EC23A-2D0E-41F6-A49C-4A8A9AA629EE}" srcOrd="0" destOrd="0" presId="urn:microsoft.com/office/officeart/2005/8/layout/orgChart1"/>
    <dgm:cxn modelId="{2184CE45-9CBF-47F1-AA5E-1101C160A829}" type="presParOf" srcId="{89A646BC-328E-41A9-8DF1-DCDA6CC3C425}" destId="{CBB73073-E2BE-4561-B51B-94EBAD9E9723}" srcOrd="1" destOrd="0" presId="urn:microsoft.com/office/officeart/2005/8/layout/orgChart1"/>
    <dgm:cxn modelId="{4E1D5970-6A12-4DFD-B3DE-21CD19C636FF}" type="presParOf" srcId="{3F0D928F-C5C6-4209-89C7-2DC22F440C9A}" destId="{A2D7CAED-0941-4B4F-8DD4-28606AD9D38D}" srcOrd="1" destOrd="0" presId="urn:microsoft.com/office/officeart/2005/8/layout/orgChart1"/>
    <dgm:cxn modelId="{DB18E1CA-7B71-49AC-805B-546717687D2A}" type="presParOf" srcId="{3F0D928F-C5C6-4209-89C7-2DC22F440C9A}" destId="{06DD9A92-3EBE-4509-A0B6-B94B2A043EB1}" srcOrd="2" destOrd="0" presId="urn:microsoft.com/office/officeart/2005/8/layout/orgChart1"/>
    <dgm:cxn modelId="{2490B545-1ACB-44D5-8DB5-79347F1D52E2}" type="presParOf" srcId="{995B743B-13E9-4FE6-AF33-CC6E0550A40F}" destId="{683892C0-C419-46BC-A3E0-860D73A40584}" srcOrd="2" destOrd="0" presId="urn:microsoft.com/office/officeart/2005/8/layout/orgChart1"/>
    <dgm:cxn modelId="{380A86B4-B21C-4B19-BFF0-D0528302B923}" type="presParOf" srcId="{8917C416-59C1-4FCA-A445-2AF2CA10DE6D}" destId="{F1396398-C9F6-48F4-AA4F-1E9F79E1591E}" srcOrd="2" destOrd="0" presId="urn:microsoft.com/office/officeart/2005/8/layout/orgChart1"/>
    <dgm:cxn modelId="{65CF1067-11F2-4F7F-B959-00643C39832E}" type="presParOf" srcId="{8917C416-59C1-4FCA-A445-2AF2CA10DE6D}" destId="{E5126307-494E-4B84-9F19-09827FC9D874}" srcOrd="3" destOrd="0" presId="urn:microsoft.com/office/officeart/2005/8/layout/orgChart1"/>
    <dgm:cxn modelId="{49BE7752-B9BD-4E2D-AB3D-C070F32AF034}" type="presParOf" srcId="{E5126307-494E-4B84-9F19-09827FC9D874}" destId="{CDBA4625-BF3A-434F-ABBE-CC242A863C0C}" srcOrd="0" destOrd="0" presId="urn:microsoft.com/office/officeart/2005/8/layout/orgChart1"/>
    <dgm:cxn modelId="{B0A7D4EB-7724-4756-B8A0-AAA6F3C79124}" type="presParOf" srcId="{CDBA4625-BF3A-434F-ABBE-CC242A863C0C}" destId="{55D6CDA0-E2F8-4F44-91CF-D45B8B7CACAF}" srcOrd="0" destOrd="0" presId="urn:microsoft.com/office/officeart/2005/8/layout/orgChart1"/>
    <dgm:cxn modelId="{56372254-84C5-470E-8D37-7B1F4CD62724}" type="presParOf" srcId="{CDBA4625-BF3A-434F-ABBE-CC242A863C0C}" destId="{DF812D3D-1348-45D9-861B-C0CE67CEE8DF}" srcOrd="1" destOrd="0" presId="urn:microsoft.com/office/officeart/2005/8/layout/orgChart1"/>
    <dgm:cxn modelId="{3D5613C1-DF64-4615-A413-BECDE675B0FE}" type="presParOf" srcId="{E5126307-494E-4B84-9F19-09827FC9D874}" destId="{D2AC8B04-FBE8-4F82-8DC3-90F7410252E8}" srcOrd="1" destOrd="0" presId="urn:microsoft.com/office/officeart/2005/8/layout/orgChart1"/>
    <dgm:cxn modelId="{F606FC31-BA18-4113-949F-5CD12660ED72}" type="presParOf" srcId="{D2AC8B04-FBE8-4F82-8DC3-90F7410252E8}" destId="{2E6867E7-74AC-4BF1-A9FA-4AC7261C94EA}" srcOrd="0" destOrd="0" presId="urn:microsoft.com/office/officeart/2005/8/layout/orgChart1"/>
    <dgm:cxn modelId="{56321A43-2DF5-46AD-8EC3-B809A242B79A}" type="presParOf" srcId="{D2AC8B04-FBE8-4F82-8DC3-90F7410252E8}" destId="{F4FE13A6-9F02-4216-96F7-5149500E79F8}" srcOrd="1" destOrd="0" presId="urn:microsoft.com/office/officeart/2005/8/layout/orgChart1"/>
    <dgm:cxn modelId="{3BE0A425-5C01-4E27-9E57-58230ED20E69}" type="presParOf" srcId="{F4FE13A6-9F02-4216-96F7-5149500E79F8}" destId="{B910A640-20F8-40CB-8C21-72D3292DAF7D}" srcOrd="0" destOrd="0" presId="urn:microsoft.com/office/officeart/2005/8/layout/orgChart1"/>
    <dgm:cxn modelId="{90B2FE5F-821C-43DA-B01F-8A9C6E1B4081}" type="presParOf" srcId="{B910A640-20F8-40CB-8C21-72D3292DAF7D}" destId="{3865DB16-34F6-41C8-ABAD-5A68CDC1E618}" srcOrd="0" destOrd="0" presId="urn:microsoft.com/office/officeart/2005/8/layout/orgChart1"/>
    <dgm:cxn modelId="{D24DE07A-1A39-465C-B82A-27B0069129D9}" type="presParOf" srcId="{B910A640-20F8-40CB-8C21-72D3292DAF7D}" destId="{1002BD22-EA91-46EA-86D5-BC40AAB8FD27}" srcOrd="1" destOrd="0" presId="urn:microsoft.com/office/officeart/2005/8/layout/orgChart1"/>
    <dgm:cxn modelId="{1439876E-FFCC-4FDA-B514-CFFF6B8CF594}" type="presParOf" srcId="{F4FE13A6-9F02-4216-96F7-5149500E79F8}" destId="{C18C182C-25D6-4782-AA35-57666DC65905}" srcOrd="1" destOrd="0" presId="urn:microsoft.com/office/officeart/2005/8/layout/orgChart1"/>
    <dgm:cxn modelId="{77017C92-076F-44E4-83DE-56089300AFB1}" type="presParOf" srcId="{F4FE13A6-9F02-4216-96F7-5149500E79F8}" destId="{4BF485B8-AACE-48A9-A30C-D711169146EB}" srcOrd="2" destOrd="0" presId="urn:microsoft.com/office/officeart/2005/8/layout/orgChart1"/>
    <dgm:cxn modelId="{7AB0A941-1CBF-45D0-A297-783B0482C9CC}" type="presParOf" srcId="{D2AC8B04-FBE8-4F82-8DC3-90F7410252E8}" destId="{16D600AC-D904-45AA-A6C7-5EAC376DA718}" srcOrd="2" destOrd="0" presId="urn:microsoft.com/office/officeart/2005/8/layout/orgChart1"/>
    <dgm:cxn modelId="{C7CBC75B-62CA-48ED-BBA3-2839CB8BB4F2}" type="presParOf" srcId="{D2AC8B04-FBE8-4F82-8DC3-90F7410252E8}" destId="{19997ABE-8B23-4115-8D41-E55CAF4E9A9E}" srcOrd="3" destOrd="0" presId="urn:microsoft.com/office/officeart/2005/8/layout/orgChart1"/>
    <dgm:cxn modelId="{F9DEE2F7-9FB7-49BF-8EF2-FED2601F0BDE}" type="presParOf" srcId="{19997ABE-8B23-4115-8D41-E55CAF4E9A9E}" destId="{B30779DE-CD89-4193-B231-8CEF0AA2897B}" srcOrd="0" destOrd="0" presId="urn:microsoft.com/office/officeart/2005/8/layout/orgChart1"/>
    <dgm:cxn modelId="{65D80268-3C1D-4B00-83CF-A3097A558E0C}" type="presParOf" srcId="{B30779DE-CD89-4193-B231-8CEF0AA2897B}" destId="{0A5EED6C-F2BD-4DA1-9DA3-1CF629ED9ABF}" srcOrd="0" destOrd="0" presId="urn:microsoft.com/office/officeart/2005/8/layout/orgChart1"/>
    <dgm:cxn modelId="{7059E337-EF7A-451B-B505-9278CF64A6AB}" type="presParOf" srcId="{B30779DE-CD89-4193-B231-8CEF0AA2897B}" destId="{E016FB47-A545-488F-83C0-0164DBB3E565}" srcOrd="1" destOrd="0" presId="urn:microsoft.com/office/officeart/2005/8/layout/orgChart1"/>
    <dgm:cxn modelId="{87FB985A-6973-4FFD-B1B7-91D9ADDDF3DE}" type="presParOf" srcId="{19997ABE-8B23-4115-8D41-E55CAF4E9A9E}" destId="{C5D3D9A3-9B9F-4B58-858C-0AE3A2824D6A}" srcOrd="1" destOrd="0" presId="urn:microsoft.com/office/officeart/2005/8/layout/orgChart1"/>
    <dgm:cxn modelId="{14B95094-7CE2-4EF6-AE11-8DC3B9C5AFAD}" type="presParOf" srcId="{19997ABE-8B23-4115-8D41-E55CAF4E9A9E}" destId="{DFB0B1A0-7FB2-4E96-A127-0730B3209EE1}" srcOrd="2" destOrd="0" presId="urn:microsoft.com/office/officeart/2005/8/layout/orgChart1"/>
    <dgm:cxn modelId="{DC9AA7FC-09F9-402F-B999-1CEEDDC36482}" type="presParOf" srcId="{E5126307-494E-4B84-9F19-09827FC9D874}" destId="{F7AAA351-ABAF-4340-BBFE-7A50D4EFAA74}" srcOrd="2" destOrd="0" presId="urn:microsoft.com/office/officeart/2005/8/layout/orgChart1"/>
    <dgm:cxn modelId="{DBFEB000-1A06-4948-A4C6-EC59D815ED41}" type="presParOf" srcId="{47C7A62A-26D7-480A-862B-14A6FAE076B9}" destId="{A96D6414-3676-4A92-85D8-5DD124BA2942}" srcOrd="2" destOrd="0" presId="urn:microsoft.com/office/officeart/2005/8/layout/orgChart1"/>
    <dgm:cxn modelId="{EFAD5D39-7417-41A6-B5D2-49BD4D08BBDC}" type="presParOf" srcId="{9098D234-D388-4106-B539-B7C38DD6D81C}" destId="{B67FA171-3DC1-4B30-B97D-AAB0EE775448}" srcOrd="6" destOrd="0" presId="urn:microsoft.com/office/officeart/2005/8/layout/orgChart1"/>
    <dgm:cxn modelId="{3025C0F6-BA82-4374-B988-CA8B395D9F0B}" type="presParOf" srcId="{9098D234-D388-4106-B539-B7C38DD6D81C}" destId="{9050899D-C12D-433D-BA67-5366AE2099EB}" srcOrd="7" destOrd="0" presId="urn:microsoft.com/office/officeart/2005/8/layout/orgChart1"/>
    <dgm:cxn modelId="{BD9BE360-27CC-406E-A589-2145966D708E}" type="presParOf" srcId="{9050899D-C12D-433D-BA67-5366AE2099EB}" destId="{FA4CBB32-6DC4-463A-97E6-6F6C874672E4}" srcOrd="0" destOrd="0" presId="urn:microsoft.com/office/officeart/2005/8/layout/orgChart1"/>
    <dgm:cxn modelId="{F6272C10-9391-4A80-9DBC-59F681DCF6B8}" type="presParOf" srcId="{FA4CBB32-6DC4-463A-97E6-6F6C874672E4}" destId="{858CCC95-E4CA-427E-8CC5-EA54BE327E50}" srcOrd="0" destOrd="0" presId="urn:microsoft.com/office/officeart/2005/8/layout/orgChart1"/>
    <dgm:cxn modelId="{0461FAF8-A61D-4F5B-998B-868E1BDB4B35}" type="presParOf" srcId="{FA4CBB32-6DC4-463A-97E6-6F6C874672E4}" destId="{6F0642B5-C6D2-460F-8B0D-117246BD79FD}" srcOrd="1" destOrd="0" presId="urn:microsoft.com/office/officeart/2005/8/layout/orgChart1"/>
    <dgm:cxn modelId="{C9F28F80-50F7-4455-A873-4039BC655EFD}" type="presParOf" srcId="{9050899D-C12D-433D-BA67-5366AE2099EB}" destId="{212E254B-8521-46A2-8B27-60BF05F6C21C}" srcOrd="1" destOrd="0" presId="urn:microsoft.com/office/officeart/2005/8/layout/orgChart1"/>
    <dgm:cxn modelId="{6504BCF4-FE0F-4F38-876D-A5A4131F9F7C}" type="presParOf" srcId="{212E254B-8521-46A2-8B27-60BF05F6C21C}" destId="{362C6395-CDA7-4EB2-8956-CE67599F0711}" srcOrd="0" destOrd="0" presId="urn:microsoft.com/office/officeart/2005/8/layout/orgChart1"/>
    <dgm:cxn modelId="{0FE45656-D174-407E-B155-67159C755857}" type="presParOf" srcId="{212E254B-8521-46A2-8B27-60BF05F6C21C}" destId="{12FC3C31-BF70-463F-85E6-6C6DECA5ECB0}" srcOrd="1" destOrd="0" presId="urn:microsoft.com/office/officeart/2005/8/layout/orgChart1"/>
    <dgm:cxn modelId="{C8879385-F99C-4EFD-850E-531EDC0E35DA}" type="presParOf" srcId="{12FC3C31-BF70-463F-85E6-6C6DECA5ECB0}" destId="{692356F9-16E3-4269-AC10-B48F562F6350}" srcOrd="0" destOrd="0" presId="urn:microsoft.com/office/officeart/2005/8/layout/orgChart1"/>
    <dgm:cxn modelId="{092A4C8D-E431-4ABD-B94A-0D79F05775B9}" type="presParOf" srcId="{692356F9-16E3-4269-AC10-B48F562F6350}" destId="{F5119AFF-7505-49C6-B8CC-5346C5423816}" srcOrd="0" destOrd="0" presId="urn:microsoft.com/office/officeart/2005/8/layout/orgChart1"/>
    <dgm:cxn modelId="{CC0F454E-7EC7-4EFD-BB98-9156ABD9334C}" type="presParOf" srcId="{692356F9-16E3-4269-AC10-B48F562F6350}" destId="{E4298F15-1B1C-4C7E-A9D9-C674AC3871A9}" srcOrd="1" destOrd="0" presId="urn:microsoft.com/office/officeart/2005/8/layout/orgChart1"/>
    <dgm:cxn modelId="{07F0AA23-7389-499D-BF73-796A13B977F0}" type="presParOf" srcId="{12FC3C31-BF70-463F-85E6-6C6DECA5ECB0}" destId="{596DD6B5-721C-4365-8C70-A33DA29F2333}" srcOrd="1" destOrd="0" presId="urn:microsoft.com/office/officeart/2005/8/layout/orgChart1"/>
    <dgm:cxn modelId="{52BD4C50-9F64-477F-A7CC-4D950CDDFA2F}" type="presParOf" srcId="{596DD6B5-721C-4365-8C70-A33DA29F2333}" destId="{109402AC-4CF6-4F22-8D6A-D3C1188B5393}" srcOrd="0" destOrd="0" presId="urn:microsoft.com/office/officeart/2005/8/layout/orgChart1"/>
    <dgm:cxn modelId="{E6CCEE37-0ED1-4EDA-BDC5-134BDFF3533C}" type="presParOf" srcId="{596DD6B5-721C-4365-8C70-A33DA29F2333}" destId="{FE28105F-AAFF-4966-AA84-32417214F510}" srcOrd="1" destOrd="0" presId="urn:microsoft.com/office/officeart/2005/8/layout/orgChart1"/>
    <dgm:cxn modelId="{A45CF2E7-5DAF-46E2-879C-5AFB827C9C47}" type="presParOf" srcId="{FE28105F-AAFF-4966-AA84-32417214F510}" destId="{817482A5-22DC-49F3-9CA3-FD065E6B35CF}" srcOrd="0" destOrd="0" presId="urn:microsoft.com/office/officeart/2005/8/layout/orgChart1"/>
    <dgm:cxn modelId="{A70B945B-2564-4122-A644-D37213373DAB}" type="presParOf" srcId="{817482A5-22DC-49F3-9CA3-FD065E6B35CF}" destId="{7845EB6B-B9D0-4329-A00A-A032CFA8607F}" srcOrd="0" destOrd="0" presId="urn:microsoft.com/office/officeart/2005/8/layout/orgChart1"/>
    <dgm:cxn modelId="{82E4661C-EA4D-469A-86D7-5D204A4F1E10}" type="presParOf" srcId="{817482A5-22DC-49F3-9CA3-FD065E6B35CF}" destId="{D028122C-9A8C-400D-91B3-5E431B062B11}" srcOrd="1" destOrd="0" presId="urn:microsoft.com/office/officeart/2005/8/layout/orgChart1"/>
    <dgm:cxn modelId="{9CD26BE8-885C-478B-AA07-7D15D1E01E08}" type="presParOf" srcId="{FE28105F-AAFF-4966-AA84-32417214F510}" destId="{D8068839-FC4C-47FD-9D5B-EA790A28BE59}" srcOrd="1" destOrd="0" presId="urn:microsoft.com/office/officeart/2005/8/layout/orgChart1"/>
    <dgm:cxn modelId="{C8D3B571-45D2-4964-850E-B7E7F913615B}" type="presParOf" srcId="{FE28105F-AAFF-4966-AA84-32417214F510}" destId="{68BB8EBF-EF42-4AA7-A502-A2898DA40447}" srcOrd="2" destOrd="0" presId="urn:microsoft.com/office/officeart/2005/8/layout/orgChart1"/>
    <dgm:cxn modelId="{52F4CA95-20BE-42D2-9741-0D4341CAD8AE}" type="presParOf" srcId="{12FC3C31-BF70-463F-85E6-6C6DECA5ECB0}" destId="{4ACA9E40-9061-4DB8-AF0E-E26B8E3C0D3A}" srcOrd="2" destOrd="0" presId="urn:microsoft.com/office/officeart/2005/8/layout/orgChart1"/>
    <dgm:cxn modelId="{872FCCE5-A0FF-4D6D-93DC-F3E4762BB6F4}" type="presParOf" srcId="{212E254B-8521-46A2-8B27-60BF05F6C21C}" destId="{BE316BAB-E484-4713-88F8-60BFB9ECB2F9}" srcOrd="2" destOrd="0" presId="urn:microsoft.com/office/officeart/2005/8/layout/orgChart1"/>
    <dgm:cxn modelId="{F0B5567B-0512-4CC5-80CF-4E66266B3F28}" type="presParOf" srcId="{212E254B-8521-46A2-8B27-60BF05F6C21C}" destId="{235CF454-738B-405A-85CD-421FFD5C9EB4}" srcOrd="3" destOrd="0" presId="urn:microsoft.com/office/officeart/2005/8/layout/orgChart1"/>
    <dgm:cxn modelId="{870BEF27-C323-41FB-BF12-21169F34FEE6}" type="presParOf" srcId="{235CF454-738B-405A-85CD-421FFD5C9EB4}" destId="{6EA77787-3398-4DDC-B818-D55AA7CE88B1}" srcOrd="0" destOrd="0" presId="urn:microsoft.com/office/officeart/2005/8/layout/orgChart1"/>
    <dgm:cxn modelId="{B74FAAE4-6CDF-4944-B5DC-EB5F43EACE72}" type="presParOf" srcId="{6EA77787-3398-4DDC-B818-D55AA7CE88B1}" destId="{8D4EDDFD-3F99-48DD-B17E-DED0EC8CDDD0}" srcOrd="0" destOrd="0" presId="urn:microsoft.com/office/officeart/2005/8/layout/orgChart1"/>
    <dgm:cxn modelId="{D9E66C82-F4E7-47E5-B409-3E5157A238BE}" type="presParOf" srcId="{6EA77787-3398-4DDC-B818-D55AA7CE88B1}" destId="{71A8528D-5007-41C3-81C5-D5BBF6988692}" srcOrd="1" destOrd="0" presId="urn:microsoft.com/office/officeart/2005/8/layout/orgChart1"/>
    <dgm:cxn modelId="{A749C34A-69B9-4F36-A93D-C9735252C77E}" type="presParOf" srcId="{235CF454-738B-405A-85CD-421FFD5C9EB4}" destId="{41266EB5-6822-4380-8214-AF227CA6FBE2}" srcOrd="1" destOrd="0" presId="urn:microsoft.com/office/officeart/2005/8/layout/orgChart1"/>
    <dgm:cxn modelId="{A1A88095-AF8A-40F7-BA87-D254AFBA9A92}" type="presParOf" srcId="{41266EB5-6822-4380-8214-AF227CA6FBE2}" destId="{A43EF91F-8DA5-43EF-8EB3-BB146F5BF4EF}" srcOrd="0" destOrd="0" presId="urn:microsoft.com/office/officeart/2005/8/layout/orgChart1"/>
    <dgm:cxn modelId="{0D3761EC-DFDC-491B-A369-0E0D378D7782}" type="presParOf" srcId="{41266EB5-6822-4380-8214-AF227CA6FBE2}" destId="{40E0D3DD-9B1A-422B-BD4A-8E6C3E301DC3}" srcOrd="1" destOrd="0" presId="urn:microsoft.com/office/officeart/2005/8/layout/orgChart1"/>
    <dgm:cxn modelId="{CE03FC94-52A9-4F2D-96E9-8145EA65AEFA}" type="presParOf" srcId="{40E0D3DD-9B1A-422B-BD4A-8E6C3E301DC3}" destId="{BA48E19B-0F9D-481F-AD1E-7CEDD78FF588}" srcOrd="0" destOrd="0" presId="urn:microsoft.com/office/officeart/2005/8/layout/orgChart1"/>
    <dgm:cxn modelId="{33FF92CC-58B7-456A-AC8D-FADFDB42BAAB}" type="presParOf" srcId="{BA48E19B-0F9D-481F-AD1E-7CEDD78FF588}" destId="{6EE46714-DE7C-41DB-BFF7-B9C85E642D2D}" srcOrd="0" destOrd="0" presId="urn:microsoft.com/office/officeart/2005/8/layout/orgChart1"/>
    <dgm:cxn modelId="{53F1FE01-A311-40DE-AE8C-EC721DC5C5A5}" type="presParOf" srcId="{BA48E19B-0F9D-481F-AD1E-7CEDD78FF588}" destId="{4A3DB128-2895-4B3C-A51E-CF03A0BEF216}" srcOrd="1" destOrd="0" presId="urn:microsoft.com/office/officeart/2005/8/layout/orgChart1"/>
    <dgm:cxn modelId="{121EF6D6-CD97-47BD-BAAE-39A099617120}" type="presParOf" srcId="{40E0D3DD-9B1A-422B-BD4A-8E6C3E301DC3}" destId="{BD90B170-03AB-4761-B381-6689039A91D7}" srcOrd="1" destOrd="0" presId="urn:microsoft.com/office/officeart/2005/8/layout/orgChart1"/>
    <dgm:cxn modelId="{D4BB9015-74DE-4A73-8B64-976B6B793849}" type="presParOf" srcId="{40E0D3DD-9B1A-422B-BD4A-8E6C3E301DC3}" destId="{4B14A816-4F72-4208-BF15-B15153F3E357}" srcOrd="2" destOrd="0" presId="urn:microsoft.com/office/officeart/2005/8/layout/orgChart1"/>
    <dgm:cxn modelId="{9DF356FE-FC56-4DDF-9F97-D9FCC346ACE1}" type="presParOf" srcId="{41266EB5-6822-4380-8214-AF227CA6FBE2}" destId="{C213A015-EC16-4B9F-A988-FF8A7BBB88A6}" srcOrd="2" destOrd="0" presId="urn:microsoft.com/office/officeart/2005/8/layout/orgChart1"/>
    <dgm:cxn modelId="{8F8225F7-648C-4655-A907-81EB6973F09F}" type="presParOf" srcId="{41266EB5-6822-4380-8214-AF227CA6FBE2}" destId="{C8E409F6-B69C-4B41-87EF-A9E9AF5BCB9B}" srcOrd="3" destOrd="0" presId="urn:microsoft.com/office/officeart/2005/8/layout/orgChart1"/>
    <dgm:cxn modelId="{C6BCE324-CD6B-4163-B60C-217553CB894B}" type="presParOf" srcId="{C8E409F6-B69C-4B41-87EF-A9E9AF5BCB9B}" destId="{C5884F31-3884-49C7-AE8F-6D03B960CFBC}" srcOrd="0" destOrd="0" presId="urn:microsoft.com/office/officeart/2005/8/layout/orgChart1"/>
    <dgm:cxn modelId="{7E2BB121-9A89-4EBC-AC2A-208FA049890C}" type="presParOf" srcId="{C5884F31-3884-49C7-AE8F-6D03B960CFBC}" destId="{23C620D9-0E46-4B77-A12F-3537A154FCBA}" srcOrd="0" destOrd="0" presId="urn:microsoft.com/office/officeart/2005/8/layout/orgChart1"/>
    <dgm:cxn modelId="{646FBF0F-6CA3-4128-B556-1BDB0BF3E434}" type="presParOf" srcId="{C5884F31-3884-49C7-AE8F-6D03B960CFBC}" destId="{3347A672-0AAE-421D-9612-0367CFCB23F6}" srcOrd="1" destOrd="0" presId="urn:microsoft.com/office/officeart/2005/8/layout/orgChart1"/>
    <dgm:cxn modelId="{5EB03E4D-9F80-4747-AB2B-36F6D730E7EF}" type="presParOf" srcId="{C8E409F6-B69C-4B41-87EF-A9E9AF5BCB9B}" destId="{7E4EA97F-D44D-4A84-B8A6-BC873F0F6586}" srcOrd="1" destOrd="0" presId="urn:microsoft.com/office/officeart/2005/8/layout/orgChart1"/>
    <dgm:cxn modelId="{47847E71-2F0D-43F6-8D62-837069FF3A1A}" type="presParOf" srcId="{C8E409F6-B69C-4B41-87EF-A9E9AF5BCB9B}" destId="{82F18416-9B46-4985-91B7-8A7EE4F32A6D}" srcOrd="2" destOrd="0" presId="urn:microsoft.com/office/officeart/2005/8/layout/orgChart1"/>
    <dgm:cxn modelId="{CA52D743-FBC9-4479-A8E7-08E718A348FC}" type="presParOf" srcId="{235CF454-738B-405A-85CD-421FFD5C9EB4}" destId="{7737F3F5-144A-4757-A10B-63150BBE79A5}" srcOrd="2" destOrd="0" presId="urn:microsoft.com/office/officeart/2005/8/layout/orgChart1"/>
    <dgm:cxn modelId="{D12B89C3-2D86-4B61-AEFD-3CE1B9D3EAA8}" type="presParOf" srcId="{9050899D-C12D-433D-BA67-5366AE2099EB}" destId="{EE5F734F-9F36-4C79-A3BC-220E7FAA674E}" srcOrd="2" destOrd="0" presId="urn:microsoft.com/office/officeart/2005/8/layout/orgChart1"/>
    <dgm:cxn modelId="{6AE71160-4EEB-4834-9E2D-2BBC754FB233}" type="presParOf" srcId="{9098D234-D388-4106-B539-B7C38DD6D81C}" destId="{BCDC2B85-A8D5-4593-867F-DC0483840EB2}" srcOrd="8" destOrd="0" presId="urn:microsoft.com/office/officeart/2005/8/layout/orgChart1"/>
    <dgm:cxn modelId="{213211EC-51EA-49D7-AD4B-A1D87236101D}" type="presParOf" srcId="{9098D234-D388-4106-B539-B7C38DD6D81C}" destId="{5737F07D-3BAB-48F7-A08D-31C96ABB745A}" srcOrd="9" destOrd="0" presId="urn:microsoft.com/office/officeart/2005/8/layout/orgChart1"/>
    <dgm:cxn modelId="{DDF7A3E1-D0A2-462E-B2CD-5D0D8C2E850B}" type="presParOf" srcId="{5737F07D-3BAB-48F7-A08D-31C96ABB745A}" destId="{400E70F2-206E-4207-9BAE-AA4950AB067D}" srcOrd="0" destOrd="0" presId="urn:microsoft.com/office/officeart/2005/8/layout/orgChart1"/>
    <dgm:cxn modelId="{F0A9A0F5-245C-40C9-B261-935E26D36362}" type="presParOf" srcId="{400E70F2-206E-4207-9BAE-AA4950AB067D}" destId="{B6882BBA-C028-45B6-AA74-004B50941257}" srcOrd="0" destOrd="0" presId="urn:microsoft.com/office/officeart/2005/8/layout/orgChart1"/>
    <dgm:cxn modelId="{EB93E375-D8FC-448C-89D2-F11751223370}" type="presParOf" srcId="{400E70F2-206E-4207-9BAE-AA4950AB067D}" destId="{566DBE28-CF1C-4D21-A527-ACA2FA65BB5E}" srcOrd="1" destOrd="0" presId="urn:microsoft.com/office/officeart/2005/8/layout/orgChart1"/>
    <dgm:cxn modelId="{6CD7C2C7-B5B5-4CCD-83C8-3CD0BFFE39C6}" type="presParOf" srcId="{5737F07D-3BAB-48F7-A08D-31C96ABB745A}" destId="{03CD7D9C-8C3B-4156-87BC-15BE577EF0F1}" srcOrd="1" destOrd="0" presId="urn:microsoft.com/office/officeart/2005/8/layout/orgChart1"/>
    <dgm:cxn modelId="{775B02F0-2617-4533-B639-24D437BDF9A6}" type="presParOf" srcId="{03CD7D9C-8C3B-4156-87BC-15BE577EF0F1}" destId="{5489D5DD-FC37-42DE-962B-6993F423AF34}" srcOrd="0" destOrd="0" presId="urn:microsoft.com/office/officeart/2005/8/layout/orgChart1"/>
    <dgm:cxn modelId="{C64AD44E-F1B3-4411-92BF-271790847C48}" type="presParOf" srcId="{03CD7D9C-8C3B-4156-87BC-15BE577EF0F1}" destId="{BA5F6171-F2F1-43FD-B8E5-B5CCA007C296}" srcOrd="1" destOrd="0" presId="urn:microsoft.com/office/officeart/2005/8/layout/orgChart1"/>
    <dgm:cxn modelId="{92F13180-EE0B-4593-B6C2-3143C23E15FC}" type="presParOf" srcId="{BA5F6171-F2F1-43FD-B8E5-B5CCA007C296}" destId="{9310BCC2-D236-4405-9CC4-65E08969ADA7}" srcOrd="0" destOrd="0" presId="urn:microsoft.com/office/officeart/2005/8/layout/orgChart1"/>
    <dgm:cxn modelId="{39B9B211-DE0D-453D-BBA0-587C28BFA232}" type="presParOf" srcId="{9310BCC2-D236-4405-9CC4-65E08969ADA7}" destId="{D27AD6E2-F859-4EE0-99E8-AC86C2B80631}" srcOrd="0" destOrd="0" presId="urn:microsoft.com/office/officeart/2005/8/layout/orgChart1"/>
    <dgm:cxn modelId="{A5E8B62A-3F17-4501-861A-38882ACA0F8B}" type="presParOf" srcId="{9310BCC2-D236-4405-9CC4-65E08969ADA7}" destId="{B5B547D9-1EC6-4C68-97AC-E62BDA82905D}" srcOrd="1" destOrd="0" presId="urn:microsoft.com/office/officeart/2005/8/layout/orgChart1"/>
    <dgm:cxn modelId="{838D059A-8F93-498C-B494-4274262C84E1}" type="presParOf" srcId="{BA5F6171-F2F1-43FD-B8E5-B5CCA007C296}" destId="{9BE8806E-47EF-4996-A6CC-711244C7C529}" srcOrd="1" destOrd="0" presId="urn:microsoft.com/office/officeart/2005/8/layout/orgChart1"/>
    <dgm:cxn modelId="{4E90545B-B8BF-4973-84CD-A5A053187DBE}" type="presParOf" srcId="{9BE8806E-47EF-4996-A6CC-711244C7C529}" destId="{3F275E6C-EF52-44B6-A1FE-02C759FE80EB}" srcOrd="0" destOrd="0" presId="urn:microsoft.com/office/officeart/2005/8/layout/orgChart1"/>
    <dgm:cxn modelId="{3B00BE0C-B087-46D8-BBD8-4F6802E9226E}" type="presParOf" srcId="{9BE8806E-47EF-4996-A6CC-711244C7C529}" destId="{38E28F90-9147-4454-ACA9-26C25A166647}" srcOrd="1" destOrd="0" presId="urn:microsoft.com/office/officeart/2005/8/layout/orgChart1"/>
    <dgm:cxn modelId="{A27551FD-8425-44FD-B98D-4C6F41C8A3C8}" type="presParOf" srcId="{38E28F90-9147-4454-ACA9-26C25A166647}" destId="{F2F68809-52F8-4638-9C48-524C58408B9D}" srcOrd="0" destOrd="0" presId="urn:microsoft.com/office/officeart/2005/8/layout/orgChart1"/>
    <dgm:cxn modelId="{8D683EC6-3E7A-45A8-93C1-59E5FC1FD8C6}" type="presParOf" srcId="{F2F68809-52F8-4638-9C48-524C58408B9D}" destId="{ED8C2754-99A8-4ED1-BB55-3C2EFFCC0D21}" srcOrd="0" destOrd="0" presId="urn:microsoft.com/office/officeart/2005/8/layout/orgChart1"/>
    <dgm:cxn modelId="{C137E255-C775-4497-84B7-CDF8311C43C9}" type="presParOf" srcId="{F2F68809-52F8-4638-9C48-524C58408B9D}" destId="{83DC080B-07F6-4C80-8867-801273870E8D}" srcOrd="1" destOrd="0" presId="urn:microsoft.com/office/officeart/2005/8/layout/orgChart1"/>
    <dgm:cxn modelId="{677D4E42-AD7D-4EBA-8604-F32A39EDCC3B}" type="presParOf" srcId="{38E28F90-9147-4454-ACA9-26C25A166647}" destId="{A000072A-B8CD-46B7-A5B4-C1AF819C612E}" srcOrd="1" destOrd="0" presId="urn:microsoft.com/office/officeart/2005/8/layout/orgChart1"/>
    <dgm:cxn modelId="{198A2605-E133-40B0-8954-F0E6505EE33E}" type="presParOf" srcId="{38E28F90-9147-4454-ACA9-26C25A166647}" destId="{0C1A2FD9-ADE7-474A-9178-0403F08F3C3B}" srcOrd="2" destOrd="0" presId="urn:microsoft.com/office/officeart/2005/8/layout/orgChart1"/>
    <dgm:cxn modelId="{A2A45709-4B66-479D-BDE0-31D127F128B3}" type="presParOf" srcId="{BA5F6171-F2F1-43FD-B8E5-B5CCA007C296}" destId="{79A93CA2-F414-43B6-B79D-28829BC2FEA2}" srcOrd="2" destOrd="0" presId="urn:microsoft.com/office/officeart/2005/8/layout/orgChart1"/>
    <dgm:cxn modelId="{F4DB5365-E017-44DB-94AE-7729E4F2BDFF}" type="presParOf" srcId="{5737F07D-3BAB-48F7-A08D-31C96ABB745A}" destId="{FD21FF1C-F2CA-4171-8B6E-255BBCDFCAB3}" srcOrd="2" destOrd="0" presId="urn:microsoft.com/office/officeart/2005/8/layout/orgChart1"/>
    <dgm:cxn modelId="{B1F64BBE-0E4B-4DB0-BED0-E85B49F92B04}" type="presParOf" srcId="{3AF247A6-5907-446E-AA6F-4BAC28FD9F2C}" destId="{6192D81C-FD83-484A-8948-A0EBD03E85B6}" srcOrd="2" destOrd="0" presId="urn:microsoft.com/office/officeart/2005/8/layout/orgChart1"/>
    <dgm:cxn modelId="{553759EF-F8AD-4C5E-B2B5-358F4D30188C}" type="presParOf" srcId="{6192D81C-FD83-484A-8948-A0EBD03E85B6}" destId="{704ABBB8-2915-4809-887C-3177C93E17F5}" srcOrd="0" destOrd="0" presId="urn:microsoft.com/office/officeart/2005/8/layout/orgChart1"/>
    <dgm:cxn modelId="{22C34696-4B54-476B-8494-A17B51A83172}" type="presParOf" srcId="{6192D81C-FD83-484A-8948-A0EBD03E85B6}" destId="{A057CC11-DB9E-4EA0-AE9A-826392F30655}" srcOrd="1" destOrd="0" presId="urn:microsoft.com/office/officeart/2005/8/layout/orgChart1"/>
    <dgm:cxn modelId="{0A91B76B-1B7C-42FE-9A4C-C2607F895F1E}" type="presParOf" srcId="{A057CC11-DB9E-4EA0-AE9A-826392F30655}" destId="{0ED2ECFE-23C4-4AA1-9937-A0A8D40E1CE0}" srcOrd="0" destOrd="0" presId="urn:microsoft.com/office/officeart/2005/8/layout/orgChart1"/>
    <dgm:cxn modelId="{1A4504FA-BE52-4FE2-816F-AC097440FF5B}" type="presParOf" srcId="{0ED2ECFE-23C4-4AA1-9937-A0A8D40E1CE0}" destId="{04D55F42-F08F-4298-BDA8-955C6676DC10}" srcOrd="0" destOrd="0" presId="urn:microsoft.com/office/officeart/2005/8/layout/orgChart1"/>
    <dgm:cxn modelId="{3F707E16-33A5-4BE6-B059-F71ACB561F33}" type="presParOf" srcId="{0ED2ECFE-23C4-4AA1-9937-A0A8D40E1CE0}" destId="{1430F6AD-5187-4027-910B-70FB00FCA6D5}" srcOrd="1" destOrd="0" presId="urn:microsoft.com/office/officeart/2005/8/layout/orgChart1"/>
    <dgm:cxn modelId="{E128527A-A37D-41EC-9B46-CA3B02A22AA3}" type="presParOf" srcId="{A057CC11-DB9E-4EA0-AE9A-826392F30655}" destId="{A54B0C37-6892-4E4D-99CE-1E221F8C6739}" srcOrd="1" destOrd="0" presId="urn:microsoft.com/office/officeart/2005/8/layout/orgChart1"/>
    <dgm:cxn modelId="{F494C47D-8B9E-40FF-B8D7-341689A730CC}" type="presParOf" srcId="{A057CC11-DB9E-4EA0-AE9A-826392F30655}" destId="{F7D18E1B-3A62-41BA-BDB3-B5D4DDD0554E}" srcOrd="2" destOrd="0" presId="urn:microsoft.com/office/officeart/2005/8/layout/orgChart1"/>
    <dgm:cxn modelId="{BE96F2E4-2D11-448C-8546-C029D9FD73D0}" type="presParOf" srcId="{6192D81C-FD83-484A-8948-A0EBD03E85B6}" destId="{E6E7DE3C-2088-469E-BD6E-54221CAD9A26}" srcOrd="2" destOrd="0" presId="urn:microsoft.com/office/officeart/2005/8/layout/orgChart1"/>
    <dgm:cxn modelId="{96645D9B-B6F8-4E20-8A84-14C48AB99019}" type="presParOf" srcId="{6192D81C-FD83-484A-8948-A0EBD03E85B6}" destId="{94406B2F-1383-4AFE-8962-EB3C420E577E}" srcOrd="3" destOrd="0" presId="urn:microsoft.com/office/officeart/2005/8/layout/orgChart1"/>
    <dgm:cxn modelId="{1D3A986C-100C-46B2-B082-766EF6397C4F}" type="presParOf" srcId="{94406B2F-1383-4AFE-8962-EB3C420E577E}" destId="{644EF9A2-4FDD-4ECB-8471-222D5C5A41F4}" srcOrd="0" destOrd="0" presId="urn:microsoft.com/office/officeart/2005/8/layout/orgChart1"/>
    <dgm:cxn modelId="{84250FA0-CF39-40D7-96CE-8614A596CDA3}" type="presParOf" srcId="{644EF9A2-4FDD-4ECB-8471-222D5C5A41F4}" destId="{99132B83-AF78-4962-BF1B-DA2F24652981}" srcOrd="0" destOrd="0" presId="urn:microsoft.com/office/officeart/2005/8/layout/orgChart1"/>
    <dgm:cxn modelId="{8C4659FF-E5CB-42EA-90F5-BE2171297F3A}" type="presParOf" srcId="{644EF9A2-4FDD-4ECB-8471-222D5C5A41F4}" destId="{D121FBEF-B5E2-4FF1-A89D-C76A46C37CB0}" srcOrd="1" destOrd="0" presId="urn:microsoft.com/office/officeart/2005/8/layout/orgChart1"/>
    <dgm:cxn modelId="{ECF6E70D-99B5-4800-89FD-BEBA92C2839E}" type="presParOf" srcId="{94406B2F-1383-4AFE-8962-EB3C420E577E}" destId="{2AAFE4F7-9C21-43AE-9E6C-C58DEA7DC24A}" srcOrd="1" destOrd="0" presId="urn:microsoft.com/office/officeart/2005/8/layout/orgChart1"/>
    <dgm:cxn modelId="{79071C09-4D81-4198-BDDF-86FE87DFF02F}" type="presParOf" srcId="{94406B2F-1383-4AFE-8962-EB3C420E577E}" destId="{CC980AB1-416A-490D-A525-F618975474CC}" srcOrd="2" destOrd="0" presId="urn:microsoft.com/office/officeart/2005/8/layout/orgChart1"/>
    <dgm:cxn modelId="{253C0508-1289-4A3B-BF76-1D7A14DC811A}" type="presParOf" srcId="{6192D81C-FD83-484A-8948-A0EBD03E85B6}" destId="{F4AC4B82-FF3B-4E46-9A8B-F92CE2789481}" srcOrd="4" destOrd="0" presId="urn:microsoft.com/office/officeart/2005/8/layout/orgChart1"/>
    <dgm:cxn modelId="{09342420-B9DE-4A03-A03D-CAAB9D10FC90}" type="presParOf" srcId="{6192D81C-FD83-484A-8948-A0EBD03E85B6}" destId="{E0D9471E-B2A5-4790-8257-31608334EEA5}" srcOrd="5" destOrd="0" presId="urn:microsoft.com/office/officeart/2005/8/layout/orgChart1"/>
    <dgm:cxn modelId="{D501B2C7-2B41-4CD1-97CB-18ACF5F2143C}" type="presParOf" srcId="{E0D9471E-B2A5-4790-8257-31608334EEA5}" destId="{F1001BF2-1640-4E41-9F81-A6DA4D580470}" srcOrd="0" destOrd="0" presId="urn:microsoft.com/office/officeart/2005/8/layout/orgChart1"/>
    <dgm:cxn modelId="{1C7082DF-8F8A-422D-A841-80D4DD89FA91}" type="presParOf" srcId="{F1001BF2-1640-4E41-9F81-A6DA4D580470}" destId="{11C88F5D-4CEC-4F8C-A205-549D553ED829}" srcOrd="0" destOrd="0" presId="urn:microsoft.com/office/officeart/2005/8/layout/orgChart1"/>
    <dgm:cxn modelId="{4700E144-D3B4-47AA-A049-E22974C53374}" type="presParOf" srcId="{F1001BF2-1640-4E41-9F81-A6DA4D580470}" destId="{3428D086-6159-4EF3-9084-1A8F5CDF0A13}" srcOrd="1" destOrd="0" presId="urn:microsoft.com/office/officeart/2005/8/layout/orgChart1"/>
    <dgm:cxn modelId="{8D2B4BF9-1331-40BE-AF61-8304F5C4E96E}" type="presParOf" srcId="{E0D9471E-B2A5-4790-8257-31608334EEA5}" destId="{2E74FDEC-4B83-44BB-B3EF-B478B346FCB4}" srcOrd="1" destOrd="0" presId="urn:microsoft.com/office/officeart/2005/8/layout/orgChart1"/>
    <dgm:cxn modelId="{A1419D7B-9162-4E20-86A5-9C71566D937E}" type="presParOf" srcId="{E0D9471E-B2A5-4790-8257-31608334EEA5}" destId="{5A2228B7-CA6E-4423-B669-E4748EBD9C7D}" srcOrd="2" destOrd="0" presId="urn:microsoft.com/office/officeart/2005/8/layout/orgChart1"/>
    <dgm:cxn modelId="{3FB9EFB4-6128-47D8-9C83-68E4C5DC6690}" type="presParOf" srcId="{6192D81C-FD83-484A-8948-A0EBD03E85B6}" destId="{B7F254F9-5498-41EB-91D0-FCDEF932F19F}" srcOrd="6" destOrd="0" presId="urn:microsoft.com/office/officeart/2005/8/layout/orgChart1"/>
    <dgm:cxn modelId="{64D22DB4-D428-48D9-9DBF-C95ACAAA5CBE}" type="presParOf" srcId="{6192D81C-FD83-484A-8948-A0EBD03E85B6}" destId="{C00928AA-5D24-4E9B-B9DD-8254C636D189}" srcOrd="7" destOrd="0" presId="urn:microsoft.com/office/officeart/2005/8/layout/orgChart1"/>
    <dgm:cxn modelId="{753DB87B-31A3-4BEB-A057-AE36264CC98E}" type="presParOf" srcId="{C00928AA-5D24-4E9B-B9DD-8254C636D189}" destId="{5EFB95A2-40A0-42A5-AA9B-B496FC9CF620}" srcOrd="0" destOrd="0" presId="urn:microsoft.com/office/officeart/2005/8/layout/orgChart1"/>
    <dgm:cxn modelId="{8D6DC3A3-C0C2-42D7-8488-8A1750AA4AB8}" type="presParOf" srcId="{5EFB95A2-40A0-42A5-AA9B-B496FC9CF620}" destId="{5039B9DF-A21A-48EE-B39B-E7518546604E}" srcOrd="0" destOrd="0" presId="urn:microsoft.com/office/officeart/2005/8/layout/orgChart1"/>
    <dgm:cxn modelId="{D4DA6CB7-9CAF-4198-A4BA-84ED07C3935F}" type="presParOf" srcId="{5EFB95A2-40A0-42A5-AA9B-B496FC9CF620}" destId="{89E00DDA-B6B5-41E0-B82A-3E52E2588CE5}" srcOrd="1" destOrd="0" presId="urn:microsoft.com/office/officeart/2005/8/layout/orgChart1"/>
    <dgm:cxn modelId="{C7D2A8F2-4559-4D97-B483-E4714A551F7B}" type="presParOf" srcId="{C00928AA-5D24-4E9B-B9DD-8254C636D189}" destId="{58831A54-9705-4E0F-9046-1EF401616F85}" srcOrd="1" destOrd="0" presId="urn:microsoft.com/office/officeart/2005/8/layout/orgChart1"/>
    <dgm:cxn modelId="{EFE3E8EE-3E0F-4144-B9D6-B0416707856C}" type="presParOf" srcId="{C00928AA-5D24-4E9B-B9DD-8254C636D189}" destId="{CAE5E034-DD9D-4FEC-B9DC-F9661C1AC44A}" srcOrd="2" destOrd="0" presId="urn:microsoft.com/office/officeart/2005/8/layout/orgChart1"/>
    <dgm:cxn modelId="{C38FACB2-C1B0-4207-AC3A-51C562B06250}" type="presParOf" srcId="{6192D81C-FD83-484A-8948-A0EBD03E85B6}" destId="{5B9E3A52-5ADD-4FDC-9778-B22BF9C64CC3}" srcOrd="8" destOrd="0" presId="urn:microsoft.com/office/officeart/2005/8/layout/orgChart1"/>
    <dgm:cxn modelId="{00F6DE14-3459-4F40-A0A3-5E50C8E939BC}" type="presParOf" srcId="{6192D81C-FD83-484A-8948-A0EBD03E85B6}" destId="{4F2792D5-3E71-4EBD-AAB2-80F11DA0299C}" srcOrd="9" destOrd="0" presId="urn:microsoft.com/office/officeart/2005/8/layout/orgChart1"/>
    <dgm:cxn modelId="{34AB0420-F4DE-4633-9FDE-5C4BC7E2F9C7}" type="presParOf" srcId="{4F2792D5-3E71-4EBD-AAB2-80F11DA0299C}" destId="{901EBAB4-113D-454E-9050-E9A17A1FC532}" srcOrd="0" destOrd="0" presId="urn:microsoft.com/office/officeart/2005/8/layout/orgChart1"/>
    <dgm:cxn modelId="{9C94F84D-39B4-421B-9CA4-65AF0B8D110D}" type="presParOf" srcId="{901EBAB4-113D-454E-9050-E9A17A1FC532}" destId="{0E662BA9-BA29-41A2-A1C4-DE35A3CD0BA3}" srcOrd="0" destOrd="0" presId="urn:microsoft.com/office/officeart/2005/8/layout/orgChart1"/>
    <dgm:cxn modelId="{13ED2825-8EA3-42EF-B8FF-CA1B85B8D702}" type="presParOf" srcId="{901EBAB4-113D-454E-9050-E9A17A1FC532}" destId="{F77B489F-9755-4D46-BE3E-EBA087F2046B}" srcOrd="1" destOrd="0" presId="urn:microsoft.com/office/officeart/2005/8/layout/orgChart1"/>
    <dgm:cxn modelId="{ED3AA7B5-9C2A-4467-A471-FC74AD4FC92B}" type="presParOf" srcId="{4F2792D5-3E71-4EBD-AAB2-80F11DA0299C}" destId="{611D48A4-9EDC-4280-9CEB-3A4E002F29A2}" srcOrd="1" destOrd="0" presId="urn:microsoft.com/office/officeart/2005/8/layout/orgChart1"/>
    <dgm:cxn modelId="{B336E323-CDCA-4AD5-9F46-EAFF1F136112}" type="presParOf" srcId="{4F2792D5-3E71-4EBD-AAB2-80F11DA0299C}" destId="{1EA5DDDB-FB91-4556-925B-029A016AC828}" srcOrd="2" destOrd="0" presId="urn:microsoft.com/office/officeart/2005/8/layout/orgChart1"/>
    <dgm:cxn modelId="{D6EB2554-9351-452C-BE04-76FD47165964}" type="presParOf" srcId="{6192D81C-FD83-484A-8948-A0EBD03E85B6}" destId="{9260E231-1D8C-45C2-AD6F-ABC20DB4ADCB}" srcOrd="10" destOrd="0" presId="urn:microsoft.com/office/officeart/2005/8/layout/orgChart1"/>
    <dgm:cxn modelId="{192F5230-1805-4756-A4C5-7449C24B4237}" type="presParOf" srcId="{6192D81C-FD83-484A-8948-A0EBD03E85B6}" destId="{F7AF0191-B765-41C1-B90C-7A333805887D}" srcOrd="11" destOrd="0" presId="urn:microsoft.com/office/officeart/2005/8/layout/orgChart1"/>
    <dgm:cxn modelId="{81AF8AF6-72A1-4117-87B9-853BA27A4B3A}" type="presParOf" srcId="{F7AF0191-B765-41C1-B90C-7A333805887D}" destId="{95365E0F-2677-4618-8CA2-D0401B341B6B}" srcOrd="0" destOrd="0" presId="urn:microsoft.com/office/officeart/2005/8/layout/orgChart1"/>
    <dgm:cxn modelId="{F5308B3F-9870-4555-B959-FFFC97CA99FA}" type="presParOf" srcId="{95365E0F-2677-4618-8CA2-D0401B341B6B}" destId="{7D171FCD-C3ED-4309-8C7C-F43EA8EA5789}" srcOrd="0" destOrd="0" presId="urn:microsoft.com/office/officeart/2005/8/layout/orgChart1"/>
    <dgm:cxn modelId="{D097B2DA-FE44-49F6-B97E-2B6A07B5888A}" type="presParOf" srcId="{95365E0F-2677-4618-8CA2-D0401B341B6B}" destId="{E8B9C413-CB1F-46BB-80F4-5EDF7FF92CE5}" srcOrd="1" destOrd="0" presId="urn:microsoft.com/office/officeart/2005/8/layout/orgChart1"/>
    <dgm:cxn modelId="{5EDF2F0A-CA82-4E23-8CA7-10297FC20BEE}" type="presParOf" srcId="{F7AF0191-B765-41C1-B90C-7A333805887D}" destId="{C9248B8A-71C9-403C-881B-8FC464E009EC}" srcOrd="1" destOrd="0" presId="urn:microsoft.com/office/officeart/2005/8/layout/orgChart1"/>
    <dgm:cxn modelId="{FA87D251-9D70-4904-96AD-BDFA66319085}" type="presParOf" srcId="{F7AF0191-B765-41C1-B90C-7A333805887D}" destId="{4BA4434B-CCAA-477D-821C-33C54398BA14}"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BEA68D6-E158-4934-BAF2-CD3B153353BA}" type="doc">
      <dgm:prSet loTypeId="urn:microsoft.com/office/officeart/2005/8/layout/orgChart1" loCatId="hierarchy" qsTypeId="urn:microsoft.com/office/officeart/2005/8/quickstyle/simple2" qsCatId="simple" csTypeId="urn:microsoft.com/office/officeart/2005/8/colors/accent0_3" csCatId="mainScheme" phldr="1"/>
      <dgm:spPr/>
      <dgm:t>
        <a:bodyPr/>
        <a:lstStyle/>
        <a:p>
          <a:endParaRPr lang="en-AU"/>
        </a:p>
      </dgm:t>
    </dgm:pt>
    <dgm:pt modelId="{10A0EA3D-3AD4-4A16-AC66-3525B6400D15}">
      <dgm:prSet phldrT="[Text]" phldr="0" custT="1"/>
      <dgm:spPr>
        <a:solidFill>
          <a:srgbClr val="002060"/>
        </a:solidFill>
      </dgm:spPr>
      <dgm:t>
        <a:bodyPr/>
        <a:lstStyle/>
        <a:p>
          <a:r>
            <a:rPr lang="en-AU" sz="2400"/>
            <a:t>Transport Services for Business Customers</a:t>
          </a:r>
        </a:p>
      </dgm:t>
    </dgm:pt>
    <dgm:pt modelId="{C9D49A3E-3F67-4AE3-9FDA-6F9BB1AF9BD8}" type="parTrans" cxnId="{16F7F54E-B0C2-4129-B92D-8DE372385E3B}">
      <dgm:prSet/>
      <dgm:spPr/>
      <dgm:t>
        <a:bodyPr/>
        <a:lstStyle/>
        <a:p>
          <a:endParaRPr lang="en-AU"/>
        </a:p>
      </dgm:t>
    </dgm:pt>
    <dgm:pt modelId="{E0ACF1AB-2B68-4A49-8ADA-3E481ED4AF09}" type="sibTrans" cxnId="{16F7F54E-B0C2-4129-B92D-8DE372385E3B}">
      <dgm:prSet/>
      <dgm:spPr/>
      <dgm:t>
        <a:bodyPr/>
        <a:lstStyle/>
        <a:p>
          <a:endParaRPr lang="en-AU"/>
        </a:p>
      </dgm:t>
    </dgm:pt>
    <dgm:pt modelId="{75DFC915-9462-4A30-AE1F-37CE18B3C6D2}">
      <dgm:prSet phldrT="[Text]" phldr="0"/>
      <dgm:spPr>
        <a:solidFill>
          <a:schemeClr val="accent5">
            <a:lumMod val="40000"/>
            <a:lumOff val="60000"/>
          </a:schemeClr>
        </a:solidFill>
      </dgm:spPr>
      <dgm:t>
        <a:bodyPr/>
        <a:lstStyle/>
        <a:p>
          <a:r>
            <a:rPr lang="en-AU"/>
            <a:t>Rego Related e-notifications</a:t>
          </a:r>
        </a:p>
      </dgm:t>
    </dgm:pt>
    <dgm:pt modelId="{F8130828-F801-48B7-A83D-32C060147E31}" type="parTrans" cxnId="{5F5F20C9-F4E0-4374-8747-B7F46FEC88D8}">
      <dgm:prSet/>
      <dgm:spPr/>
      <dgm:t>
        <a:bodyPr/>
        <a:lstStyle/>
        <a:p>
          <a:endParaRPr lang="en-AU"/>
        </a:p>
      </dgm:t>
    </dgm:pt>
    <dgm:pt modelId="{727CFFC1-D6CC-4121-8182-E56D6E59AF3A}" type="sibTrans" cxnId="{5F5F20C9-F4E0-4374-8747-B7F46FEC88D8}">
      <dgm:prSet/>
      <dgm:spPr/>
      <dgm:t>
        <a:bodyPr/>
        <a:lstStyle/>
        <a:p>
          <a:endParaRPr lang="en-AU"/>
        </a:p>
      </dgm:t>
    </dgm:pt>
    <dgm:pt modelId="{CFBF96BE-57AC-4278-BEE8-4529105B485E}">
      <dgm:prSet phldrT="[Text]" phldr="0"/>
      <dgm:spPr>
        <a:solidFill>
          <a:schemeClr val="accent5">
            <a:lumMod val="40000"/>
            <a:lumOff val="60000"/>
          </a:schemeClr>
        </a:solidFill>
      </dgm:spPr>
      <dgm:t>
        <a:bodyPr/>
        <a:lstStyle/>
        <a:p>
          <a:r>
            <a:rPr lang="en-AU"/>
            <a:t>Rego Enquiry Online</a:t>
          </a:r>
        </a:p>
      </dgm:t>
    </dgm:pt>
    <dgm:pt modelId="{E93B594F-0000-4F1E-9B42-4CBD54251AE9}" type="parTrans" cxnId="{EFCDE451-2354-4EFE-B526-56B196DC5C32}">
      <dgm:prSet/>
      <dgm:spPr/>
      <dgm:t>
        <a:bodyPr/>
        <a:lstStyle/>
        <a:p>
          <a:endParaRPr lang="en-AU"/>
        </a:p>
      </dgm:t>
    </dgm:pt>
    <dgm:pt modelId="{193FE8D6-E354-43F8-A281-6AE4CE481BEC}" type="sibTrans" cxnId="{EFCDE451-2354-4EFE-B526-56B196DC5C32}">
      <dgm:prSet/>
      <dgm:spPr/>
      <dgm:t>
        <a:bodyPr/>
        <a:lstStyle/>
        <a:p>
          <a:endParaRPr lang="en-AU"/>
        </a:p>
      </dgm:t>
    </dgm:pt>
    <dgm:pt modelId="{92162928-B373-4802-B988-4C318FAE4B4C}">
      <dgm:prSet phldrT="[Text]" phldr="0"/>
      <dgm:spPr>
        <a:solidFill>
          <a:schemeClr val="accent5">
            <a:lumMod val="40000"/>
            <a:lumOff val="60000"/>
          </a:schemeClr>
        </a:solidFill>
      </dgm:spPr>
      <dgm:t>
        <a:bodyPr/>
        <a:lstStyle/>
        <a:p>
          <a:r>
            <a:rPr lang="en-AU" b="0" i="0" u="none"/>
            <a:t>TS4Bus Data Governance, Model &amp; Ownership</a:t>
          </a:r>
          <a:endParaRPr lang="en-AU"/>
        </a:p>
      </dgm:t>
    </dgm:pt>
    <dgm:pt modelId="{691118F6-AAF5-40E0-AD6D-235FADC018C0}" type="parTrans" cxnId="{49A02DA8-92BB-429F-A755-417A2EC3E9B9}">
      <dgm:prSet/>
      <dgm:spPr/>
      <dgm:t>
        <a:bodyPr/>
        <a:lstStyle/>
        <a:p>
          <a:endParaRPr lang="en-AU"/>
        </a:p>
      </dgm:t>
    </dgm:pt>
    <dgm:pt modelId="{7F58E25C-EE12-4CC1-9C39-BC755918B106}" type="sibTrans" cxnId="{49A02DA8-92BB-429F-A755-417A2EC3E9B9}">
      <dgm:prSet/>
      <dgm:spPr/>
      <dgm:t>
        <a:bodyPr/>
        <a:lstStyle/>
        <a:p>
          <a:endParaRPr lang="en-AU"/>
        </a:p>
      </dgm:t>
    </dgm:pt>
    <dgm:pt modelId="{0F02B370-286F-4E1B-80A8-B2AD40265B7C}">
      <dgm:prSet/>
      <dgm:spPr>
        <a:solidFill>
          <a:schemeClr val="accent5">
            <a:lumMod val="40000"/>
            <a:lumOff val="60000"/>
          </a:schemeClr>
        </a:solidFill>
      </dgm:spPr>
      <dgm:t>
        <a:bodyPr/>
        <a:lstStyle/>
        <a:p>
          <a:r>
            <a:rPr lang="en-AU"/>
            <a:t>CRM Requirements Discovery</a:t>
          </a:r>
        </a:p>
      </dgm:t>
    </dgm:pt>
    <dgm:pt modelId="{F967AC73-60EA-4945-AEC1-1AE5D8629C87}" type="parTrans" cxnId="{BDFC4F4B-7595-4E87-A369-BB1EF6A5A005}">
      <dgm:prSet/>
      <dgm:spPr/>
      <dgm:t>
        <a:bodyPr/>
        <a:lstStyle/>
        <a:p>
          <a:endParaRPr lang="en-AU"/>
        </a:p>
      </dgm:t>
    </dgm:pt>
    <dgm:pt modelId="{50FF85E0-74FC-459E-B8CB-53E1D88D20DF}" type="sibTrans" cxnId="{BDFC4F4B-7595-4E87-A369-BB1EF6A5A005}">
      <dgm:prSet/>
      <dgm:spPr/>
      <dgm:t>
        <a:bodyPr/>
        <a:lstStyle/>
        <a:p>
          <a:endParaRPr lang="en-AU"/>
        </a:p>
      </dgm:t>
    </dgm:pt>
    <dgm:pt modelId="{DF9E427A-F061-4D73-876E-50DFE6A2B7E5}">
      <dgm:prSet/>
      <dgm:spPr>
        <a:solidFill>
          <a:schemeClr val="accent5">
            <a:lumMod val="40000"/>
            <a:lumOff val="60000"/>
          </a:schemeClr>
        </a:solidFill>
      </dgm:spPr>
      <dgm:t>
        <a:bodyPr/>
        <a:lstStyle/>
        <a:p>
          <a:r>
            <a:rPr lang="en-AU"/>
            <a:t>Business ID to Customer Account</a:t>
          </a:r>
        </a:p>
      </dgm:t>
    </dgm:pt>
    <dgm:pt modelId="{0A2748D7-A676-47D0-86C9-1C95FAEAC323}" type="parTrans" cxnId="{11EB690B-E4FE-4F67-AE1F-18BDE3A0C068}">
      <dgm:prSet/>
      <dgm:spPr/>
      <dgm:t>
        <a:bodyPr/>
        <a:lstStyle/>
        <a:p>
          <a:endParaRPr lang="en-AU"/>
        </a:p>
      </dgm:t>
    </dgm:pt>
    <dgm:pt modelId="{976951EB-5A6F-4FE6-946C-BA2364294F13}" type="sibTrans" cxnId="{11EB690B-E4FE-4F67-AE1F-18BDE3A0C068}">
      <dgm:prSet/>
      <dgm:spPr/>
      <dgm:t>
        <a:bodyPr/>
        <a:lstStyle/>
        <a:p>
          <a:endParaRPr lang="en-AU"/>
        </a:p>
      </dgm:t>
    </dgm:pt>
    <dgm:pt modelId="{7E92AB31-7104-46B2-B607-60B646D69120}">
      <dgm:prSet phldrT="[Text]"/>
      <dgm:spPr>
        <a:solidFill>
          <a:schemeClr val="accent5">
            <a:lumMod val="40000"/>
            <a:lumOff val="60000"/>
          </a:schemeClr>
        </a:solidFill>
      </dgm:spPr>
      <dgm:t>
        <a:bodyPr/>
        <a:lstStyle/>
        <a:p>
          <a:r>
            <a:rPr lang="en-AU"/>
            <a:t>Pay Rego Online</a:t>
          </a:r>
        </a:p>
      </dgm:t>
    </dgm:pt>
    <dgm:pt modelId="{3D17D3DC-3F84-42B8-BAE4-84EB154E8AF0}" type="parTrans" cxnId="{80F7ACBA-643F-4795-97D3-687995394859}">
      <dgm:prSet/>
      <dgm:spPr/>
      <dgm:t>
        <a:bodyPr/>
        <a:lstStyle/>
        <a:p>
          <a:endParaRPr lang="en-AU"/>
        </a:p>
      </dgm:t>
    </dgm:pt>
    <dgm:pt modelId="{B417A743-5C55-4663-9F8B-C6C9BDAFED63}" type="sibTrans" cxnId="{80F7ACBA-643F-4795-97D3-687995394859}">
      <dgm:prSet/>
      <dgm:spPr/>
      <dgm:t>
        <a:bodyPr/>
        <a:lstStyle/>
        <a:p>
          <a:endParaRPr lang="en-AU"/>
        </a:p>
      </dgm:t>
    </dgm:pt>
    <dgm:pt modelId="{D5ABCA96-53FA-445F-99FC-0F9AD4FA21DA}">
      <dgm:prSet phldrT="[Text]" phldr="0"/>
      <dgm:spPr>
        <a:solidFill>
          <a:schemeClr val="tx2">
            <a:lumMod val="75000"/>
            <a:lumOff val="25000"/>
          </a:schemeClr>
        </a:solidFill>
      </dgm:spPr>
      <dgm:t>
        <a:bodyPr/>
        <a:lstStyle/>
        <a:p>
          <a:r>
            <a:rPr lang="en-AU"/>
            <a:t>Transition</a:t>
          </a:r>
        </a:p>
      </dgm:t>
    </dgm:pt>
    <dgm:pt modelId="{619D2226-BB60-42EC-BF49-7C37BA13E19D}" type="parTrans" cxnId="{61491FD1-C572-41AD-8DB3-008558AABD0E}">
      <dgm:prSet/>
      <dgm:spPr/>
      <dgm:t>
        <a:bodyPr/>
        <a:lstStyle/>
        <a:p>
          <a:endParaRPr lang="en-AU"/>
        </a:p>
      </dgm:t>
    </dgm:pt>
    <dgm:pt modelId="{A00448C5-87AF-4C7A-845C-1BDB7CB4927E}" type="sibTrans" cxnId="{61491FD1-C572-41AD-8DB3-008558AABD0E}">
      <dgm:prSet/>
      <dgm:spPr/>
      <dgm:t>
        <a:bodyPr/>
        <a:lstStyle/>
        <a:p>
          <a:endParaRPr lang="en-AU"/>
        </a:p>
      </dgm:t>
    </dgm:pt>
    <dgm:pt modelId="{41E00EC4-D659-46CC-978A-91443662B6B9}">
      <dgm:prSet phldrT="[Text]" phldr="0"/>
      <dgm:spPr>
        <a:solidFill>
          <a:schemeClr val="tx2">
            <a:lumMod val="75000"/>
            <a:lumOff val="25000"/>
          </a:schemeClr>
        </a:solidFill>
      </dgm:spPr>
      <dgm:t>
        <a:bodyPr/>
        <a:lstStyle/>
        <a:p>
          <a:r>
            <a:rPr lang="en-AU"/>
            <a:t>Discovery</a:t>
          </a:r>
        </a:p>
      </dgm:t>
    </dgm:pt>
    <dgm:pt modelId="{512C6554-6E01-4F20-964D-CEFBA7684C9C}" type="parTrans" cxnId="{2C1FBC51-A6FF-498B-AC4C-D2B2ED18CAA0}">
      <dgm:prSet/>
      <dgm:spPr/>
      <dgm:t>
        <a:bodyPr/>
        <a:lstStyle/>
        <a:p>
          <a:endParaRPr lang="en-AU"/>
        </a:p>
      </dgm:t>
    </dgm:pt>
    <dgm:pt modelId="{0F1EA983-C6A8-48BD-9106-BA0F05A8A415}" type="sibTrans" cxnId="{2C1FBC51-A6FF-498B-AC4C-D2B2ED18CAA0}">
      <dgm:prSet/>
      <dgm:spPr/>
      <dgm:t>
        <a:bodyPr/>
        <a:lstStyle/>
        <a:p>
          <a:endParaRPr lang="en-AU"/>
        </a:p>
      </dgm:t>
    </dgm:pt>
    <dgm:pt modelId="{6643273A-E0A0-44C9-AA4C-39F5626F8635}">
      <dgm:prSet phldrT="[Text]"/>
      <dgm:spPr>
        <a:solidFill>
          <a:schemeClr val="tx2">
            <a:lumMod val="75000"/>
            <a:lumOff val="25000"/>
          </a:schemeClr>
        </a:solidFill>
      </dgm:spPr>
      <dgm:t>
        <a:bodyPr/>
        <a:lstStyle/>
        <a:p>
          <a:r>
            <a:rPr lang="en-AU"/>
            <a:t>Discovery</a:t>
          </a:r>
        </a:p>
      </dgm:t>
    </dgm:pt>
    <dgm:pt modelId="{88F3F940-1A2B-4FE8-9119-7BD54E7030DE}" type="parTrans" cxnId="{05C667DA-F404-4959-A9BC-094FA229607A}">
      <dgm:prSet/>
      <dgm:spPr/>
      <dgm:t>
        <a:bodyPr/>
        <a:lstStyle/>
        <a:p>
          <a:endParaRPr lang="en-AU"/>
        </a:p>
      </dgm:t>
    </dgm:pt>
    <dgm:pt modelId="{415B0BBB-9BAA-4D37-AEF7-33261E82BCB4}" type="sibTrans" cxnId="{05C667DA-F404-4959-A9BC-094FA229607A}">
      <dgm:prSet/>
      <dgm:spPr/>
      <dgm:t>
        <a:bodyPr/>
        <a:lstStyle/>
        <a:p>
          <a:endParaRPr lang="en-AU"/>
        </a:p>
      </dgm:t>
    </dgm:pt>
    <dgm:pt modelId="{CD88A2CD-F5BF-4BD7-9A4B-860328F73501}">
      <dgm:prSet phldrT="[Text]" phldr="0"/>
      <dgm:spPr>
        <a:solidFill>
          <a:schemeClr val="tx2">
            <a:lumMod val="75000"/>
            <a:lumOff val="25000"/>
          </a:schemeClr>
        </a:solidFill>
      </dgm:spPr>
      <dgm:t>
        <a:bodyPr/>
        <a:lstStyle/>
        <a:p>
          <a:r>
            <a:rPr lang="en-AU"/>
            <a:t>Design</a:t>
          </a:r>
        </a:p>
      </dgm:t>
    </dgm:pt>
    <dgm:pt modelId="{9142E8A0-224B-4E01-A1E9-48A064437162}" type="parTrans" cxnId="{E07765F0-F434-420F-A97D-014434F6436E}">
      <dgm:prSet/>
      <dgm:spPr/>
      <dgm:t>
        <a:bodyPr/>
        <a:lstStyle/>
        <a:p>
          <a:endParaRPr lang="en-AU"/>
        </a:p>
      </dgm:t>
    </dgm:pt>
    <dgm:pt modelId="{A2D9C540-636E-4934-88CD-FC3BD4859546}" type="sibTrans" cxnId="{E07765F0-F434-420F-A97D-014434F6436E}">
      <dgm:prSet/>
      <dgm:spPr/>
      <dgm:t>
        <a:bodyPr/>
        <a:lstStyle/>
        <a:p>
          <a:endParaRPr lang="en-AU"/>
        </a:p>
      </dgm:t>
    </dgm:pt>
    <dgm:pt modelId="{FEF61A38-35CB-418B-9A28-D57FECDEC7CA}">
      <dgm:prSet phldrT="[Text]" phldr="0"/>
      <dgm:spPr>
        <a:solidFill>
          <a:schemeClr val="tx2">
            <a:lumMod val="75000"/>
            <a:lumOff val="25000"/>
          </a:schemeClr>
        </a:solidFill>
      </dgm:spPr>
      <dgm:t>
        <a:bodyPr/>
        <a:lstStyle/>
        <a:p>
          <a:r>
            <a:rPr lang="en-AU"/>
            <a:t>Delivery</a:t>
          </a:r>
        </a:p>
      </dgm:t>
    </dgm:pt>
    <dgm:pt modelId="{8292667C-5B88-4FD1-809B-C0508950839D}" type="parTrans" cxnId="{B484822C-6D99-4644-AFF5-CFCF421BF4EF}">
      <dgm:prSet/>
      <dgm:spPr/>
      <dgm:t>
        <a:bodyPr/>
        <a:lstStyle/>
        <a:p>
          <a:endParaRPr lang="en-AU"/>
        </a:p>
      </dgm:t>
    </dgm:pt>
    <dgm:pt modelId="{4D9A2D6B-2C0F-4976-9736-BF6731B48B90}" type="sibTrans" cxnId="{B484822C-6D99-4644-AFF5-CFCF421BF4EF}">
      <dgm:prSet/>
      <dgm:spPr/>
      <dgm:t>
        <a:bodyPr/>
        <a:lstStyle/>
        <a:p>
          <a:endParaRPr lang="en-AU"/>
        </a:p>
      </dgm:t>
    </dgm:pt>
    <dgm:pt modelId="{F347438A-0669-4C4D-B43B-E4FE3266C9E4}">
      <dgm:prSet phldrT="[Text]" phldr="0"/>
      <dgm:spPr>
        <a:solidFill>
          <a:schemeClr val="tx2">
            <a:lumMod val="75000"/>
            <a:lumOff val="25000"/>
          </a:schemeClr>
        </a:solidFill>
      </dgm:spPr>
      <dgm:t>
        <a:bodyPr/>
        <a:lstStyle/>
        <a:p>
          <a:r>
            <a:rPr lang="en-AU"/>
            <a:t>Discovery</a:t>
          </a:r>
        </a:p>
      </dgm:t>
    </dgm:pt>
    <dgm:pt modelId="{0B27C579-8C00-4838-8FD8-A03E68F7EEEE}" type="parTrans" cxnId="{8DC25400-8ABF-4537-8E0A-701B9A939C79}">
      <dgm:prSet/>
      <dgm:spPr/>
      <dgm:t>
        <a:bodyPr/>
        <a:lstStyle/>
        <a:p>
          <a:endParaRPr lang="en-AU"/>
        </a:p>
      </dgm:t>
    </dgm:pt>
    <dgm:pt modelId="{9BE6C763-4138-4FBF-A515-FCC2AE1E873F}" type="sibTrans" cxnId="{8DC25400-8ABF-4537-8E0A-701B9A939C79}">
      <dgm:prSet/>
      <dgm:spPr/>
      <dgm:t>
        <a:bodyPr/>
        <a:lstStyle/>
        <a:p>
          <a:endParaRPr lang="en-AU"/>
        </a:p>
      </dgm:t>
    </dgm:pt>
    <dgm:pt modelId="{5E220795-0225-42DF-B063-0BBD03747952}">
      <dgm:prSet phldrT="[Text]" phldr="0"/>
      <dgm:spPr>
        <a:solidFill>
          <a:schemeClr val="tx2">
            <a:lumMod val="75000"/>
            <a:lumOff val="25000"/>
          </a:schemeClr>
        </a:solidFill>
      </dgm:spPr>
      <dgm:t>
        <a:bodyPr/>
        <a:lstStyle/>
        <a:p>
          <a:r>
            <a:rPr lang="en-AU"/>
            <a:t>Design</a:t>
          </a:r>
        </a:p>
      </dgm:t>
    </dgm:pt>
    <dgm:pt modelId="{3BF46AEE-2B7F-47D2-8895-ACA63BBF056C}" type="parTrans" cxnId="{88B4B0A5-FC84-424B-97FC-DC619DA4AA3A}">
      <dgm:prSet/>
      <dgm:spPr/>
      <dgm:t>
        <a:bodyPr/>
        <a:lstStyle/>
        <a:p>
          <a:endParaRPr lang="en-AU"/>
        </a:p>
      </dgm:t>
    </dgm:pt>
    <dgm:pt modelId="{30757C95-E940-46B4-A63C-897D5D2EE18C}" type="sibTrans" cxnId="{88B4B0A5-FC84-424B-97FC-DC619DA4AA3A}">
      <dgm:prSet/>
      <dgm:spPr/>
      <dgm:t>
        <a:bodyPr/>
        <a:lstStyle/>
        <a:p>
          <a:endParaRPr lang="en-AU"/>
        </a:p>
      </dgm:t>
    </dgm:pt>
    <dgm:pt modelId="{802F07BC-ECAC-4E64-9E89-16BF0F6F2967}">
      <dgm:prSet phldrT="[Text]" phldr="0"/>
      <dgm:spPr>
        <a:solidFill>
          <a:schemeClr val="tx2">
            <a:lumMod val="75000"/>
            <a:lumOff val="25000"/>
          </a:schemeClr>
        </a:solidFill>
      </dgm:spPr>
      <dgm:t>
        <a:bodyPr/>
        <a:lstStyle/>
        <a:p>
          <a:r>
            <a:rPr lang="en-AU"/>
            <a:t>Delivery</a:t>
          </a:r>
        </a:p>
      </dgm:t>
    </dgm:pt>
    <dgm:pt modelId="{C8FCB997-01BB-407B-B078-620BE8AD7FD3}" type="parTrans" cxnId="{E7084011-18B5-48BD-A254-87D0498E3D91}">
      <dgm:prSet/>
      <dgm:spPr/>
      <dgm:t>
        <a:bodyPr/>
        <a:lstStyle/>
        <a:p>
          <a:endParaRPr lang="en-AU"/>
        </a:p>
      </dgm:t>
    </dgm:pt>
    <dgm:pt modelId="{F9F2160F-B111-4C0D-91AB-590D6109A6F3}" type="sibTrans" cxnId="{E7084011-18B5-48BD-A254-87D0498E3D91}">
      <dgm:prSet/>
      <dgm:spPr/>
      <dgm:t>
        <a:bodyPr/>
        <a:lstStyle/>
        <a:p>
          <a:endParaRPr lang="en-AU"/>
        </a:p>
      </dgm:t>
    </dgm:pt>
    <dgm:pt modelId="{CB4CCCC3-7370-4A48-B4F0-22A7925D32B5}">
      <dgm:prSet phldrT="[Text]" phldr="0"/>
      <dgm:spPr>
        <a:solidFill>
          <a:schemeClr val="tx2">
            <a:lumMod val="75000"/>
            <a:lumOff val="25000"/>
          </a:schemeClr>
        </a:solidFill>
      </dgm:spPr>
      <dgm:t>
        <a:bodyPr/>
        <a:lstStyle/>
        <a:p>
          <a:r>
            <a:rPr lang="en-AU"/>
            <a:t>Discovery</a:t>
          </a:r>
        </a:p>
      </dgm:t>
    </dgm:pt>
    <dgm:pt modelId="{0A6BB837-EE54-4C42-88BB-B7667B343DB9}" type="parTrans" cxnId="{1AF6DD57-F9BE-4AFC-88FA-34E7AA864238}">
      <dgm:prSet/>
      <dgm:spPr/>
      <dgm:t>
        <a:bodyPr/>
        <a:lstStyle/>
        <a:p>
          <a:endParaRPr lang="en-AU"/>
        </a:p>
      </dgm:t>
    </dgm:pt>
    <dgm:pt modelId="{270BE086-3E2D-4C3E-B2F0-B06DD74276E3}" type="sibTrans" cxnId="{1AF6DD57-F9BE-4AFC-88FA-34E7AA864238}">
      <dgm:prSet/>
      <dgm:spPr/>
      <dgm:t>
        <a:bodyPr/>
        <a:lstStyle/>
        <a:p>
          <a:endParaRPr lang="en-AU"/>
        </a:p>
      </dgm:t>
    </dgm:pt>
    <dgm:pt modelId="{73F84634-D3CD-451B-A2F8-6E423801CF02}">
      <dgm:prSet phldrT="[Text]" phldr="0"/>
      <dgm:spPr>
        <a:solidFill>
          <a:schemeClr val="tx2">
            <a:lumMod val="75000"/>
            <a:lumOff val="25000"/>
          </a:schemeClr>
        </a:solidFill>
      </dgm:spPr>
      <dgm:t>
        <a:bodyPr/>
        <a:lstStyle/>
        <a:p>
          <a:r>
            <a:rPr lang="en-AU"/>
            <a:t>Design</a:t>
          </a:r>
        </a:p>
      </dgm:t>
    </dgm:pt>
    <dgm:pt modelId="{18C4B1BD-11E2-43FF-A82D-D5B914B2DCC7}" type="parTrans" cxnId="{E0E1E548-AF76-45D4-A1D4-2A1315E42EB5}">
      <dgm:prSet/>
      <dgm:spPr/>
      <dgm:t>
        <a:bodyPr/>
        <a:lstStyle/>
        <a:p>
          <a:endParaRPr lang="en-AU"/>
        </a:p>
      </dgm:t>
    </dgm:pt>
    <dgm:pt modelId="{ED9B1AC2-8208-4E15-BA33-FFA728799BD3}" type="sibTrans" cxnId="{E0E1E548-AF76-45D4-A1D4-2A1315E42EB5}">
      <dgm:prSet/>
      <dgm:spPr/>
      <dgm:t>
        <a:bodyPr/>
        <a:lstStyle/>
        <a:p>
          <a:endParaRPr lang="en-AU"/>
        </a:p>
      </dgm:t>
    </dgm:pt>
    <dgm:pt modelId="{F97C641A-CDFD-4990-9902-7956CDBC2724}">
      <dgm:prSet phldrT="[Text]" phldr="0"/>
      <dgm:spPr>
        <a:solidFill>
          <a:schemeClr val="tx2">
            <a:lumMod val="75000"/>
            <a:lumOff val="25000"/>
          </a:schemeClr>
        </a:solidFill>
      </dgm:spPr>
      <dgm:t>
        <a:bodyPr/>
        <a:lstStyle/>
        <a:p>
          <a:r>
            <a:rPr lang="en-AU"/>
            <a:t>Delivery</a:t>
          </a:r>
        </a:p>
      </dgm:t>
    </dgm:pt>
    <dgm:pt modelId="{20348683-EB73-4EFF-BA48-2B803A1F1C4C}" type="parTrans" cxnId="{33B2D61C-FF6B-41E7-A768-BC1FA841DB4D}">
      <dgm:prSet/>
      <dgm:spPr/>
      <dgm:t>
        <a:bodyPr/>
        <a:lstStyle/>
        <a:p>
          <a:endParaRPr lang="en-AU"/>
        </a:p>
      </dgm:t>
    </dgm:pt>
    <dgm:pt modelId="{59FA6C65-7199-41C4-87CB-DB40A5CDDC1D}" type="sibTrans" cxnId="{33B2D61C-FF6B-41E7-A768-BC1FA841DB4D}">
      <dgm:prSet/>
      <dgm:spPr/>
      <dgm:t>
        <a:bodyPr/>
        <a:lstStyle/>
        <a:p>
          <a:endParaRPr lang="en-AU"/>
        </a:p>
      </dgm:t>
    </dgm:pt>
    <dgm:pt modelId="{8121365C-0E5F-46FD-99B3-A0710F6DD8BD}">
      <dgm:prSet phldrT="[Text]" phldr="0"/>
      <dgm:spPr>
        <a:solidFill>
          <a:schemeClr val="tx2">
            <a:lumMod val="75000"/>
            <a:lumOff val="25000"/>
          </a:schemeClr>
        </a:solidFill>
      </dgm:spPr>
      <dgm:t>
        <a:bodyPr/>
        <a:lstStyle/>
        <a:p>
          <a:r>
            <a:rPr lang="en-AU"/>
            <a:t>Design</a:t>
          </a:r>
        </a:p>
      </dgm:t>
    </dgm:pt>
    <dgm:pt modelId="{C6AE7227-753A-4CF6-A17C-2204C6059E4B}" type="parTrans" cxnId="{F63ACCED-EAE4-49C7-84BB-52B15598D5CD}">
      <dgm:prSet/>
      <dgm:spPr/>
      <dgm:t>
        <a:bodyPr/>
        <a:lstStyle/>
        <a:p>
          <a:endParaRPr lang="en-AU"/>
        </a:p>
      </dgm:t>
    </dgm:pt>
    <dgm:pt modelId="{2E307615-B0C7-4847-8728-208875E0F83C}" type="sibTrans" cxnId="{F63ACCED-EAE4-49C7-84BB-52B15598D5CD}">
      <dgm:prSet/>
      <dgm:spPr/>
      <dgm:t>
        <a:bodyPr/>
        <a:lstStyle/>
        <a:p>
          <a:endParaRPr lang="en-AU"/>
        </a:p>
      </dgm:t>
    </dgm:pt>
    <dgm:pt modelId="{0D031FDC-43B8-47E1-BCC6-A8973DFD5478}">
      <dgm:prSet phldrT="[Text]" phldr="0"/>
      <dgm:spPr>
        <a:solidFill>
          <a:schemeClr val="tx2">
            <a:lumMod val="75000"/>
            <a:lumOff val="25000"/>
          </a:schemeClr>
        </a:solidFill>
      </dgm:spPr>
      <dgm:t>
        <a:bodyPr/>
        <a:lstStyle/>
        <a:p>
          <a:r>
            <a:rPr lang="en-AU"/>
            <a:t>Discovery</a:t>
          </a:r>
        </a:p>
      </dgm:t>
    </dgm:pt>
    <dgm:pt modelId="{5B8C2E90-EDD6-4FA6-ACDA-CBFF4905C18C}" type="parTrans" cxnId="{B34B6A21-70A2-45D4-BE65-72AA3B9B9C7A}">
      <dgm:prSet/>
      <dgm:spPr/>
      <dgm:t>
        <a:bodyPr/>
        <a:lstStyle/>
        <a:p>
          <a:endParaRPr lang="en-AU"/>
        </a:p>
      </dgm:t>
    </dgm:pt>
    <dgm:pt modelId="{4DBF6A5D-4A05-48DD-AEF2-9CC1524E0D66}" type="sibTrans" cxnId="{B34B6A21-70A2-45D4-BE65-72AA3B9B9C7A}">
      <dgm:prSet/>
      <dgm:spPr/>
      <dgm:t>
        <a:bodyPr/>
        <a:lstStyle/>
        <a:p>
          <a:endParaRPr lang="en-AU"/>
        </a:p>
      </dgm:t>
    </dgm:pt>
    <dgm:pt modelId="{0C9040A8-BA72-4DD7-8063-4842E011A0DF}">
      <dgm:prSet phldrT="[Text]" phldr="0"/>
      <dgm:spPr>
        <a:solidFill>
          <a:schemeClr val="tx2">
            <a:lumMod val="75000"/>
            <a:lumOff val="25000"/>
          </a:schemeClr>
        </a:solidFill>
      </dgm:spPr>
      <dgm:t>
        <a:bodyPr/>
        <a:lstStyle/>
        <a:p>
          <a:r>
            <a:rPr lang="en-AU"/>
            <a:t>Design</a:t>
          </a:r>
        </a:p>
      </dgm:t>
    </dgm:pt>
    <dgm:pt modelId="{8B56DAED-FB8A-492E-B70D-07B9289798B8}" type="parTrans" cxnId="{A9E27DFA-72F5-4870-BF16-8B451E61C72D}">
      <dgm:prSet/>
      <dgm:spPr/>
      <dgm:t>
        <a:bodyPr/>
        <a:lstStyle/>
        <a:p>
          <a:endParaRPr lang="en-AU"/>
        </a:p>
      </dgm:t>
    </dgm:pt>
    <dgm:pt modelId="{989C64B9-E211-4BDA-8B72-36A6E157C45C}" type="sibTrans" cxnId="{A9E27DFA-72F5-4870-BF16-8B451E61C72D}">
      <dgm:prSet/>
      <dgm:spPr/>
      <dgm:t>
        <a:bodyPr/>
        <a:lstStyle/>
        <a:p>
          <a:endParaRPr lang="en-AU"/>
        </a:p>
      </dgm:t>
    </dgm:pt>
    <dgm:pt modelId="{41137F2A-9002-4CAD-9B35-14295F57C0BB}">
      <dgm:prSet phldrT="[Text]" phldr="0"/>
      <dgm:spPr>
        <a:solidFill>
          <a:schemeClr val="tx2">
            <a:lumMod val="75000"/>
            <a:lumOff val="25000"/>
          </a:schemeClr>
        </a:solidFill>
      </dgm:spPr>
      <dgm:t>
        <a:bodyPr/>
        <a:lstStyle/>
        <a:p>
          <a:r>
            <a:rPr lang="en-AU"/>
            <a:t>Delivery</a:t>
          </a:r>
        </a:p>
      </dgm:t>
    </dgm:pt>
    <dgm:pt modelId="{BD8B8223-0EA7-4365-B508-90434848BC08}" type="parTrans" cxnId="{409EE173-EA65-4AB7-B5BB-16B3536CC2D4}">
      <dgm:prSet/>
      <dgm:spPr/>
      <dgm:t>
        <a:bodyPr/>
        <a:lstStyle/>
        <a:p>
          <a:endParaRPr lang="en-AU"/>
        </a:p>
      </dgm:t>
    </dgm:pt>
    <dgm:pt modelId="{6F2E88A3-1EE4-44AC-B7B6-FA1B6F5F4222}" type="sibTrans" cxnId="{409EE173-EA65-4AB7-B5BB-16B3536CC2D4}">
      <dgm:prSet/>
      <dgm:spPr/>
      <dgm:t>
        <a:bodyPr/>
        <a:lstStyle/>
        <a:p>
          <a:endParaRPr lang="en-AU"/>
        </a:p>
      </dgm:t>
    </dgm:pt>
    <dgm:pt modelId="{9D32F532-C24E-4B0D-9A77-E5C3937B67F6}">
      <dgm:prSet phldrT="[Text]" phldr="0"/>
      <dgm:spPr>
        <a:solidFill>
          <a:schemeClr val="tx2">
            <a:lumMod val="75000"/>
            <a:lumOff val="25000"/>
          </a:schemeClr>
        </a:solidFill>
      </dgm:spPr>
      <dgm:t>
        <a:bodyPr/>
        <a:lstStyle/>
        <a:p>
          <a:r>
            <a:rPr lang="en-AU"/>
            <a:t>Delivery</a:t>
          </a:r>
        </a:p>
      </dgm:t>
    </dgm:pt>
    <dgm:pt modelId="{96E8C4D9-23BF-472C-9339-07BB60C08429}" type="parTrans" cxnId="{A918E985-ADF6-4EED-9917-5B1FB7462928}">
      <dgm:prSet/>
      <dgm:spPr/>
      <dgm:t>
        <a:bodyPr/>
        <a:lstStyle/>
        <a:p>
          <a:endParaRPr lang="en-AU"/>
        </a:p>
      </dgm:t>
    </dgm:pt>
    <dgm:pt modelId="{98D371C2-B05B-4225-9E4A-9A463B6DE4EE}" type="sibTrans" cxnId="{A918E985-ADF6-4EED-9917-5B1FB7462928}">
      <dgm:prSet/>
      <dgm:spPr/>
      <dgm:t>
        <a:bodyPr/>
        <a:lstStyle/>
        <a:p>
          <a:endParaRPr lang="en-AU"/>
        </a:p>
      </dgm:t>
    </dgm:pt>
    <dgm:pt modelId="{AAFCC0BE-0CDF-42CC-BCEA-4C2BAD34DA7C}">
      <dgm:prSet phldrT="[Text]" phldr="0"/>
      <dgm:spPr>
        <a:solidFill>
          <a:schemeClr val="tx2">
            <a:lumMod val="75000"/>
            <a:lumOff val="25000"/>
          </a:schemeClr>
        </a:solidFill>
      </dgm:spPr>
      <dgm:t>
        <a:bodyPr/>
        <a:lstStyle/>
        <a:p>
          <a:r>
            <a:rPr lang="en-AU"/>
            <a:t>Transition</a:t>
          </a:r>
        </a:p>
      </dgm:t>
    </dgm:pt>
    <dgm:pt modelId="{5654A7EF-41F9-42AD-9F91-DD9C6CFE1556}" type="parTrans" cxnId="{170B4D31-A614-4E1B-BDBB-4F433CE48BDA}">
      <dgm:prSet/>
      <dgm:spPr/>
      <dgm:t>
        <a:bodyPr/>
        <a:lstStyle/>
        <a:p>
          <a:endParaRPr lang="en-AU"/>
        </a:p>
      </dgm:t>
    </dgm:pt>
    <dgm:pt modelId="{7B44068E-0D1C-41DD-958E-A12568C7D036}" type="sibTrans" cxnId="{170B4D31-A614-4E1B-BDBB-4F433CE48BDA}">
      <dgm:prSet/>
      <dgm:spPr/>
      <dgm:t>
        <a:bodyPr/>
        <a:lstStyle/>
        <a:p>
          <a:endParaRPr lang="en-AU"/>
        </a:p>
      </dgm:t>
    </dgm:pt>
    <dgm:pt modelId="{AA19D035-1D94-4AF4-9756-7B7383725355}">
      <dgm:prSet phldrT="[Text]" phldr="0"/>
      <dgm:spPr>
        <a:solidFill>
          <a:schemeClr val="tx2">
            <a:lumMod val="75000"/>
            <a:lumOff val="25000"/>
          </a:schemeClr>
        </a:solidFill>
      </dgm:spPr>
      <dgm:t>
        <a:bodyPr/>
        <a:lstStyle/>
        <a:p>
          <a:r>
            <a:rPr lang="en-AU"/>
            <a:t>Transition</a:t>
          </a:r>
        </a:p>
      </dgm:t>
    </dgm:pt>
    <dgm:pt modelId="{0C10F2A3-7F4D-48D4-9599-6AF7B6E53561}" type="parTrans" cxnId="{EB8602E5-9C97-485C-AC60-9127D9528402}">
      <dgm:prSet/>
      <dgm:spPr/>
      <dgm:t>
        <a:bodyPr/>
        <a:lstStyle/>
        <a:p>
          <a:endParaRPr lang="en-AU"/>
        </a:p>
      </dgm:t>
    </dgm:pt>
    <dgm:pt modelId="{BFFEBB7D-7BED-46AF-89C5-E9122A1F72F9}" type="sibTrans" cxnId="{EB8602E5-9C97-485C-AC60-9127D9528402}">
      <dgm:prSet/>
      <dgm:spPr/>
      <dgm:t>
        <a:bodyPr/>
        <a:lstStyle/>
        <a:p>
          <a:endParaRPr lang="en-AU"/>
        </a:p>
      </dgm:t>
    </dgm:pt>
    <dgm:pt modelId="{0FF035F1-56B8-43E6-9783-C2769DE5F719}">
      <dgm:prSet phldrT="[Text]" phldr="0"/>
      <dgm:spPr>
        <a:solidFill>
          <a:schemeClr val="tx2">
            <a:lumMod val="75000"/>
            <a:lumOff val="25000"/>
          </a:schemeClr>
        </a:solidFill>
      </dgm:spPr>
      <dgm:t>
        <a:bodyPr/>
        <a:lstStyle/>
        <a:p>
          <a:r>
            <a:rPr lang="en-AU"/>
            <a:t>Transition</a:t>
          </a:r>
        </a:p>
      </dgm:t>
    </dgm:pt>
    <dgm:pt modelId="{E3EEEF21-92B3-42F1-8808-0BC4C1154F7F}" type="parTrans" cxnId="{5AEF8F24-7000-4C2D-A870-ABFE3C2C5B1F}">
      <dgm:prSet/>
      <dgm:spPr/>
      <dgm:t>
        <a:bodyPr/>
        <a:lstStyle/>
        <a:p>
          <a:endParaRPr lang="en-AU"/>
        </a:p>
      </dgm:t>
    </dgm:pt>
    <dgm:pt modelId="{29E3036D-8B7F-483A-8133-F8465F2D505B}" type="sibTrans" cxnId="{5AEF8F24-7000-4C2D-A870-ABFE3C2C5B1F}">
      <dgm:prSet/>
      <dgm:spPr/>
      <dgm:t>
        <a:bodyPr/>
        <a:lstStyle/>
        <a:p>
          <a:endParaRPr lang="en-AU"/>
        </a:p>
      </dgm:t>
    </dgm:pt>
    <dgm:pt modelId="{8B3DD3E5-3777-422B-82FA-D0A86022C98C}">
      <dgm:prSet phldrT="[Text]" phldr="0"/>
      <dgm:spPr>
        <a:solidFill>
          <a:schemeClr val="tx2">
            <a:lumMod val="75000"/>
            <a:lumOff val="25000"/>
          </a:schemeClr>
        </a:solidFill>
      </dgm:spPr>
      <dgm:t>
        <a:bodyPr/>
        <a:lstStyle/>
        <a:p>
          <a:r>
            <a:rPr lang="en-AU"/>
            <a:t>Discovery</a:t>
          </a:r>
        </a:p>
      </dgm:t>
    </dgm:pt>
    <dgm:pt modelId="{C71C1068-6F66-4806-BF3E-C0ABC32DB9CD}" type="parTrans" cxnId="{0D208A47-3531-46B2-81F4-CC354BEFCCB4}">
      <dgm:prSet/>
      <dgm:spPr/>
      <dgm:t>
        <a:bodyPr/>
        <a:lstStyle/>
        <a:p>
          <a:endParaRPr lang="en-AU"/>
        </a:p>
      </dgm:t>
    </dgm:pt>
    <dgm:pt modelId="{511BE736-4B5A-4E6C-9663-45AC9BB06A90}" type="sibTrans" cxnId="{0D208A47-3531-46B2-81F4-CC354BEFCCB4}">
      <dgm:prSet/>
      <dgm:spPr/>
      <dgm:t>
        <a:bodyPr/>
        <a:lstStyle/>
        <a:p>
          <a:endParaRPr lang="en-AU"/>
        </a:p>
      </dgm:t>
    </dgm:pt>
    <dgm:pt modelId="{5BFB97B4-B087-41CF-934F-30A1F32494DE}">
      <dgm:prSet phldrT="[Text]" phldr="0"/>
      <dgm:spPr>
        <a:solidFill>
          <a:schemeClr val="tx2">
            <a:lumMod val="75000"/>
            <a:lumOff val="25000"/>
          </a:schemeClr>
        </a:solidFill>
      </dgm:spPr>
      <dgm:t>
        <a:bodyPr/>
        <a:lstStyle/>
        <a:p>
          <a:r>
            <a:rPr lang="en-AU"/>
            <a:t>Design</a:t>
          </a:r>
        </a:p>
      </dgm:t>
    </dgm:pt>
    <dgm:pt modelId="{22D34FF9-DFD2-447C-9554-F821C4DA06DC}" type="parTrans" cxnId="{DE8B4829-495A-4D88-97E0-F7459687D874}">
      <dgm:prSet/>
      <dgm:spPr/>
      <dgm:t>
        <a:bodyPr/>
        <a:lstStyle/>
        <a:p>
          <a:endParaRPr lang="en-AU"/>
        </a:p>
      </dgm:t>
    </dgm:pt>
    <dgm:pt modelId="{6404B3FE-A9A2-44A1-9B60-3C8B125569FA}" type="sibTrans" cxnId="{DE8B4829-495A-4D88-97E0-F7459687D874}">
      <dgm:prSet/>
      <dgm:spPr/>
      <dgm:t>
        <a:bodyPr/>
        <a:lstStyle/>
        <a:p>
          <a:endParaRPr lang="en-AU"/>
        </a:p>
      </dgm:t>
    </dgm:pt>
    <dgm:pt modelId="{164106AA-0B9B-496D-87E5-F4DCB8BDCBC0}">
      <dgm:prSet phldrT="[Text]" phldr="0"/>
      <dgm:spPr>
        <a:solidFill>
          <a:schemeClr val="tx2">
            <a:lumMod val="75000"/>
            <a:lumOff val="25000"/>
          </a:schemeClr>
        </a:solidFill>
      </dgm:spPr>
      <dgm:t>
        <a:bodyPr/>
        <a:lstStyle/>
        <a:p>
          <a:r>
            <a:rPr lang="en-AU"/>
            <a:t>Delivery</a:t>
          </a:r>
        </a:p>
      </dgm:t>
    </dgm:pt>
    <dgm:pt modelId="{2A235F8A-27C3-4172-B82B-345028F7B28C}" type="parTrans" cxnId="{BF1D4875-C946-46D7-9F03-A6A2A65691FF}">
      <dgm:prSet/>
      <dgm:spPr/>
      <dgm:t>
        <a:bodyPr/>
        <a:lstStyle/>
        <a:p>
          <a:endParaRPr lang="en-AU"/>
        </a:p>
      </dgm:t>
    </dgm:pt>
    <dgm:pt modelId="{EA2E847C-B769-47C7-A998-E6722B7505DE}" type="sibTrans" cxnId="{BF1D4875-C946-46D7-9F03-A6A2A65691FF}">
      <dgm:prSet/>
      <dgm:spPr/>
      <dgm:t>
        <a:bodyPr/>
        <a:lstStyle/>
        <a:p>
          <a:endParaRPr lang="en-AU"/>
        </a:p>
      </dgm:t>
    </dgm:pt>
    <dgm:pt modelId="{662BA738-A49A-45B7-BD9F-963D5BFE2AA3}">
      <dgm:prSet phldrT="[Text]" phldr="0"/>
      <dgm:spPr>
        <a:solidFill>
          <a:schemeClr val="tx2">
            <a:lumMod val="75000"/>
            <a:lumOff val="25000"/>
          </a:schemeClr>
        </a:solidFill>
      </dgm:spPr>
      <dgm:t>
        <a:bodyPr/>
        <a:lstStyle/>
        <a:p>
          <a:r>
            <a:rPr lang="en-AU"/>
            <a:t>Transition</a:t>
          </a:r>
        </a:p>
      </dgm:t>
    </dgm:pt>
    <dgm:pt modelId="{01FB969B-7F30-4863-B64E-E2C4AB14BDE0}" type="parTrans" cxnId="{93EEEB34-D8AE-477B-ACC1-7EED1D5AE002}">
      <dgm:prSet/>
      <dgm:spPr/>
      <dgm:t>
        <a:bodyPr/>
        <a:lstStyle/>
        <a:p>
          <a:endParaRPr lang="en-AU"/>
        </a:p>
      </dgm:t>
    </dgm:pt>
    <dgm:pt modelId="{62865B7B-6FC1-434B-903C-3ADCF2C05591}" type="sibTrans" cxnId="{93EEEB34-D8AE-477B-ACC1-7EED1D5AE002}">
      <dgm:prSet/>
      <dgm:spPr/>
      <dgm:t>
        <a:bodyPr/>
        <a:lstStyle/>
        <a:p>
          <a:endParaRPr lang="en-AU"/>
        </a:p>
      </dgm:t>
    </dgm:pt>
    <dgm:pt modelId="{5A68F8F8-906C-4E3D-9CB8-991E635B212F}">
      <dgm:prSet phldrT="[Text]" phldr="0"/>
      <dgm:spPr>
        <a:solidFill>
          <a:schemeClr val="bg2">
            <a:lumMod val="75000"/>
          </a:schemeClr>
        </a:solidFill>
      </dgm:spPr>
      <dgm:t>
        <a:bodyPr/>
        <a:lstStyle/>
        <a:p>
          <a:r>
            <a:rPr lang="en-AU" dirty="0"/>
            <a:t>Business Customer Assessment</a:t>
          </a:r>
        </a:p>
      </dgm:t>
    </dgm:pt>
    <dgm:pt modelId="{66A70551-8B64-445F-8F43-CA0E4EC11071}" type="parTrans" cxnId="{CBDAA2C5-9031-4C65-8C95-253E3196739D}">
      <dgm:prSet/>
      <dgm:spPr/>
      <dgm:t>
        <a:bodyPr/>
        <a:lstStyle/>
        <a:p>
          <a:endParaRPr lang="en-AU"/>
        </a:p>
      </dgm:t>
    </dgm:pt>
    <dgm:pt modelId="{FFBFDA3C-F1BD-48F8-A77D-3419B729A2A0}" type="sibTrans" cxnId="{CBDAA2C5-9031-4C65-8C95-253E3196739D}">
      <dgm:prSet/>
      <dgm:spPr/>
      <dgm:t>
        <a:bodyPr/>
        <a:lstStyle/>
        <a:p>
          <a:endParaRPr lang="en-AU"/>
        </a:p>
      </dgm:t>
    </dgm:pt>
    <dgm:pt modelId="{A9F6DB2C-86BD-4E2F-96DB-98260C2DFCC7}">
      <dgm:prSet phldrT="[Text]" phldr="0"/>
      <dgm:spPr>
        <a:solidFill>
          <a:schemeClr val="bg2">
            <a:lumMod val="75000"/>
          </a:schemeClr>
        </a:solidFill>
      </dgm:spPr>
      <dgm:t>
        <a:bodyPr/>
        <a:lstStyle/>
        <a:p>
          <a:r>
            <a:rPr lang="en-AU" dirty="0"/>
            <a:t>Data Ownership Assessment</a:t>
          </a:r>
        </a:p>
      </dgm:t>
    </dgm:pt>
    <dgm:pt modelId="{3607B6A2-62EB-4C14-9CB4-8952E1C52DF3}" type="parTrans" cxnId="{584C23C4-0EDB-4371-911A-EA552132EB72}">
      <dgm:prSet/>
      <dgm:spPr/>
      <dgm:t>
        <a:bodyPr/>
        <a:lstStyle/>
        <a:p>
          <a:endParaRPr lang="en-AU"/>
        </a:p>
      </dgm:t>
    </dgm:pt>
    <dgm:pt modelId="{36FADF34-3D23-4F50-8C51-5276524D273C}" type="sibTrans" cxnId="{584C23C4-0EDB-4371-911A-EA552132EB72}">
      <dgm:prSet/>
      <dgm:spPr/>
      <dgm:t>
        <a:bodyPr/>
        <a:lstStyle/>
        <a:p>
          <a:endParaRPr lang="en-AU"/>
        </a:p>
      </dgm:t>
    </dgm:pt>
    <dgm:pt modelId="{56518673-4F24-4F55-AE26-A9B21F9C211A}">
      <dgm:prSet phldrT="[Text]" phldr="0"/>
      <dgm:spPr>
        <a:solidFill>
          <a:schemeClr val="bg2">
            <a:lumMod val="75000"/>
          </a:schemeClr>
        </a:solidFill>
      </dgm:spPr>
      <dgm:t>
        <a:bodyPr/>
        <a:lstStyle/>
        <a:p>
          <a:r>
            <a:rPr lang="en-AU"/>
            <a:t>Governance Model</a:t>
          </a:r>
        </a:p>
      </dgm:t>
    </dgm:pt>
    <dgm:pt modelId="{A0F915A4-E74D-4381-B93A-E4033244ECD2}" type="parTrans" cxnId="{A2F8045A-11BC-4AD9-91F8-79B8AA7CDD7B}">
      <dgm:prSet/>
      <dgm:spPr/>
      <dgm:t>
        <a:bodyPr/>
        <a:lstStyle/>
        <a:p>
          <a:endParaRPr lang="en-AU"/>
        </a:p>
      </dgm:t>
    </dgm:pt>
    <dgm:pt modelId="{65A9A017-C7C7-4724-AE9B-837B60A07F53}" type="sibTrans" cxnId="{A2F8045A-11BC-4AD9-91F8-79B8AA7CDD7B}">
      <dgm:prSet/>
      <dgm:spPr/>
      <dgm:t>
        <a:bodyPr/>
        <a:lstStyle/>
        <a:p>
          <a:endParaRPr lang="en-AU"/>
        </a:p>
      </dgm:t>
    </dgm:pt>
    <dgm:pt modelId="{EEBB306B-8FFE-4FE9-BFEB-62E606321AD3}">
      <dgm:prSet phldrT="[Text]" phldr="0"/>
      <dgm:spPr>
        <a:solidFill>
          <a:schemeClr val="bg2">
            <a:lumMod val="75000"/>
          </a:schemeClr>
        </a:solidFill>
      </dgm:spPr>
      <dgm:t>
        <a:bodyPr/>
        <a:lstStyle/>
        <a:p>
          <a:r>
            <a:rPr lang="en-AU" dirty="0"/>
            <a:t>Business Customer Data Model</a:t>
          </a:r>
        </a:p>
      </dgm:t>
    </dgm:pt>
    <dgm:pt modelId="{4C8AFC1B-E775-495B-AD8C-2611BC6D5CEF}" type="parTrans" cxnId="{7004AE03-DCDD-48AB-A4A3-8A5537DF9814}">
      <dgm:prSet/>
      <dgm:spPr/>
      <dgm:t>
        <a:bodyPr/>
        <a:lstStyle/>
        <a:p>
          <a:endParaRPr lang="en-AU"/>
        </a:p>
      </dgm:t>
    </dgm:pt>
    <dgm:pt modelId="{2A4AFEEC-D26C-440C-9C5C-5AE3286B756A}" type="sibTrans" cxnId="{7004AE03-DCDD-48AB-A4A3-8A5537DF9814}">
      <dgm:prSet/>
      <dgm:spPr/>
      <dgm:t>
        <a:bodyPr/>
        <a:lstStyle/>
        <a:p>
          <a:endParaRPr lang="en-AU"/>
        </a:p>
      </dgm:t>
    </dgm:pt>
    <dgm:pt modelId="{EA317B2D-5453-4BBD-8D75-FE30E28DA8C2}">
      <dgm:prSet phldrT="[Text]" phldr="0"/>
      <dgm:spPr>
        <a:solidFill>
          <a:schemeClr val="bg2">
            <a:lumMod val="75000"/>
          </a:schemeClr>
        </a:solidFill>
      </dgm:spPr>
      <dgm:t>
        <a:bodyPr/>
        <a:lstStyle/>
        <a:p>
          <a:r>
            <a:rPr lang="en-AU"/>
            <a:t>Governance Controls</a:t>
          </a:r>
        </a:p>
      </dgm:t>
    </dgm:pt>
    <dgm:pt modelId="{3D1EA3EE-B119-4379-AC02-B56E32B2D6BE}" type="parTrans" cxnId="{5C8074A2-7F22-4D98-94E3-318EF1F8090D}">
      <dgm:prSet/>
      <dgm:spPr/>
      <dgm:t>
        <a:bodyPr/>
        <a:lstStyle/>
        <a:p>
          <a:endParaRPr lang="en-AU"/>
        </a:p>
      </dgm:t>
    </dgm:pt>
    <dgm:pt modelId="{43B6AD9B-32B8-40A6-9261-FF000927F50B}" type="sibTrans" cxnId="{5C8074A2-7F22-4D98-94E3-318EF1F8090D}">
      <dgm:prSet/>
      <dgm:spPr/>
      <dgm:t>
        <a:bodyPr/>
        <a:lstStyle/>
        <a:p>
          <a:endParaRPr lang="en-AU"/>
        </a:p>
      </dgm:t>
    </dgm:pt>
    <dgm:pt modelId="{7F84ED96-FDB5-41E8-ADFF-79F3585EB7CF}">
      <dgm:prSet phldrT="[Text]" phldr="0"/>
      <dgm:spPr>
        <a:solidFill>
          <a:schemeClr val="bg2">
            <a:lumMod val="75000"/>
          </a:schemeClr>
        </a:solidFill>
      </dgm:spPr>
      <dgm:t>
        <a:bodyPr/>
        <a:lstStyle/>
        <a:p>
          <a:r>
            <a:rPr lang="en-AU"/>
            <a:t>Data Standards</a:t>
          </a:r>
        </a:p>
      </dgm:t>
    </dgm:pt>
    <dgm:pt modelId="{E57B40DD-1A3B-4F4C-9685-7653760DCCD9}" type="parTrans" cxnId="{491D778D-FEBF-4F61-BE54-88AD5DD12223}">
      <dgm:prSet/>
      <dgm:spPr/>
      <dgm:t>
        <a:bodyPr/>
        <a:lstStyle/>
        <a:p>
          <a:endParaRPr lang="en-AU"/>
        </a:p>
      </dgm:t>
    </dgm:pt>
    <dgm:pt modelId="{97EF8AAC-1CC2-457B-97E5-E66B11CBED4B}" type="sibTrans" cxnId="{491D778D-FEBF-4F61-BE54-88AD5DD12223}">
      <dgm:prSet/>
      <dgm:spPr/>
      <dgm:t>
        <a:bodyPr/>
        <a:lstStyle/>
        <a:p>
          <a:endParaRPr lang="en-AU"/>
        </a:p>
      </dgm:t>
    </dgm:pt>
    <dgm:pt modelId="{2ED8BA49-A079-4726-8958-11387D0DEE8F}">
      <dgm:prSet phldrT="[Text]" phldr="0"/>
      <dgm:spPr>
        <a:solidFill>
          <a:schemeClr val="bg2">
            <a:lumMod val="75000"/>
          </a:schemeClr>
        </a:solidFill>
      </dgm:spPr>
      <dgm:t>
        <a:bodyPr/>
        <a:lstStyle/>
        <a:p>
          <a:r>
            <a:rPr lang="en-AU"/>
            <a:t>Adoption Plan</a:t>
          </a:r>
        </a:p>
      </dgm:t>
    </dgm:pt>
    <dgm:pt modelId="{758AB390-FD51-477E-886C-8E93E74C60A1}" type="parTrans" cxnId="{F813AF76-B962-4940-9B54-B4ECC94BAFDC}">
      <dgm:prSet/>
      <dgm:spPr/>
      <dgm:t>
        <a:bodyPr/>
        <a:lstStyle/>
        <a:p>
          <a:endParaRPr lang="en-AU"/>
        </a:p>
      </dgm:t>
    </dgm:pt>
    <dgm:pt modelId="{74888E07-196A-45B5-B48D-80E8F7BAC03D}" type="sibTrans" cxnId="{F813AF76-B962-4940-9B54-B4ECC94BAFDC}">
      <dgm:prSet/>
      <dgm:spPr/>
      <dgm:t>
        <a:bodyPr/>
        <a:lstStyle/>
        <a:p>
          <a:endParaRPr lang="en-AU"/>
        </a:p>
      </dgm:t>
    </dgm:pt>
    <dgm:pt modelId="{D8E4F52D-0D5D-4F4E-BB45-0C2DD069CA87}">
      <dgm:prSet phldrT="[Text]" phldr="0"/>
      <dgm:spPr>
        <a:solidFill>
          <a:schemeClr val="bg2">
            <a:lumMod val="25000"/>
          </a:schemeClr>
        </a:solidFill>
      </dgm:spPr>
      <dgm:t>
        <a:bodyPr/>
        <a:lstStyle/>
        <a:p>
          <a:r>
            <a:rPr lang="en-AU" dirty="0"/>
            <a:t>Customer Discovery</a:t>
          </a:r>
        </a:p>
      </dgm:t>
    </dgm:pt>
    <dgm:pt modelId="{4BB094FC-40DD-40C6-AED6-F6991D34522B}" type="parTrans" cxnId="{F61A0209-B073-4377-AA4A-9187EF3270AA}">
      <dgm:prSet/>
      <dgm:spPr/>
      <dgm:t>
        <a:bodyPr/>
        <a:lstStyle/>
        <a:p>
          <a:endParaRPr lang="en-AU"/>
        </a:p>
      </dgm:t>
    </dgm:pt>
    <dgm:pt modelId="{8990DEE9-219A-49EE-8913-D6B5F85D4C94}" type="sibTrans" cxnId="{F61A0209-B073-4377-AA4A-9187EF3270AA}">
      <dgm:prSet/>
      <dgm:spPr/>
      <dgm:t>
        <a:bodyPr/>
        <a:lstStyle/>
        <a:p>
          <a:endParaRPr lang="en-AU"/>
        </a:p>
      </dgm:t>
    </dgm:pt>
    <dgm:pt modelId="{DBC98096-5E5A-4914-87B1-DFF13B674A48}">
      <dgm:prSet phldrT="[Text]" phldr="0"/>
      <dgm:spPr>
        <a:solidFill>
          <a:schemeClr val="bg2">
            <a:lumMod val="75000"/>
          </a:schemeClr>
        </a:solidFill>
      </dgm:spPr>
      <dgm:t>
        <a:bodyPr/>
        <a:lstStyle/>
        <a:p>
          <a:r>
            <a:rPr lang="en-AU"/>
            <a:t>CRM Requirement Specification</a:t>
          </a:r>
        </a:p>
      </dgm:t>
    </dgm:pt>
    <dgm:pt modelId="{9C7623DD-0551-431D-9642-5C36F87AA62E}" type="parTrans" cxnId="{5FF52D0A-E9B7-4CD5-9916-CE7838A3C5A5}">
      <dgm:prSet/>
      <dgm:spPr/>
      <dgm:t>
        <a:bodyPr/>
        <a:lstStyle/>
        <a:p>
          <a:endParaRPr lang="en-AU"/>
        </a:p>
      </dgm:t>
    </dgm:pt>
    <dgm:pt modelId="{98C40A68-A9EA-4AC9-96E6-FF6020CF12F0}" type="sibTrans" cxnId="{5FF52D0A-E9B7-4CD5-9916-CE7838A3C5A5}">
      <dgm:prSet/>
      <dgm:spPr/>
      <dgm:t>
        <a:bodyPr/>
        <a:lstStyle/>
        <a:p>
          <a:endParaRPr lang="en-AU"/>
        </a:p>
      </dgm:t>
    </dgm:pt>
    <dgm:pt modelId="{373DEB0C-2825-4504-8A71-39E1F1811FB9}">
      <dgm:prSet phldrT="[Text]" phldr="0"/>
      <dgm:spPr>
        <a:solidFill>
          <a:schemeClr val="bg2">
            <a:lumMod val="75000"/>
          </a:schemeClr>
        </a:solidFill>
      </dgm:spPr>
      <dgm:t>
        <a:bodyPr/>
        <a:lstStyle/>
        <a:p>
          <a:r>
            <a:rPr lang="en-AU"/>
            <a:t>CRM Backlog</a:t>
          </a:r>
        </a:p>
      </dgm:t>
    </dgm:pt>
    <dgm:pt modelId="{E1FB2882-E17E-4ED7-B684-9A6320CCDB76}" type="parTrans" cxnId="{4231D6D5-5272-4BF0-8ED9-710C344D43E7}">
      <dgm:prSet/>
      <dgm:spPr/>
      <dgm:t>
        <a:bodyPr/>
        <a:lstStyle/>
        <a:p>
          <a:endParaRPr lang="en-AU"/>
        </a:p>
      </dgm:t>
    </dgm:pt>
    <dgm:pt modelId="{CDC49745-F567-4B9C-85CD-F13ACA3369F5}" type="sibTrans" cxnId="{4231D6D5-5272-4BF0-8ED9-710C344D43E7}">
      <dgm:prSet/>
      <dgm:spPr/>
      <dgm:t>
        <a:bodyPr/>
        <a:lstStyle/>
        <a:p>
          <a:endParaRPr lang="en-AU"/>
        </a:p>
      </dgm:t>
    </dgm:pt>
    <dgm:pt modelId="{1C902260-A6B0-46D5-B11B-7808D5D30EA4}">
      <dgm:prSet phldrT="[Text]" phldr="0"/>
      <dgm:spPr>
        <a:solidFill>
          <a:schemeClr val="bg2">
            <a:lumMod val="75000"/>
          </a:schemeClr>
        </a:solidFill>
      </dgm:spPr>
      <dgm:t>
        <a:bodyPr/>
        <a:lstStyle/>
        <a:p>
          <a:r>
            <a:rPr lang="en-AU"/>
            <a:t>Procurement Inputs</a:t>
          </a:r>
        </a:p>
      </dgm:t>
    </dgm:pt>
    <dgm:pt modelId="{C6565496-A36B-42F9-BD0D-AA4F5391898E}" type="parTrans" cxnId="{EFC2FB3E-DFFE-4BE6-AAB1-AF323535BA0B}">
      <dgm:prSet/>
      <dgm:spPr/>
      <dgm:t>
        <a:bodyPr/>
        <a:lstStyle/>
        <a:p>
          <a:endParaRPr lang="en-AU"/>
        </a:p>
      </dgm:t>
    </dgm:pt>
    <dgm:pt modelId="{27E96788-4B22-4457-97B6-D4FC69D2A0C6}" type="sibTrans" cxnId="{EFC2FB3E-DFFE-4BE6-AAB1-AF323535BA0B}">
      <dgm:prSet/>
      <dgm:spPr/>
      <dgm:t>
        <a:bodyPr/>
        <a:lstStyle/>
        <a:p>
          <a:endParaRPr lang="en-AU"/>
        </a:p>
      </dgm:t>
    </dgm:pt>
    <dgm:pt modelId="{9817D39F-D388-4038-B337-724FE531E6B4}">
      <dgm:prSet phldrT="[Text]" phldr="0"/>
      <dgm:spPr>
        <a:solidFill>
          <a:schemeClr val="bg2">
            <a:lumMod val="25000"/>
          </a:schemeClr>
        </a:solidFill>
      </dgm:spPr>
      <dgm:t>
        <a:bodyPr/>
        <a:lstStyle/>
        <a:p>
          <a:r>
            <a:rPr lang="en-AU"/>
            <a:t>Capability Discovery</a:t>
          </a:r>
        </a:p>
      </dgm:t>
    </dgm:pt>
    <dgm:pt modelId="{4970D5F9-4012-428F-9BFC-31FD2A571A81}" type="parTrans" cxnId="{E8D575E5-D1C5-4463-B8AF-AA2F363706F6}">
      <dgm:prSet/>
      <dgm:spPr/>
      <dgm:t>
        <a:bodyPr/>
        <a:lstStyle/>
        <a:p>
          <a:endParaRPr lang="en-AU"/>
        </a:p>
      </dgm:t>
    </dgm:pt>
    <dgm:pt modelId="{3EBB82EA-20AA-4C75-817F-17DB757DA479}" type="sibTrans" cxnId="{E8D575E5-D1C5-4463-B8AF-AA2F363706F6}">
      <dgm:prSet/>
      <dgm:spPr/>
      <dgm:t>
        <a:bodyPr/>
        <a:lstStyle/>
        <a:p>
          <a:endParaRPr lang="en-AU"/>
        </a:p>
      </dgm:t>
    </dgm:pt>
    <dgm:pt modelId="{F39F4C01-840D-4B54-8A50-91A2B30E0BA8}">
      <dgm:prSet phldrT="[Text]" phldr="0"/>
      <dgm:spPr>
        <a:solidFill>
          <a:schemeClr val="bg2">
            <a:lumMod val="25000"/>
          </a:schemeClr>
        </a:solidFill>
      </dgm:spPr>
      <dgm:t>
        <a:bodyPr/>
        <a:lstStyle/>
        <a:p>
          <a:r>
            <a:rPr lang="en-AU"/>
            <a:t>Market Discovery</a:t>
          </a:r>
        </a:p>
      </dgm:t>
    </dgm:pt>
    <dgm:pt modelId="{7E84719D-F400-4F17-9D8B-0B23D04AAC8D}" type="parTrans" cxnId="{9E4E5B10-4870-48F9-92D5-59474F42D896}">
      <dgm:prSet/>
      <dgm:spPr/>
      <dgm:t>
        <a:bodyPr/>
        <a:lstStyle/>
        <a:p>
          <a:endParaRPr lang="en-AU"/>
        </a:p>
      </dgm:t>
    </dgm:pt>
    <dgm:pt modelId="{92C1C44D-762C-4C41-A51D-79B95AE90277}" type="sibTrans" cxnId="{9E4E5B10-4870-48F9-92D5-59474F42D896}">
      <dgm:prSet/>
      <dgm:spPr/>
      <dgm:t>
        <a:bodyPr/>
        <a:lstStyle/>
        <a:p>
          <a:endParaRPr lang="en-AU"/>
        </a:p>
      </dgm:t>
    </dgm:pt>
    <dgm:pt modelId="{D7BEBD98-6868-47F8-AE40-6D8EB81B23E7}">
      <dgm:prSet phldrT="[Text]" phldr="0"/>
      <dgm:spPr>
        <a:solidFill>
          <a:schemeClr val="bg2">
            <a:lumMod val="75000"/>
          </a:schemeClr>
        </a:solidFill>
      </dgm:spPr>
      <dgm:t>
        <a:bodyPr/>
        <a:lstStyle/>
        <a:p>
          <a:r>
            <a:rPr lang="en-AU"/>
            <a:t>Customer Journey Assessment</a:t>
          </a:r>
        </a:p>
      </dgm:t>
    </dgm:pt>
    <dgm:pt modelId="{4BB0740C-9F30-4636-8D51-7B54E0EE56A2}" type="parTrans" cxnId="{DAB2B2D9-756B-4E6F-B1B7-266AA00AD5F6}">
      <dgm:prSet/>
      <dgm:spPr/>
      <dgm:t>
        <a:bodyPr/>
        <a:lstStyle/>
        <a:p>
          <a:endParaRPr lang="en-AU"/>
        </a:p>
      </dgm:t>
    </dgm:pt>
    <dgm:pt modelId="{8EAAE143-95B3-410B-B3C0-B235B1340B59}" type="sibTrans" cxnId="{DAB2B2D9-756B-4E6F-B1B7-266AA00AD5F6}">
      <dgm:prSet/>
      <dgm:spPr/>
      <dgm:t>
        <a:bodyPr/>
        <a:lstStyle/>
        <a:p>
          <a:endParaRPr lang="en-AU"/>
        </a:p>
      </dgm:t>
    </dgm:pt>
    <dgm:pt modelId="{EF52224E-21D1-4491-A3BF-16151D16D91F}">
      <dgm:prSet phldrT="[Text]" phldr="0"/>
      <dgm:spPr>
        <a:solidFill>
          <a:schemeClr val="bg2">
            <a:lumMod val="75000"/>
          </a:schemeClr>
        </a:solidFill>
      </dgm:spPr>
      <dgm:t>
        <a:bodyPr/>
        <a:lstStyle/>
        <a:p>
          <a:r>
            <a:rPr lang="en-AU"/>
            <a:t>Persona Assessment</a:t>
          </a:r>
        </a:p>
      </dgm:t>
    </dgm:pt>
    <dgm:pt modelId="{88C51BA3-E3B5-4675-889A-65CB57AD3DC9}" type="parTrans" cxnId="{5F6AB6EF-49D1-4C51-B52F-C74722E171F6}">
      <dgm:prSet/>
      <dgm:spPr/>
      <dgm:t>
        <a:bodyPr/>
        <a:lstStyle/>
        <a:p>
          <a:endParaRPr lang="en-AU"/>
        </a:p>
      </dgm:t>
    </dgm:pt>
    <dgm:pt modelId="{9BA80FAA-4A61-4370-B981-0ACF746EC23A}" type="sibTrans" cxnId="{5F6AB6EF-49D1-4C51-B52F-C74722E171F6}">
      <dgm:prSet/>
      <dgm:spPr/>
      <dgm:t>
        <a:bodyPr/>
        <a:lstStyle/>
        <a:p>
          <a:endParaRPr lang="en-AU"/>
        </a:p>
      </dgm:t>
    </dgm:pt>
    <dgm:pt modelId="{2FA7CF46-9778-44B7-9B6A-75AC61C30725}">
      <dgm:prSet phldrT="[Text]" phldr="0"/>
      <dgm:spPr>
        <a:solidFill>
          <a:schemeClr val="bg2">
            <a:lumMod val="75000"/>
          </a:schemeClr>
        </a:solidFill>
      </dgm:spPr>
      <dgm:t>
        <a:bodyPr/>
        <a:lstStyle/>
        <a:p>
          <a:r>
            <a:rPr lang="en-AU"/>
            <a:t>CRM Capability Assessment</a:t>
          </a:r>
        </a:p>
      </dgm:t>
    </dgm:pt>
    <dgm:pt modelId="{89025F7D-A3A7-4377-8258-D8558797CB34}" type="parTrans" cxnId="{B3DBF8D6-7F44-4F5E-8DAD-E47057467EAE}">
      <dgm:prSet/>
      <dgm:spPr/>
      <dgm:t>
        <a:bodyPr/>
        <a:lstStyle/>
        <a:p>
          <a:endParaRPr lang="en-AU"/>
        </a:p>
      </dgm:t>
    </dgm:pt>
    <dgm:pt modelId="{DFAAD7FA-BCC5-4215-85DA-01EDEE710A5F}" type="sibTrans" cxnId="{B3DBF8D6-7F44-4F5E-8DAD-E47057467EAE}">
      <dgm:prSet/>
      <dgm:spPr/>
      <dgm:t>
        <a:bodyPr/>
        <a:lstStyle/>
        <a:p>
          <a:endParaRPr lang="en-AU"/>
        </a:p>
      </dgm:t>
    </dgm:pt>
    <dgm:pt modelId="{AEC2FFD7-2A1C-45F9-8A1D-AFE37AA5BA14}">
      <dgm:prSet phldrT="[Text]" phldr="0"/>
      <dgm:spPr>
        <a:solidFill>
          <a:schemeClr val="bg2">
            <a:lumMod val="75000"/>
          </a:schemeClr>
        </a:solidFill>
      </dgm:spPr>
      <dgm:t>
        <a:bodyPr/>
        <a:lstStyle/>
        <a:p>
          <a:r>
            <a:rPr lang="en-AU"/>
            <a:t>Gap Assessment</a:t>
          </a:r>
        </a:p>
      </dgm:t>
    </dgm:pt>
    <dgm:pt modelId="{257BCAFC-E827-4CBE-8B95-83C222D6F7B7}" type="parTrans" cxnId="{EA887BD2-C3F4-46E6-B66F-3E70B346BFB3}">
      <dgm:prSet/>
      <dgm:spPr/>
      <dgm:t>
        <a:bodyPr/>
        <a:lstStyle/>
        <a:p>
          <a:endParaRPr lang="en-AU"/>
        </a:p>
      </dgm:t>
    </dgm:pt>
    <dgm:pt modelId="{2378F865-52EF-4C45-99C2-C83A36E7F0E0}" type="sibTrans" cxnId="{EA887BD2-C3F4-46E6-B66F-3E70B346BFB3}">
      <dgm:prSet/>
      <dgm:spPr/>
      <dgm:t>
        <a:bodyPr/>
        <a:lstStyle/>
        <a:p>
          <a:endParaRPr lang="en-AU"/>
        </a:p>
      </dgm:t>
    </dgm:pt>
    <dgm:pt modelId="{D98AF40D-1EE0-44B5-8804-3B0BD2BF7480}">
      <dgm:prSet phldrT="[Text]" phldr="0"/>
      <dgm:spPr>
        <a:solidFill>
          <a:schemeClr val="bg2">
            <a:lumMod val="75000"/>
          </a:schemeClr>
        </a:solidFill>
      </dgm:spPr>
      <dgm:t>
        <a:bodyPr/>
        <a:lstStyle/>
        <a:p>
          <a:r>
            <a:rPr lang="en-AU"/>
            <a:t>Vendor/Internal Assessment</a:t>
          </a:r>
        </a:p>
      </dgm:t>
    </dgm:pt>
    <dgm:pt modelId="{AF780B22-DB4C-47D0-9874-4BA46EA96D43}" type="parTrans" cxnId="{A3AC80C6-3D23-4C0D-A6D1-912EDA733EE2}">
      <dgm:prSet/>
      <dgm:spPr/>
      <dgm:t>
        <a:bodyPr/>
        <a:lstStyle/>
        <a:p>
          <a:endParaRPr lang="en-AU"/>
        </a:p>
      </dgm:t>
    </dgm:pt>
    <dgm:pt modelId="{91EE9536-B3BB-4311-ACA4-83989D7B8E2A}" type="sibTrans" cxnId="{A3AC80C6-3D23-4C0D-A6D1-912EDA733EE2}">
      <dgm:prSet/>
      <dgm:spPr/>
      <dgm:t>
        <a:bodyPr/>
        <a:lstStyle/>
        <a:p>
          <a:endParaRPr lang="en-AU"/>
        </a:p>
      </dgm:t>
    </dgm:pt>
    <dgm:pt modelId="{0533D63A-078C-49D6-A031-2939C4C98C63}">
      <dgm:prSet phldrT="[Text]" phldr="0"/>
      <dgm:spPr>
        <a:solidFill>
          <a:schemeClr val="bg2">
            <a:lumMod val="75000"/>
          </a:schemeClr>
        </a:solidFill>
      </dgm:spPr>
      <dgm:t>
        <a:bodyPr/>
        <a:lstStyle/>
        <a:p>
          <a:r>
            <a:rPr lang="en-AU"/>
            <a:t>Options Assessment</a:t>
          </a:r>
        </a:p>
      </dgm:t>
    </dgm:pt>
    <dgm:pt modelId="{99226063-7DDF-4483-BDDE-C3321D430C00}" type="parTrans" cxnId="{2571AFAA-1D4A-4CC9-B984-434E29ACC3D9}">
      <dgm:prSet/>
      <dgm:spPr/>
      <dgm:t>
        <a:bodyPr/>
        <a:lstStyle/>
        <a:p>
          <a:endParaRPr lang="en-AU"/>
        </a:p>
      </dgm:t>
    </dgm:pt>
    <dgm:pt modelId="{C277DFF8-89B5-42D9-920F-141EE5557515}" type="sibTrans" cxnId="{2571AFAA-1D4A-4CC9-B984-434E29ACC3D9}">
      <dgm:prSet/>
      <dgm:spPr/>
      <dgm:t>
        <a:bodyPr/>
        <a:lstStyle/>
        <a:p>
          <a:endParaRPr lang="en-AU"/>
        </a:p>
      </dgm:t>
    </dgm:pt>
    <dgm:pt modelId="{DD25E887-DD44-4124-9271-7A094C15E7E9}">
      <dgm:prSet phldrT="[Text]" phldr="0"/>
      <dgm:spPr>
        <a:solidFill>
          <a:schemeClr val="bg2">
            <a:lumMod val="75000"/>
          </a:schemeClr>
        </a:solidFill>
      </dgm:spPr>
      <dgm:t>
        <a:bodyPr/>
        <a:lstStyle/>
        <a:p>
          <a:r>
            <a:rPr lang="en-AU"/>
            <a:t>Future CRM Architecture</a:t>
          </a:r>
        </a:p>
      </dgm:t>
    </dgm:pt>
    <dgm:pt modelId="{27429DD8-9CFE-4100-BE7B-7E56AD31EE1A}" type="parTrans" cxnId="{46D36FD7-59FD-40B6-9203-A48E6552F90F}">
      <dgm:prSet/>
      <dgm:spPr/>
      <dgm:t>
        <a:bodyPr/>
        <a:lstStyle/>
        <a:p>
          <a:endParaRPr lang="en-AU"/>
        </a:p>
      </dgm:t>
    </dgm:pt>
    <dgm:pt modelId="{8652E11D-58B3-4C52-9221-12ECFAB34FA3}" type="sibTrans" cxnId="{46D36FD7-59FD-40B6-9203-A48E6552F90F}">
      <dgm:prSet/>
      <dgm:spPr/>
      <dgm:t>
        <a:bodyPr/>
        <a:lstStyle/>
        <a:p>
          <a:endParaRPr lang="en-AU"/>
        </a:p>
      </dgm:t>
    </dgm:pt>
    <dgm:pt modelId="{07D0EE88-19D4-4BC2-8466-EEAE5385FACC}">
      <dgm:prSet phldrT="[Text]" phldr="0"/>
      <dgm:spPr>
        <a:solidFill>
          <a:schemeClr val="bg2">
            <a:lumMod val="75000"/>
          </a:schemeClr>
        </a:solidFill>
      </dgm:spPr>
      <dgm:t>
        <a:bodyPr/>
        <a:lstStyle/>
        <a:p>
          <a:r>
            <a:rPr lang="en-AU"/>
            <a:t>Prioritised Capability Set</a:t>
          </a:r>
        </a:p>
      </dgm:t>
    </dgm:pt>
    <dgm:pt modelId="{D4457F95-5309-4196-BE4F-7533D361A210}" type="parTrans" cxnId="{355A33DB-E38E-4FB4-A933-47CD80334ACF}">
      <dgm:prSet/>
      <dgm:spPr/>
      <dgm:t>
        <a:bodyPr/>
        <a:lstStyle/>
        <a:p>
          <a:endParaRPr lang="en-AU"/>
        </a:p>
      </dgm:t>
    </dgm:pt>
    <dgm:pt modelId="{EEA5E992-D7E9-4E9B-97AF-8DDEFF310938}" type="sibTrans" cxnId="{355A33DB-E38E-4FB4-A933-47CD80334ACF}">
      <dgm:prSet/>
      <dgm:spPr/>
      <dgm:t>
        <a:bodyPr/>
        <a:lstStyle/>
        <a:p>
          <a:endParaRPr lang="en-AU"/>
        </a:p>
      </dgm:t>
    </dgm:pt>
    <dgm:pt modelId="{E6E8793E-83AD-49AA-A656-E02EAA31DE45}">
      <dgm:prSet phldrT="[Text]" phldr="0"/>
      <dgm:spPr>
        <a:solidFill>
          <a:schemeClr val="bg2">
            <a:lumMod val="75000"/>
          </a:schemeClr>
        </a:solidFill>
      </dgm:spPr>
      <dgm:t>
        <a:bodyPr/>
        <a:lstStyle/>
        <a:p>
          <a:r>
            <a:rPr lang="en-AU"/>
            <a:t>Delivery Road Map</a:t>
          </a:r>
        </a:p>
      </dgm:t>
    </dgm:pt>
    <dgm:pt modelId="{17EC9770-BCC0-45F8-88BB-454D40F982CF}" type="parTrans" cxnId="{60930687-71C6-4103-A260-A914BC09377C}">
      <dgm:prSet/>
      <dgm:spPr/>
      <dgm:t>
        <a:bodyPr/>
        <a:lstStyle/>
        <a:p>
          <a:endParaRPr lang="en-AU"/>
        </a:p>
      </dgm:t>
    </dgm:pt>
    <dgm:pt modelId="{E5C94CED-55F8-4C44-B2AF-4F2B162C5730}" type="sibTrans" cxnId="{60930687-71C6-4103-A260-A914BC09377C}">
      <dgm:prSet/>
      <dgm:spPr/>
      <dgm:t>
        <a:bodyPr/>
        <a:lstStyle/>
        <a:p>
          <a:endParaRPr lang="en-AU"/>
        </a:p>
      </dgm:t>
    </dgm:pt>
    <dgm:pt modelId="{BB597B6E-7024-4223-8841-CF314646113A}">
      <dgm:prSet phldrT="[Text]" phldr="0"/>
      <dgm:spPr>
        <a:solidFill>
          <a:schemeClr val="bg2">
            <a:lumMod val="75000"/>
          </a:schemeClr>
        </a:solidFill>
      </dgm:spPr>
      <dgm:t>
        <a:bodyPr/>
        <a:lstStyle/>
        <a:p>
          <a:r>
            <a:rPr lang="en-AU"/>
            <a:t>Business Identity Assessment</a:t>
          </a:r>
        </a:p>
      </dgm:t>
    </dgm:pt>
    <dgm:pt modelId="{731F0C21-6977-4FC6-BCE5-EC6FC043E844}" type="parTrans" cxnId="{C148592F-02DB-4563-9663-77A2D3430F51}">
      <dgm:prSet/>
      <dgm:spPr/>
      <dgm:t>
        <a:bodyPr/>
        <a:lstStyle/>
        <a:p>
          <a:endParaRPr lang="en-AU"/>
        </a:p>
      </dgm:t>
    </dgm:pt>
    <dgm:pt modelId="{B1EBC30A-4B5F-4C94-A608-F70EB3EEF18F}" type="sibTrans" cxnId="{C148592F-02DB-4563-9663-77A2D3430F51}">
      <dgm:prSet/>
      <dgm:spPr/>
      <dgm:t>
        <a:bodyPr/>
        <a:lstStyle/>
        <a:p>
          <a:endParaRPr lang="en-AU"/>
        </a:p>
      </dgm:t>
    </dgm:pt>
    <dgm:pt modelId="{3C2B0496-9C29-4AC6-84A3-6B9040FC193D}">
      <dgm:prSet phldrT="[Text]" phldr="0"/>
      <dgm:spPr>
        <a:solidFill>
          <a:schemeClr val="bg2">
            <a:lumMod val="75000"/>
          </a:schemeClr>
        </a:solidFill>
      </dgm:spPr>
      <dgm:t>
        <a:bodyPr/>
        <a:lstStyle/>
        <a:p>
          <a:r>
            <a:rPr lang="en-AU"/>
            <a:t>Account Linkage Assessment</a:t>
          </a:r>
        </a:p>
      </dgm:t>
    </dgm:pt>
    <dgm:pt modelId="{9AF3C428-FC2B-4314-88DA-6534BEE809CE}" type="parTrans" cxnId="{CDDC9450-A1D5-407D-A748-E38BE5E97226}">
      <dgm:prSet/>
      <dgm:spPr/>
      <dgm:t>
        <a:bodyPr/>
        <a:lstStyle/>
        <a:p>
          <a:endParaRPr lang="en-AU"/>
        </a:p>
      </dgm:t>
    </dgm:pt>
    <dgm:pt modelId="{E2F05E2F-C6ED-45F9-A831-F1B9BACD4B3D}" type="sibTrans" cxnId="{CDDC9450-A1D5-407D-A748-E38BE5E97226}">
      <dgm:prSet/>
      <dgm:spPr/>
      <dgm:t>
        <a:bodyPr/>
        <a:lstStyle/>
        <a:p>
          <a:endParaRPr lang="en-AU"/>
        </a:p>
      </dgm:t>
    </dgm:pt>
    <dgm:pt modelId="{38B73073-B696-4315-BF7D-E54BB797CC75}">
      <dgm:prSet phldrT="[Text]" phldr="0"/>
      <dgm:spPr>
        <a:solidFill>
          <a:schemeClr val="bg2">
            <a:lumMod val="75000"/>
          </a:schemeClr>
        </a:solidFill>
      </dgm:spPr>
      <dgm:t>
        <a:bodyPr/>
        <a:lstStyle/>
        <a:p>
          <a:r>
            <a:rPr lang="en-AU"/>
            <a:t>Identity Model</a:t>
          </a:r>
        </a:p>
      </dgm:t>
    </dgm:pt>
    <dgm:pt modelId="{41B833B6-0250-4B6F-9C6F-5FC5B5ACFCE0}" type="parTrans" cxnId="{83F099FF-C1DF-4C04-B316-C140B14E584F}">
      <dgm:prSet/>
      <dgm:spPr/>
      <dgm:t>
        <a:bodyPr/>
        <a:lstStyle/>
        <a:p>
          <a:endParaRPr lang="en-AU"/>
        </a:p>
      </dgm:t>
    </dgm:pt>
    <dgm:pt modelId="{FD1B8110-2DE2-4D7C-BF73-E7C86DED5E3A}" type="sibTrans" cxnId="{83F099FF-C1DF-4C04-B316-C140B14E584F}">
      <dgm:prSet/>
      <dgm:spPr/>
      <dgm:t>
        <a:bodyPr/>
        <a:lstStyle/>
        <a:p>
          <a:endParaRPr lang="en-AU"/>
        </a:p>
      </dgm:t>
    </dgm:pt>
    <dgm:pt modelId="{4843947D-C9C7-4F3D-A66F-4D4BEC856149}">
      <dgm:prSet phldrT="[Text]" phldr="0"/>
      <dgm:spPr>
        <a:solidFill>
          <a:schemeClr val="bg2">
            <a:lumMod val="75000"/>
          </a:schemeClr>
        </a:solidFill>
      </dgm:spPr>
      <dgm:t>
        <a:bodyPr/>
        <a:lstStyle/>
        <a:p>
          <a:r>
            <a:rPr lang="en-AU"/>
            <a:t>Access Model</a:t>
          </a:r>
        </a:p>
      </dgm:t>
    </dgm:pt>
    <dgm:pt modelId="{7CACEB42-368A-49A3-A5E1-95A4B9A7B76F}" type="parTrans" cxnId="{7BAE942C-4077-4A83-B5E2-71BF3E9C968B}">
      <dgm:prSet/>
      <dgm:spPr/>
      <dgm:t>
        <a:bodyPr/>
        <a:lstStyle/>
        <a:p>
          <a:endParaRPr lang="en-AU"/>
        </a:p>
      </dgm:t>
    </dgm:pt>
    <dgm:pt modelId="{724AA660-1025-4E57-A792-627D3F1AAD3B}" type="sibTrans" cxnId="{7BAE942C-4077-4A83-B5E2-71BF3E9C968B}">
      <dgm:prSet/>
      <dgm:spPr/>
      <dgm:t>
        <a:bodyPr/>
        <a:lstStyle/>
        <a:p>
          <a:endParaRPr lang="en-AU"/>
        </a:p>
      </dgm:t>
    </dgm:pt>
    <dgm:pt modelId="{DB682560-662C-4A61-B0A5-3DF76AE0FBDA}">
      <dgm:prSet phldrT="[Text]" phldr="0"/>
      <dgm:spPr>
        <a:solidFill>
          <a:schemeClr val="bg2">
            <a:lumMod val="75000"/>
          </a:schemeClr>
        </a:solidFill>
      </dgm:spPr>
      <dgm:t>
        <a:bodyPr/>
        <a:lstStyle/>
        <a:p>
          <a:r>
            <a:rPr lang="en-AU"/>
            <a:t>Identity Services</a:t>
          </a:r>
        </a:p>
      </dgm:t>
    </dgm:pt>
    <dgm:pt modelId="{546C596F-F9B4-4AB3-994F-AF55F39337A4}" type="parTrans" cxnId="{326B1956-77C8-4F6D-B593-21D6722C08F4}">
      <dgm:prSet/>
      <dgm:spPr/>
      <dgm:t>
        <a:bodyPr/>
        <a:lstStyle/>
        <a:p>
          <a:endParaRPr lang="en-AU"/>
        </a:p>
      </dgm:t>
    </dgm:pt>
    <dgm:pt modelId="{F143C7AC-EFCF-4554-AE53-F8DC99A4955F}" type="sibTrans" cxnId="{326B1956-77C8-4F6D-B593-21D6722C08F4}">
      <dgm:prSet/>
      <dgm:spPr/>
      <dgm:t>
        <a:bodyPr/>
        <a:lstStyle/>
        <a:p>
          <a:endParaRPr lang="en-AU"/>
        </a:p>
      </dgm:t>
    </dgm:pt>
    <dgm:pt modelId="{2686E580-3AB9-43A8-A344-773AB0E7CD4C}">
      <dgm:prSet phldrT="[Text]" phldr="0"/>
      <dgm:spPr>
        <a:solidFill>
          <a:schemeClr val="bg2">
            <a:lumMod val="75000"/>
          </a:schemeClr>
        </a:solidFill>
      </dgm:spPr>
      <dgm:t>
        <a:bodyPr/>
        <a:lstStyle/>
        <a:p>
          <a:r>
            <a:rPr lang="en-AU"/>
            <a:t>Linking Services</a:t>
          </a:r>
        </a:p>
      </dgm:t>
    </dgm:pt>
    <dgm:pt modelId="{C7F11D15-4462-4F2F-AAE5-A2BAA5988B38}" type="parTrans" cxnId="{C2AED434-2064-4AD8-81D5-D5FEAE5B4982}">
      <dgm:prSet/>
      <dgm:spPr/>
      <dgm:t>
        <a:bodyPr/>
        <a:lstStyle/>
        <a:p>
          <a:endParaRPr lang="en-AU"/>
        </a:p>
      </dgm:t>
    </dgm:pt>
    <dgm:pt modelId="{912B2282-8F7D-4FAD-A988-C3633BF61717}" type="sibTrans" cxnId="{C2AED434-2064-4AD8-81D5-D5FEAE5B4982}">
      <dgm:prSet/>
      <dgm:spPr/>
      <dgm:t>
        <a:bodyPr/>
        <a:lstStyle/>
        <a:p>
          <a:endParaRPr lang="en-AU"/>
        </a:p>
      </dgm:t>
    </dgm:pt>
    <dgm:pt modelId="{D36C680E-AEED-442C-ACFC-04598903353A}">
      <dgm:prSet phldrT="[Text]" phldr="0"/>
      <dgm:spPr>
        <a:solidFill>
          <a:schemeClr val="bg2">
            <a:lumMod val="75000"/>
          </a:schemeClr>
        </a:solidFill>
      </dgm:spPr>
      <dgm:t>
        <a:bodyPr/>
        <a:lstStyle/>
        <a:p>
          <a:r>
            <a:rPr lang="en-AU"/>
            <a:t>Migration Strategy</a:t>
          </a:r>
        </a:p>
      </dgm:t>
    </dgm:pt>
    <dgm:pt modelId="{5FC97A2E-932D-4F4F-8ADF-51357039262F}" type="parTrans" cxnId="{D6B70664-0ADD-4D92-8D93-B56312FDFC6B}">
      <dgm:prSet/>
      <dgm:spPr/>
      <dgm:t>
        <a:bodyPr/>
        <a:lstStyle/>
        <a:p>
          <a:endParaRPr lang="en-AU"/>
        </a:p>
      </dgm:t>
    </dgm:pt>
    <dgm:pt modelId="{6A9CECA7-C883-48E8-B312-6C1BC1D1E80E}" type="sibTrans" cxnId="{D6B70664-0ADD-4D92-8D93-B56312FDFC6B}">
      <dgm:prSet/>
      <dgm:spPr/>
      <dgm:t>
        <a:bodyPr/>
        <a:lstStyle/>
        <a:p>
          <a:endParaRPr lang="en-AU"/>
        </a:p>
      </dgm:t>
    </dgm:pt>
    <dgm:pt modelId="{6F068571-6162-4D79-B677-FA526E242AAA}">
      <dgm:prSet phldrT="[Text]" phldr="0"/>
      <dgm:spPr>
        <a:solidFill>
          <a:schemeClr val="bg2">
            <a:lumMod val="75000"/>
          </a:schemeClr>
        </a:solidFill>
      </dgm:spPr>
      <dgm:t>
        <a:bodyPr/>
        <a:lstStyle/>
        <a:p>
          <a:r>
            <a:rPr lang="en-AU" dirty="0"/>
            <a:t>Notification Assessment</a:t>
          </a:r>
        </a:p>
      </dgm:t>
    </dgm:pt>
    <dgm:pt modelId="{3816D447-9BAD-4334-AC8A-E36A9FF21786}" type="parTrans" cxnId="{3FEABDCD-5158-401A-88CE-5BE750B978B5}">
      <dgm:prSet/>
      <dgm:spPr/>
      <dgm:t>
        <a:bodyPr/>
        <a:lstStyle/>
        <a:p>
          <a:endParaRPr lang="en-AU"/>
        </a:p>
      </dgm:t>
    </dgm:pt>
    <dgm:pt modelId="{4A3F1F18-2F1A-40B4-BCBA-F9CC19A381FD}" type="sibTrans" cxnId="{3FEABDCD-5158-401A-88CE-5BE750B978B5}">
      <dgm:prSet/>
      <dgm:spPr/>
      <dgm:t>
        <a:bodyPr/>
        <a:lstStyle/>
        <a:p>
          <a:endParaRPr lang="en-AU"/>
        </a:p>
      </dgm:t>
    </dgm:pt>
    <dgm:pt modelId="{45D699B5-D039-461D-BC7A-0620BD1B524C}">
      <dgm:prSet phldrT="[Text]" phldr="0"/>
      <dgm:spPr>
        <a:solidFill>
          <a:schemeClr val="bg2">
            <a:lumMod val="75000"/>
          </a:schemeClr>
        </a:solidFill>
      </dgm:spPr>
      <dgm:t>
        <a:bodyPr/>
        <a:lstStyle/>
        <a:p>
          <a:r>
            <a:rPr lang="en-AU"/>
            <a:t>Channel Assessment</a:t>
          </a:r>
        </a:p>
      </dgm:t>
    </dgm:pt>
    <dgm:pt modelId="{1E43DB70-FAA5-437E-8B0E-4B620760DA1F}" type="parTrans" cxnId="{1A85ABEB-F10D-43EE-BFC9-B69794DA96AD}">
      <dgm:prSet/>
      <dgm:spPr/>
      <dgm:t>
        <a:bodyPr/>
        <a:lstStyle/>
        <a:p>
          <a:endParaRPr lang="en-AU"/>
        </a:p>
      </dgm:t>
    </dgm:pt>
    <dgm:pt modelId="{49CCC1ED-6BDD-4308-BCA0-8977F9EF9208}" type="sibTrans" cxnId="{1A85ABEB-F10D-43EE-BFC9-B69794DA96AD}">
      <dgm:prSet/>
      <dgm:spPr/>
      <dgm:t>
        <a:bodyPr/>
        <a:lstStyle/>
        <a:p>
          <a:endParaRPr lang="en-AU"/>
        </a:p>
      </dgm:t>
    </dgm:pt>
    <dgm:pt modelId="{1655EEA2-375A-4A85-8E7A-705BC0FE30E3}">
      <dgm:prSet phldrT="[Text]" phldr="0"/>
      <dgm:spPr>
        <a:solidFill>
          <a:schemeClr val="bg2">
            <a:lumMod val="75000"/>
          </a:schemeClr>
        </a:solidFill>
      </dgm:spPr>
      <dgm:t>
        <a:bodyPr/>
        <a:lstStyle/>
        <a:p>
          <a:r>
            <a:rPr lang="en-AU"/>
            <a:t>Customer Research</a:t>
          </a:r>
        </a:p>
      </dgm:t>
    </dgm:pt>
    <dgm:pt modelId="{C2101A48-9C9E-4DA0-A8F0-8DA646E373E2}" type="parTrans" cxnId="{D25FF40F-5B2F-4407-9E49-02B711894491}">
      <dgm:prSet/>
      <dgm:spPr/>
      <dgm:t>
        <a:bodyPr/>
        <a:lstStyle/>
        <a:p>
          <a:endParaRPr lang="en-AU"/>
        </a:p>
      </dgm:t>
    </dgm:pt>
    <dgm:pt modelId="{1B518FD5-5712-400F-BFBC-92793B339422}" type="sibTrans" cxnId="{D25FF40F-5B2F-4407-9E49-02B711894491}">
      <dgm:prSet/>
      <dgm:spPr/>
      <dgm:t>
        <a:bodyPr/>
        <a:lstStyle/>
        <a:p>
          <a:endParaRPr lang="en-AU"/>
        </a:p>
      </dgm:t>
    </dgm:pt>
    <dgm:pt modelId="{8BF7CE34-3BAA-48C2-9440-AB73690307DF}">
      <dgm:prSet phldrT="[Text]" phldr="0"/>
      <dgm:spPr>
        <a:solidFill>
          <a:schemeClr val="bg2">
            <a:lumMod val="75000"/>
          </a:schemeClr>
        </a:solidFill>
      </dgm:spPr>
      <dgm:t>
        <a:bodyPr/>
        <a:lstStyle/>
        <a:p>
          <a:r>
            <a:rPr lang="en-AU"/>
            <a:t>Notification Design</a:t>
          </a:r>
        </a:p>
      </dgm:t>
    </dgm:pt>
    <dgm:pt modelId="{85D0A96C-9291-4FF2-92BB-177A2C076B5C}" type="parTrans" cxnId="{2749804F-120D-4F91-972A-5BCDDDC31A3C}">
      <dgm:prSet/>
      <dgm:spPr/>
      <dgm:t>
        <a:bodyPr/>
        <a:lstStyle/>
        <a:p>
          <a:endParaRPr lang="en-AU"/>
        </a:p>
      </dgm:t>
    </dgm:pt>
    <dgm:pt modelId="{E67FA243-246E-4E09-B543-D914B82FE4D1}" type="sibTrans" cxnId="{2749804F-120D-4F91-972A-5BCDDDC31A3C}">
      <dgm:prSet/>
      <dgm:spPr/>
      <dgm:t>
        <a:bodyPr/>
        <a:lstStyle/>
        <a:p>
          <a:endParaRPr lang="en-AU"/>
        </a:p>
      </dgm:t>
    </dgm:pt>
    <dgm:pt modelId="{11E5D7DE-8260-49B3-A588-072E9213D8A8}">
      <dgm:prSet phldrT="[Text]" phldr="0"/>
      <dgm:spPr>
        <a:solidFill>
          <a:schemeClr val="bg2">
            <a:lumMod val="75000"/>
          </a:schemeClr>
        </a:solidFill>
      </dgm:spPr>
      <dgm:t>
        <a:bodyPr/>
        <a:lstStyle/>
        <a:p>
          <a:r>
            <a:rPr lang="en-AU"/>
            <a:t>Preference Management Design</a:t>
          </a:r>
        </a:p>
      </dgm:t>
    </dgm:pt>
    <dgm:pt modelId="{AE351066-FABF-4F2B-905B-5902D600C747}" type="parTrans" cxnId="{2DDF20B7-F7FB-4B76-AE13-EA41AD9FA83B}">
      <dgm:prSet/>
      <dgm:spPr/>
      <dgm:t>
        <a:bodyPr/>
        <a:lstStyle/>
        <a:p>
          <a:endParaRPr lang="en-AU"/>
        </a:p>
      </dgm:t>
    </dgm:pt>
    <dgm:pt modelId="{12232C51-9A5D-4B2A-BA00-E9D8E4A4CD7B}" type="sibTrans" cxnId="{2DDF20B7-F7FB-4B76-AE13-EA41AD9FA83B}">
      <dgm:prSet/>
      <dgm:spPr/>
      <dgm:t>
        <a:bodyPr/>
        <a:lstStyle/>
        <a:p>
          <a:endParaRPr lang="en-AU"/>
        </a:p>
      </dgm:t>
    </dgm:pt>
    <dgm:pt modelId="{A01F4A51-CC12-4679-A15F-A707F2471B52}">
      <dgm:prSet phldrT="[Text]" phldr="0"/>
      <dgm:spPr>
        <a:solidFill>
          <a:schemeClr val="bg2">
            <a:lumMod val="75000"/>
          </a:schemeClr>
        </a:solidFill>
      </dgm:spPr>
      <dgm:t>
        <a:bodyPr/>
        <a:lstStyle/>
        <a:p>
          <a:r>
            <a:rPr lang="en-AU"/>
            <a:t>Notification Services</a:t>
          </a:r>
        </a:p>
      </dgm:t>
    </dgm:pt>
    <dgm:pt modelId="{A2C09837-A26F-4CBF-A322-2B590273CC25}" type="parTrans" cxnId="{54447D4F-D7C4-4EF6-85E5-84405799A4A8}">
      <dgm:prSet/>
      <dgm:spPr/>
      <dgm:t>
        <a:bodyPr/>
        <a:lstStyle/>
        <a:p>
          <a:endParaRPr lang="en-AU"/>
        </a:p>
      </dgm:t>
    </dgm:pt>
    <dgm:pt modelId="{FC45DCB2-A3D6-427B-89B5-02360146B42B}" type="sibTrans" cxnId="{54447D4F-D7C4-4EF6-85E5-84405799A4A8}">
      <dgm:prSet/>
      <dgm:spPr/>
      <dgm:t>
        <a:bodyPr/>
        <a:lstStyle/>
        <a:p>
          <a:endParaRPr lang="en-AU"/>
        </a:p>
      </dgm:t>
    </dgm:pt>
    <dgm:pt modelId="{8D1ACC88-163B-4D1F-B2D7-3D39D6574FFD}">
      <dgm:prSet phldrT="[Text]" phldr="0"/>
      <dgm:spPr>
        <a:solidFill>
          <a:schemeClr val="bg2">
            <a:lumMod val="75000"/>
          </a:schemeClr>
        </a:solidFill>
      </dgm:spPr>
      <dgm:t>
        <a:bodyPr/>
        <a:lstStyle/>
        <a:p>
          <a:r>
            <a:rPr lang="en-AU"/>
            <a:t>Preferences Capability</a:t>
          </a:r>
        </a:p>
      </dgm:t>
    </dgm:pt>
    <dgm:pt modelId="{32F25013-0CD6-4E2C-8041-EF1CD5923ED1}" type="parTrans" cxnId="{E65349B7-7596-458C-A153-CC0FA42498A9}">
      <dgm:prSet/>
      <dgm:spPr/>
      <dgm:t>
        <a:bodyPr/>
        <a:lstStyle/>
        <a:p>
          <a:endParaRPr lang="en-AU"/>
        </a:p>
      </dgm:t>
    </dgm:pt>
    <dgm:pt modelId="{06BC8156-E5D7-436D-8AFC-CF44B99B38DE}" type="sibTrans" cxnId="{E65349B7-7596-458C-A153-CC0FA42498A9}">
      <dgm:prSet/>
      <dgm:spPr/>
      <dgm:t>
        <a:bodyPr/>
        <a:lstStyle/>
        <a:p>
          <a:endParaRPr lang="en-AU"/>
        </a:p>
      </dgm:t>
    </dgm:pt>
    <dgm:pt modelId="{44A5B201-9184-4DA9-A015-093AC5B5C7B6}">
      <dgm:prSet phldrT="[Text]" phldr="0"/>
      <dgm:spPr>
        <a:solidFill>
          <a:schemeClr val="bg2">
            <a:lumMod val="75000"/>
          </a:schemeClr>
        </a:solidFill>
      </dgm:spPr>
      <dgm:t>
        <a:bodyPr/>
        <a:lstStyle/>
        <a:p>
          <a:r>
            <a:rPr lang="en-AU"/>
            <a:t>Customer Adoption</a:t>
          </a:r>
        </a:p>
      </dgm:t>
    </dgm:pt>
    <dgm:pt modelId="{5C9F0DF0-69D3-42C8-8827-32D18E7886C9}" type="parTrans" cxnId="{96E8DCC4-AA43-4CE1-A62D-EF21845AFF4B}">
      <dgm:prSet/>
      <dgm:spPr/>
      <dgm:t>
        <a:bodyPr/>
        <a:lstStyle/>
        <a:p>
          <a:endParaRPr lang="en-AU"/>
        </a:p>
      </dgm:t>
    </dgm:pt>
    <dgm:pt modelId="{B29B1AB3-6DD0-4D7B-8997-653DA07C7B6B}" type="sibTrans" cxnId="{96E8DCC4-AA43-4CE1-A62D-EF21845AFF4B}">
      <dgm:prSet/>
      <dgm:spPr/>
      <dgm:t>
        <a:bodyPr/>
        <a:lstStyle/>
        <a:p>
          <a:endParaRPr lang="en-AU"/>
        </a:p>
      </dgm:t>
    </dgm:pt>
    <dgm:pt modelId="{77D9BC7F-4E2B-4EBE-AE5F-B6A6B5964EF0}">
      <dgm:prSet phldrT="[Text]" phldr="0"/>
      <dgm:spPr>
        <a:solidFill>
          <a:schemeClr val="bg2">
            <a:lumMod val="75000"/>
          </a:schemeClr>
        </a:solidFill>
      </dgm:spPr>
      <dgm:t>
        <a:bodyPr/>
        <a:lstStyle/>
        <a:p>
          <a:r>
            <a:rPr lang="en-AU"/>
            <a:t>User Research</a:t>
          </a:r>
        </a:p>
      </dgm:t>
    </dgm:pt>
    <dgm:pt modelId="{81454CAA-7E27-44F2-BE95-1D77DEDAC5EE}" type="parTrans" cxnId="{5FF94267-6CE5-436C-9616-D082FBF626A4}">
      <dgm:prSet/>
      <dgm:spPr/>
      <dgm:t>
        <a:bodyPr/>
        <a:lstStyle/>
        <a:p>
          <a:endParaRPr lang="en-AU"/>
        </a:p>
      </dgm:t>
    </dgm:pt>
    <dgm:pt modelId="{622A15DA-D2F3-427D-9807-B57003D89BC0}" type="sibTrans" cxnId="{5FF94267-6CE5-436C-9616-D082FBF626A4}">
      <dgm:prSet/>
      <dgm:spPr/>
      <dgm:t>
        <a:bodyPr/>
        <a:lstStyle/>
        <a:p>
          <a:endParaRPr lang="en-AU"/>
        </a:p>
      </dgm:t>
    </dgm:pt>
    <dgm:pt modelId="{8B6C4BB2-32DD-472C-ACBE-BC5A65F29AEC}">
      <dgm:prSet phldrT="[Text]" phldr="0"/>
      <dgm:spPr>
        <a:solidFill>
          <a:schemeClr val="bg2">
            <a:lumMod val="75000"/>
          </a:schemeClr>
        </a:solidFill>
      </dgm:spPr>
      <dgm:t>
        <a:bodyPr/>
        <a:lstStyle/>
        <a:p>
          <a:r>
            <a:rPr lang="en-AU"/>
            <a:t>Service Assessment</a:t>
          </a:r>
        </a:p>
      </dgm:t>
    </dgm:pt>
    <dgm:pt modelId="{AFFFF4AB-7EFF-4EA0-94ED-3E5FD73FC15E}" type="parTrans" cxnId="{D3097257-458A-4BFC-A8D5-1C4E863381B1}">
      <dgm:prSet/>
      <dgm:spPr/>
      <dgm:t>
        <a:bodyPr/>
        <a:lstStyle/>
        <a:p>
          <a:endParaRPr lang="en-AU"/>
        </a:p>
      </dgm:t>
    </dgm:pt>
    <dgm:pt modelId="{D08809D1-02BF-4239-A501-E2962F1C1245}" type="sibTrans" cxnId="{D3097257-458A-4BFC-A8D5-1C4E863381B1}">
      <dgm:prSet/>
      <dgm:spPr/>
      <dgm:t>
        <a:bodyPr/>
        <a:lstStyle/>
        <a:p>
          <a:endParaRPr lang="en-AU"/>
        </a:p>
      </dgm:t>
    </dgm:pt>
    <dgm:pt modelId="{7DAFEE28-9E42-43E1-B6DD-D8EDF7B67EFB}">
      <dgm:prSet phldrT="[Text]" phldr="0"/>
      <dgm:spPr>
        <a:solidFill>
          <a:schemeClr val="bg2">
            <a:lumMod val="75000"/>
          </a:schemeClr>
        </a:solidFill>
      </dgm:spPr>
      <dgm:t>
        <a:bodyPr/>
        <a:lstStyle/>
        <a:p>
          <a:r>
            <a:rPr lang="en-AU"/>
            <a:t>Online Service Design</a:t>
          </a:r>
        </a:p>
      </dgm:t>
    </dgm:pt>
    <dgm:pt modelId="{073C5798-67E1-4E33-9732-0CD5DC463231}" type="parTrans" cxnId="{91697D09-804E-4C08-9837-5EE25CFA5694}">
      <dgm:prSet/>
      <dgm:spPr/>
      <dgm:t>
        <a:bodyPr/>
        <a:lstStyle/>
        <a:p>
          <a:endParaRPr lang="en-AU"/>
        </a:p>
      </dgm:t>
    </dgm:pt>
    <dgm:pt modelId="{3BD5F3B9-51DA-447E-B899-C5444B2AB22B}" type="sibTrans" cxnId="{91697D09-804E-4C08-9837-5EE25CFA5694}">
      <dgm:prSet/>
      <dgm:spPr/>
      <dgm:t>
        <a:bodyPr/>
        <a:lstStyle/>
        <a:p>
          <a:endParaRPr lang="en-AU"/>
        </a:p>
      </dgm:t>
    </dgm:pt>
    <dgm:pt modelId="{AB23ED36-D233-44AA-B8C3-D6AFFC461454}">
      <dgm:prSet phldrT="[Text]" phldr="0"/>
      <dgm:spPr>
        <a:solidFill>
          <a:schemeClr val="bg2">
            <a:lumMod val="75000"/>
          </a:schemeClr>
        </a:solidFill>
      </dgm:spPr>
      <dgm:t>
        <a:bodyPr/>
        <a:lstStyle/>
        <a:p>
          <a:r>
            <a:rPr lang="en-AU"/>
            <a:t>Online Enquiry Capability</a:t>
          </a:r>
        </a:p>
      </dgm:t>
    </dgm:pt>
    <dgm:pt modelId="{04FEAC35-F121-4652-9CDA-D1A49A1EF939}" type="parTrans" cxnId="{7137E467-7CDC-4D73-A678-700342987437}">
      <dgm:prSet/>
      <dgm:spPr/>
      <dgm:t>
        <a:bodyPr/>
        <a:lstStyle/>
        <a:p>
          <a:endParaRPr lang="en-AU"/>
        </a:p>
      </dgm:t>
    </dgm:pt>
    <dgm:pt modelId="{57F22360-D73F-40F5-B67E-6A55B91561D6}" type="sibTrans" cxnId="{7137E467-7CDC-4D73-A678-700342987437}">
      <dgm:prSet/>
      <dgm:spPr/>
      <dgm:t>
        <a:bodyPr/>
        <a:lstStyle/>
        <a:p>
          <a:endParaRPr lang="en-AU"/>
        </a:p>
      </dgm:t>
    </dgm:pt>
    <dgm:pt modelId="{C0B1C341-4C08-4859-98A2-25AB0EB23596}">
      <dgm:prSet phldrT="[Text]" phldr="0"/>
      <dgm:spPr>
        <a:solidFill>
          <a:schemeClr val="bg2">
            <a:lumMod val="75000"/>
          </a:schemeClr>
        </a:solidFill>
      </dgm:spPr>
      <dgm:t>
        <a:bodyPr/>
        <a:lstStyle/>
        <a:p>
          <a:r>
            <a:rPr lang="en-AU"/>
            <a:t>Operational Support</a:t>
          </a:r>
        </a:p>
      </dgm:t>
    </dgm:pt>
    <dgm:pt modelId="{D33525C3-A11B-40C0-A029-67119B1806EC}" type="parTrans" cxnId="{37850D09-4F91-404D-AF90-5E87D8345440}">
      <dgm:prSet/>
      <dgm:spPr/>
      <dgm:t>
        <a:bodyPr/>
        <a:lstStyle/>
        <a:p>
          <a:endParaRPr lang="en-AU"/>
        </a:p>
      </dgm:t>
    </dgm:pt>
    <dgm:pt modelId="{3525EDC1-C055-4C58-A05F-C8F05B23F67D}" type="sibTrans" cxnId="{37850D09-4F91-404D-AF90-5E87D8345440}">
      <dgm:prSet/>
      <dgm:spPr/>
      <dgm:t>
        <a:bodyPr/>
        <a:lstStyle/>
        <a:p>
          <a:endParaRPr lang="en-AU"/>
        </a:p>
      </dgm:t>
    </dgm:pt>
    <dgm:pt modelId="{E381E2F3-0DA5-43A8-9097-A1F86D60B8FC}">
      <dgm:prSet phldrT="[Text]" phldr="0"/>
      <dgm:spPr>
        <a:solidFill>
          <a:schemeClr val="tx2">
            <a:lumMod val="75000"/>
            <a:lumOff val="25000"/>
          </a:schemeClr>
        </a:solidFill>
      </dgm:spPr>
      <dgm:t>
        <a:bodyPr/>
        <a:lstStyle/>
        <a:p>
          <a:r>
            <a:rPr lang="en-AU"/>
            <a:t>Transition</a:t>
          </a:r>
        </a:p>
      </dgm:t>
    </dgm:pt>
    <dgm:pt modelId="{D92CA446-917D-49A6-B483-0BE848902E43}" type="parTrans" cxnId="{A8C13CCC-267A-4AC6-AE9A-73E91A212633}">
      <dgm:prSet/>
      <dgm:spPr/>
      <dgm:t>
        <a:bodyPr/>
        <a:lstStyle/>
        <a:p>
          <a:endParaRPr lang="en-AU"/>
        </a:p>
      </dgm:t>
    </dgm:pt>
    <dgm:pt modelId="{699D7F37-447E-4706-98A1-92970D43DE5A}" type="sibTrans" cxnId="{A8C13CCC-267A-4AC6-AE9A-73E91A212633}">
      <dgm:prSet/>
      <dgm:spPr/>
      <dgm:t>
        <a:bodyPr/>
        <a:lstStyle/>
        <a:p>
          <a:endParaRPr lang="en-AU"/>
        </a:p>
      </dgm:t>
    </dgm:pt>
    <dgm:pt modelId="{BF839381-CC51-419B-8C1F-8BE77B0A854C}">
      <dgm:prSet phldrT="[Text]" phldr="0"/>
      <dgm:spPr>
        <a:solidFill>
          <a:schemeClr val="bg2">
            <a:lumMod val="75000"/>
          </a:schemeClr>
        </a:solidFill>
      </dgm:spPr>
      <dgm:t>
        <a:bodyPr/>
        <a:lstStyle/>
        <a:p>
          <a:r>
            <a:rPr lang="en-AU"/>
            <a:t>Payment Assessment</a:t>
          </a:r>
        </a:p>
      </dgm:t>
    </dgm:pt>
    <dgm:pt modelId="{76DA6E38-B957-4E83-9070-E4950F4FBEA1}" type="parTrans" cxnId="{C101F60B-7F3C-49D1-8EC8-E0D319DC834E}">
      <dgm:prSet/>
      <dgm:spPr/>
      <dgm:t>
        <a:bodyPr/>
        <a:lstStyle/>
        <a:p>
          <a:endParaRPr lang="en-AU"/>
        </a:p>
      </dgm:t>
    </dgm:pt>
    <dgm:pt modelId="{994E520C-3CB1-404F-81F3-A41D7649FB25}" type="sibTrans" cxnId="{C101F60B-7F3C-49D1-8EC8-E0D319DC834E}">
      <dgm:prSet/>
      <dgm:spPr/>
      <dgm:t>
        <a:bodyPr/>
        <a:lstStyle/>
        <a:p>
          <a:endParaRPr lang="en-AU"/>
        </a:p>
      </dgm:t>
    </dgm:pt>
    <dgm:pt modelId="{7659CDB2-EBD4-4C0F-8886-83EBE5ED4CAD}">
      <dgm:prSet phldrT="[Text]" phldr="0"/>
      <dgm:spPr>
        <a:solidFill>
          <a:schemeClr val="bg2">
            <a:lumMod val="75000"/>
          </a:schemeClr>
        </a:solidFill>
      </dgm:spPr>
      <dgm:t>
        <a:bodyPr/>
        <a:lstStyle/>
        <a:p>
          <a:r>
            <a:rPr lang="en-AU"/>
            <a:t>Customer Journey Assessment</a:t>
          </a:r>
        </a:p>
      </dgm:t>
    </dgm:pt>
    <dgm:pt modelId="{3A9022D6-D09F-4BA4-8743-6B07C608494B}" type="parTrans" cxnId="{D95AF1A3-2C32-4159-8894-44E835F07AE4}">
      <dgm:prSet/>
      <dgm:spPr/>
      <dgm:t>
        <a:bodyPr/>
        <a:lstStyle/>
        <a:p>
          <a:endParaRPr lang="en-AU"/>
        </a:p>
      </dgm:t>
    </dgm:pt>
    <dgm:pt modelId="{B7755F76-25CD-4F88-A07C-E0CF055D37AC}" type="sibTrans" cxnId="{D95AF1A3-2C32-4159-8894-44E835F07AE4}">
      <dgm:prSet/>
      <dgm:spPr/>
      <dgm:t>
        <a:bodyPr/>
        <a:lstStyle/>
        <a:p>
          <a:endParaRPr lang="en-AU"/>
        </a:p>
      </dgm:t>
    </dgm:pt>
    <dgm:pt modelId="{863AB167-0B82-47AB-8FE9-43BDBC851643}">
      <dgm:prSet phldrT="[Text]" phldr="0"/>
      <dgm:spPr>
        <a:solidFill>
          <a:schemeClr val="bg2">
            <a:lumMod val="75000"/>
          </a:schemeClr>
        </a:solidFill>
      </dgm:spPr>
      <dgm:t>
        <a:bodyPr/>
        <a:lstStyle/>
        <a:p>
          <a:r>
            <a:rPr lang="en-AU"/>
            <a:t>Payment Experience Design</a:t>
          </a:r>
        </a:p>
      </dgm:t>
    </dgm:pt>
    <dgm:pt modelId="{4FEFAE81-23B3-46E4-9EF2-C2D494F2435C}" type="parTrans" cxnId="{89FFD607-6E08-4561-9354-F5C5DCC3C38A}">
      <dgm:prSet/>
      <dgm:spPr/>
      <dgm:t>
        <a:bodyPr/>
        <a:lstStyle/>
        <a:p>
          <a:endParaRPr lang="en-AU"/>
        </a:p>
      </dgm:t>
    </dgm:pt>
    <dgm:pt modelId="{28A988A8-5F1E-49C5-AC08-933217901376}" type="sibTrans" cxnId="{89FFD607-6E08-4561-9354-F5C5DCC3C38A}">
      <dgm:prSet/>
      <dgm:spPr/>
      <dgm:t>
        <a:bodyPr/>
        <a:lstStyle/>
        <a:p>
          <a:endParaRPr lang="en-AU"/>
        </a:p>
      </dgm:t>
    </dgm:pt>
    <dgm:pt modelId="{8380738A-8835-41CD-87C6-03B7BB6A637D}">
      <dgm:prSet phldrT="[Text]" phldr="0"/>
      <dgm:spPr>
        <a:solidFill>
          <a:schemeClr val="bg2">
            <a:lumMod val="75000"/>
          </a:schemeClr>
        </a:solidFill>
      </dgm:spPr>
      <dgm:t>
        <a:bodyPr/>
        <a:lstStyle/>
        <a:p>
          <a:r>
            <a:rPr lang="en-AU"/>
            <a:t>Online Payment Services</a:t>
          </a:r>
        </a:p>
      </dgm:t>
    </dgm:pt>
    <dgm:pt modelId="{78E7FE40-AEA4-4D0E-A3E3-FDDF18209228}" type="parTrans" cxnId="{F2B8808C-9588-4C83-9EAB-0746A4905F55}">
      <dgm:prSet/>
      <dgm:spPr/>
      <dgm:t>
        <a:bodyPr/>
        <a:lstStyle/>
        <a:p>
          <a:endParaRPr lang="en-AU"/>
        </a:p>
      </dgm:t>
    </dgm:pt>
    <dgm:pt modelId="{93F564AD-4C64-4BBE-8550-5911D49A83EB}" type="sibTrans" cxnId="{F2B8808C-9588-4C83-9EAB-0746A4905F55}">
      <dgm:prSet/>
      <dgm:spPr/>
      <dgm:t>
        <a:bodyPr/>
        <a:lstStyle/>
        <a:p>
          <a:endParaRPr lang="en-AU"/>
        </a:p>
      </dgm:t>
    </dgm:pt>
    <dgm:pt modelId="{04250B26-51A7-4F51-BD6B-503BCFB165F9}">
      <dgm:prSet phldrT="[Text]" phldr="0"/>
      <dgm:spPr>
        <a:solidFill>
          <a:schemeClr val="bg2">
            <a:lumMod val="75000"/>
          </a:schemeClr>
        </a:solidFill>
      </dgm:spPr>
      <dgm:t>
        <a:bodyPr/>
        <a:lstStyle/>
        <a:p>
          <a:r>
            <a:rPr lang="en-AU"/>
            <a:t>Adoption Support</a:t>
          </a:r>
        </a:p>
      </dgm:t>
    </dgm:pt>
    <dgm:pt modelId="{C3544825-11C6-445B-92DC-3DEA3BB198F8}" type="parTrans" cxnId="{9E45E1A5-6FE6-40BB-B8BA-346564FF0E0E}">
      <dgm:prSet/>
      <dgm:spPr/>
      <dgm:t>
        <a:bodyPr/>
        <a:lstStyle/>
        <a:p>
          <a:endParaRPr lang="en-AU"/>
        </a:p>
      </dgm:t>
    </dgm:pt>
    <dgm:pt modelId="{2CA9C2CE-9DFC-4F05-B881-43DF8DA0DE23}" type="sibTrans" cxnId="{9E45E1A5-6FE6-40BB-B8BA-346564FF0E0E}">
      <dgm:prSet/>
      <dgm:spPr/>
      <dgm:t>
        <a:bodyPr/>
        <a:lstStyle/>
        <a:p>
          <a:endParaRPr lang="en-AU"/>
        </a:p>
      </dgm:t>
    </dgm:pt>
    <dgm:pt modelId="{CE01B670-1EEA-4848-90D3-DFD1C7C7F55F}" type="pres">
      <dgm:prSet presAssocID="{DBEA68D6-E158-4934-BAF2-CD3B153353BA}" presName="hierChild1" presStyleCnt="0">
        <dgm:presLayoutVars>
          <dgm:orgChart val="1"/>
          <dgm:chPref val="1"/>
          <dgm:dir/>
          <dgm:animOne val="branch"/>
          <dgm:animLvl val="lvl"/>
          <dgm:resizeHandles/>
        </dgm:presLayoutVars>
      </dgm:prSet>
      <dgm:spPr/>
    </dgm:pt>
    <dgm:pt modelId="{3AF247A6-5907-446E-AA6F-4BAC28FD9F2C}" type="pres">
      <dgm:prSet presAssocID="{10A0EA3D-3AD4-4A16-AC66-3525B6400D15}" presName="hierRoot1" presStyleCnt="0">
        <dgm:presLayoutVars>
          <dgm:hierBranch val="init"/>
        </dgm:presLayoutVars>
      </dgm:prSet>
      <dgm:spPr/>
    </dgm:pt>
    <dgm:pt modelId="{FB8CCF8C-63A8-4B00-B8C6-A24AC6552628}" type="pres">
      <dgm:prSet presAssocID="{10A0EA3D-3AD4-4A16-AC66-3525B6400D15}" presName="rootComposite1" presStyleCnt="0"/>
      <dgm:spPr/>
    </dgm:pt>
    <dgm:pt modelId="{248530AC-F178-403E-A897-42E299E5ED21}" type="pres">
      <dgm:prSet presAssocID="{10A0EA3D-3AD4-4A16-AC66-3525B6400D15}" presName="rootText1" presStyleLbl="node0" presStyleIdx="0" presStyleCnt="1" custScaleX="2000000" custScaleY="446774">
        <dgm:presLayoutVars>
          <dgm:chPref val="3"/>
        </dgm:presLayoutVars>
      </dgm:prSet>
      <dgm:spPr/>
    </dgm:pt>
    <dgm:pt modelId="{BD047E60-9F9C-4B43-B9EF-1A7F5A8327BA}" type="pres">
      <dgm:prSet presAssocID="{10A0EA3D-3AD4-4A16-AC66-3525B6400D15}" presName="rootConnector1" presStyleLbl="node1" presStyleIdx="0" presStyleCnt="0"/>
      <dgm:spPr/>
    </dgm:pt>
    <dgm:pt modelId="{9098D234-D388-4106-B539-B7C38DD6D81C}" type="pres">
      <dgm:prSet presAssocID="{10A0EA3D-3AD4-4A16-AC66-3525B6400D15}" presName="hierChild2" presStyleCnt="0"/>
      <dgm:spPr/>
    </dgm:pt>
    <dgm:pt modelId="{A6E2B9B1-B808-4C3E-9CA4-FDBFEB7C6E12}" type="pres">
      <dgm:prSet presAssocID="{691118F6-AAF5-40E0-AD6D-235FADC018C0}" presName="Name37" presStyleLbl="parChTrans1D2" presStyleIdx="0" presStyleCnt="6"/>
      <dgm:spPr/>
    </dgm:pt>
    <dgm:pt modelId="{842694ED-63FE-41F5-8205-A2D2ED7AB622}" type="pres">
      <dgm:prSet presAssocID="{92162928-B373-4802-B988-4C318FAE4B4C}" presName="hierRoot2" presStyleCnt="0">
        <dgm:presLayoutVars>
          <dgm:hierBranch val="init"/>
        </dgm:presLayoutVars>
      </dgm:prSet>
      <dgm:spPr/>
    </dgm:pt>
    <dgm:pt modelId="{156B7B81-9C4B-4435-88FA-61CD1E94F7AC}" type="pres">
      <dgm:prSet presAssocID="{92162928-B373-4802-B988-4C318FAE4B4C}" presName="rootComposite" presStyleCnt="0"/>
      <dgm:spPr/>
    </dgm:pt>
    <dgm:pt modelId="{E053A169-9C0A-4979-A9C3-739101C47B4F}" type="pres">
      <dgm:prSet presAssocID="{92162928-B373-4802-B988-4C318FAE4B4C}" presName="rootText" presStyleLbl="node2" presStyleIdx="0" presStyleCnt="6" custScaleX="488642">
        <dgm:presLayoutVars>
          <dgm:chPref val="3"/>
        </dgm:presLayoutVars>
      </dgm:prSet>
      <dgm:spPr/>
    </dgm:pt>
    <dgm:pt modelId="{38710617-AD94-492E-877A-67DEA8A29246}" type="pres">
      <dgm:prSet presAssocID="{92162928-B373-4802-B988-4C318FAE4B4C}" presName="rootConnector" presStyleLbl="node2" presStyleIdx="0" presStyleCnt="6"/>
      <dgm:spPr/>
    </dgm:pt>
    <dgm:pt modelId="{EE25FEE9-C0A4-43A3-BC29-09C1DC02735B}" type="pres">
      <dgm:prSet presAssocID="{92162928-B373-4802-B988-4C318FAE4B4C}" presName="hierChild4" presStyleCnt="0"/>
      <dgm:spPr/>
    </dgm:pt>
    <dgm:pt modelId="{FF67444D-5ED3-41ED-A347-24C2B0E04B90}" type="pres">
      <dgm:prSet presAssocID="{C71C1068-6F66-4806-BF3E-C0ABC32DB9CD}" presName="Name37" presStyleLbl="parChTrans1D3" presStyleIdx="0" presStyleCnt="24"/>
      <dgm:spPr/>
    </dgm:pt>
    <dgm:pt modelId="{67069403-27C9-4B09-AD7C-8A1167E44667}" type="pres">
      <dgm:prSet presAssocID="{8B3DD3E5-3777-422B-82FA-D0A86022C98C}" presName="hierRoot2" presStyleCnt="0">
        <dgm:presLayoutVars>
          <dgm:hierBranch val="init"/>
        </dgm:presLayoutVars>
      </dgm:prSet>
      <dgm:spPr/>
    </dgm:pt>
    <dgm:pt modelId="{4D794320-4186-47CA-A5FA-20BCB322B121}" type="pres">
      <dgm:prSet presAssocID="{8B3DD3E5-3777-422B-82FA-D0A86022C98C}" presName="rootComposite" presStyleCnt="0"/>
      <dgm:spPr/>
    </dgm:pt>
    <dgm:pt modelId="{601B3886-2D32-435C-87C1-3436C1456A52}" type="pres">
      <dgm:prSet presAssocID="{8B3DD3E5-3777-422B-82FA-D0A86022C98C}" presName="rootText" presStyleLbl="node3" presStyleIdx="0" presStyleCnt="24">
        <dgm:presLayoutVars>
          <dgm:chPref val="3"/>
        </dgm:presLayoutVars>
      </dgm:prSet>
      <dgm:spPr/>
    </dgm:pt>
    <dgm:pt modelId="{6812073C-6BAA-4AEF-862F-0A7BF4AFF47F}" type="pres">
      <dgm:prSet presAssocID="{8B3DD3E5-3777-422B-82FA-D0A86022C98C}" presName="rootConnector" presStyleLbl="node3" presStyleIdx="0" presStyleCnt="24"/>
      <dgm:spPr/>
    </dgm:pt>
    <dgm:pt modelId="{1896803C-71C5-4D60-9F36-BBF8CA8B2A93}" type="pres">
      <dgm:prSet presAssocID="{8B3DD3E5-3777-422B-82FA-D0A86022C98C}" presName="hierChild4" presStyleCnt="0"/>
      <dgm:spPr/>
    </dgm:pt>
    <dgm:pt modelId="{B48A9124-E1D9-4C7D-AC30-90578C915185}" type="pres">
      <dgm:prSet presAssocID="{66A70551-8B64-445F-8F43-CA0E4EC11071}" presName="Name37" presStyleLbl="parChTrans1D4" presStyleIdx="0" presStyleCnt="47"/>
      <dgm:spPr/>
    </dgm:pt>
    <dgm:pt modelId="{A40CA4BC-AE5D-42FF-9AF9-C94A43B0382A}" type="pres">
      <dgm:prSet presAssocID="{5A68F8F8-906C-4E3D-9CB8-991E635B212F}" presName="hierRoot2" presStyleCnt="0">
        <dgm:presLayoutVars>
          <dgm:hierBranch val="init"/>
        </dgm:presLayoutVars>
      </dgm:prSet>
      <dgm:spPr/>
    </dgm:pt>
    <dgm:pt modelId="{1F0EB76A-BC02-4E50-B3AC-6968710BAE16}" type="pres">
      <dgm:prSet presAssocID="{5A68F8F8-906C-4E3D-9CB8-991E635B212F}" presName="rootComposite" presStyleCnt="0"/>
      <dgm:spPr/>
    </dgm:pt>
    <dgm:pt modelId="{24C2DBF2-97E6-4B49-9630-04CBA346167D}" type="pres">
      <dgm:prSet presAssocID="{5A68F8F8-906C-4E3D-9CB8-991E635B212F}" presName="rootText" presStyleLbl="node4" presStyleIdx="0" presStyleCnt="47" custLinFactNeighborX="3901">
        <dgm:presLayoutVars>
          <dgm:chPref val="3"/>
        </dgm:presLayoutVars>
      </dgm:prSet>
      <dgm:spPr/>
    </dgm:pt>
    <dgm:pt modelId="{C3BC293B-643C-4232-9C24-31D47E87EE0A}" type="pres">
      <dgm:prSet presAssocID="{5A68F8F8-906C-4E3D-9CB8-991E635B212F}" presName="rootConnector" presStyleLbl="node4" presStyleIdx="0" presStyleCnt="47"/>
      <dgm:spPr/>
    </dgm:pt>
    <dgm:pt modelId="{8115FC8D-9447-4119-BD4A-5463FE9D9386}" type="pres">
      <dgm:prSet presAssocID="{5A68F8F8-906C-4E3D-9CB8-991E635B212F}" presName="hierChild4" presStyleCnt="0"/>
      <dgm:spPr/>
    </dgm:pt>
    <dgm:pt modelId="{67DAE0B7-3BE9-4DBE-A852-6DE4ED1D7902}" type="pres">
      <dgm:prSet presAssocID="{5A68F8F8-906C-4E3D-9CB8-991E635B212F}" presName="hierChild5" presStyleCnt="0"/>
      <dgm:spPr/>
    </dgm:pt>
    <dgm:pt modelId="{816A8EDC-C3FC-4279-8F55-111E4C85F016}" type="pres">
      <dgm:prSet presAssocID="{3607B6A2-62EB-4C14-9CB4-8952E1C52DF3}" presName="Name37" presStyleLbl="parChTrans1D4" presStyleIdx="1" presStyleCnt="47"/>
      <dgm:spPr/>
    </dgm:pt>
    <dgm:pt modelId="{CEAF53CD-A9FA-4640-94F6-EF8D3A1873B5}" type="pres">
      <dgm:prSet presAssocID="{A9F6DB2C-86BD-4E2F-96DB-98260C2DFCC7}" presName="hierRoot2" presStyleCnt="0">
        <dgm:presLayoutVars>
          <dgm:hierBranch val="init"/>
        </dgm:presLayoutVars>
      </dgm:prSet>
      <dgm:spPr/>
    </dgm:pt>
    <dgm:pt modelId="{4135741E-D4CB-4E74-9573-E15A47BC66C5}" type="pres">
      <dgm:prSet presAssocID="{A9F6DB2C-86BD-4E2F-96DB-98260C2DFCC7}" presName="rootComposite" presStyleCnt="0"/>
      <dgm:spPr/>
    </dgm:pt>
    <dgm:pt modelId="{37F60180-1B26-4DFE-9DCB-DA7129A4AA9A}" type="pres">
      <dgm:prSet presAssocID="{A9F6DB2C-86BD-4E2F-96DB-98260C2DFCC7}" presName="rootText" presStyleLbl="node4" presStyleIdx="1" presStyleCnt="47" custLinFactNeighborX="3901">
        <dgm:presLayoutVars>
          <dgm:chPref val="3"/>
        </dgm:presLayoutVars>
      </dgm:prSet>
      <dgm:spPr/>
    </dgm:pt>
    <dgm:pt modelId="{44846056-2235-4502-A8E1-56298C852BDC}" type="pres">
      <dgm:prSet presAssocID="{A9F6DB2C-86BD-4E2F-96DB-98260C2DFCC7}" presName="rootConnector" presStyleLbl="node4" presStyleIdx="1" presStyleCnt="47"/>
      <dgm:spPr/>
    </dgm:pt>
    <dgm:pt modelId="{673DD296-73FB-43BB-8CAA-E8F3CC1E5E24}" type="pres">
      <dgm:prSet presAssocID="{A9F6DB2C-86BD-4E2F-96DB-98260C2DFCC7}" presName="hierChild4" presStyleCnt="0"/>
      <dgm:spPr/>
    </dgm:pt>
    <dgm:pt modelId="{EAEF8C69-6E73-4C9D-BBBF-8A380134FA96}" type="pres">
      <dgm:prSet presAssocID="{A9F6DB2C-86BD-4E2F-96DB-98260C2DFCC7}" presName="hierChild5" presStyleCnt="0"/>
      <dgm:spPr/>
    </dgm:pt>
    <dgm:pt modelId="{4C225888-A2FB-45FE-9CBB-82F69E1BED88}" type="pres">
      <dgm:prSet presAssocID="{8B3DD3E5-3777-422B-82FA-D0A86022C98C}" presName="hierChild5" presStyleCnt="0"/>
      <dgm:spPr/>
    </dgm:pt>
    <dgm:pt modelId="{48483E4C-0B9A-4D68-8798-5B0CB4F90371}" type="pres">
      <dgm:prSet presAssocID="{22D34FF9-DFD2-447C-9554-F821C4DA06DC}" presName="Name37" presStyleLbl="parChTrans1D3" presStyleIdx="1" presStyleCnt="24"/>
      <dgm:spPr/>
    </dgm:pt>
    <dgm:pt modelId="{85B4BE6B-B777-498C-939E-205E40C8A6C2}" type="pres">
      <dgm:prSet presAssocID="{5BFB97B4-B087-41CF-934F-30A1F32494DE}" presName="hierRoot2" presStyleCnt="0">
        <dgm:presLayoutVars>
          <dgm:hierBranch val="init"/>
        </dgm:presLayoutVars>
      </dgm:prSet>
      <dgm:spPr/>
    </dgm:pt>
    <dgm:pt modelId="{774A073F-A5E4-4A29-B633-DE003CAB103D}" type="pres">
      <dgm:prSet presAssocID="{5BFB97B4-B087-41CF-934F-30A1F32494DE}" presName="rootComposite" presStyleCnt="0"/>
      <dgm:spPr/>
    </dgm:pt>
    <dgm:pt modelId="{87A6AD60-4F0F-491E-9176-F0A64ECD9127}" type="pres">
      <dgm:prSet presAssocID="{5BFB97B4-B087-41CF-934F-30A1F32494DE}" presName="rootText" presStyleLbl="node3" presStyleIdx="1" presStyleCnt="24">
        <dgm:presLayoutVars>
          <dgm:chPref val="3"/>
        </dgm:presLayoutVars>
      </dgm:prSet>
      <dgm:spPr/>
    </dgm:pt>
    <dgm:pt modelId="{2BB57BE5-C9B3-4F09-A4E0-A364549C1780}" type="pres">
      <dgm:prSet presAssocID="{5BFB97B4-B087-41CF-934F-30A1F32494DE}" presName="rootConnector" presStyleLbl="node3" presStyleIdx="1" presStyleCnt="24"/>
      <dgm:spPr/>
    </dgm:pt>
    <dgm:pt modelId="{8E744277-6CD1-490D-8CAE-481EA70CBAF9}" type="pres">
      <dgm:prSet presAssocID="{5BFB97B4-B087-41CF-934F-30A1F32494DE}" presName="hierChild4" presStyleCnt="0"/>
      <dgm:spPr/>
    </dgm:pt>
    <dgm:pt modelId="{D763DC6F-A63F-462A-B585-7F1D8AC58970}" type="pres">
      <dgm:prSet presAssocID="{A0F915A4-E74D-4381-B93A-E4033244ECD2}" presName="Name37" presStyleLbl="parChTrans1D4" presStyleIdx="2" presStyleCnt="47"/>
      <dgm:spPr/>
    </dgm:pt>
    <dgm:pt modelId="{B29C53BF-1E8A-4E5A-AACC-870465C2D3E5}" type="pres">
      <dgm:prSet presAssocID="{56518673-4F24-4F55-AE26-A9B21F9C211A}" presName="hierRoot2" presStyleCnt="0">
        <dgm:presLayoutVars>
          <dgm:hierBranch val="init"/>
        </dgm:presLayoutVars>
      </dgm:prSet>
      <dgm:spPr/>
    </dgm:pt>
    <dgm:pt modelId="{3DDE6A10-46F0-4FC4-AEC8-1C392535B24A}" type="pres">
      <dgm:prSet presAssocID="{56518673-4F24-4F55-AE26-A9B21F9C211A}" presName="rootComposite" presStyleCnt="0"/>
      <dgm:spPr/>
    </dgm:pt>
    <dgm:pt modelId="{C434C31E-CD18-49CF-8AE0-F0816E30BB31}" type="pres">
      <dgm:prSet presAssocID="{56518673-4F24-4F55-AE26-A9B21F9C211A}" presName="rootText" presStyleLbl="node4" presStyleIdx="2" presStyleCnt="47" custLinFactNeighborX="3901">
        <dgm:presLayoutVars>
          <dgm:chPref val="3"/>
        </dgm:presLayoutVars>
      </dgm:prSet>
      <dgm:spPr/>
    </dgm:pt>
    <dgm:pt modelId="{B1395563-D0FE-462C-A639-255538DE3DFC}" type="pres">
      <dgm:prSet presAssocID="{56518673-4F24-4F55-AE26-A9B21F9C211A}" presName="rootConnector" presStyleLbl="node4" presStyleIdx="2" presStyleCnt="47"/>
      <dgm:spPr/>
    </dgm:pt>
    <dgm:pt modelId="{B069B77A-4077-47C4-ABBA-4D7637EFA54A}" type="pres">
      <dgm:prSet presAssocID="{56518673-4F24-4F55-AE26-A9B21F9C211A}" presName="hierChild4" presStyleCnt="0"/>
      <dgm:spPr/>
    </dgm:pt>
    <dgm:pt modelId="{557C45F1-04BD-45F1-819E-7B82EA7707B9}" type="pres">
      <dgm:prSet presAssocID="{56518673-4F24-4F55-AE26-A9B21F9C211A}" presName="hierChild5" presStyleCnt="0"/>
      <dgm:spPr/>
    </dgm:pt>
    <dgm:pt modelId="{8876B364-8864-4955-9019-ECA6C3EC0665}" type="pres">
      <dgm:prSet presAssocID="{4C8AFC1B-E775-495B-AD8C-2611BC6D5CEF}" presName="Name37" presStyleLbl="parChTrans1D4" presStyleIdx="3" presStyleCnt="47"/>
      <dgm:spPr/>
    </dgm:pt>
    <dgm:pt modelId="{CC97D09D-D232-4A11-862A-4D90122B57F1}" type="pres">
      <dgm:prSet presAssocID="{EEBB306B-8FFE-4FE9-BFEB-62E606321AD3}" presName="hierRoot2" presStyleCnt="0">
        <dgm:presLayoutVars>
          <dgm:hierBranch val="init"/>
        </dgm:presLayoutVars>
      </dgm:prSet>
      <dgm:spPr/>
    </dgm:pt>
    <dgm:pt modelId="{CC75050C-5E5F-46F5-BA39-2874186EE69F}" type="pres">
      <dgm:prSet presAssocID="{EEBB306B-8FFE-4FE9-BFEB-62E606321AD3}" presName="rootComposite" presStyleCnt="0"/>
      <dgm:spPr/>
    </dgm:pt>
    <dgm:pt modelId="{AE95BAB7-52A9-40B2-80E7-9D22FE08CB71}" type="pres">
      <dgm:prSet presAssocID="{EEBB306B-8FFE-4FE9-BFEB-62E606321AD3}" presName="rootText" presStyleLbl="node4" presStyleIdx="3" presStyleCnt="47" custLinFactNeighborX="3901">
        <dgm:presLayoutVars>
          <dgm:chPref val="3"/>
        </dgm:presLayoutVars>
      </dgm:prSet>
      <dgm:spPr/>
    </dgm:pt>
    <dgm:pt modelId="{9C6E9520-2120-457B-93DB-98E5E14A710B}" type="pres">
      <dgm:prSet presAssocID="{EEBB306B-8FFE-4FE9-BFEB-62E606321AD3}" presName="rootConnector" presStyleLbl="node4" presStyleIdx="3" presStyleCnt="47"/>
      <dgm:spPr/>
    </dgm:pt>
    <dgm:pt modelId="{EDCE0484-A433-4090-8CBD-8FE543C19B6B}" type="pres">
      <dgm:prSet presAssocID="{EEBB306B-8FFE-4FE9-BFEB-62E606321AD3}" presName="hierChild4" presStyleCnt="0"/>
      <dgm:spPr/>
    </dgm:pt>
    <dgm:pt modelId="{97B88D6D-DEDE-4F9A-9DF8-46F1327FC786}" type="pres">
      <dgm:prSet presAssocID="{EEBB306B-8FFE-4FE9-BFEB-62E606321AD3}" presName="hierChild5" presStyleCnt="0"/>
      <dgm:spPr/>
    </dgm:pt>
    <dgm:pt modelId="{F0D80707-018A-47CB-B172-FB7D8D4105D2}" type="pres">
      <dgm:prSet presAssocID="{5BFB97B4-B087-41CF-934F-30A1F32494DE}" presName="hierChild5" presStyleCnt="0"/>
      <dgm:spPr/>
    </dgm:pt>
    <dgm:pt modelId="{5586953E-4383-4BBE-A9B0-D6F54FA11493}" type="pres">
      <dgm:prSet presAssocID="{2A235F8A-27C3-4172-B82B-345028F7B28C}" presName="Name37" presStyleLbl="parChTrans1D3" presStyleIdx="2" presStyleCnt="24"/>
      <dgm:spPr/>
    </dgm:pt>
    <dgm:pt modelId="{E663E818-7F4E-4D0C-B83C-C3142F593B59}" type="pres">
      <dgm:prSet presAssocID="{164106AA-0B9B-496D-87E5-F4DCB8BDCBC0}" presName="hierRoot2" presStyleCnt="0">
        <dgm:presLayoutVars>
          <dgm:hierBranch val="init"/>
        </dgm:presLayoutVars>
      </dgm:prSet>
      <dgm:spPr/>
    </dgm:pt>
    <dgm:pt modelId="{61D14A3E-58DD-4685-8D03-30823BE52A88}" type="pres">
      <dgm:prSet presAssocID="{164106AA-0B9B-496D-87E5-F4DCB8BDCBC0}" presName="rootComposite" presStyleCnt="0"/>
      <dgm:spPr/>
    </dgm:pt>
    <dgm:pt modelId="{07C71433-0FF8-4BC8-9B31-E04309C87F10}" type="pres">
      <dgm:prSet presAssocID="{164106AA-0B9B-496D-87E5-F4DCB8BDCBC0}" presName="rootText" presStyleLbl="node3" presStyleIdx="2" presStyleCnt="24">
        <dgm:presLayoutVars>
          <dgm:chPref val="3"/>
        </dgm:presLayoutVars>
      </dgm:prSet>
      <dgm:spPr/>
    </dgm:pt>
    <dgm:pt modelId="{14AE4B2D-DBC4-44DD-B29C-CECB2DCE6325}" type="pres">
      <dgm:prSet presAssocID="{164106AA-0B9B-496D-87E5-F4DCB8BDCBC0}" presName="rootConnector" presStyleLbl="node3" presStyleIdx="2" presStyleCnt="24"/>
      <dgm:spPr/>
    </dgm:pt>
    <dgm:pt modelId="{414F74D7-A6CD-4CBE-923B-841E29F8823F}" type="pres">
      <dgm:prSet presAssocID="{164106AA-0B9B-496D-87E5-F4DCB8BDCBC0}" presName="hierChild4" presStyleCnt="0"/>
      <dgm:spPr/>
    </dgm:pt>
    <dgm:pt modelId="{DFE2558B-2422-4EFF-AD47-78733478CFD1}" type="pres">
      <dgm:prSet presAssocID="{3D1EA3EE-B119-4379-AC02-B56E32B2D6BE}" presName="Name37" presStyleLbl="parChTrans1D4" presStyleIdx="4" presStyleCnt="47"/>
      <dgm:spPr/>
    </dgm:pt>
    <dgm:pt modelId="{B9F3A535-4713-495C-B7C3-6E4EEE53D73B}" type="pres">
      <dgm:prSet presAssocID="{EA317B2D-5453-4BBD-8D75-FE30E28DA8C2}" presName="hierRoot2" presStyleCnt="0">
        <dgm:presLayoutVars>
          <dgm:hierBranch val="init"/>
        </dgm:presLayoutVars>
      </dgm:prSet>
      <dgm:spPr/>
    </dgm:pt>
    <dgm:pt modelId="{191BDBAF-9F3C-4C4F-A854-64F02BF8812F}" type="pres">
      <dgm:prSet presAssocID="{EA317B2D-5453-4BBD-8D75-FE30E28DA8C2}" presName="rootComposite" presStyleCnt="0"/>
      <dgm:spPr/>
    </dgm:pt>
    <dgm:pt modelId="{789861EB-947C-4155-89A8-671983BE8599}" type="pres">
      <dgm:prSet presAssocID="{EA317B2D-5453-4BBD-8D75-FE30E28DA8C2}" presName="rootText" presStyleLbl="node4" presStyleIdx="4" presStyleCnt="47" custLinFactNeighborX="3901">
        <dgm:presLayoutVars>
          <dgm:chPref val="3"/>
        </dgm:presLayoutVars>
      </dgm:prSet>
      <dgm:spPr/>
    </dgm:pt>
    <dgm:pt modelId="{C1A80B9E-7599-4FD9-B121-09D71FF3AB8F}" type="pres">
      <dgm:prSet presAssocID="{EA317B2D-5453-4BBD-8D75-FE30E28DA8C2}" presName="rootConnector" presStyleLbl="node4" presStyleIdx="4" presStyleCnt="47"/>
      <dgm:spPr/>
    </dgm:pt>
    <dgm:pt modelId="{2722DE2B-3C1B-480B-BEEC-991A48490889}" type="pres">
      <dgm:prSet presAssocID="{EA317B2D-5453-4BBD-8D75-FE30E28DA8C2}" presName="hierChild4" presStyleCnt="0"/>
      <dgm:spPr/>
    </dgm:pt>
    <dgm:pt modelId="{BC54E901-7913-4829-BFAD-BB4FEEEC7860}" type="pres">
      <dgm:prSet presAssocID="{EA317B2D-5453-4BBD-8D75-FE30E28DA8C2}" presName="hierChild5" presStyleCnt="0"/>
      <dgm:spPr/>
    </dgm:pt>
    <dgm:pt modelId="{0A73BEFC-60B3-448B-B26D-9AA124476CE8}" type="pres">
      <dgm:prSet presAssocID="{E57B40DD-1A3B-4F4C-9685-7653760DCCD9}" presName="Name37" presStyleLbl="parChTrans1D4" presStyleIdx="5" presStyleCnt="47"/>
      <dgm:spPr/>
    </dgm:pt>
    <dgm:pt modelId="{021426FD-C754-4BB0-8870-42BB7FB8D103}" type="pres">
      <dgm:prSet presAssocID="{7F84ED96-FDB5-41E8-ADFF-79F3585EB7CF}" presName="hierRoot2" presStyleCnt="0">
        <dgm:presLayoutVars>
          <dgm:hierBranch val="init"/>
        </dgm:presLayoutVars>
      </dgm:prSet>
      <dgm:spPr/>
    </dgm:pt>
    <dgm:pt modelId="{1FD1095D-9ABD-409F-A2DA-02F0DDB6B6B0}" type="pres">
      <dgm:prSet presAssocID="{7F84ED96-FDB5-41E8-ADFF-79F3585EB7CF}" presName="rootComposite" presStyleCnt="0"/>
      <dgm:spPr/>
    </dgm:pt>
    <dgm:pt modelId="{1D95F98B-2259-4689-96B2-F8F958A827F9}" type="pres">
      <dgm:prSet presAssocID="{7F84ED96-FDB5-41E8-ADFF-79F3585EB7CF}" presName="rootText" presStyleLbl="node4" presStyleIdx="5" presStyleCnt="47" custLinFactNeighborX="3901">
        <dgm:presLayoutVars>
          <dgm:chPref val="3"/>
        </dgm:presLayoutVars>
      </dgm:prSet>
      <dgm:spPr/>
    </dgm:pt>
    <dgm:pt modelId="{449684D4-4B52-4A03-880D-7C09234CFDA9}" type="pres">
      <dgm:prSet presAssocID="{7F84ED96-FDB5-41E8-ADFF-79F3585EB7CF}" presName="rootConnector" presStyleLbl="node4" presStyleIdx="5" presStyleCnt="47"/>
      <dgm:spPr/>
    </dgm:pt>
    <dgm:pt modelId="{1F2D1B99-8FBA-4F2F-B26B-417F1B226217}" type="pres">
      <dgm:prSet presAssocID="{7F84ED96-FDB5-41E8-ADFF-79F3585EB7CF}" presName="hierChild4" presStyleCnt="0"/>
      <dgm:spPr/>
    </dgm:pt>
    <dgm:pt modelId="{A1DAB88A-E7F2-4CD9-8D69-FF9055F95493}" type="pres">
      <dgm:prSet presAssocID="{7F84ED96-FDB5-41E8-ADFF-79F3585EB7CF}" presName="hierChild5" presStyleCnt="0"/>
      <dgm:spPr/>
    </dgm:pt>
    <dgm:pt modelId="{161C4E2C-1932-4061-B996-CC31507D9B24}" type="pres">
      <dgm:prSet presAssocID="{164106AA-0B9B-496D-87E5-F4DCB8BDCBC0}" presName="hierChild5" presStyleCnt="0"/>
      <dgm:spPr/>
    </dgm:pt>
    <dgm:pt modelId="{206B6B56-098A-42DE-88C2-958A5D5C75D5}" type="pres">
      <dgm:prSet presAssocID="{01FB969B-7F30-4863-B64E-E2C4AB14BDE0}" presName="Name37" presStyleLbl="parChTrans1D3" presStyleIdx="3" presStyleCnt="24"/>
      <dgm:spPr/>
    </dgm:pt>
    <dgm:pt modelId="{8155D36B-03E4-4951-BFA7-E0ED83B75BC2}" type="pres">
      <dgm:prSet presAssocID="{662BA738-A49A-45B7-BD9F-963D5BFE2AA3}" presName="hierRoot2" presStyleCnt="0">
        <dgm:presLayoutVars>
          <dgm:hierBranch val="init"/>
        </dgm:presLayoutVars>
      </dgm:prSet>
      <dgm:spPr/>
    </dgm:pt>
    <dgm:pt modelId="{C7F07879-0015-47A6-AA02-9351E8BB2F06}" type="pres">
      <dgm:prSet presAssocID="{662BA738-A49A-45B7-BD9F-963D5BFE2AA3}" presName="rootComposite" presStyleCnt="0"/>
      <dgm:spPr/>
    </dgm:pt>
    <dgm:pt modelId="{A50C351E-75D0-427A-85F2-6A352551E6E2}" type="pres">
      <dgm:prSet presAssocID="{662BA738-A49A-45B7-BD9F-963D5BFE2AA3}" presName="rootText" presStyleLbl="node3" presStyleIdx="3" presStyleCnt="24">
        <dgm:presLayoutVars>
          <dgm:chPref val="3"/>
        </dgm:presLayoutVars>
      </dgm:prSet>
      <dgm:spPr/>
    </dgm:pt>
    <dgm:pt modelId="{673A25FF-E5E3-4786-BC8C-33D2AEBF4F4F}" type="pres">
      <dgm:prSet presAssocID="{662BA738-A49A-45B7-BD9F-963D5BFE2AA3}" presName="rootConnector" presStyleLbl="node3" presStyleIdx="3" presStyleCnt="24"/>
      <dgm:spPr/>
    </dgm:pt>
    <dgm:pt modelId="{C71A9C1E-580C-4AF9-A53F-6EEF90D6DF2D}" type="pres">
      <dgm:prSet presAssocID="{662BA738-A49A-45B7-BD9F-963D5BFE2AA3}" presName="hierChild4" presStyleCnt="0"/>
      <dgm:spPr/>
    </dgm:pt>
    <dgm:pt modelId="{A661F0CB-02A5-44BC-802B-160AEE8859DA}" type="pres">
      <dgm:prSet presAssocID="{758AB390-FD51-477E-886C-8E93E74C60A1}" presName="Name37" presStyleLbl="parChTrans1D4" presStyleIdx="6" presStyleCnt="47"/>
      <dgm:spPr/>
    </dgm:pt>
    <dgm:pt modelId="{2619DD18-0422-41D0-8A17-804455AA10A5}" type="pres">
      <dgm:prSet presAssocID="{2ED8BA49-A079-4726-8958-11387D0DEE8F}" presName="hierRoot2" presStyleCnt="0">
        <dgm:presLayoutVars>
          <dgm:hierBranch val="init"/>
        </dgm:presLayoutVars>
      </dgm:prSet>
      <dgm:spPr/>
    </dgm:pt>
    <dgm:pt modelId="{60FDFAB0-5107-44B7-9DB7-92420DCC7237}" type="pres">
      <dgm:prSet presAssocID="{2ED8BA49-A079-4726-8958-11387D0DEE8F}" presName="rootComposite" presStyleCnt="0"/>
      <dgm:spPr/>
    </dgm:pt>
    <dgm:pt modelId="{6F3F0949-ABBE-4B1F-A83F-947AF15AC17D}" type="pres">
      <dgm:prSet presAssocID="{2ED8BA49-A079-4726-8958-11387D0DEE8F}" presName="rootText" presStyleLbl="node4" presStyleIdx="6" presStyleCnt="47" custLinFactNeighborX="3901">
        <dgm:presLayoutVars>
          <dgm:chPref val="3"/>
        </dgm:presLayoutVars>
      </dgm:prSet>
      <dgm:spPr/>
    </dgm:pt>
    <dgm:pt modelId="{3BBB93A3-EC02-4122-BF23-869E5760C83C}" type="pres">
      <dgm:prSet presAssocID="{2ED8BA49-A079-4726-8958-11387D0DEE8F}" presName="rootConnector" presStyleLbl="node4" presStyleIdx="6" presStyleCnt="47"/>
      <dgm:spPr/>
    </dgm:pt>
    <dgm:pt modelId="{1DAACE40-F598-4BE3-BE62-91BC33995C14}" type="pres">
      <dgm:prSet presAssocID="{2ED8BA49-A079-4726-8958-11387D0DEE8F}" presName="hierChild4" presStyleCnt="0"/>
      <dgm:spPr/>
    </dgm:pt>
    <dgm:pt modelId="{F3F2E171-AE73-4A15-AD3E-5FE58757D608}" type="pres">
      <dgm:prSet presAssocID="{2ED8BA49-A079-4726-8958-11387D0DEE8F}" presName="hierChild5" presStyleCnt="0"/>
      <dgm:spPr/>
    </dgm:pt>
    <dgm:pt modelId="{AAD84083-932A-4630-A8F8-52E366976A82}" type="pres">
      <dgm:prSet presAssocID="{662BA738-A49A-45B7-BD9F-963D5BFE2AA3}" presName="hierChild5" presStyleCnt="0"/>
      <dgm:spPr/>
    </dgm:pt>
    <dgm:pt modelId="{7AE4D891-AFDF-47CA-AE12-C9E64E4BC610}" type="pres">
      <dgm:prSet presAssocID="{92162928-B373-4802-B988-4C318FAE4B4C}" presName="hierChild5" presStyleCnt="0"/>
      <dgm:spPr/>
    </dgm:pt>
    <dgm:pt modelId="{AB1F82AE-D204-494B-90C7-632A99586039}" type="pres">
      <dgm:prSet presAssocID="{F967AC73-60EA-4945-AEC1-1AE5D8629C87}" presName="Name37" presStyleLbl="parChTrans1D2" presStyleIdx="1" presStyleCnt="6"/>
      <dgm:spPr/>
    </dgm:pt>
    <dgm:pt modelId="{DC0B2FDF-D839-45FE-9E9A-D22897A1B887}" type="pres">
      <dgm:prSet presAssocID="{0F02B370-286F-4E1B-80A8-B2AD40265B7C}" presName="hierRoot2" presStyleCnt="0">
        <dgm:presLayoutVars>
          <dgm:hierBranch val="init"/>
        </dgm:presLayoutVars>
      </dgm:prSet>
      <dgm:spPr/>
    </dgm:pt>
    <dgm:pt modelId="{1B76E2B1-AF57-455C-83AC-6048046D1721}" type="pres">
      <dgm:prSet presAssocID="{0F02B370-286F-4E1B-80A8-B2AD40265B7C}" presName="rootComposite" presStyleCnt="0"/>
      <dgm:spPr/>
    </dgm:pt>
    <dgm:pt modelId="{78F581A2-A236-4AAE-9594-81595AF744C3}" type="pres">
      <dgm:prSet presAssocID="{0F02B370-286F-4E1B-80A8-B2AD40265B7C}" presName="rootText" presStyleLbl="node2" presStyleIdx="1" presStyleCnt="6" custScaleX="655584" custLinFactNeighborX="-47542" custLinFactNeighborY="0">
        <dgm:presLayoutVars>
          <dgm:chPref val="3"/>
        </dgm:presLayoutVars>
      </dgm:prSet>
      <dgm:spPr/>
    </dgm:pt>
    <dgm:pt modelId="{45497D4B-7384-4409-B2DD-8111D10AE21C}" type="pres">
      <dgm:prSet presAssocID="{0F02B370-286F-4E1B-80A8-B2AD40265B7C}" presName="rootConnector" presStyleLbl="node2" presStyleIdx="1" presStyleCnt="6"/>
      <dgm:spPr/>
    </dgm:pt>
    <dgm:pt modelId="{7655522E-218E-4AD1-9853-C6F4EBC0DDEE}" type="pres">
      <dgm:prSet presAssocID="{0F02B370-286F-4E1B-80A8-B2AD40265B7C}" presName="hierChild4" presStyleCnt="0"/>
      <dgm:spPr/>
    </dgm:pt>
    <dgm:pt modelId="{352B39FC-4241-48EA-A60D-FD5CF27E73CC}" type="pres">
      <dgm:prSet presAssocID="{5B8C2E90-EDD6-4FA6-ACDA-CBFF4905C18C}" presName="Name37" presStyleLbl="parChTrans1D3" presStyleIdx="4" presStyleCnt="24"/>
      <dgm:spPr/>
    </dgm:pt>
    <dgm:pt modelId="{E5750CB1-90B3-4AC9-AF1A-2368DDCEEA82}" type="pres">
      <dgm:prSet presAssocID="{0D031FDC-43B8-47E1-BCC6-A8973DFD5478}" presName="hierRoot2" presStyleCnt="0">
        <dgm:presLayoutVars>
          <dgm:hierBranch val="init"/>
        </dgm:presLayoutVars>
      </dgm:prSet>
      <dgm:spPr/>
    </dgm:pt>
    <dgm:pt modelId="{5C249C49-928A-4138-9A74-172206017094}" type="pres">
      <dgm:prSet presAssocID="{0D031FDC-43B8-47E1-BCC6-A8973DFD5478}" presName="rootComposite" presStyleCnt="0"/>
      <dgm:spPr/>
    </dgm:pt>
    <dgm:pt modelId="{5E0F8C5D-0E8E-4980-84F1-F6E2CDF05BB9}" type="pres">
      <dgm:prSet presAssocID="{0D031FDC-43B8-47E1-BCC6-A8973DFD5478}" presName="rootText" presStyleLbl="node3" presStyleIdx="4" presStyleCnt="24">
        <dgm:presLayoutVars>
          <dgm:chPref val="3"/>
        </dgm:presLayoutVars>
      </dgm:prSet>
      <dgm:spPr/>
    </dgm:pt>
    <dgm:pt modelId="{9374E3D3-1DB6-496C-93B1-5E820CE5DDA9}" type="pres">
      <dgm:prSet presAssocID="{0D031FDC-43B8-47E1-BCC6-A8973DFD5478}" presName="rootConnector" presStyleLbl="node3" presStyleIdx="4" presStyleCnt="24"/>
      <dgm:spPr/>
    </dgm:pt>
    <dgm:pt modelId="{11BFAD24-8510-4296-BC36-9A40F315B6EB}" type="pres">
      <dgm:prSet presAssocID="{0D031FDC-43B8-47E1-BCC6-A8973DFD5478}" presName="hierChild4" presStyleCnt="0"/>
      <dgm:spPr/>
    </dgm:pt>
    <dgm:pt modelId="{3834C626-4DAE-4CA2-9111-824AE723186B}" type="pres">
      <dgm:prSet presAssocID="{4BB094FC-40DD-40C6-AED6-F6991D34522B}" presName="Name37" presStyleLbl="parChTrans1D4" presStyleIdx="7" presStyleCnt="47"/>
      <dgm:spPr/>
    </dgm:pt>
    <dgm:pt modelId="{93C93DE5-CD06-4FA0-8F9A-DC1C14B5E230}" type="pres">
      <dgm:prSet presAssocID="{D8E4F52D-0D5D-4F4E-BB45-0C2DD069CA87}" presName="hierRoot2" presStyleCnt="0">
        <dgm:presLayoutVars>
          <dgm:hierBranch val="init"/>
        </dgm:presLayoutVars>
      </dgm:prSet>
      <dgm:spPr/>
    </dgm:pt>
    <dgm:pt modelId="{516EEE2D-FCE9-4DB0-8AF9-BC04852F2676}" type="pres">
      <dgm:prSet presAssocID="{D8E4F52D-0D5D-4F4E-BB45-0C2DD069CA87}" presName="rootComposite" presStyleCnt="0"/>
      <dgm:spPr/>
    </dgm:pt>
    <dgm:pt modelId="{A3EB5734-F426-4A10-8B5F-A9AA29F31741}" type="pres">
      <dgm:prSet presAssocID="{D8E4F52D-0D5D-4F4E-BB45-0C2DD069CA87}" presName="rootText" presStyleLbl="node4" presStyleIdx="7" presStyleCnt="47">
        <dgm:presLayoutVars>
          <dgm:chPref val="3"/>
        </dgm:presLayoutVars>
      </dgm:prSet>
      <dgm:spPr/>
    </dgm:pt>
    <dgm:pt modelId="{2A2D824B-CA65-4C8D-8AF9-44E9B2589983}" type="pres">
      <dgm:prSet presAssocID="{D8E4F52D-0D5D-4F4E-BB45-0C2DD069CA87}" presName="rootConnector" presStyleLbl="node4" presStyleIdx="7" presStyleCnt="47"/>
      <dgm:spPr/>
    </dgm:pt>
    <dgm:pt modelId="{6A33D8AA-DE30-4476-A39D-5AE1B1A093C5}" type="pres">
      <dgm:prSet presAssocID="{D8E4F52D-0D5D-4F4E-BB45-0C2DD069CA87}" presName="hierChild4" presStyleCnt="0"/>
      <dgm:spPr/>
    </dgm:pt>
    <dgm:pt modelId="{720B9081-3F4D-4C1B-B1D9-442CDD28E1F7}" type="pres">
      <dgm:prSet presAssocID="{4BB0740C-9F30-4636-8D51-7B54E0EE56A2}" presName="Name37" presStyleLbl="parChTrans1D4" presStyleIdx="8" presStyleCnt="47"/>
      <dgm:spPr/>
    </dgm:pt>
    <dgm:pt modelId="{2D648677-DC90-4312-B220-46B52EC13291}" type="pres">
      <dgm:prSet presAssocID="{D7BEBD98-6868-47F8-AE40-6D8EB81B23E7}" presName="hierRoot2" presStyleCnt="0">
        <dgm:presLayoutVars>
          <dgm:hierBranch val="init"/>
        </dgm:presLayoutVars>
      </dgm:prSet>
      <dgm:spPr/>
    </dgm:pt>
    <dgm:pt modelId="{7ED4CB24-BE10-41DB-9DBF-2EEA82634938}" type="pres">
      <dgm:prSet presAssocID="{D7BEBD98-6868-47F8-AE40-6D8EB81B23E7}" presName="rootComposite" presStyleCnt="0"/>
      <dgm:spPr/>
    </dgm:pt>
    <dgm:pt modelId="{3A325660-294D-4A7D-BD1A-745FFA88BD01}" type="pres">
      <dgm:prSet presAssocID="{D7BEBD98-6868-47F8-AE40-6D8EB81B23E7}" presName="rootText" presStyleLbl="node4" presStyleIdx="8" presStyleCnt="47" custLinFactNeighborX="3901">
        <dgm:presLayoutVars>
          <dgm:chPref val="3"/>
        </dgm:presLayoutVars>
      </dgm:prSet>
      <dgm:spPr/>
    </dgm:pt>
    <dgm:pt modelId="{7047D2F8-56BE-4AF5-8D6A-DA401EA05558}" type="pres">
      <dgm:prSet presAssocID="{D7BEBD98-6868-47F8-AE40-6D8EB81B23E7}" presName="rootConnector" presStyleLbl="node4" presStyleIdx="8" presStyleCnt="47"/>
      <dgm:spPr/>
    </dgm:pt>
    <dgm:pt modelId="{C5F5C055-878E-45C6-99DF-02571F12E821}" type="pres">
      <dgm:prSet presAssocID="{D7BEBD98-6868-47F8-AE40-6D8EB81B23E7}" presName="hierChild4" presStyleCnt="0"/>
      <dgm:spPr/>
    </dgm:pt>
    <dgm:pt modelId="{5BAA112E-5B33-4EBE-B65A-3084E847BD76}" type="pres">
      <dgm:prSet presAssocID="{D7BEBD98-6868-47F8-AE40-6D8EB81B23E7}" presName="hierChild5" presStyleCnt="0"/>
      <dgm:spPr/>
    </dgm:pt>
    <dgm:pt modelId="{E53F20DB-BE1C-43BF-813E-0301F729BAEC}" type="pres">
      <dgm:prSet presAssocID="{88C51BA3-E3B5-4675-889A-65CB57AD3DC9}" presName="Name37" presStyleLbl="parChTrans1D4" presStyleIdx="9" presStyleCnt="47"/>
      <dgm:spPr/>
    </dgm:pt>
    <dgm:pt modelId="{1368E70D-D549-4A19-B416-22EF3C3FE9F4}" type="pres">
      <dgm:prSet presAssocID="{EF52224E-21D1-4491-A3BF-16151D16D91F}" presName="hierRoot2" presStyleCnt="0">
        <dgm:presLayoutVars>
          <dgm:hierBranch val="init"/>
        </dgm:presLayoutVars>
      </dgm:prSet>
      <dgm:spPr/>
    </dgm:pt>
    <dgm:pt modelId="{4043E3DD-DCC2-408F-B2A8-D47BFCE40E6D}" type="pres">
      <dgm:prSet presAssocID="{EF52224E-21D1-4491-A3BF-16151D16D91F}" presName="rootComposite" presStyleCnt="0"/>
      <dgm:spPr/>
    </dgm:pt>
    <dgm:pt modelId="{314E03AD-B572-4319-A344-D7086B11FB13}" type="pres">
      <dgm:prSet presAssocID="{EF52224E-21D1-4491-A3BF-16151D16D91F}" presName="rootText" presStyleLbl="node4" presStyleIdx="9" presStyleCnt="47" custLinFactNeighborX="3901">
        <dgm:presLayoutVars>
          <dgm:chPref val="3"/>
        </dgm:presLayoutVars>
      </dgm:prSet>
      <dgm:spPr/>
    </dgm:pt>
    <dgm:pt modelId="{2E438C9D-6724-418F-AB3F-B049CC9817E3}" type="pres">
      <dgm:prSet presAssocID="{EF52224E-21D1-4491-A3BF-16151D16D91F}" presName="rootConnector" presStyleLbl="node4" presStyleIdx="9" presStyleCnt="47"/>
      <dgm:spPr/>
    </dgm:pt>
    <dgm:pt modelId="{BA421789-7359-4283-B529-AA3D76AECF5C}" type="pres">
      <dgm:prSet presAssocID="{EF52224E-21D1-4491-A3BF-16151D16D91F}" presName="hierChild4" presStyleCnt="0"/>
      <dgm:spPr/>
    </dgm:pt>
    <dgm:pt modelId="{8B9622A6-50BA-4A5F-94A5-C3864776847D}" type="pres">
      <dgm:prSet presAssocID="{EF52224E-21D1-4491-A3BF-16151D16D91F}" presName="hierChild5" presStyleCnt="0"/>
      <dgm:spPr/>
    </dgm:pt>
    <dgm:pt modelId="{0DE4BB90-75B5-4720-A045-6D3A7ED0B184}" type="pres">
      <dgm:prSet presAssocID="{D8E4F52D-0D5D-4F4E-BB45-0C2DD069CA87}" presName="hierChild5" presStyleCnt="0"/>
      <dgm:spPr/>
    </dgm:pt>
    <dgm:pt modelId="{26CB4C77-0714-4DD2-BAF4-09A376FDE558}" type="pres">
      <dgm:prSet presAssocID="{4970D5F9-4012-428F-9BFC-31FD2A571A81}" presName="Name37" presStyleLbl="parChTrans1D4" presStyleIdx="10" presStyleCnt="47"/>
      <dgm:spPr/>
    </dgm:pt>
    <dgm:pt modelId="{54B9CC16-3A90-4646-83BE-26AA283D5DE8}" type="pres">
      <dgm:prSet presAssocID="{9817D39F-D388-4038-B337-724FE531E6B4}" presName="hierRoot2" presStyleCnt="0">
        <dgm:presLayoutVars>
          <dgm:hierBranch val="init"/>
        </dgm:presLayoutVars>
      </dgm:prSet>
      <dgm:spPr/>
    </dgm:pt>
    <dgm:pt modelId="{8B0EFCC8-6AE5-48AB-9729-74C2AFEF1041}" type="pres">
      <dgm:prSet presAssocID="{9817D39F-D388-4038-B337-724FE531E6B4}" presName="rootComposite" presStyleCnt="0"/>
      <dgm:spPr/>
    </dgm:pt>
    <dgm:pt modelId="{5118ED6B-3A65-47EF-992B-308CE90D4708}" type="pres">
      <dgm:prSet presAssocID="{9817D39F-D388-4038-B337-724FE531E6B4}" presName="rootText" presStyleLbl="node4" presStyleIdx="10" presStyleCnt="47">
        <dgm:presLayoutVars>
          <dgm:chPref val="3"/>
        </dgm:presLayoutVars>
      </dgm:prSet>
      <dgm:spPr/>
    </dgm:pt>
    <dgm:pt modelId="{4B3D6AE8-D84A-4602-BBC3-82AF2CC0CE5C}" type="pres">
      <dgm:prSet presAssocID="{9817D39F-D388-4038-B337-724FE531E6B4}" presName="rootConnector" presStyleLbl="node4" presStyleIdx="10" presStyleCnt="47"/>
      <dgm:spPr/>
    </dgm:pt>
    <dgm:pt modelId="{10C174BD-ABAA-4AEA-B0F1-91203DF75D92}" type="pres">
      <dgm:prSet presAssocID="{9817D39F-D388-4038-B337-724FE531E6B4}" presName="hierChild4" presStyleCnt="0"/>
      <dgm:spPr/>
    </dgm:pt>
    <dgm:pt modelId="{3D384A3B-FFCC-48F0-8551-AAC61336945B}" type="pres">
      <dgm:prSet presAssocID="{89025F7D-A3A7-4377-8258-D8558797CB34}" presName="Name37" presStyleLbl="parChTrans1D4" presStyleIdx="11" presStyleCnt="47"/>
      <dgm:spPr/>
    </dgm:pt>
    <dgm:pt modelId="{9EC322B5-590E-464F-B635-66205385892D}" type="pres">
      <dgm:prSet presAssocID="{2FA7CF46-9778-44B7-9B6A-75AC61C30725}" presName="hierRoot2" presStyleCnt="0">
        <dgm:presLayoutVars>
          <dgm:hierBranch val="init"/>
        </dgm:presLayoutVars>
      </dgm:prSet>
      <dgm:spPr/>
    </dgm:pt>
    <dgm:pt modelId="{13547494-9421-4AB6-9546-DD275CE8DA7C}" type="pres">
      <dgm:prSet presAssocID="{2FA7CF46-9778-44B7-9B6A-75AC61C30725}" presName="rootComposite" presStyleCnt="0"/>
      <dgm:spPr/>
    </dgm:pt>
    <dgm:pt modelId="{5146D6D1-D55F-4791-B168-4FA00883F38A}" type="pres">
      <dgm:prSet presAssocID="{2FA7CF46-9778-44B7-9B6A-75AC61C30725}" presName="rootText" presStyleLbl="node4" presStyleIdx="11" presStyleCnt="47" custLinFactNeighborX="3901">
        <dgm:presLayoutVars>
          <dgm:chPref val="3"/>
        </dgm:presLayoutVars>
      </dgm:prSet>
      <dgm:spPr/>
    </dgm:pt>
    <dgm:pt modelId="{DD5AC17D-54DE-4D5C-B480-CFEE828C5D4D}" type="pres">
      <dgm:prSet presAssocID="{2FA7CF46-9778-44B7-9B6A-75AC61C30725}" presName="rootConnector" presStyleLbl="node4" presStyleIdx="11" presStyleCnt="47"/>
      <dgm:spPr/>
    </dgm:pt>
    <dgm:pt modelId="{8E59AD8A-A8D2-4A13-92FA-FBBE4D3B263C}" type="pres">
      <dgm:prSet presAssocID="{2FA7CF46-9778-44B7-9B6A-75AC61C30725}" presName="hierChild4" presStyleCnt="0"/>
      <dgm:spPr/>
    </dgm:pt>
    <dgm:pt modelId="{AA3F409D-72AA-4278-BED1-A7E21F75C38F}" type="pres">
      <dgm:prSet presAssocID="{2FA7CF46-9778-44B7-9B6A-75AC61C30725}" presName="hierChild5" presStyleCnt="0"/>
      <dgm:spPr/>
    </dgm:pt>
    <dgm:pt modelId="{1D22872B-A537-4CCA-BF53-7698457E4B5E}" type="pres">
      <dgm:prSet presAssocID="{257BCAFC-E827-4CBE-8B95-83C222D6F7B7}" presName="Name37" presStyleLbl="parChTrans1D4" presStyleIdx="12" presStyleCnt="47"/>
      <dgm:spPr/>
    </dgm:pt>
    <dgm:pt modelId="{02FA222A-EECB-430F-9AEB-44EF2E1C420B}" type="pres">
      <dgm:prSet presAssocID="{AEC2FFD7-2A1C-45F9-8A1D-AFE37AA5BA14}" presName="hierRoot2" presStyleCnt="0">
        <dgm:presLayoutVars>
          <dgm:hierBranch val="init"/>
        </dgm:presLayoutVars>
      </dgm:prSet>
      <dgm:spPr/>
    </dgm:pt>
    <dgm:pt modelId="{A383BB0A-C154-43EC-855D-BAB13F932D66}" type="pres">
      <dgm:prSet presAssocID="{AEC2FFD7-2A1C-45F9-8A1D-AFE37AA5BA14}" presName="rootComposite" presStyleCnt="0"/>
      <dgm:spPr/>
    </dgm:pt>
    <dgm:pt modelId="{3D633C59-7239-40BA-AB37-5435F78E66C2}" type="pres">
      <dgm:prSet presAssocID="{AEC2FFD7-2A1C-45F9-8A1D-AFE37AA5BA14}" presName="rootText" presStyleLbl="node4" presStyleIdx="12" presStyleCnt="47" custLinFactNeighborX="3901">
        <dgm:presLayoutVars>
          <dgm:chPref val="3"/>
        </dgm:presLayoutVars>
      </dgm:prSet>
      <dgm:spPr/>
    </dgm:pt>
    <dgm:pt modelId="{EAC976B2-B0DD-47FC-A4C4-30263AE53B86}" type="pres">
      <dgm:prSet presAssocID="{AEC2FFD7-2A1C-45F9-8A1D-AFE37AA5BA14}" presName="rootConnector" presStyleLbl="node4" presStyleIdx="12" presStyleCnt="47"/>
      <dgm:spPr/>
    </dgm:pt>
    <dgm:pt modelId="{8039A9BA-188F-4293-8F51-EA8EC58BB68C}" type="pres">
      <dgm:prSet presAssocID="{AEC2FFD7-2A1C-45F9-8A1D-AFE37AA5BA14}" presName="hierChild4" presStyleCnt="0"/>
      <dgm:spPr/>
    </dgm:pt>
    <dgm:pt modelId="{CD4637B5-8CC5-4639-B417-1CF1F3D69DF7}" type="pres">
      <dgm:prSet presAssocID="{AEC2FFD7-2A1C-45F9-8A1D-AFE37AA5BA14}" presName="hierChild5" presStyleCnt="0"/>
      <dgm:spPr/>
    </dgm:pt>
    <dgm:pt modelId="{D2F8FDB4-4FDD-40E5-B794-9EDC3F12629D}" type="pres">
      <dgm:prSet presAssocID="{9817D39F-D388-4038-B337-724FE531E6B4}" presName="hierChild5" presStyleCnt="0"/>
      <dgm:spPr/>
    </dgm:pt>
    <dgm:pt modelId="{23688D8C-0375-480E-ADAE-3D8E2AFEB62D}" type="pres">
      <dgm:prSet presAssocID="{7E84719D-F400-4F17-9D8B-0B23D04AAC8D}" presName="Name37" presStyleLbl="parChTrans1D4" presStyleIdx="13" presStyleCnt="47"/>
      <dgm:spPr/>
    </dgm:pt>
    <dgm:pt modelId="{73DFB4FE-B109-438E-B4C9-85A033411691}" type="pres">
      <dgm:prSet presAssocID="{F39F4C01-840D-4B54-8A50-91A2B30E0BA8}" presName="hierRoot2" presStyleCnt="0">
        <dgm:presLayoutVars>
          <dgm:hierBranch val="init"/>
        </dgm:presLayoutVars>
      </dgm:prSet>
      <dgm:spPr/>
    </dgm:pt>
    <dgm:pt modelId="{17B26CC1-5610-4A9C-B19A-68B640AB8017}" type="pres">
      <dgm:prSet presAssocID="{F39F4C01-840D-4B54-8A50-91A2B30E0BA8}" presName="rootComposite" presStyleCnt="0"/>
      <dgm:spPr/>
    </dgm:pt>
    <dgm:pt modelId="{15DEB91B-B3C1-4DA0-9D06-5E456E5D6D74}" type="pres">
      <dgm:prSet presAssocID="{F39F4C01-840D-4B54-8A50-91A2B30E0BA8}" presName="rootText" presStyleLbl="node4" presStyleIdx="13" presStyleCnt="47">
        <dgm:presLayoutVars>
          <dgm:chPref val="3"/>
        </dgm:presLayoutVars>
      </dgm:prSet>
      <dgm:spPr/>
    </dgm:pt>
    <dgm:pt modelId="{8D2243F6-C359-496A-B58A-D47E8D7C28E4}" type="pres">
      <dgm:prSet presAssocID="{F39F4C01-840D-4B54-8A50-91A2B30E0BA8}" presName="rootConnector" presStyleLbl="node4" presStyleIdx="13" presStyleCnt="47"/>
      <dgm:spPr/>
    </dgm:pt>
    <dgm:pt modelId="{9E6E0DB3-4690-42B1-84CE-89FF0B538229}" type="pres">
      <dgm:prSet presAssocID="{F39F4C01-840D-4B54-8A50-91A2B30E0BA8}" presName="hierChild4" presStyleCnt="0"/>
      <dgm:spPr/>
    </dgm:pt>
    <dgm:pt modelId="{B26A00FD-C71D-4F53-B511-3D2707B66CA5}" type="pres">
      <dgm:prSet presAssocID="{AF780B22-DB4C-47D0-9874-4BA46EA96D43}" presName="Name37" presStyleLbl="parChTrans1D4" presStyleIdx="14" presStyleCnt="47"/>
      <dgm:spPr/>
    </dgm:pt>
    <dgm:pt modelId="{4398D81B-861C-4061-93ED-2337839C4098}" type="pres">
      <dgm:prSet presAssocID="{D98AF40D-1EE0-44B5-8804-3B0BD2BF7480}" presName="hierRoot2" presStyleCnt="0">
        <dgm:presLayoutVars>
          <dgm:hierBranch val="init"/>
        </dgm:presLayoutVars>
      </dgm:prSet>
      <dgm:spPr/>
    </dgm:pt>
    <dgm:pt modelId="{F824062B-34F1-40EB-BD8C-8A0250B6358E}" type="pres">
      <dgm:prSet presAssocID="{D98AF40D-1EE0-44B5-8804-3B0BD2BF7480}" presName="rootComposite" presStyleCnt="0"/>
      <dgm:spPr/>
    </dgm:pt>
    <dgm:pt modelId="{C2D14DB2-9FC7-4123-8BFA-2AD6898342E5}" type="pres">
      <dgm:prSet presAssocID="{D98AF40D-1EE0-44B5-8804-3B0BD2BF7480}" presName="rootText" presStyleLbl="node4" presStyleIdx="14" presStyleCnt="47" custLinFactNeighborX="3901">
        <dgm:presLayoutVars>
          <dgm:chPref val="3"/>
        </dgm:presLayoutVars>
      </dgm:prSet>
      <dgm:spPr/>
    </dgm:pt>
    <dgm:pt modelId="{F7B38426-9C1B-49F9-A801-3F11986B0077}" type="pres">
      <dgm:prSet presAssocID="{D98AF40D-1EE0-44B5-8804-3B0BD2BF7480}" presName="rootConnector" presStyleLbl="node4" presStyleIdx="14" presStyleCnt="47"/>
      <dgm:spPr/>
    </dgm:pt>
    <dgm:pt modelId="{7AFF1789-DB3B-41A5-89E0-9EBA8DEFB9BA}" type="pres">
      <dgm:prSet presAssocID="{D98AF40D-1EE0-44B5-8804-3B0BD2BF7480}" presName="hierChild4" presStyleCnt="0"/>
      <dgm:spPr/>
    </dgm:pt>
    <dgm:pt modelId="{057448B9-FABA-4B80-9BB1-50C96B1B265F}" type="pres">
      <dgm:prSet presAssocID="{D98AF40D-1EE0-44B5-8804-3B0BD2BF7480}" presName="hierChild5" presStyleCnt="0"/>
      <dgm:spPr/>
    </dgm:pt>
    <dgm:pt modelId="{103DD793-B805-4F78-BB84-3128570E69AA}" type="pres">
      <dgm:prSet presAssocID="{99226063-7DDF-4483-BDDE-C3321D430C00}" presName="Name37" presStyleLbl="parChTrans1D4" presStyleIdx="15" presStyleCnt="47"/>
      <dgm:spPr/>
    </dgm:pt>
    <dgm:pt modelId="{2B26DF2B-89DF-40D6-83EC-8AA5D6B7C7B2}" type="pres">
      <dgm:prSet presAssocID="{0533D63A-078C-49D6-A031-2939C4C98C63}" presName="hierRoot2" presStyleCnt="0">
        <dgm:presLayoutVars>
          <dgm:hierBranch val="init"/>
        </dgm:presLayoutVars>
      </dgm:prSet>
      <dgm:spPr/>
    </dgm:pt>
    <dgm:pt modelId="{1B0AA3FC-49A5-42F1-A873-76F80BD9E3EF}" type="pres">
      <dgm:prSet presAssocID="{0533D63A-078C-49D6-A031-2939C4C98C63}" presName="rootComposite" presStyleCnt="0"/>
      <dgm:spPr/>
    </dgm:pt>
    <dgm:pt modelId="{D402A32C-FED1-4688-8471-80B4FBD28771}" type="pres">
      <dgm:prSet presAssocID="{0533D63A-078C-49D6-A031-2939C4C98C63}" presName="rootText" presStyleLbl="node4" presStyleIdx="15" presStyleCnt="47" custLinFactNeighborX="3901">
        <dgm:presLayoutVars>
          <dgm:chPref val="3"/>
        </dgm:presLayoutVars>
      </dgm:prSet>
      <dgm:spPr/>
    </dgm:pt>
    <dgm:pt modelId="{54EE4ED2-987E-451E-A3AE-1FF4C4FC58C7}" type="pres">
      <dgm:prSet presAssocID="{0533D63A-078C-49D6-A031-2939C4C98C63}" presName="rootConnector" presStyleLbl="node4" presStyleIdx="15" presStyleCnt="47"/>
      <dgm:spPr/>
    </dgm:pt>
    <dgm:pt modelId="{19EFBBEE-2ACD-457B-9F34-C5B2D20A941C}" type="pres">
      <dgm:prSet presAssocID="{0533D63A-078C-49D6-A031-2939C4C98C63}" presName="hierChild4" presStyleCnt="0"/>
      <dgm:spPr/>
    </dgm:pt>
    <dgm:pt modelId="{F6790816-EA52-45C2-B7F2-EB4D0C394EA8}" type="pres">
      <dgm:prSet presAssocID="{0533D63A-078C-49D6-A031-2939C4C98C63}" presName="hierChild5" presStyleCnt="0"/>
      <dgm:spPr/>
    </dgm:pt>
    <dgm:pt modelId="{06727CF3-E1B5-47E5-90C2-0062F554E5EF}" type="pres">
      <dgm:prSet presAssocID="{F39F4C01-840D-4B54-8A50-91A2B30E0BA8}" presName="hierChild5" presStyleCnt="0"/>
      <dgm:spPr/>
    </dgm:pt>
    <dgm:pt modelId="{FC45EE77-E300-4C17-8D03-D4B744218005}" type="pres">
      <dgm:prSet presAssocID="{0D031FDC-43B8-47E1-BCC6-A8973DFD5478}" presName="hierChild5" presStyleCnt="0"/>
      <dgm:spPr/>
    </dgm:pt>
    <dgm:pt modelId="{FC5A20E4-2CCD-4E6B-992E-EC209C065068}" type="pres">
      <dgm:prSet presAssocID="{8B56DAED-FB8A-492E-B70D-07B9289798B8}" presName="Name37" presStyleLbl="parChTrans1D3" presStyleIdx="5" presStyleCnt="24"/>
      <dgm:spPr/>
    </dgm:pt>
    <dgm:pt modelId="{B77BAE82-A705-4992-B378-85E63D2007FD}" type="pres">
      <dgm:prSet presAssocID="{0C9040A8-BA72-4DD7-8063-4842E011A0DF}" presName="hierRoot2" presStyleCnt="0">
        <dgm:presLayoutVars>
          <dgm:hierBranch val="init"/>
        </dgm:presLayoutVars>
      </dgm:prSet>
      <dgm:spPr/>
    </dgm:pt>
    <dgm:pt modelId="{9C8AE037-D4CB-4AB2-934F-642BE5D0D2F9}" type="pres">
      <dgm:prSet presAssocID="{0C9040A8-BA72-4DD7-8063-4842E011A0DF}" presName="rootComposite" presStyleCnt="0"/>
      <dgm:spPr/>
    </dgm:pt>
    <dgm:pt modelId="{3C2FE568-6E92-4C38-8DA3-11CA79E7A172}" type="pres">
      <dgm:prSet presAssocID="{0C9040A8-BA72-4DD7-8063-4842E011A0DF}" presName="rootText" presStyleLbl="node3" presStyleIdx="5" presStyleCnt="24">
        <dgm:presLayoutVars>
          <dgm:chPref val="3"/>
        </dgm:presLayoutVars>
      </dgm:prSet>
      <dgm:spPr/>
    </dgm:pt>
    <dgm:pt modelId="{134A9739-8D4C-43E4-9639-06DAF7EE6EE7}" type="pres">
      <dgm:prSet presAssocID="{0C9040A8-BA72-4DD7-8063-4842E011A0DF}" presName="rootConnector" presStyleLbl="node3" presStyleIdx="5" presStyleCnt="24"/>
      <dgm:spPr/>
    </dgm:pt>
    <dgm:pt modelId="{9F4A8AA4-7441-4AB8-A0E1-853907C0A531}" type="pres">
      <dgm:prSet presAssocID="{0C9040A8-BA72-4DD7-8063-4842E011A0DF}" presName="hierChild4" presStyleCnt="0"/>
      <dgm:spPr/>
    </dgm:pt>
    <dgm:pt modelId="{C2D9D54C-18DC-4A47-9ADA-5183EE522D5C}" type="pres">
      <dgm:prSet presAssocID="{9C7623DD-0551-431D-9642-5C36F87AA62E}" presName="Name37" presStyleLbl="parChTrans1D4" presStyleIdx="16" presStyleCnt="47"/>
      <dgm:spPr/>
    </dgm:pt>
    <dgm:pt modelId="{92340619-4C69-406F-B373-C677E0D46131}" type="pres">
      <dgm:prSet presAssocID="{DBC98096-5E5A-4914-87B1-DFF13B674A48}" presName="hierRoot2" presStyleCnt="0">
        <dgm:presLayoutVars>
          <dgm:hierBranch val="init"/>
        </dgm:presLayoutVars>
      </dgm:prSet>
      <dgm:spPr/>
    </dgm:pt>
    <dgm:pt modelId="{93DE288B-9D96-4CF4-9642-66ACE3E155DB}" type="pres">
      <dgm:prSet presAssocID="{DBC98096-5E5A-4914-87B1-DFF13B674A48}" presName="rootComposite" presStyleCnt="0"/>
      <dgm:spPr/>
    </dgm:pt>
    <dgm:pt modelId="{7F1C2EBA-6293-4D00-87F5-A42806579EDC}" type="pres">
      <dgm:prSet presAssocID="{DBC98096-5E5A-4914-87B1-DFF13B674A48}" presName="rootText" presStyleLbl="node4" presStyleIdx="16" presStyleCnt="47" custLinFactNeighborX="3901">
        <dgm:presLayoutVars>
          <dgm:chPref val="3"/>
        </dgm:presLayoutVars>
      </dgm:prSet>
      <dgm:spPr/>
    </dgm:pt>
    <dgm:pt modelId="{0FC861C3-37B6-4BBF-8FC4-DA4CD2C4782D}" type="pres">
      <dgm:prSet presAssocID="{DBC98096-5E5A-4914-87B1-DFF13B674A48}" presName="rootConnector" presStyleLbl="node4" presStyleIdx="16" presStyleCnt="47"/>
      <dgm:spPr/>
    </dgm:pt>
    <dgm:pt modelId="{15B0F605-FF5B-4330-9047-5AEFFB5681B5}" type="pres">
      <dgm:prSet presAssocID="{DBC98096-5E5A-4914-87B1-DFF13B674A48}" presName="hierChild4" presStyleCnt="0"/>
      <dgm:spPr/>
    </dgm:pt>
    <dgm:pt modelId="{9E28425C-FFF9-418F-9E19-8C23A0EDB2B8}" type="pres">
      <dgm:prSet presAssocID="{DBC98096-5E5A-4914-87B1-DFF13B674A48}" presName="hierChild5" presStyleCnt="0"/>
      <dgm:spPr/>
    </dgm:pt>
    <dgm:pt modelId="{1D7BCA2B-08D2-4A7F-97A2-8E6A1926F318}" type="pres">
      <dgm:prSet presAssocID="{27429DD8-9CFE-4100-BE7B-7E56AD31EE1A}" presName="Name37" presStyleLbl="parChTrans1D4" presStyleIdx="17" presStyleCnt="47"/>
      <dgm:spPr/>
    </dgm:pt>
    <dgm:pt modelId="{7555542B-0F1B-46D9-8669-4F4900B306F5}" type="pres">
      <dgm:prSet presAssocID="{DD25E887-DD44-4124-9271-7A094C15E7E9}" presName="hierRoot2" presStyleCnt="0">
        <dgm:presLayoutVars>
          <dgm:hierBranch val="init"/>
        </dgm:presLayoutVars>
      </dgm:prSet>
      <dgm:spPr/>
    </dgm:pt>
    <dgm:pt modelId="{12A1C8B1-B687-4550-8D2E-D983259F33BE}" type="pres">
      <dgm:prSet presAssocID="{DD25E887-DD44-4124-9271-7A094C15E7E9}" presName="rootComposite" presStyleCnt="0"/>
      <dgm:spPr/>
    </dgm:pt>
    <dgm:pt modelId="{E9CD37CA-93C4-4ECF-9682-BAEA4789D719}" type="pres">
      <dgm:prSet presAssocID="{DD25E887-DD44-4124-9271-7A094C15E7E9}" presName="rootText" presStyleLbl="node4" presStyleIdx="17" presStyleCnt="47" custLinFactNeighborX="3901">
        <dgm:presLayoutVars>
          <dgm:chPref val="3"/>
        </dgm:presLayoutVars>
      </dgm:prSet>
      <dgm:spPr/>
    </dgm:pt>
    <dgm:pt modelId="{C3EE5DE1-1A54-49B3-89C2-A76CDD98036B}" type="pres">
      <dgm:prSet presAssocID="{DD25E887-DD44-4124-9271-7A094C15E7E9}" presName="rootConnector" presStyleLbl="node4" presStyleIdx="17" presStyleCnt="47"/>
      <dgm:spPr/>
    </dgm:pt>
    <dgm:pt modelId="{7BC3F2A5-DB4B-40DF-9A70-F1DE2CC05248}" type="pres">
      <dgm:prSet presAssocID="{DD25E887-DD44-4124-9271-7A094C15E7E9}" presName="hierChild4" presStyleCnt="0"/>
      <dgm:spPr/>
    </dgm:pt>
    <dgm:pt modelId="{7173EC51-3C60-40D9-B949-0BF69D6D411C}" type="pres">
      <dgm:prSet presAssocID="{DD25E887-DD44-4124-9271-7A094C15E7E9}" presName="hierChild5" presStyleCnt="0"/>
      <dgm:spPr/>
    </dgm:pt>
    <dgm:pt modelId="{C3D5ECB9-E8C0-44FF-B1A1-48D0651EED18}" type="pres">
      <dgm:prSet presAssocID="{0C9040A8-BA72-4DD7-8063-4842E011A0DF}" presName="hierChild5" presStyleCnt="0"/>
      <dgm:spPr/>
    </dgm:pt>
    <dgm:pt modelId="{38B8FA32-F349-46FA-A218-D69EE6EFFCEC}" type="pres">
      <dgm:prSet presAssocID="{BD8B8223-0EA7-4365-B508-90434848BC08}" presName="Name37" presStyleLbl="parChTrans1D3" presStyleIdx="6" presStyleCnt="24"/>
      <dgm:spPr/>
    </dgm:pt>
    <dgm:pt modelId="{DC592974-882A-427C-94A1-538A512874BA}" type="pres">
      <dgm:prSet presAssocID="{41137F2A-9002-4CAD-9B35-14295F57C0BB}" presName="hierRoot2" presStyleCnt="0">
        <dgm:presLayoutVars>
          <dgm:hierBranch val="init"/>
        </dgm:presLayoutVars>
      </dgm:prSet>
      <dgm:spPr/>
    </dgm:pt>
    <dgm:pt modelId="{C4F1113F-005E-4359-AD81-12451BD8B24D}" type="pres">
      <dgm:prSet presAssocID="{41137F2A-9002-4CAD-9B35-14295F57C0BB}" presName="rootComposite" presStyleCnt="0"/>
      <dgm:spPr/>
    </dgm:pt>
    <dgm:pt modelId="{A8D466AB-DEC8-488B-8149-AB7E4E70149C}" type="pres">
      <dgm:prSet presAssocID="{41137F2A-9002-4CAD-9B35-14295F57C0BB}" presName="rootText" presStyleLbl="node3" presStyleIdx="6" presStyleCnt="24">
        <dgm:presLayoutVars>
          <dgm:chPref val="3"/>
        </dgm:presLayoutVars>
      </dgm:prSet>
      <dgm:spPr/>
    </dgm:pt>
    <dgm:pt modelId="{4DFB5DE8-8924-43A1-9226-8604C6A4E4AD}" type="pres">
      <dgm:prSet presAssocID="{41137F2A-9002-4CAD-9B35-14295F57C0BB}" presName="rootConnector" presStyleLbl="node3" presStyleIdx="6" presStyleCnt="24"/>
      <dgm:spPr/>
    </dgm:pt>
    <dgm:pt modelId="{16E2CC47-0A0D-4FC6-9A7A-928B0437F798}" type="pres">
      <dgm:prSet presAssocID="{41137F2A-9002-4CAD-9B35-14295F57C0BB}" presName="hierChild4" presStyleCnt="0"/>
      <dgm:spPr/>
    </dgm:pt>
    <dgm:pt modelId="{B300BECC-0987-42C3-8C6A-15382A380D3A}" type="pres">
      <dgm:prSet presAssocID="{E1FB2882-E17E-4ED7-B684-9A6320CCDB76}" presName="Name37" presStyleLbl="parChTrans1D4" presStyleIdx="18" presStyleCnt="47"/>
      <dgm:spPr/>
    </dgm:pt>
    <dgm:pt modelId="{31D37AC1-AFFB-4E28-9B3D-1A7971A7543B}" type="pres">
      <dgm:prSet presAssocID="{373DEB0C-2825-4504-8A71-39E1F1811FB9}" presName="hierRoot2" presStyleCnt="0">
        <dgm:presLayoutVars>
          <dgm:hierBranch val="init"/>
        </dgm:presLayoutVars>
      </dgm:prSet>
      <dgm:spPr/>
    </dgm:pt>
    <dgm:pt modelId="{5A3A9E9A-7698-4474-9DE6-866892FFCC57}" type="pres">
      <dgm:prSet presAssocID="{373DEB0C-2825-4504-8A71-39E1F1811FB9}" presName="rootComposite" presStyleCnt="0"/>
      <dgm:spPr/>
    </dgm:pt>
    <dgm:pt modelId="{58F3909C-645F-4C86-9910-B531E582B5D5}" type="pres">
      <dgm:prSet presAssocID="{373DEB0C-2825-4504-8A71-39E1F1811FB9}" presName="rootText" presStyleLbl="node4" presStyleIdx="18" presStyleCnt="47" custLinFactNeighborX="3901">
        <dgm:presLayoutVars>
          <dgm:chPref val="3"/>
        </dgm:presLayoutVars>
      </dgm:prSet>
      <dgm:spPr/>
    </dgm:pt>
    <dgm:pt modelId="{6AADBD05-4C99-4AFB-A944-D0D7C9C24245}" type="pres">
      <dgm:prSet presAssocID="{373DEB0C-2825-4504-8A71-39E1F1811FB9}" presName="rootConnector" presStyleLbl="node4" presStyleIdx="18" presStyleCnt="47"/>
      <dgm:spPr/>
    </dgm:pt>
    <dgm:pt modelId="{89ECABC2-6379-4A1D-A49B-B1C85F646E71}" type="pres">
      <dgm:prSet presAssocID="{373DEB0C-2825-4504-8A71-39E1F1811FB9}" presName="hierChild4" presStyleCnt="0"/>
      <dgm:spPr/>
    </dgm:pt>
    <dgm:pt modelId="{A8676C4E-7F91-4CF3-93FB-2948BF68AA07}" type="pres">
      <dgm:prSet presAssocID="{373DEB0C-2825-4504-8A71-39E1F1811FB9}" presName="hierChild5" presStyleCnt="0"/>
      <dgm:spPr/>
    </dgm:pt>
    <dgm:pt modelId="{D3C4C37F-F6A5-4C0A-9578-A4CC72454B4F}" type="pres">
      <dgm:prSet presAssocID="{D4457F95-5309-4196-BE4F-7533D361A210}" presName="Name37" presStyleLbl="parChTrans1D4" presStyleIdx="19" presStyleCnt="47"/>
      <dgm:spPr/>
    </dgm:pt>
    <dgm:pt modelId="{9E3B6330-69C8-44C1-A680-8E32F70CD879}" type="pres">
      <dgm:prSet presAssocID="{07D0EE88-19D4-4BC2-8466-EEAE5385FACC}" presName="hierRoot2" presStyleCnt="0">
        <dgm:presLayoutVars>
          <dgm:hierBranch val="init"/>
        </dgm:presLayoutVars>
      </dgm:prSet>
      <dgm:spPr/>
    </dgm:pt>
    <dgm:pt modelId="{51AD2BE7-ED6B-4B44-8FA8-C89FFACE49B6}" type="pres">
      <dgm:prSet presAssocID="{07D0EE88-19D4-4BC2-8466-EEAE5385FACC}" presName="rootComposite" presStyleCnt="0"/>
      <dgm:spPr/>
    </dgm:pt>
    <dgm:pt modelId="{8FA32649-A993-4BEA-B225-087A732F4FE0}" type="pres">
      <dgm:prSet presAssocID="{07D0EE88-19D4-4BC2-8466-EEAE5385FACC}" presName="rootText" presStyleLbl="node4" presStyleIdx="19" presStyleCnt="47" custLinFactNeighborX="3901">
        <dgm:presLayoutVars>
          <dgm:chPref val="3"/>
        </dgm:presLayoutVars>
      </dgm:prSet>
      <dgm:spPr/>
    </dgm:pt>
    <dgm:pt modelId="{56D57ECE-27AB-419C-B9D8-791FFFEF7147}" type="pres">
      <dgm:prSet presAssocID="{07D0EE88-19D4-4BC2-8466-EEAE5385FACC}" presName="rootConnector" presStyleLbl="node4" presStyleIdx="19" presStyleCnt="47"/>
      <dgm:spPr/>
    </dgm:pt>
    <dgm:pt modelId="{E6AF332F-03DE-4A47-8ADE-4C43F116F1AA}" type="pres">
      <dgm:prSet presAssocID="{07D0EE88-19D4-4BC2-8466-EEAE5385FACC}" presName="hierChild4" presStyleCnt="0"/>
      <dgm:spPr/>
    </dgm:pt>
    <dgm:pt modelId="{E434B011-5776-4F8A-B030-B9A62F8EAEA6}" type="pres">
      <dgm:prSet presAssocID="{07D0EE88-19D4-4BC2-8466-EEAE5385FACC}" presName="hierChild5" presStyleCnt="0"/>
      <dgm:spPr/>
    </dgm:pt>
    <dgm:pt modelId="{A62E712A-4A9F-45CA-9421-0F5EDFF7DBCE}" type="pres">
      <dgm:prSet presAssocID="{41137F2A-9002-4CAD-9B35-14295F57C0BB}" presName="hierChild5" presStyleCnt="0"/>
      <dgm:spPr/>
    </dgm:pt>
    <dgm:pt modelId="{ADC7D9D8-2FFD-43EE-B134-DD6BED8A2F3C}" type="pres">
      <dgm:prSet presAssocID="{619D2226-BB60-42EC-BF49-7C37BA13E19D}" presName="Name37" presStyleLbl="parChTrans1D3" presStyleIdx="7" presStyleCnt="24"/>
      <dgm:spPr/>
    </dgm:pt>
    <dgm:pt modelId="{FB6EF435-54DB-4899-AE71-824D32EB2679}" type="pres">
      <dgm:prSet presAssocID="{D5ABCA96-53FA-445F-99FC-0F9AD4FA21DA}" presName="hierRoot2" presStyleCnt="0">
        <dgm:presLayoutVars>
          <dgm:hierBranch val="init"/>
        </dgm:presLayoutVars>
      </dgm:prSet>
      <dgm:spPr/>
    </dgm:pt>
    <dgm:pt modelId="{25C3A0FC-1779-47E8-B80F-6F5084CF0613}" type="pres">
      <dgm:prSet presAssocID="{D5ABCA96-53FA-445F-99FC-0F9AD4FA21DA}" presName="rootComposite" presStyleCnt="0"/>
      <dgm:spPr/>
    </dgm:pt>
    <dgm:pt modelId="{FC410583-4B4F-4CD1-BEAF-03CB0EBEBCD4}" type="pres">
      <dgm:prSet presAssocID="{D5ABCA96-53FA-445F-99FC-0F9AD4FA21DA}" presName="rootText" presStyleLbl="node3" presStyleIdx="7" presStyleCnt="24">
        <dgm:presLayoutVars>
          <dgm:chPref val="3"/>
        </dgm:presLayoutVars>
      </dgm:prSet>
      <dgm:spPr/>
    </dgm:pt>
    <dgm:pt modelId="{910B4C64-72B5-4A2E-A1AB-1A9D19AEF6F3}" type="pres">
      <dgm:prSet presAssocID="{D5ABCA96-53FA-445F-99FC-0F9AD4FA21DA}" presName="rootConnector" presStyleLbl="node3" presStyleIdx="7" presStyleCnt="24"/>
      <dgm:spPr/>
    </dgm:pt>
    <dgm:pt modelId="{7BDC997A-AE93-4221-8EE3-29AD688E698A}" type="pres">
      <dgm:prSet presAssocID="{D5ABCA96-53FA-445F-99FC-0F9AD4FA21DA}" presName="hierChild4" presStyleCnt="0"/>
      <dgm:spPr/>
    </dgm:pt>
    <dgm:pt modelId="{22A0D6CE-24DC-4C96-9E27-AB53866D8503}" type="pres">
      <dgm:prSet presAssocID="{C6565496-A36B-42F9-BD0D-AA4F5391898E}" presName="Name37" presStyleLbl="parChTrans1D4" presStyleIdx="20" presStyleCnt="47"/>
      <dgm:spPr/>
    </dgm:pt>
    <dgm:pt modelId="{23C1B628-12E8-4DF9-8F3D-3EA0FEDECAFB}" type="pres">
      <dgm:prSet presAssocID="{1C902260-A6B0-46D5-B11B-7808D5D30EA4}" presName="hierRoot2" presStyleCnt="0">
        <dgm:presLayoutVars>
          <dgm:hierBranch val="init"/>
        </dgm:presLayoutVars>
      </dgm:prSet>
      <dgm:spPr/>
    </dgm:pt>
    <dgm:pt modelId="{E6E5DD10-21E8-4FA8-8E54-A2253A5F4365}" type="pres">
      <dgm:prSet presAssocID="{1C902260-A6B0-46D5-B11B-7808D5D30EA4}" presName="rootComposite" presStyleCnt="0"/>
      <dgm:spPr/>
    </dgm:pt>
    <dgm:pt modelId="{06C72C29-81DF-41DD-B756-C7719DC2E4D2}" type="pres">
      <dgm:prSet presAssocID="{1C902260-A6B0-46D5-B11B-7808D5D30EA4}" presName="rootText" presStyleLbl="node4" presStyleIdx="20" presStyleCnt="47" custLinFactNeighborX="3901">
        <dgm:presLayoutVars>
          <dgm:chPref val="3"/>
        </dgm:presLayoutVars>
      </dgm:prSet>
      <dgm:spPr/>
    </dgm:pt>
    <dgm:pt modelId="{BEBDDD14-F491-45D4-9950-738D36228453}" type="pres">
      <dgm:prSet presAssocID="{1C902260-A6B0-46D5-B11B-7808D5D30EA4}" presName="rootConnector" presStyleLbl="node4" presStyleIdx="20" presStyleCnt="47"/>
      <dgm:spPr/>
    </dgm:pt>
    <dgm:pt modelId="{F47CC5BD-C554-4EF1-9132-FA6523E56481}" type="pres">
      <dgm:prSet presAssocID="{1C902260-A6B0-46D5-B11B-7808D5D30EA4}" presName="hierChild4" presStyleCnt="0"/>
      <dgm:spPr/>
    </dgm:pt>
    <dgm:pt modelId="{85EA3435-CAFB-4D3C-B31D-568CC6D7C2CC}" type="pres">
      <dgm:prSet presAssocID="{1C902260-A6B0-46D5-B11B-7808D5D30EA4}" presName="hierChild5" presStyleCnt="0"/>
      <dgm:spPr/>
    </dgm:pt>
    <dgm:pt modelId="{F74BE60C-DAF3-41F4-8E59-A9F5F5B2D4D2}" type="pres">
      <dgm:prSet presAssocID="{17EC9770-BCC0-45F8-88BB-454D40F982CF}" presName="Name37" presStyleLbl="parChTrans1D4" presStyleIdx="21" presStyleCnt="47"/>
      <dgm:spPr/>
    </dgm:pt>
    <dgm:pt modelId="{E0545ED1-DC3A-41CF-AD1A-F18F72705A87}" type="pres">
      <dgm:prSet presAssocID="{E6E8793E-83AD-49AA-A656-E02EAA31DE45}" presName="hierRoot2" presStyleCnt="0">
        <dgm:presLayoutVars>
          <dgm:hierBranch val="init"/>
        </dgm:presLayoutVars>
      </dgm:prSet>
      <dgm:spPr/>
    </dgm:pt>
    <dgm:pt modelId="{8EDCFE23-21B7-4246-B273-C5205FA92CFA}" type="pres">
      <dgm:prSet presAssocID="{E6E8793E-83AD-49AA-A656-E02EAA31DE45}" presName="rootComposite" presStyleCnt="0"/>
      <dgm:spPr/>
    </dgm:pt>
    <dgm:pt modelId="{2DEC323C-89F0-4A71-8EB7-6D30E599EF94}" type="pres">
      <dgm:prSet presAssocID="{E6E8793E-83AD-49AA-A656-E02EAA31DE45}" presName="rootText" presStyleLbl="node4" presStyleIdx="21" presStyleCnt="47">
        <dgm:presLayoutVars>
          <dgm:chPref val="3"/>
        </dgm:presLayoutVars>
      </dgm:prSet>
      <dgm:spPr/>
    </dgm:pt>
    <dgm:pt modelId="{42593832-9396-4D50-BF2B-266D59617FFE}" type="pres">
      <dgm:prSet presAssocID="{E6E8793E-83AD-49AA-A656-E02EAA31DE45}" presName="rootConnector" presStyleLbl="node4" presStyleIdx="21" presStyleCnt="47"/>
      <dgm:spPr/>
    </dgm:pt>
    <dgm:pt modelId="{B2FF29A1-4B73-4DDB-A029-CA2428871815}" type="pres">
      <dgm:prSet presAssocID="{E6E8793E-83AD-49AA-A656-E02EAA31DE45}" presName="hierChild4" presStyleCnt="0"/>
      <dgm:spPr/>
    </dgm:pt>
    <dgm:pt modelId="{5D5753F6-10F3-4266-B93D-E4550BA53D1C}" type="pres">
      <dgm:prSet presAssocID="{E6E8793E-83AD-49AA-A656-E02EAA31DE45}" presName="hierChild5" presStyleCnt="0"/>
      <dgm:spPr/>
    </dgm:pt>
    <dgm:pt modelId="{03E6BBDE-5FFC-4C85-BB8F-C84C3AF4299B}" type="pres">
      <dgm:prSet presAssocID="{D5ABCA96-53FA-445F-99FC-0F9AD4FA21DA}" presName="hierChild5" presStyleCnt="0"/>
      <dgm:spPr/>
    </dgm:pt>
    <dgm:pt modelId="{67DAF67C-13D5-4345-A3A2-7B8725F07673}" type="pres">
      <dgm:prSet presAssocID="{0F02B370-286F-4E1B-80A8-B2AD40265B7C}" presName="hierChild5" presStyleCnt="0"/>
      <dgm:spPr/>
    </dgm:pt>
    <dgm:pt modelId="{727B956F-D72C-4AE4-8D9E-D5EAAA044204}" type="pres">
      <dgm:prSet presAssocID="{0A2748D7-A676-47D0-86C9-1C95FAEAC323}" presName="Name37" presStyleLbl="parChTrans1D2" presStyleIdx="2" presStyleCnt="6"/>
      <dgm:spPr/>
    </dgm:pt>
    <dgm:pt modelId="{3F0D928F-C5C6-4209-89C7-2DC22F440C9A}" type="pres">
      <dgm:prSet presAssocID="{DF9E427A-F061-4D73-876E-50DFE6A2B7E5}" presName="hierRoot2" presStyleCnt="0">
        <dgm:presLayoutVars>
          <dgm:hierBranch val="init"/>
        </dgm:presLayoutVars>
      </dgm:prSet>
      <dgm:spPr/>
    </dgm:pt>
    <dgm:pt modelId="{89A646BC-328E-41A9-8DF1-DCDA6CC3C425}" type="pres">
      <dgm:prSet presAssocID="{DF9E427A-F061-4D73-876E-50DFE6A2B7E5}" presName="rootComposite" presStyleCnt="0"/>
      <dgm:spPr/>
    </dgm:pt>
    <dgm:pt modelId="{016EC23A-2D0E-41F6-A49C-4A8A9AA629EE}" type="pres">
      <dgm:prSet presAssocID="{DF9E427A-F061-4D73-876E-50DFE6A2B7E5}" presName="rootText" presStyleLbl="node2" presStyleIdx="2" presStyleCnt="6" custScaleX="476668">
        <dgm:presLayoutVars>
          <dgm:chPref val="3"/>
        </dgm:presLayoutVars>
      </dgm:prSet>
      <dgm:spPr/>
    </dgm:pt>
    <dgm:pt modelId="{CBB73073-E2BE-4561-B51B-94EBAD9E9723}" type="pres">
      <dgm:prSet presAssocID="{DF9E427A-F061-4D73-876E-50DFE6A2B7E5}" presName="rootConnector" presStyleLbl="node2" presStyleIdx="2" presStyleCnt="6"/>
      <dgm:spPr/>
    </dgm:pt>
    <dgm:pt modelId="{A2D7CAED-0941-4B4F-8DD4-28606AD9D38D}" type="pres">
      <dgm:prSet presAssocID="{DF9E427A-F061-4D73-876E-50DFE6A2B7E5}" presName="hierChild4" presStyleCnt="0"/>
      <dgm:spPr/>
    </dgm:pt>
    <dgm:pt modelId="{7A667988-FD62-4271-A7E4-A99556F8B087}" type="pres">
      <dgm:prSet presAssocID="{512C6554-6E01-4F20-964D-CEFBA7684C9C}" presName="Name37" presStyleLbl="parChTrans1D3" presStyleIdx="8" presStyleCnt="24"/>
      <dgm:spPr/>
    </dgm:pt>
    <dgm:pt modelId="{F6968760-A333-4BA1-B93C-8F073A261611}" type="pres">
      <dgm:prSet presAssocID="{41E00EC4-D659-46CC-978A-91443662B6B9}" presName="hierRoot2" presStyleCnt="0">
        <dgm:presLayoutVars>
          <dgm:hierBranch val="init"/>
        </dgm:presLayoutVars>
      </dgm:prSet>
      <dgm:spPr/>
    </dgm:pt>
    <dgm:pt modelId="{854A221D-7669-47D4-AA08-04B16163EBF2}" type="pres">
      <dgm:prSet presAssocID="{41E00EC4-D659-46CC-978A-91443662B6B9}" presName="rootComposite" presStyleCnt="0"/>
      <dgm:spPr/>
    </dgm:pt>
    <dgm:pt modelId="{F44AD20D-9B10-4090-ADC4-FA073122B034}" type="pres">
      <dgm:prSet presAssocID="{41E00EC4-D659-46CC-978A-91443662B6B9}" presName="rootText" presStyleLbl="node3" presStyleIdx="8" presStyleCnt="24">
        <dgm:presLayoutVars>
          <dgm:chPref val="3"/>
        </dgm:presLayoutVars>
      </dgm:prSet>
      <dgm:spPr/>
    </dgm:pt>
    <dgm:pt modelId="{45C2E303-644F-4177-ABAB-296F5DCB3F63}" type="pres">
      <dgm:prSet presAssocID="{41E00EC4-D659-46CC-978A-91443662B6B9}" presName="rootConnector" presStyleLbl="node3" presStyleIdx="8" presStyleCnt="24"/>
      <dgm:spPr/>
    </dgm:pt>
    <dgm:pt modelId="{0B9A184C-E920-4CD9-BC8D-4F3D8B780A35}" type="pres">
      <dgm:prSet presAssocID="{41E00EC4-D659-46CC-978A-91443662B6B9}" presName="hierChild4" presStyleCnt="0"/>
      <dgm:spPr/>
    </dgm:pt>
    <dgm:pt modelId="{CC2B6004-C4F0-40E6-94FC-B867FB12B646}" type="pres">
      <dgm:prSet presAssocID="{731F0C21-6977-4FC6-BCE5-EC6FC043E844}" presName="Name37" presStyleLbl="parChTrans1D4" presStyleIdx="22" presStyleCnt="47"/>
      <dgm:spPr/>
    </dgm:pt>
    <dgm:pt modelId="{5907C9A5-0BE6-4276-BE62-C799794E88FC}" type="pres">
      <dgm:prSet presAssocID="{BB597B6E-7024-4223-8841-CF314646113A}" presName="hierRoot2" presStyleCnt="0">
        <dgm:presLayoutVars>
          <dgm:hierBranch val="init"/>
        </dgm:presLayoutVars>
      </dgm:prSet>
      <dgm:spPr/>
    </dgm:pt>
    <dgm:pt modelId="{066182B2-02C4-439F-AD32-48BE1C3ED178}" type="pres">
      <dgm:prSet presAssocID="{BB597B6E-7024-4223-8841-CF314646113A}" presName="rootComposite" presStyleCnt="0"/>
      <dgm:spPr/>
    </dgm:pt>
    <dgm:pt modelId="{408FADC2-E07A-4992-BE7F-8DF9A21F6360}" type="pres">
      <dgm:prSet presAssocID="{BB597B6E-7024-4223-8841-CF314646113A}" presName="rootText" presStyleLbl="node4" presStyleIdx="22" presStyleCnt="47">
        <dgm:presLayoutVars>
          <dgm:chPref val="3"/>
        </dgm:presLayoutVars>
      </dgm:prSet>
      <dgm:spPr/>
    </dgm:pt>
    <dgm:pt modelId="{4934B193-E1A2-445A-AAFF-821AA5325476}" type="pres">
      <dgm:prSet presAssocID="{BB597B6E-7024-4223-8841-CF314646113A}" presName="rootConnector" presStyleLbl="node4" presStyleIdx="22" presStyleCnt="47"/>
      <dgm:spPr/>
    </dgm:pt>
    <dgm:pt modelId="{A1FCDA66-CD10-463C-9976-811F00520545}" type="pres">
      <dgm:prSet presAssocID="{BB597B6E-7024-4223-8841-CF314646113A}" presName="hierChild4" presStyleCnt="0"/>
      <dgm:spPr/>
    </dgm:pt>
    <dgm:pt modelId="{1F5B3DE3-8430-4CD7-AEE6-A3A6617043A5}" type="pres">
      <dgm:prSet presAssocID="{BB597B6E-7024-4223-8841-CF314646113A}" presName="hierChild5" presStyleCnt="0"/>
      <dgm:spPr/>
    </dgm:pt>
    <dgm:pt modelId="{961BDF14-87BE-4AE5-8EDD-265A0E1CB283}" type="pres">
      <dgm:prSet presAssocID="{9AF3C428-FC2B-4314-88DA-6534BEE809CE}" presName="Name37" presStyleLbl="parChTrans1D4" presStyleIdx="23" presStyleCnt="47"/>
      <dgm:spPr/>
    </dgm:pt>
    <dgm:pt modelId="{F69FD965-15FC-4CB2-8E06-BBA39FEC71D5}" type="pres">
      <dgm:prSet presAssocID="{3C2B0496-9C29-4AC6-84A3-6B9040FC193D}" presName="hierRoot2" presStyleCnt="0">
        <dgm:presLayoutVars>
          <dgm:hierBranch val="init"/>
        </dgm:presLayoutVars>
      </dgm:prSet>
      <dgm:spPr/>
    </dgm:pt>
    <dgm:pt modelId="{FB1B5E2E-211A-455D-AB2E-F72B42158B45}" type="pres">
      <dgm:prSet presAssocID="{3C2B0496-9C29-4AC6-84A3-6B9040FC193D}" presName="rootComposite" presStyleCnt="0"/>
      <dgm:spPr/>
    </dgm:pt>
    <dgm:pt modelId="{763EDFA5-9F0C-4F1B-912F-D8633AD70A8A}" type="pres">
      <dgm:prSet presAssocID="{3C2B0496-9C29-4AC6-84A3-6B9040FC193D}" presName="rootText" presStyleLbl="node4" presStyleIdx="23" presStyleCnt="47">
        <dgm:presLayoutVars>
          <dgm:chPref val="3"/>
        </dgm:presLayoutVars>
      </dgm:prSet>
      <dgm:spPr/>
    </dgm:pt>
    <dgm:pt modelId="{B47F2156-E6C0-4001-9E85-0DB69F72A6FE}" type="pres">
      <dgm:prSet presAssocID="{3C2B0496-9C29-4AC6-84A3-6B9040FC193D}" presName="rootConnector" presStyleLbl="node4" presStyleIdx="23" presStyleCnt="47"/>
      <dgm:spPr/>
    </dgm:pt>
    <dgm:pt modelId="{D73B001E-E539-4B30-898F-E0AB0A958ED6}" type="pres">
      <dgm:prSet presAssocID="{3C2B0496-9C29-4AC6-84A3-6B9040FC193D}" presName="hierChild4" presStyleCnt="0"/>
      <dgm:spPr/>
    </dgm:pt>
    <dgm:pt modelId="{78ECA2DB-1361-49DC-8BBF-DEBF2F710C25}" type="pres">
      <dgm:prSet presAssocID="{3C2B0496-9C29-4AC6-84A3-6B9040FC193D}" presName="hierChild5" presStyleCnt="0"/>
      <dgm:spPr/>
    </dgm:pt>
    <dgm:pt modelId="{028EDB15-6DB2-48A1-9DB8-CE90AF22C366}" type="pres">
      <dgm:prSet presAssocID="{41E00EC4-D659-46CC-978A-91443662B6B9}" presName="hierChild5" presStyleCnt="0"/>
      <dgm:spPr/>
    </dgm:pt>
    <dgm:pt modelId="{CF5056B5-8551-456B-ADDD-172A82571A09}" type="pres">
      <dgm:prSet presAssocID="{C6AE7227-753A-4CF6-A17C-2204C6059E4B}" presName="Name37" presStyleLbl="parChTrans1D3" presStyleIdx="9" presStyleCnt="24"/>
      <dgm:spPr/>
    </dgm:pt>
    <dgm:pt modelId="{D0DC5082-C07E-4DB8-8F36-40D55BF804DD}" type="pres">
      <dgm:prSet presAssocID="{8121365C-0E5F-46FD-99B3-A0710F6DD8BD}" presName="hierRoot2" presStyleCnt="0">
        <dgm:presLayoutVars>
          <dgm:hierBranch val="init"/>
        </dgm:presLayoutVars>
      </dgm:prSet>
      <dgm:spPr/>
    </dgm:pt>
    <dgm:pt modelId="{D0342674-33B5-4217-A8C7-67D49714F34E}" type="pres">
      <dgm:prSet presAssocID="{8121365C-0E5F-46FD-99B3-A0710F6DD8BD}" presName="rootComposite" presStyleCnt="0"/>
      <dgm:spPr/>
    </dgm:pt>
    <dgm:pt modelId="{9AB20978-08CF-4AAB-B144-0305DE5CA8BA}" type="pres">
      <dgm:prSet presAssocID="{8121365C-0E5F-46FD-99B3-A0710F6DD8BD}" presName="rootText" presStyleLbl="node3" presStyleIdx="9" presStyleCnt="24">
        <dgm:presLayoutVars>
          <dgm:chPref val="3"/>
        </dgm:presLayoutVars>
      </dgm:prSet>
      <dgm:spPr/>
    </dgm:pt>
    <dgm:pt modelId="{DC6F336E-1CA9-44AC-82E9-07790781CCBA}" type="pres">
      <dgm:prSet presAssocID="{8121365C-0E5F-46FD-99B3-A0710F6DD8BD}" presName="rootConnector" presStyleLbl="node3" presStyleIdx="9" presStyleCnt="24"/>
      <dgm:spPr/>
    </dgm:pt>
    <dgm:pt modelId="{2D4F6C11-F321-463F-A1D2-6F819D6E9D95}" type="pres">
      <dgm:prSet presAssocID="{8121365C-0E5F-46FD-99B3-A0710F6DD8BD}" presName="hierChild4" presStyleCnt="0"/>
      <dgm:spPr/>
    </dgm:pt>
    <dgm:pt modelId="{E5861480-B4E2-48AE-A0E2-82D0CA04DC12}" type="pres">
      <dgm:prSet presAssocID="{41B833B6-0250-4B6F-9C6F-5FC5B5ACFCE0}" presName="Name37" presStyleLbl="parChTrans1D4" presStyleIdx="24" presStyleCnt="47"/>
      <dgm:spPr/>
    </dgm:pt>
    <dgm:pt modelId="{80BBD102-A272-43A8-B370-187BF0B7588E}" type="pres">
      <dgm:prSet presAssocID="{38B73073-B696-4315-BF7D-E54BB797CC75}" presName="hierRoot2" presStyleCnt="0">
        <dgm:presLayoutVars>
          <dgm:hierBranch val="init"/>
        </dgm:presLayoutVars>
      </dgm:prSet>
      <dgm:spPr/>
    </dgm:pt>
    <dgm:pt modelId="{26FDA239-7296-45EB-AE67-FE747CA921CA}" type="pres">
      <dgm:prSet presAssocID="{38B73073-B696-4315-BF7D-E54BB797CC75}" presName="rootComposite" presStyleCnt="0"/>
      <dgm:spPr/>
    </dgm:pt>
    <dgm:pt modelId="{7BC6389E-30F7-4DA4-9B52-5847F61CD7B9}" type="pres">
      <dgm:prSet presAssocID="{38B73073-B696-4315-BF7D-E54BB797CC75}" presName="rootText" presStyleLbl="node4" presStyleIdx="24" presStyleCnt="47">
        <dgm:presLayoutVars>
          <dgm:chPref val="3"/>
        </dgm:presLayoutVars>
      </dgm:prSet>
      <dgm:spPr/>
    </dgm:pt>
    <dgm:pt modelId="{82AD5AB2-0508-43EE-AD50-1B0D6F097C25}" type="pres">
      <dgm:prSet presAssocID="{38B73073-B696-4315-BF7D-E54BB797CC75}" presName="rootConnector" presStyleLbl="node4" presStyleIdx="24" presStyleCnt="47"/>
      <dgm:spPr/>
    </dgm:pt>
    <dgm:pt modelId="{9ECD00A9-7677-4C71-9E72-17E0FECEA9B1}" type="pres">
      <dgm:prSet presAssocID="{38B73073-B696-4315-BF7D-E54BB797CC75}" presName="hierChild4" presStyleCnt="0"/>
      <dgm:spPr/>
    </dgm:pt>
    <dgm:pt modelId="{E77A68F2-1E47-415F-A1B1-B478E881E4A2}" type="pres">
      <dgm:prSet presAssocID="{38B73073-B696-4315-BF7D-E54BB797CC75}" presName="hierChild5" presStyleCnt="0"/>
      <dgm:spPr/>
    </dgm:pt>
    <dgm:pt modelId="{C2037483-83E6-4EBE-B693-FF7EA43A7EAB}" type="pres">
      <dgm:prSet presAssocID="{7CACEB42-368A-49A3-A5E1-95A4B9A7B76F}" presName="Name37" presStyleLbl="parChTrans1D4" presStyleIdx="25" presStyleCnt="47"/>
      <dgm:spPr/>
    </dgm:pt>
    <dgm:pt modelId="{56C55617-DB9A-4384-9587-FCD499365EC9}" type="pres">
      <dgm:prSet presAssocID="{4843947D-C9C7-4F3D-A66F-4D4BEC856149}" presName="hierRoot2" presStyleCnt="0">
        <dgm:presLayoutVars>
          <dgm:hierBranch val="init"/>
        </dgm:presLayoutVars>
      </dgm:prSet>
      <dgm:spPr/>
    </dgm:pt>
    <dgm:pt modelId="{47A4FBF2-163C-4FDA-950A-1BE4A74D98FF}" type="pres">
      <dgm:prSet presAssocID="{4843947D-C9C7-4F3D-A66F-4D4BEC856149}" presName="rootComposite" presStyleCnt="0"/>
      <dgm:spPr/>
    </dgm:pt>
    <dgm:pt modelId="{C26F7271-6AA6-41B7-91BE-85B6404AE37F}" type="pres">
      <dgm:prSet presAssocID="{4843947D-C9C7-4F3D-A66F-4D4BEC856149}" presName="rootText" presStyleLbl="node4" presStyleIdx="25" presStyleCnt="47">
        <dgm:presLayoutVars>
          <dgm:chPref val="3"/>
        </dgm:presLayoutVars>
      </dgm:prSet>
      <dgm:spPr/>
    </dgm:pt>
    <dgm:pt modelId="{D5FA499A-6EA1-4F19-A798-9D1B8CC9D040}" type="pres">
      <dgm:prSet presAssocID="{4843947D-C9C7-4F3D-A66F-4D4BEC856149}" presName="rootConnector" presStyleLbl="node4" presStyleIdx="25" presStyleCnt="47"/>
      <dgm:spPr/>
    </dgm:pt>
    <dgm:pt modelId="{082A05A6-B39E-42DF-9DE6-56934A4A9476}" type="pres">
      <dgm:prSet presAssocID="{4843947D-C9C7-4F3D-A66F-4D4BEC856149}" presName="hierChild4" presStyleCnt="0"/>
      <dgm:spPr/>
    </dgm:pt>
    <dgm:pt modelId="{2E006DD2-F28E-4A71-BD92-B857145621FF}" type="pres">
      <dgm:prSet presAssocID="{4843947D-C9C7-4F3D-A66F-4D4BEC856149}" presName="hierChild5" presStyleCnt="0"/>
      <dgm:spPr/>
    </dgm:pt>
    <dgm:pt modelId="{8DE0A00B-158F-4C5C-9D33-0C22D6FD3504}" type="pres">
      <dgm:prSet presAssocID="{8121365C-0E5F-46FD-99B3-A0710F6DD8BD}" presName="hierChild5" presStyleCnt="0"/>
      <dgm:spPr/>
    </dgm:pt>
    <dgm:pt modelId="{CB62A8FC-2B11-4BB6-B878-8EA266DA7A64}" type="pres">
      <dgm:prSet presAssocID="{96E8C4D9-23BF-472C-9339-07BB60C08429}" presName="Name37" presStyleLbl="parChTrans1D3" presStyleIdx="10" presStyleCnt="24"/>
      <dgm:spPr/>
    </dgm:pt>
    <dgm:pt modelId="{DAB84EFB-2EB8-4DD8-A792-F7D4BE92B436}" type="pres">
      <dgm:prSet presAssocID="{9D32F532-C24E-4B0D-9A77-E5C3937B67F6}" presName="hierRoot2" presStyleCnt="0">
        <dgm:presLayoutVars>
          <dgm:hierBranch val="init"/>
        </dgm:presLayoutVars>
      </dgm:prSet>
      <dgm:spPr/>
    </dgm:pt>
    <dgm:pt modelId="{2E5F364B-C3D0-4962-9C5D-24D4CCA5B2CE}" type="pres">
      <dgm:prSet presAssocID="{9D32F532-C24E-4B0D-9A77-E5C3937B67F6}" presName="rootComposite" presStyleCnt="0"/>
      <dgm:spPr/>
    </dgm:pt>
    <dgm:pt modelId="{7575C765-7DE4-44F9-BE0B-A229F2199643}" type="pres">
      <dgm:prSet presAssocID="{9D32F532-C24E-4B0D-9A77-E5C3937B67F6}" presName="rootText" presStyleLbl="node3" presStyleIdx="10" presStyleCnt="24">
        <dgm:presLayoutVars>
          <dgm:chPref val="3"/>
        </dgm:presLayoutVars>
      </dgm:prSet>
      <dgm:spPr/>
    </dgm:pt>
    <dgm:pt modelId="{F691B78D-80BA-4D53-8B5D-88DB6D1D78B2}" type="pres">
      <dgm:prSet presAssocID="{9D32F532-C24E-4B0D-9A77-E5C3937B67F6}" presName="rootConnector" presStyleLbl="node3" presStyleIdx="10" presStyleCnt="24"/>
      <dgm:spPr/>
    </dgm:pt>
    <dgm:pt modelId="{B392670D-B60C-4244-BC14-316F236F5ECD}" type="pres">
      <dgm:prSet presAssocID="{9D32F532-C24E-4B0D-9A77-E5C3937B67F6}" presName="hierChild4" presStyleCnt="0"/>
      <dgm:spPr/>
    </dgm:pt>
    <dgm:pt modelId="{76F901B1-4792-42CD-B913-5537CB3A5166}" type="pres">
      <dgm:prSet presAssocID="{546C596F-F9B4-4AB3-994F-AF55F39337A4}" presName="Name37" presStyleLbl="parChTrans1D4" presStyleIdx="26" presStyleCnt="47"/>
      <dgm:spPr/>
    </dgm:pt>
    <dgm:pt modelId="{CBEB7928-882C-47FF-B1D1-FECAF46F6668}" type="pres">
      <dgm:prSet presAssocID="{DB682560-662C-4A61-B0A5-3DF76AE0FBDA}" presName="hierRoot2" presStyleCnt="0">
        <dgm:presLayoutVars>
          <dgm:hierBranch val="init"/>
        </dgm:presLayoutVars>
      </dgm:prSet>
      <dgm:spPr/>
    </dgm:pt>
    <dgm:pt modelId="{FCA891B0-E62C-474C-B061-DDFF65A7923A}" type="pres">
      <dgm:prSet presAssocID="{DB682560-662C-4A61-B0A5-3DF76AE0FBDA}" presName="rootComposite" presStyleCnt="0"/>
      <dgm:spPr/>
    </dgm:pt>
    <dgm:pt modelId="{923A9858-DE5E-429F-B3C4-FF7523CF9B66}" type="pres">
      <dgm:prSet presAssocID="{DB682560-662C-4A61-B0A5-3DF76AE0FBDA}" presName="rootText" presStyleLbl="node4" presStyleIdx="26" presStyleCnt="47">
        <dgm:presLayoutVars>
          <dgm:chPref val="3"/>
        </dgm:presLayoutVars>
      </dgm:prSet>
      <dgm:spPr/>
    </dgm:pt>
    <dgm:pt modelId="{241C24CF-A61C-4098-AA83-D00C9670571C}" type="pres">
      <dgm:prSet presAssocID="{DB682560-662C-4A61-B0A5-3DF76AE0FBDA}" presName="rootConnector" presStyleLbl="node4" presStyleIdx="26" presStyleCnt="47"/>
      <dgm:spPr/>
    </dgm:pt>
    <dgm:pt modelId="{F704F2F7-AC1B-4112-BB65-1692AA8ED203}" type="pres">
      <dgm:prSet presAssocID="{DB682560-662C-4A61-B0A5-3DF76AE0FBDA}" presName="hierChild4" presStyleCnt="0"/>
      <dgm:spPr/>
    </dgm:pt>
    <dgm:pt modelId="{88672526-15A6-438F-8F34-54FA70DD0A71}" type="pres">
      <dgm:prSet presAssocID="{DB682560-662C-4A61-B0A5-3DF76AE0FBDA}" presName="hierChild5" presStyleCnt="0"/>
      <dgm:spPr/>
    </dgm:pt>
    <dgm:pt modelId="{7A04F79D-1B39-45C4-BCCD-F08254B9ABB8}" type="pres">
      <dgm:prSet presAssocID="{C7F11D15-4462-4F2F-AAE5-A2BAA5988B38}" presName="Name37" presStyleLbl="parChTrans1D4" presStyleIdx="27" presStyleCnt="47"/>
      <dgm:spPr/>
    </dgm:pt>
    <dgm:pt modelId="{FCDD4086-DCF4-4538-A88B-D6A54009768F}" type="pres">
      <dgm:prSet presAssocID="{2686E580-3AB9-43A8-A344-773AB0E7CD4C}" presName="hierRoot2" presStyleCnt="0">
        <dgm:presLayoutVars>
          <dgm:hierBranch val="init"/>
        </dgm:presLayoutVars>
      </dgm:prSet>
      <dgm:spPr/>
    </dgm:pt>
    <dgm:pt modelId="{6EA22F96-E54D-4C28-9744-B31CBA947F9F}" type="pres">
      <dgm:prSet presAssocID="{2686E580-3AB9-43A8-A344-773AB0E7CD4C}" presName="rootComposite" presStyleCnt="0"/>
      <dgm:spPr/>
    </dgm:pt>
    <dgm:pt modelId="{63535B4A-B8F0-4DD2-BE74-69B06C2F956D}" type="pres">
      <dgm:prSet presAssocID="{2686E580-3AB9-43A8-A344-773AB0E7CD4C}" presName="rootText" presStyleLbl="node4" presStyleIdx="27" presStyleCnt="47">
        <dgm:presLayoutVars>
          <dgm:chPref val="3"/>
        </dgm:presLayoutVars>
      </dgm:prSet>
      <dgm:spPr/>
    </dgm:pt>
    <dgm:pt modelId="{3A6892E1-BA04-4D43-B3E2-EFC9DB668838}" type="pres">
      <dgm:prSet presAssocID="{2686E580-3AB9-43A8-A344-773AB0E7CD4C}" presName="rootConnector" presStyleLbl="node4" presStyleIdx="27" presStyleCnt="47"/>
      <dgm:spPr/>
    </dgm:pt>
    <dgm:pt modelId="{1DF7C79B-E431-4137-AE90-8DD1861C167D}" type="pres">
      <dgm:prSet presAssocID="{2686E580-3AB9-43A8-A344-773AB0E7CD4C}" presName="hierChild4" presStyleCnt="0"/>
      <dgm:spPr/>
    </dgm:pt>
    <dgm:pt modelId="{EEBFD01C-B959-4ACE-9D38-F252B2B08165}" type="pres">
      <dgm:prSet presAssocID="{2686E580-3AB9-43A8-A344-773AB0E7CD4C}" presName="hierChild5" presStyleCnt="0"/>
      <dgm:spPr/>
    </dgm:pt>
    <dgm:pt modelId="{2F9349A1-2569-4BA6-BD7B-BE88356A62BF}" type="pres">
      <dgm:prSet presAssocID="{9D32F532-C24E-4B0D-9A77-E5C3937B67F6}" presName="hierChild5" presStyleCnt="0"/>
      <dgm:spPr/>
    </dgm:pt>
    <dgm:pt modelId="{D08CAB0F-7844-4830-9CF8-EB0EAA103225}" type="pres">
      <dgm:prSet presAssocID="{5654A7EF-41F9-42AD-9F91-DD9C6CFE1556}" presName="Name37" presStyleLbl="parChTrans1D3" presStyleIdx="11" presStyleCnt="24"/>
      <dgm:spPr/>
    </dgm:pt>
    <dgm:pt modelId="{453A89D1-93D9-402E-9E53-21BA89A6111A}" type="pres">
      <dgm:prSet presAssocID="{AAFCC0BE-0CDF-42CC-BCEA-4C2BAD34DA7C}" presName="hierRoot2" presStyleCnt="0">
        <dgm:presLayoutVars>
          <dgm:hierBranch val="init"/>
        </dgm:presLayoutVars>
      </dgm:prSet>
      <dgm:spPr/>
    </dgm:pt>
    <dgm:pt modelId="{51060265-4BD8-412E-BD21-01F8693B3830}" type="pres">
      <dgm:prSet presAssocID="{AAFCC0BE-0CDF-42CC-BCEA-4C2BAD34DA7C}" presName="rootComposite" presStyleCnt="0"/>
      <dgm:spPr/>
    </dgm:pt>
    <dgm:pt modelId="{9FD396D8-C5CE-41B9-8E02-C70E3E1E7A6C}" type="pres">
      <dgm:prSet presAssocID="{AAFCC0BE-0CDF-42CC-BCEA-4C2BAD34DA7C}" presName="rootText" presStyleLbl="node3" presStyleIdx="11" presStyleCnt="24">
        <dgm:presLayoutVars>
          <dgm:chPref val="3"/>
        </dgm:presLayoutVars>
      </dgm:prSet>
      <dgm:spPr/>
    </dgm:pt>
    <dgm:pt modelId="{47D695C1-088A-4985-BF4A-B79190DB6214}" type="pres">
      <dgm:prSet presAssocID="{AAFCC0BE-0CDF-42CC-BCEA-4C2BAD34DA7C}" presName="rootConnector" presStyleLbl="node3" presStyleIdx="11" presStyleCnt="24"/>
      <dgm:spPr/>
    </dgm:pt>
    <dgm:pt modelId="{8D62BB19-0161-41BD-8753-53F4A1F634C8}" type="pres">
      <dgm:prSet presAssocID="{AAFCC0BE-0CDF-42CC-BCEA-4C2BAD34DA7C}" presName="hierChild4" presStyleCnt="0"/>
      <dgm:spPr/>
    </dgm:pt>
    <dgm:pt modelId="{99BDFE2F-F48D-4C55-9473-5DFF624E6318}" type="pres">
      <dgm:prSet presAssocID="{5FC97A2E-932D-4F4F-8ADF-51357039262F}" presName="Name37" presStyleLbl="parChTrans1D4" presStyleIdx="28" presStyleCnt="47"/>
      <dgm:spPr/>
    </dgm:pt>
    <dgm:pt modelId="{9D3C8182-886B-4C39-9335-F7FDDAF75F73}" type="pres">
      <dgm:prSet presAssocID="{D36C680E-AEED-442C-ACFC-04598903353A}" presName="hierRoot2" presStyleCnt="0">
        <dgm:presLayoutVars>
          <dgm:hierBranch val="init"/>
        </dgm:presLayoutVars>
      </dgm:prSet>
      <dgm:spPr/>
    </dgm:pt>
    <dgm:pt modelId="{BBD5E8CD-D8EF-40C3-B525-F7778BE246AE}" type="pres">
      <dgm:prSet presAssocID="{D36C680E-AEED-442C-ACFC-04598903353A}" presName="rootComposite" presStyleCnt="0"/>
      <dgm:spPr/>
    </dgm:pt>
    <dgm:pt modelId="{28D4EFCA-81EE-49AA-969A-85495936DC30}" type="pres">
      <dgm:prSet presAssocID="{D36C680E-AEED-442C-ACFC-04598903353A}" presName="rootText" presStyleLbl="node4" presStyleIdx="28" presStyleCnt="47">
        <dgm:presLayoutVars>
          <dgm:chPref val="3"/>
        </dgm:presLayoutVars>
      </dgm:prSet>
      <dgm:spPr/>
    </dgm:pt>
    <dgm:pt modelId="{CEA95375-9389-4D60-B712-46D262E3C1AB}" type="pres">
      <dgm:prSet presAssocID="{D36C680E-AEED-442C-ACFC-04598903353A}" presName="rootConnector" presStyleLbl="node4" presStyleIdx="28" presStyleCnt="47"/>
      <dgm:spPr/>
    </dgm:pt>
    <dgm:pt modelId="{0E8082C2-A576-4C91-87CC-65904281C583}" type="pres">
      <dgm:prSet presAssocID="{D36C680E-AEED-442C-ACFC-04598903353A}" presName="hierChild4" presStyleCnt="0"/>
      <dgm:spPr/>
    </dgm:pt>
    <dgm:pt modelId="{FF645BA1-9457-4865-822A-DBA3363B463C}" type="pres">
      <dgm:prSet presAssocID="{D36C680E-AEED-442C-ACFC-04598903353A}" presName="hierChild5" presStyleCnt="0"/>
      <dgm:spPr/>
    </dgm:pt>
    <dgm:pt modelId="{3123A82B-A82B-4307-940A-A09BEE31D9D5}" type="pres">
      <dgm:prSet presAssocID="{AAFCC0BE-0CDF-42CC-BCEA-4C2BAD34DA7C}" presName="hierChild5" presStyleCnt="0"/>
      <dgm:spPr/>
    </dgm:pt>
    <dgm:pt modelId="{06DD9A92-3EBE-4509-A0B6-B94B2A043EB1}" type="pres">
      <dgm:prSet presAssocID="{DF9E427A-F061-4D73-876E-50DFE6A2B7E5}" presName="hierChild5" presStyleCnt="0"/>
      <dgm:spPr/>
    </dgm:pt>
    <dgm:pt modelId="{B67FA171-3DC1-4B30-B97D-AAB0EE775448}" type="pres">
      <dgm:prSet presAssocID="{F8130828-F801-48B7-A83D-32C060147E31}" presName="Name37" presStyleLbl="parChTrans1D2" presStyleIdx="3" presStyleCnt="6"/>
      <dgm:spPr/>
    </dgm:pt>
    <dgm:pt modelId="{9050899D-C12D-433D-BA67-5366AE2099EB}" type="pres">
      <dgm:prSet presAssocID="{75DFC915-9462-4A30-AE1F-37CE18B3C6D2}" presName="hierRoot2" presStyleCnt="0">
        <dgm:presLayoutVars>
          <dgm:hierBranch val="init"/>
        </dgm:presLayoutVars>
      </dgm:prSet>
      <dgm:spPr/>
    </dgm:pt>
    <dgm:pt modelId="{FA4CBB32-6DC4-463A-97E6-6F6C874672E4}" type="pres">
      <dgm:prSet presAssocID="{75DFC915-9462-4A30-AE1F-37CE18B3C6D2}" presName="rootComposite" presStyleCnt="0"/>
      <dgm:spPr/>
    </dgm:pt>
    <dgm:pt modelId="{858CCC95-E4CA-427E-8CC5-EA54BE327E50}" type="pres">
      <dgm:prSet presAssocID="{75DFC915-9462-4A30-AE1F-37CE18B3C6D2}" presName="rootText" presStyleLbl="node2" presStyleIdx="3" presStyleCnt="6" custScaleX="464107">
        <dgm:presLayoutVars>
          <dgm:chPref val="3"/>
        </dgm:presLayoutVars>
      </dgm:prSet>
      <dgm:spPr/>
    </dgm:pt>
    <dgm:pt modelId="{6F0642B5-C6D2-460F-8B0D-117246BD79FD}" type="pres">
      <dgm:prSet presAssocID="{75DFC915-9462-4A30-AE1F-37CE18B3C6D2}" presName="rootConnector" presStyleLbl="node2" presStyleIdx="3" presStyleCnt="6"/>
      <dgm:spPr/>
    </dgm:pt>
    <dgm:pt modelId="{212E254B-8521-46A2-8B27-60BF05F6C21C}" type="pres">
      <dgm:prSet presAssocID="{75DFC915-9462-4A30-AE1F-37CE18B3C6D2}" presName="hierChild4" presStyleCnt="0"/>
      <dgm:spPr/>
    </dgm:pt>
    <dgm:pt modelId="{27480C38-F788-44D0-8BD2-BD48D0A99F72}" type="pres">
      <dgm:prSet presAssocID="{88F3F940-1A2B-4FE8-9119-7BD54E7030DE}" presName="Name37" presStyleLbl="parChTrans1D3" presStyleIdx="12" presStyleCnt="24"/>
      <dgm:spPr/>
    </dgm:pt>
    <dgm:pt modelId="{E1E5B2E3-3616-45A2-8592-EB3E8F3F1F11}" type="pres">
      <dgm:prSet presAssocID="{6643273A-E0A0-44C9-AA4C-39F5626F8635}" presName="hierRoot2" presStyleCnt="0">
        <dgm:presLayoutVars>
          <dgm:hierBranch val="init"/>
        </dgm:presLayoutVars>
      </dgm:prSet>
      <dgm:spPr/>
    </dgm:pt>
    <dgm:pt modelId="{8A1D0950-BF9E-4D62-AEAE-A69C1E0A6A7A}" type="pres">
      <dgm:prSet presAssocID="{6643273A-E0A0-44C9-AA4C-39F5626F8635}" presName="rootComposite" presStyleCnt="0"/>
      <dgm:spPr/>
    </dgm:pt>
    <dgm:pt modelId="{4D18FC79-1D32-4A57-8194-C37CE7939140}" type="pres">
      <dgm:prSet presAssocID="{6643273A-E0A0-44C9-AA4C-39F5626F8635}" presName="rootText" presStyleLbl="node3" presStyleIdx="12" presStyleCnt="24">
        <dgm:presLayoutVars>
          <dgm:chPref val="3"/>
        </dgm:presLayoutVars>
      </dgm:prSet>
      <dgm:spPr/>
    </dgm:pt>
    <dgm:pt modelId="{B4C9AB85-2A2D-4373-8413-B56F93CE0A6F}" type="pres">
      <dgm:prSet presAssocID="{6643273A-E0A0-44C9-AA4C-39F5626F8635}" presName="rootConnector" presStyleLbl="node3" presStyleIdx="12" presStyleCnt="24"/>
      <dgm:spPr/>
    </dgm:pt>
    <dgm:pt modelId="{32433B4F-9ED2-4F65-BCB0-2D5E6B3705AB}" type="pres">
      <dgm:prSet presAssocID="{6643273A-E0A0-44C9-AA4C-39F5626F8635}" presName="hierChild4" presStyleCnt="0"/>
      <dgm:spPr/>
    </dgm:pt>
    <dgm:pt modelId="{6CC9C9C5-306D-4EC9-A425-A6D034386F99}" type="pres">
      <dgm:prSet presAssocID="{3816D447-9BAD-4334-AC8A-E36A9FF21786}" presName="Name37" presStyleLbl="parChTrans1D4" presStyleIdx="29" presStyleCnt="47"/>
      <dgm:spPr/>
    </dgm:pt>
    <dgm:pt modelId="{4A1FB8A6-A17B-4EE1-B000-A109E3B25F87}" type="pres">
      <dgm:prSet presAssocID="{6F068571-6162-4D79-B677-FA526E242AAA}" presName="hierRoot2" presStyleCnt="0">
        <dgm:presLayoutVars>
          <dgm:hierBranch val="init"/>
        </dgm:presLayoutVars>
      </dgm:prSet>
      <dgm:spPr/>
    </dgm:pt>
    <dgm:pt modelId="{BE08BFA1-2D81-4BA4-8946-41EEF5EF40C5}" type="pres">
      <dgm:prSet presAssocID="{6F068571-6162-4D79-B677-FA526E242AAA}" presName="rootComposite" presStyleCnt="0"/>
      <dgm:spPr/>
    </dgm:pt>
    <dgm:pt modelId="{BC3B0EDD-05E0-4C7C-845B-15D4DB15CF90}" type="pres">
      <dgm:prSet presAssocID="{6F068571-6162-4D79-B677-FA526E242AAA}" presName="rootText" presStyleLbl="node4" presStyleIdx="29" presStyleCnt="47">
        <dgm:presLayoutVars>
          <dgm:chPref val="3"/>
        </dgm:presLayoutVars>
      </dgm:prSet>
      <dgm:spPr/>
    </dgm:pt>
    <dgm:pt modelId="{185B0F3C-968F-46CC-A667-9B9D5EA57236}" type="pres">
      <dgm:prSet presAssocID="{6F068571-6162-4D79-B677-FA526E242AAA}" presName="rootConnector" presStyleLbl="node4" presStyleIdx="29" presStyleCnt="47"/>
      <dgm:spPr/>
    </dgm:pt>
    <dgm:pt modelId="{C478C2A6-A819-47C9-B14D-B23F6802FE0C}" type="pres">
      <dgm:prSet presAssocID="{6F068571-6162-4D79-B677-FA526E242AAA}" presName="hierChild4" presStyleCnt="0"/>
      <dgm:spPr/>
    </dgm:pt>
    <dgm:pt modelId="{5387DA74-06DC-4E11-B9F2-072EA55968A9}" type="pres">
      <dgm:prSet presAssocID="{6F068571-6162-4D79-B677-FA526E242AAA}" presName="hierChild5" presStyleCnt="0"/>
      <dgm:spPr/>
    </dgm:pt>
    <dgm:pt modelId="{BE2CAD42-DF86-47B5-AEAC-231D90AC8B24}" type="pres">
      <dgm:prSet presAssocID="{1E43DB70-FAA5-437E-8B0E-4B620760DA1F}" presName="Name37" presStyleLbl="parChTrans1D4" presStyleIdx="30" presStyleCnt="47"/>
      <dgm:spPr/>
    </dgm:pt>
    <dgm:pt modelId="{291F58EC-2806-4569-9E48-E31E16D70DC6}" type="pres">
      <dgm:prSet presAssocID="{45D699B5-D039-461D-BC7A-0620BD1B524C}" presName="hierRoot2" presStyleCnt="0">
        <dgm:presLayoutVars>
          <dgm:hierBranch val="init"/>
        </dgm:presLayoutVars>
      </dgm:prSet>
      <dgm:spPr/>
    </dgm:pt>
    <dgm:pt modelId="{D190A875-D513-404A-81FF-0CDA3CA26EAC}" type="pres">
      <dgm:prSet presAssocID="{45D699B5-D039-461D-BC7A-0620BD1B524C}" presName="rootComposite" presStyleCnt="0"/>
      <dgm:spPr/>
    </dgm:pt>
    <dgm:pt modelId="{F4967D4D-B14F-49FF-A0AA-2369B9BC0184}" type="pres">
      <dgm:prSet presAssocID="{45D699B5-D039-461D-BC7A-0620BD1B524C}" presName="rootText" presStyleLbl="node4" presStyleIdx="30" presStyleCnt="47">
        <dgm:presLayoutVars>
          <dgm:chPref val="3"/>
        </dgm:presLayoutVars>
      </dgm:prSet>
      <dgm:spPr/>
    </dgm:pt>
    <dgm:pt modelId="{179848DC-4D09-48F4-9827-8038EA756E85}" type="pres">
      <dgm:prSet presAssocID="{45D699B5-D039-461D-BC7A-0620BD1B524C}" presName="rootConnector" presStyleLbl="node4" presStyleIdx="30" presStyleCnt="47"/>
      <dgm:spPr/>
    </dgm:pt>
    <dgm:pt modelId="{3109A6A2-321C-4982-A101-1438F47AFE30}" type="pres">
      <dgm:prSet presAssocID="{45D699B5-D039-461D-BC7A-0620BD1B524C}" presName="hierChild4" presStyleCnt="0"/>
      <dgm:spPr/>
    </dgm:pt>
    <dgm:pt modelId="{7EDD69E9-3808-432E-9BB5-4C2F6A7BEC7F}" type="pres">
      <dgm:prSet presAssocID="{45D699B5-D039-461D-BC7A-0620BD1B524C}" presName="hierChild5" presStyleCnt="0"/>
      <dgm:spPr/>
    </dgm:pt>
    <dgm:pt modelId="{902F6DD7-BF52-40C4-AED9-7E5A123E0B9D}" type="pres">
      <dgm:prSet presAssocID="{C2101A48-9C9E-4DA0-A8F0-8DA646E373E2}" presName="Name37" presStyleLbl="parChTrans1D4" presStyleIdx="31" presStyleCnt="47"/>
      <dgm:spPr/>
    </dgm:pt>
    <dgm:pt modelId="{46E29256-E005-411E-860C-F71446F965C8}" type="pres">
      <dgm:prSet presAssocID="{1655EEA2-375A-4A85-8E7A-705BC0FE30E3}" presName="hierRoot2" presStyleCnt="0">
        <dgm:presLayoutVars>
          <dgm:hierBranch val="init"/>
        </dgm:presLayoutVars>
      </dgm:prSet>
      <dgm:spPr/>
    </dgm:pt>
    <dgm:pt modelId="{B1548B4E-EA36-4F8D-9242-C58EF1B76C5F}" type="pres">
      <dgm:prSet presAssocID="{1655EEA2-375A-4A85-8E7A-705BC0FE30E3}" presName="rootComposite" presStyleCnt="0"/>
      <dgm:spPr/>
    </dgm:pt>
    <dgm:pt modelId="{0B55BB63-917A-4C1F-8C9C-87551C1719C3}" type="pres">
      <dgm:prSet presAssocID="{1655EEA2-375A-4A85-8E7A-705BC0FE30E3}" presName="rootText" presStyleLbl="node4" presStyleIdx="31" presStyleCnt="47">
        <dgm:presLayoutVars>
          <dgm:chPref val="3"/>
        </dgm:presLayoutVars>
      </dgm:prSet>
      <dgm:spPr/>
    </dgm:pt>
    <dgm:pt modelId="{ECA04075-D55D-4001-9A17-DC6020451BA6}" type="pres">
      <dgm:prSet presAssocID="{1655EEA2-375A-4A85-8E7A-705BC0FE30E3}" presName="rootConnector" presStyleLbl="node4" presStyleIdx="31" presStyleCnt="47"/>
      <dgm:spPr/>
    </dgm:pt>
    <dgm:pt modelId="{9DF8C26B-96A7-42EE-8915-C7DBE0360275}" type="pres">
      <dgm:prSet presAssocID="{1655EEA2-375A-4A85-8E7A-705BC0FE30E3}" presName="hierChild4" presStyleCnt="0"/>
      <dgm:spPr/>
    </dgm:pt>
    <dgm:pt modelId="{4518F050-3D87-49F0-A97C-E08411F78AE0}" type="pres">
      <dgm:prSet presAssocID="{1655EEA2-375A-4A85-8E7A-705BC0FE30E3}" presName="hierChild5" presStyleCnt="0"/>
      <dgm:spPr/>
    </dgm:pt>
    <dgm:pt modelId="{0F0E3A4D-45B1-4096-9BBC-3C9354AB1F97}" type="pres">
      <dgm:prSet presAssocID="{6643273A-E0A0-44C9-AA4C-39F5626F8635}" presName="hierChild5" presStyleCnt="0"/>
      <dgm:spPr/>
    </dgm:pt>
    <dgm:pt modelId="{9B3E5AE3-F174-4FF5-94C2-F98BD1DE49CA}" type="pres">
      <dgm:prSet presAssocID="{9142E8A0-224B-4E01-A1E9-48A064437162}" presName="Name37" presStyleLbl="parChTrans1D3" presStyleIdx="13" presStyleCnt="24"/>
      <dgm:spPr/>
    </dgm:pt>
    <dgm:pt modelId="{A5C682F9-6950-43BA-88C9-D0F487E5BB79}" type="pres">
      <dgm:prSet presAssocID="{CD88A2CD-F5BF-4BD7-9A4B-860328F73501}" presName="hierRoot2" presStyleCnt="0">
        <dgm:presLayoutVars>
          <dgm:hierBranch val="init"/>
        </dgm:presLayoutVars>
      </dgm:prSet>
      <dgm:spPr/>
    </dgm:pt>
    <dgm:pt modelId="{A9FA76A9-5A15-4BDF-A408-E2EB1E1139C6}" type="pres">
      <dgm:prSet presAssocID="{CD88A2CD-F5BF-4BD7-9A4B-860328F73501}" presName="rootComposite" presStyleCnt="0"/>
      <dgm:spPr/>
    </dgm:pt>
    <dgm:pt modelId="{6F255A7A-696D-4CB9-BAAA-BD4B147C9278}" type="pres">
      <dgm:prSet presAssocID="{CD88A2CD-F5BF-4BD7-9A4B-860328F73501}" presName="rootText" presStyleLbl="node3" presStyleIdx="13" presStyleCnt="24">
        <dgm:presLayoutVars>
          <dgm:chPref val="3"/>
        </dgm:presLayoutVars>
      </dgm:prSet>
      <dgm:spPr/>
    </dgm:pt>
    <dgm:pt modelId="{47DECCF2-B8D7-415B-A58B-475F1777F574}" type="pres">
      <dgm:prSet presAssocID="{CD88A2CD-F5BF-4BD7-9A4B-860328F73501}" presName="rootConnector" presStyleLbl="node3" presStyleIdx="13" presStyleCnt="24"/>
      <dgm:spPr/>
    </dgm:pt>
    <dgm:pt modelId="{204498CD-F54E-4550-93D9-309D8EFCBC9C}" type="pres">
      <dgm:prSet presAssocID="{CD88A2CD-F5BF-4BD7-9A4B-860328F73501}" presName="hierChild4" presStyleCnt="0"/>
      <dgm:spPr/>
    </dgm:pt>
    <dgm:pt modelId="{78A2D681-A6A1-4BBE-8B7B-C4C8B76D1703}" type="pres">
      <dgm:prSet presAssocID="{85D0A96C-9291-4FF2-92BB-177A2C076B5C}" presName="Name37" presStyleLbl="parChTrans1D4" presStyleIdx="32" presStyleCnt="47"/>
      <dgm:spPr/>
    </dgm:pt>
    <dgm:pt modelId="{DBAE0512-FC55-43D5-B282-7E6D06BD3EB6}" type="pres">
      <dgm:prSet presAssocID="{8BF7CE34-3BAA-48C2-9440-AB73690307DF}" presName="hierRoot2" presStyleCnt="0">
        <dgm:presLayoutVars>
          <dgm:hierBranch val="init"/>
        </dgm:presLayoutVars>
      </dgm:prSet>
      <dgm:spPr/>
    </dgm:pt>
    <dgm:pt modelId="{32777202-3519-4FC9-8B6C-9431F01C60EC}" type="pres">
      <dgm:prSet presAssocID="{8BF7CE34-3BAA-48C2-9440-AB73690307DF}" presName="rootComposite" presStyleCnt="0"/>
      <dgm:spPr/>
    </dgm:pt>
    <dgm:pt modelId="{04DEA00F-E439-4173-AE94-21F222FFF7E2}" type="pres">
      <dgm:prSet presAssocID="{8BF7CE34-3BAA-48C2-9440-AB73690307DF}" presName="rootText" presStyleLbl="node4" presStyleIdx="32" presStyleCnt="47">
        <dgm:presLayoutVars>
          <dgm:chPref val="3"/>
        </dgm:presLayoutVars>
      </dgm:prSet>
      <dgm:spPr/>
    </dgm:pt>
    <dgm:pt modelId="{3C8C031A-91E2-4F2C-BD3A-6E51E00F8037}" type="pres">
      <dgm:prSet presAssocID="{8BF7CE34-3BAA-48C2-9440-AB73690307DF}" presName="rootConnector" presStyleLbl="node4" presStyleIdx="32" presStyleCnt="47"/>
      <dgm:spPr/>
    </dgm:pt>
    <dgm:pt modelId="{588D0B9D-EFE3-4937-9061-98E0F6789B92}" type="pres">
      <dgm:prSet presAssocID="{8BF7CE34-3BAA-48C2-9440-AB73690307DF}" presName="hierChild4" presStyleCnt="0"/>
      <dgm:spPr/>
    </dgm:pt>
    <dgm:pt modelId="{69A7E83F-3AEC-4DF6-B45B-86DA78895F31}" type="pres">
      <dgm:prSet presAssocID="{8BF7CE34-3BAA-48C2-9440-AB73690307DF}" presName="hierChild5" presStyleCnt="0"/>
      <dgm:spPr/>
    </dgm:pt>
    <dgm:pt modelId="{8D9BF300-017C-465B-980B-5725BD89179F}" type="pres">
      <dgm:prSet presAssocID="{AE351066-FABF-4F2B-905B-5902D600C747}" presName="Name37" presStyleLbl="parChTrans1D4" presStyleIdx="33" presStyleCnt="47"/>
      <dgm:spPr/>
    </dgm:pt>
    <dgm:pt modelId="{BC51B30A-6FD9-4A65-AC68-05D57FEBF072}" type="pres">
      <dgm:prSet presAssocID="{11E5D7DE-8260-49B3-A588-072E9213D8A8}" presName="hierRoot2" presStyleCnt="0">
        <dgm:presLayoutVars>
          <dgm:hierBranch val="init"/>
        </dgm:presLayoutVars>
      </dgm:prSet>
      <dgm:spPr/>
    </dgm:pt>
    <dgm:pt modelId="{28489AB7-BFE6-4875-BAC9-DDDF4D95C06E}" type="pres">
      <dgm:prSet presAssocID="{11E5D7DE-8260-49B3-A588-072E9213D8A8}" presName="rootComposite" presStyleCnt="0"/>
      <dgm:spPr/>
    </dgm:pt>
    <dgm:pt modelId="{A3BD5DFB-D161-4688-8846-FA7FBF648219}" type="pres">
      <dgm:prSet presAssocID="{11E5D7DE-8260-49B3-A588-072E9213D8A8}" presName="rootText" presStyleLbl="node4" presStyleIdx="33" presStyleCnt="47">
        <dgm:presLayoutVars>
          <dgm:chPref val="3"/>
        </dgm:presLayoutVars>
      </dgm:prSet>
      <dgm:spPr/>
    </dgm:pt>
    <dgm:pt modelId="{3D7E6432-DA9B-4BDA-A658-5FA69518A400}" type="pres">
      <dgm:prSet presAssocID="{11E5D7DE-8260-49B3-A588-072E9213D8A8}" presName="rootConnector" presStyleLbl="node4" presStyleIdx="33" presStyleCnt="47"/>
      <dgm:spPr/>
    </dgm:pt>
    <dgm:pt modelId="{F5FCE605-2A15-4828-AA85-23BC46E7D17F}" type="pres">
      <dgm:prSet presAssocID="{11E5D7DE-8260-49B3-A588-072E9213D8A8}" presName="hierChild4" presStyleCnt="0"/>
      <dgm:spPr/>
    </dgm:pt>
    <dgm:pt modelId="{33E1070A-17A8-48A9-9649-5521BF11924C}" type="pres">
      <dgm:prSet presAssocID="{11E5D7DE-8260-49B3-A588-072E9213D8A8}" presName="hierChild5" presStyleCnt="0"/>
      <dgm:spPr/>
    </dgm:pt>
    <dgm:pt modelId="{2BEFC4CD-A8A7-4990-B687-9EE9FFA5B0DE}" type="pres">
      <dgm:prSet presAssocID="{CD88A2CD-F5BF-4BD7-9A4B-860328F73501}" presName="hierChild5" presStyleCnt="0"/>
      <dgm:spPr/>
    </dgm:pt>
    <dgm:pt modelId="{4788FCB2-3828-42AD-9C38-205BCA40069F}" type="pres">
      <dgm:prSet presAssocID="{8292667C-5B88-4FD1-809B-C0508950839D}" presName="Name37" presStyleLbl="parChTrans1D3" presStyleIdx="14" presStyleCnt="24"/>
      <dgm:spPr/>
    </dgm:pt>
    <dgm:pt modelId="{D4BEFBC2-2767-4F85-868B-561459E250D4}" type="pres">
      <dgm:prSet presAssocID="{FEF61A38-35CB-418B-9A28-D57FECDEC7CA}" presName="hierRoot2" presStyleCnt="0">
        <dgm:presLayoutVars>
          <dgm:hierBranch val="init"/>
        </dgm:presLayoutVars>
      </dgm:prSet>
      <dgm:spPr/>
    </dgm:pt>
    <dgm:pt modelId="{C2ADF7E1-1DDF-491B-B941-8897884BF256}" type="pres">
      <dgm:prSet presAssocID="{FEF61A38-35CB-418B-9A28-D57FECDEC7CA}" presName="rootComposite" presStyleCnt="0"/>
      <dgm:spPr/>
    </dgm:pt>
    <dgm:pt modelId="{A1B3F0DA-598D-4D5B-A3B7-03AA84C20428}" type="pres">
      <dgm:prSet presAssocID="{FEF61A38-35CB-418B-9A28-D57FECDEC7CA}" presName="rootText" presStyleLbl="node3" presStyleIdx="14" presStyleCnt="24">
        <dgm:presLayoutVars>
          <dgm:chPref val="3"/>
        </dgm:presLayoutVars>
      </dgm:prSet>
      <dgm:spPr/>
    </dgm:pt>
    <dgm:pt modelId="{13B5F22A-003B-45DF-90F6-0489D0025457}" type="pres">
      <dgm:prSet presAssocID="{FEF61A38-35CB-418B-9A28-D57FECDEC7CA}" presName="rootConnector" presStyleLbl="node3" presStyleIdx="14" presStyleCnt="24"/>
      <dgm:spPr/>
    </dgm:pt>
    <dgm:pt modelId="{15D004D1-DCA0-4C79-AD32-02C71298D440}" type="pres">
      <dgm:prSet presAssocID="{FEF61A38-35CB-418B-9A28-D57FECDEC7CA}" presName="hierChild4" presStyleCnt="0"/>
      <dgm:spPr/>
    </dgm:pt>
    <dgm:pt modelId="{0ECB2EB5-12AF-410C-9954-2879AC245192}" type="pres">
      <dgm:prSet presAssocID="{A2C09837-A26F-4CBF-A322-2B590273CC25}" presName="Name37" presStyleLbl="parChTrans1D4" presStyleIdx="34" presStyleCnt="47"/>
      <dgm:spPr/>
    </dgm:pt>
    <dgm:pt modelId="{52F03F90-4D52-480F-9F01-D96A7DFEEF2A}" type="pres">
      <dgm:prSet presAssocID="{A01F4A51-CC12-4679-A15F-A707F2471B52}" presName="hierRoot2" presStyleCnt="0">
        <dgm:presLayoutVars>
          <dgm:hierBranch val="init"/>
        </dgm:presLayoutVars>
      </dgm:prSet>
      <dgm:spPr/>
    </dgm:pt>
    <dgm:pt modelId="{994E632C-7B70-465F-9ED1-11A18B99211D}" type="pres">
      <dgm:prSet presAssocID="{A01F4A51-CC12-4679-A15F-A707F2471B52}" presName="rootComposite" presStyleCnt="0"/>
      <dgm:spPr/>
    </dgm:pt>
    <dgm:pt modelId="{BC3F6A8A-9DC0-440D-83E2-DA65D7DF2C76}" type="pres">
      <dgm:prSet presAssocID="{A01F4A51-CC12-4679-A15F-A707F2471B52}" presName="rootText" presStyleLbl="node4" presStyleIdx="34" presStyleCnt="47">
        <dgm:presLayoutVars>
          <dgm:chPref val="3"/>
        </dgm:presLayoutVars>
      </dgm:prSet>
      <dgm:spPr/>
    </dgm:pt>
    <dgm:pt modelId="{7CD78E98-65DD-4543-9C12-53923445BFD1}" type="pres">
      <dgm:prSet presAssocID="{A01F4A51-CC12-4679-A15F-A707F2471B52}" presName="rootConnector" presStyleLbl="node4" presStyleIdx="34" presStyleCnt="47"/>
      <dgm:spPr/>
    </dgm:pt>
    <dgm:pt modelId="{7C3DB6EC-C36F-4ABE-8932-E4F92A41B715}" type="pres">
      <dgm:prSet presAssocID="{A01F4A51-CC12-4679-A15F-A707F2471B52}" presName="hierChild4" presStyleCnt="0"/>
      <dgm:spPr/>
    </dgm:pt>
    <dgm:pt modelId="{E09C8510-CF92-4504-9CDA-3340CCCFE60A}" type="pres">
      <dgm:prSet presAssocID="{A01F4A51-CC12-4679-A15F-A707F2471B52}" presName="hierChild5" presStyleCnt="0"/>
      <dgm:spPr/>
    </dgm:pt>
    <dgm:pt modelId="{D4509C77-C95F-45FA-B69B-76BEEC1A43DC}" type="pres">
      <dgm:prSet presAssocID="{32F25013-0CD6-4E2C-8041-EF1CD5923ED1}" presName="Name37" presStyleLbl="parChTrans1D4" presStyleIdx="35" presStyleCnt="47"/>
      <dgm:spPr/>
    </dgm:pt>
    <dgm:pt modelId="{9C0AA045-C794-4147-8D9A-B4CABADF80CE}" type="pres">
      <dgm:prSet presAssocID="{8D1ACC88-163B-4D1F-B2D7-3D39D6574FFD}" presName="hierRoot2" presStyleCnt="0">
        <dgm:presLayoutVars>
          <dgm:hierBranch val="init"/>
        </dgm:presLayoutVars>
      </dgm:prSet>
      <dgm:spPr/>
    </dgm:pt>
    <dgm:pt modelId="{08818E6E-FCB5-4748-81A8-8AE21D248547}" type="pres">
      <dgm:prSet presAssocID="{8D1ACC88-163B-4D1F-B2D7-3D39D6574FFD}" presName="rootComposite" presStyleCnt="0"/>
      <dgm:spPr/>
    </dgm:pt>
    <dgm:pt modelId="{9433E3C4-19AD-4AF8-8A87-A91E98B56445}" type="pres">
      <dgm:prSet presAssocID="{8D1ACC88-163B-4D1F-B2D7-3D39D6574FFD}" presName="rootText" presStyleLbl="node4" presStyleIdx="35" presStyleCnt="47">
        <dgm:presLayoutVars>
          <dgm:chPref val="3"/>
        </dgm:presLayoutVars>
      </dgm:prSet>
      <dgm:spPr/>
    </dgm:pt>
    <dgm:pt modelId="{7738394C-7D6E-4F23-B438-C81160AFDE75}" type="pres">
      <dgm:prSet presAssocID="{8D1ACC88-163B-4D1F-B2D7-3D39D6574FFD}" presName="rootConnector" presStyleLbl="node4" presStyleIdx="35" presStyleCnt="47"/>
      <dgm:spPr/>
    </dgm:pt>
    <dgm:pt modelId="{0F6125A5-D93D-44C7-8D39-58D1CA54C4FC}" type="pres">
      <dgm:prSet presAssocID="{8D1ACC88-163B-4D1F-B2D7-3D39D6574FFD}" presName="hierChild4" presStyleCnt="0"/>
      <dgm:spPr/>
    </dgm:pt>
    <dgm:pt modelId="{58354463-A7B0-43BE-84C0-E4A4BC4A0865}" type="pres">
      <dgm:prSet presAssocID="{8D1ACC88-163B-4D1F-B2D7-3D39D6574FFD}" presName="hierChild5" presStyleCnt="0"/>
      <dgm:spPr/>
    </dgm:pt>
    <dgm:pt modelId="{D2A1E133-885D-46CC-BFF9-BA54EDBFC6C7}" type="pres">
      <dgm:prSet presAssocID="{FEF61A38-35CB-418B-9A28-D57FECDEC7CA}" presName="hierChild5" presStyleCnt="0"/>
      <dgm:spPr/>
    </dgm:pt>
    <dgm:pt modelId="{0816FF1F-BD67-434F-AAE7-A3188766367B}" type="pres">
      <dgm:prSet presAssocID="{0C10F2A3-7F4D-48D4-9599-6AF7B6E53561}" presName="Name37" presStyleLbl="parChTrans1D3" presStyleIdx="15" presStyleCnt="24"/>
      <dgm:spPr/>
    </dgm:pt>
    <dgm:pt modelId="{D9210176-87F9-48BB-B44D-5DFDD27FF88A}" type="pres">
      <dgm:prSet presAssocID="{AA19D035-1D94-4AF4-9756-7B7383725355}" presName="hierRoot2" presStyleCnt="0">
        <dgm:presLayoutVars>
          <dgm:hierBranch val="init"/>
        </dgm:presLayoutVars>
      </dgm:prSet>
      <dgm:spPr/>
    </dgm:pt>
    <dgm:pt modelId="{5F6638B6-14E2-4536-93C3-6F3ADCDA687F}" type="pres">
      <dgm:prSet presAssocID="{AA19D035-1D94-4AF4-9756-7B7383725355}" presName="rootComposite" presStyleCnt="0"/>
      <dgm:spPr/>
    </dgm:pt>
    <dgm:pt modelId="{0E670987-08DA-4622-939C-396D12FDF6ED}" type="pres">
      <dgm:prSet presAssocID="{AA19D035-1D94-4AF4-9756-7B7383725355}" presName="rootText" presStyleLbl="node3" presStyleIdx="15" presStyleCnt="24">
        <dgm:presLayoutVars>
          <dgm:chPref val="3"/>
        </dgm:presLayoutVars>
      </dgm:prSet>
      <dgm:spPr/>
    </dgm:pt>
    <dgm:pt modelId="{A1163A42-91CA-4E06-8124-E0DE0AFCB442}" type="pres">
      <dgm:prSet presAssocID="{AA19D035-1D94-4AF4-9756-7B7383725355}" presName="rootConnector" presStyleLbl="node3" presStyleIdx="15" presStyleCnt="24"/>
      <dgm:spPr/>
    </dgm:pt>
    <dgm:pt modelId="{56A223A7-AE1D-4FDD-BF46-EEE2BA006822}" type="pres">
      <dgm:prSet presAssocID="{AA19D035-1D94-4AF4-9756-7B7383725355}" presName="hierChild4" presStyleCnt="0"/>
      <dgm:spPr/>
    </dgm:pt>
    <dgm:pt modelId="{A866B0F3-8F2D-4EC0-A91D-4A8AAA031967}" type="pres">
      <dgm:prSet presAssocID="{5C9F0DF0-69D3-42C8-8827-32D18E7886C9}" presName="Name37" presStyleLbl="parChTrans1D4" presStyleIdx="36" presStyleCnt="47"/>
      <dgm:spPr/>
    </dgm:pt>
    <dgm:pt modelId="{B0EC6683-32E7-4519-9582-CA821E692CDA}" type="pres">
      <dgm:prSet presAssocID="{44A5B201-9184-4DA9-A015-093AC5B5C7B6}" presName="hierRoot2" presStyleCnt="0">
        <dgm:presLayoutVars>
          <dgm:hierBranch val="init"/>
        </dgm:presLayoutVars>
      </dgm:prSet>
      <dgm:spPr/>
    </dgm:pt>
    <dgm:pt modelId="{242E2B4D-2D0F-4F8F-BC14-7D6A16FD18F8}" type="pres">
      <dgm:prSet presAssocID="{44A5B201-9184-4DA9-A015-093AC5B5C7B6}" presName="rootComposite" presStyleCnt="0"/>
      <dgm:spPr/>
    </dgm:pt>
    <dgm:pt modelId="{EF94F646-6C99-42C2-B70A-469F369E8C42}" type="pres">
      <dgm:prSet presAssocID="{44A5B201-9184-4DA9-A015-093AC5B5C7B6}" presName="rootText" presStyleLbl="node4" presStyleIdx="36" presStyleCnt="47">
        <dgm:presLayoutVars>
          <dgm:chPref val="3"/>
        </dgm:presLayoutVars>
      </dgm:prSet>
      <dgm:spPr/>
    </dgm:pt>
    <dgm:pt modelId="{68801438-A73D-4E38-A2A1-B0FDE41979D8}" type="pres">
      <dgm:prSet presAssocID="{44A5B201-9184-4DA9-A015-093AC5B5C7B6}" presName="rootConnector" presStyleLbl="node4" presStyleIdx="36" presStyleCnt="47"/>
      <dgm:spPr/>
    </dgm:pt>
    <dgm:pt modelId="{E64C9C43-895F-46F7-BBB0-B1E4558E90EB}" type="pres">
      <dgm:prSet presAssocID="{44A5B201-9184-4DA9-A015-093AC5B5C7B6}" presName="hierChild4" presStyleCnt="0"/>
      <dgm:spPr/>
    </dgm:pt>
    <dgm:pt modelId="{36153736-C86E-4327-BFB5-71FD0CF327E0}" type="pres">
      <dgm:prSet presAssocID="{44A5B201-9184-4DA9-A015-093AC5B5C7B6}" presName="hierChild5" presStyleCnt="0"/>
      <dgm:spPr/>
    </dgm:pt>
    <dgm:pt modelId="{3F20223D-BC5A-4698-8E50-C9BF08B70A24}" type="pres">
      <dgm:prSet presAssocID="{AA19D035-1D94-4AF4-9756-7B7383725355}" presName="hierChild5" presStyleCnt="0"/>
      <dgm:spPr/>
    </dgm:pt>
    <dgm:pt modelId="{EE5F734F-9F36-4C79-A3BC-220E7FAA674E}" type="pres">
      <dgm:prSet presAssocID="{75DFC915-9462-4A30-AE1F-37CE18B3C6D2}" presName="hierChild5" presStyleCnt="0"/>
      <dgm:spPr/>
    </dgm:pt>
    <dgm:pt modelId="{BCDC2B85-A8D5-4593-867F-DC0483840EB2}" type="pres">
      <dgm:prSet presAssocID="{E93B594F-0000-4F1E-9B42-4CBD54251AE9}" presName="Name37" presStyleLbl="parChTrans1D2" presStyleIdx="4" presStyleCnt="6"/>
      <dgm:spPr/>
    </dgm:pt>
    <dgm:pt modelId="{5737F07D-3BAB-48F7-A08D-31C96ABB745A}" type="pres">
      <dgm:prSet presAssocID="{CFBF96BE-57AC-4278-BEE8-4529105B485E}" presName="hierRoot2" presStyleCnt="0">
        <dgm:presLayoutVars>
          <dgm:hierBranch val="init"/>
        </dgm:presLayoutVars>
      </dgm:prSet>
      <dgm:spPr/>
    </dgm:pt>
    <dgm:pt modelId="{400E70F2-206E-4207-9BAE-AA4950AB067D}" type="pres">
      <dgm:prSet presAssocID="{CFBF96BE-57AC-4278-BEE8-4529105B485E}" presName="rootComposite" presStyleCnt="0"/>
      <dgm:spPr/>
    </dgm:pt>
    <dgm:pt modelId="{B6882BBA-C028-45B6-AA74-004B50941257}" type="pres">
      <dgm:prSet presAssocID="{CFBF96BE-57AC-4278-BEE8-4529105B485E}" presName="rootText" presStyleLbl="node2" presStyleIdx="4" presStyleCnt="6" custScaleX="478616">
        <dgm:presLayoutVars>
          <dgm:chPref val="3"/>
        </dgm:presLayoutVars>
      </dgm:prSet>
      <dgm:spPr/>
    </dgm:pt>
    <dgm:pt modelId="{566DBE28-CF1C-4D21-A527-ACA2FA65BB5E}" type="pres">
      <dgm:prSet presAssocID="{CFBF96BE-57AC-4278-BEE8-4529105B485E}" presName="rootConnector" presStyleLbl="node2" presStyleIdx="4" presStyleCnt="6"/>
      <dgm:spPr/>
    </dgm:pt>
    <dgm:pt modelId="{03CD7D9C-8C3B-4156-87BC-15BE577EF0F1}" type="pres">
      <dgm:prSet presAssocID="{CFBF96BE-57AC-4278-BEE8-4529105B485E}" presName="hierChild4" presStyleCnt="0"/>
      <dgm:spPr/>
    </dgm:pt>
    <dgm:pt modelId="{E2985616-1ED6-4366-80A9-6009A2942E9D}" type="pres">
      <dgm:prSet presAssocID="{0B27C579-8C00-4838-8FD8-A03E68F7EEEE}" presName="Name37" presStyleLbl="parChTrans1D3" presStyleIdx="16" presStyleCnt="24"/>
      <dgm:spPr/>
    </dgm:pt>
    <dgm:pt modelId="{7043A876-B2AC-48D3-9176-DEF87EBCBFC9}" type="pres">
      <dgm:prSet presAssocID="{F347438A-0669-4C4D-B43B-E4FE3266C9E4}" presName="hierRoot2" presStyleCnt="0">
        <dgm:presLayoutVars>
          <dgm:hierBranch val="init"/>
        </dgm:presLayoutVars>
      </dgm:prSet>
      <dgm:spPr/>
    </dgm:pt>
    <dgm:pt modelId="{F42918BC-F82F-489B-BD8B-269E5D3ECDB8}" type="pres">
      <dgm:prSet presAssocID="{F347438A-0669-4C4D-B43B-E4FE3266C9E4}" presName="rootComposite" presStyleCnt="0"/>
      <dgm:spPr/>
    </dgm:pt>
    <dgm:pt modelId="{877CA1CD-EE42-45B1-B6A0-23D6C72D87D2}" type="pres">
      <dgm:prSet presAssocID="{F347438A-0669-4C4D-B43B-E4FE3266C9E4}" presName="rootText" presStyleLbl="node3" presStyleIdx="16" presStyleCnt="24">
        <dgm:presLayoutVars>
          <dgm:chPref val="3"/>
        </dgm:presLayoutVars>
      </dgm:prSet>
      <dgm:spPr/>
    </dgm:pt>
    <dgm:pt modelId="{5CE5A0EE-AEBE-4F26-A92C-A02F4C3C403C}" type="pres">
      <dgm:prSet presAssocID="{F347438A-0669-4C4D-B43B-E4FE3266C9E4}" presName="rootConnector" presStyleLbl="node3" presStyleIdx="16" presStyleCnt="24"/>
      <dgm:spPr/>
    </dgm:pt>
    <dgm:pt modelId="{DF1FD2D3-FD27-4A92-A6E2-82F291C1EAFA}" type="pres">
      <dgm:prSet presAssocID="{F347438A-0669-4C4D-B43B-E4FE3266C9E4}" presName="hierChild4" presStyleCnt="0"/>
      <dgm:spPr/>
    </dgm:pt>
    <dgm:pt modelId="{E3C5FDA8-C025-41B8-89F7-464AA0DC96B5}" type="pres">
      <dgm:prSet presAssocID="{81454CAA-7E27-44F2-BE95-1D77DEDAC5EE}" presName="Name37" presStyleLbl="parChTrans1D4" presStyleIdx="37" presStyleCnt="47"/>
      <dgm:spPr/>
    </dgm:pt>
    <dgm:pt modelId="{F344777C-DE4C-4D0F-AE70-91B536975DA8}" type="pres">
      <dgm:prSet presAssocID="{77D9BC7F-4E2B-4EBE-AE5F-B6A6B5964EF0}" presName="hierRoot2" presStyleCnt="0">
        <dgm:presLayoutVars>
          <dgm:hierBranch val="init"/>
        </dgm:presLayoutVars>
      </dgm:prSet>
      <dgm:spPr/>
    </dgm:pt>
    <dgm:pt modelId="{9DC0F62E-5713-4B82-A9F9-C94221765580}" type="pres">
      <dgm:prSet presAssocID="{77D9BC7F-4E2B-4EBE-AE5F-B6A6B5964EF0}" presName="rootComposite" presStyleCnt="0"/>
      <dgm:spPr/>
    </dgm:pt>
    <dgm:pt modelId="{0D31323D-9216-4D65-B896-EFFD98189BD2}" type="pres">
      <dgm:prSet presAssocID="{77D9BC7F-4E2B-4EBE-AE5F-B6A6B5964EF0}" presName="rootText" presStyleLbl="node4" presStyleIdx="37" presStyleCnt="47">
        <dgm:presLayoutVars>
          <dgm:chPref val="3"/>
        </dgm:presLayoutVars>
      </dgm:prSet>
      <dgm:spPr/>
    </dgm:pt>
    <dgm:pt modelId="{0060088E-7B49-47C1-9521-950A918BB476}" type="pres">
      <dgm:prSet presAssocID="{77D9BC7F-4E2B-4EBE-AE5F-B6A6B5964EF0}" presName="rootConnector" presStyleLbl="node4" presStyleIdx="37" presStyleCnt="47"/>
      <dgm:spPr/>
    </dgm:pt>
    <dgm:pt modelId="{D2AF6B03-64AE-4E2A-960F-076B0F479B58}" type="pres">
      <dgm:prSet presAssocID="{77D9BC7F-4E2B-4EBE-AE5F-B6A6B5964EF0}" presName="hierChild4" presStyleCnt="0"/>
      <dgm:spPr/>
    </dgm:pt>
    <dgm:pt modelId="{A6D1CA11-0854-49FB-80C8-478C2C3C5478}" type="pres">
      <dgm:prSet presAssocID="{77D9BC7F-4E2B-4EBE-AE5F-B6A6B5964EF0}" presName="hierChild5" presStyleCnt="0"/>
      <dgm:spPr/>
    </dgm:pt>
    <dgm:pt modelId="{CFE859EC-4A19-4D1E-8DD8-2BB982B2B6C8}" type="pres">
      <dgm:prSet presAssocID="{AFFFF4AB-7EFF-4EA0-94ED-3E5FD73FC15E}" presName="Name37" presStyleLbl="parChTrans1D4" presStyleIdx="38" presStyleCnt="47"/>
      <dgm:spPr/>
    </dgm:pt>
    <dgm:pt modelId="{193707BA-806E-4A0D-8611-89A3898E5DB3}" type="pres">
      <dgm:prSet presAssocID="{8B6C4BB2-32DD-472C-ACBE-BC5A65F29AEC}" presName="hierRoot2" presStyleCnt="0">
        <dgm:presLayoutVars>
          <dgm:hierBranch val="init"/>
        </dgm:presLayoutVars>
      </dgm:prSet>
      <dgm:spPr/>
    </dgm:pt>
    <dgm:pt modelId="{36D6938E-F504-4B2A-AA29-5C6D13B9659D}" type="pres">
      <dgm:prSet presAssocID="{8B6C4BB2-32DD-472C-ACBE-BC5A65F29AEC}" presName="rootComposite" presStyleCnt="0"/>
      <dgm:spPr/>
    </dgm:pt>
    <dgm:pt modelId="{D94E3F59-9A68-4F4D-BEEE-B7B7E0CCD4F1}" type="pres">
      <dgm:prSet presAssocID="{8B6C4BB2-32DD-472C-ACBE-BC5A65F29AEC}" presName="rootText" presStyleLbl="node4" presStyleIdx="38" presStyleCnt="47">
        <dgm:presLayoutVars>
          <dgm:chPref val="3"/>
        </dgm:presLayoutVars>
      </dgm:prSet>
      <dgm:spPr/>
    </dgm:pt>
    <dgm:pt modelId="{067299FF-CA97-4A6A-AD19-769F247D4691}" type="pres">
      <dgm:prSet presAssocID="{8B6C4BB2-32DD-472C-ACBE-BC5A65F29AEC}" presName="rootConnector" presStyleLbl="node4" presStyleIdx="38" presStyleCnt="47"/>
      <dgm:spPr/>
    </dgm:pt>
    <dgm:pt modelId="{84D380AB-454B-4B32-8F11-5B9FF6A57BC7}" type="pres">
      <dgm:prSet presAssocID="{8B6C4BB2-32DD-472C-ACBE-BC5A65F29AEC}" presName="hierChild4" presStyleCnt="0"/>
      <dgm:spPr/>
    </dgm:pt>
    <dgm:pt modelId="{1F573B65-261D-4D6C-987A-D90BCB8BB854}" type="pres">
      <dgm:prSet presAssocID="{8B6C4BB2-32DD-472C-ACBE-BC5A65F29AEC}" presName="hierChild5" presStyleCnt="0"/>
      <dgm:spPr/>
    </dgm:pt>
    <dgm:pt modelId="{BE42C145-4B16-429B-B15E-A15103B4DB8B}" type="pres">
      <dgm:prSet presAssocID="{F347438A-0669-4C4D-B43B-E4FE3266C9E4}" presName="hierChild5" presStyleCnt="0"/>
      <dgm:spPr/>
    </dgm:pt>
    <dgm:pt modelId="{3CBB3C8B-EDA8-443F-A753-B9F8C1290B13}" type="pres">
      <dgm:prSet presAssocID="{3BF46AEE-2B7F-47D2-8895-ACA63BBF056C}" presName="Name37" presStyleLbl="parChTrans1D3" presStyleIdx="17" presStyleCnt="24"/>
      <dgm:spPr/>
    </dgm:pt>
    <dgm:pt modelId="{DB0B8790-1253-4435-8F8E-64AE8AD86574}" type="pres">
      <dgm:prSet presAssocID="{5E220795-0225-42DF-B063-0BBD03747952}" presName="hierRoot2" presStyleCnt="0">
        <dgm:presLayoutVars>
          <dgm:hierBranch val="init"/>
        </dgm:presLayoutVars>
      </dgm:prSet>
      <dgm:spPr/>
    </dgm:pt>
    <dgm:pt modelId="{C0F2763A-8911-47AB-8769-55BC544D2BF8}" type="pres">
      <dgm:prSet presAssocID="{5E220795-0225-42DF-B063-0BBD03747952}" presName="rootComposite" presStyleCnt="0"/>
      <dgm:spPr/>
    </dgm:pt>
    <dgm:pt modelId="{7BFDFDA9-0E96-458B-AB70-D87709AE2675}" type="pres">
      <dgm:prSet presAssocID="{5E220795-0225-42DF-B063-0BBD03747952}" presName="rootText" presStyleLbl="node3" presStyleIdx="17" presStyleCnt="24">
        <dgm:presLayoutVars>
          <dgm:chPref val="3"/>
        </dgm:presLayoutVars>
      </dgm:prSet>
      <dgm:spPr/>
    </dgm:pt>
    <dgm:pt modelId="{1EEC46A2-0F29-439A-B4F4-76B02D257297}" type="pres">
      <dgm:prSet presAssocID="{5E220795-0225-42DF-B063-0BBD03747952}" presName="rootConnector" presStyleLbl="node3" presStyleIdx="17" presStyleCnt="24"/>
      <dgm:spPr/>
    </dgm:pt>
    <dgm:pt modelId="{7558E39A-5908-41F3-8DC1-7AE5464A6791}" type="pres">
      <dgm:prSet presAssocID="{5E220795-0225-42DF-B063-0BBD03747952}" presName="hierChild4" presStyleCnt="0"/>
      <dgm:spPr/>
    </dgm:pt>
    <dgm:pt modelId="{16538F28-638D-4D39-8185-7F2AB1C112D2}" type="pres">
      <dgm:prSet presAssocID="{073C5798-67E1-4E33-9732-0CD5DC463231}" presName="Name37" presStyleLbl="parChTrans1D4" presStyleIdx="39" presStyleCnt="47"/>
      <dgm:spPr/>
    </dgm:pt>
    <dgm:pt modelId="{20F0896C-10E8-4891-A5CC-8D70762702F7}" type="pres">
      <dgm:prSet presAssocID="{7DAFEE28-9E42-43E1-B6DD-D8EDF7B67EFB}" presName="hierRoot2" presStyleCnt="0">
        <dgm:presLayoutVars>
          <dgm:hierBranch val="init"/>
        </dgm:presLayoutVars>
      </dgm:prSet>
      <dgm:spPr/>
    </dgm:pt>
    <dgm:pt modelId="{EE210A32-4ABF-4390-9E80-90ADC68C2C9D}" type="pres">
      <dgm:prSet presAssocID="{7DAFEE28-9E42-43E1-B6DD-D8EDF7B67EFB}" presName="rootComposite" presStyleCnt="0"/>
      <dgm:spPr/>
    </dgm:pt>
    <dgm:pt modelId="{A63312FB-8520-4EB2-A936-A69216B96C6C}" type="pres">
      <dgm:prSet presAssocID="{7DAFEE28-9E42-43E1-B6DD-D8EDF7B67EFB}" presName="rootText" presStyleLbl="node4" presStyleIdx="39" presStyleCnt="47">
        <dgm:presLayoutVars>
          <dgm:chPref val="3"/>
        </dgm:presLayoutVars>
      </dgm:prSet>
      <dgm:spPr/>
    </dgm:pt>
    <dgm:pt modelId="{459AB962-065B-4F76-AEDB-E1A9E4F99B65}" type="pres">
      <dgm:prSet presAssocID="{7DAFEE28-9E42-43E1-B6DD-D8EDF7B67EFB}" presName="rootConnector" presStyleLbl="node4" presStyleIdx="39" presStyleCnt="47"/>
      <dgm:spPr/>
    </dgm:pt>
    <dgm:pt modelId="{A806ADD5-65E4-4204-9B80-8CFBB87027FB}" type="pres">
      <dgm:prSet presAssocID="{7DAFEE28-9E42-43E1-B6DD-D8EDF7B67EFB}" presName="hierChild4" presStyleCnt="0"/>
      <dgm:spPr/>
    </dgm:pt>
    <dgm:pt modelId="{290D9C2B-7D21-4FB3-A07C-E3DF30C3EDE6}" type="pres">
      <dgm:prSet presAssocID="{7DAFEE28-9E42-43E1-B6DD-D8EDF7B67EFB}" presName="hierChild5" presStyleCnt="0"/>
      <dgm:spPr/>
    </dgm:pt>
    <dgm:pt modelId="{5968F5E0-47FD-4EBC-B75C-5CD4E3453887}" type="pres">
      <dgm:prSet presAssocID="{5E220795-0225-42DF-B063-0BBD03747952}" presName="hierChild5" presStyleCnt="0"/>
      <dgm:spPr/>
    </dgm:pt>
    <dgm:pt modelId="{9AF28BEA-AC06-4E70-B109-AA3C284FD172}" type="pres">
      <dgm:prSet presAssocID="{C8FCB997-01BB-407B-B078-620BE8AD7FD3}" presName="Name37" presStyleLbl="parChTrans1D3" presStyleIdx="18" presStyleCnt="24"/>
      <dgm:spPr/>
    </dgm:pt>
    <dgm:pt modelId="{0319A3CC-F660-42A3-91FE-194C9F27B63B}" type="pres">
      <dgm:prSet presAssocID="{802F07BC-ECAC-4E64-9E89-16BF0F6F2967}" presName="hierRoot2" presStyleCnt="0">
        <dgm:presLayoutVars>
          <dgm:hierBranch val="init"/>
        </dgm:presLayoutVars>
      </dgm:prSet>
      <dgm:spPr/>
    </dgm:pt>
    <dgm:pt modelId="{435CE1FF-C711-4EB0-B4F6-F1C03BD84A0F}" type="pres">
      <dgm:prSet presAssocID="{802F07BC-ECAC-4E64-9E89-16BF0F6F2967}" presName="rootComposite" presStyleCnt="0"/>
      <dgm:spPr/>
    </dgm:pt>
    <dgm:pt modelId="{6DB20552-0B3B-4D12-B06C-E2F8E7440FB1}" type="pres">
      <dgm:prSet presAssocID="{802F07BC-ECAC-4E64-9E89-16BF0F6F2967}" presName="rootText" presStyleLbl="node3" presStyleIdx="18" presStyleCnt="24">
        <dgm:presLayoutVars>
          <dgm:chPref val="3"/>
        </dgm:presLayoutVars>
      </dgm:prSet>
      <dgm:spPr/>
    </dgm:pt>
    <dgm:pt modelId="{4EAE3A71-081D-4ACC-8FFF-727BE0B1B5EF}" type="pres">
      <dgm:prSet presAssocID="{802F07BC-ECAC-4E64-9E89-16BF0F6F2967}" presName="rootConnector" presStyleLbl="node3" presStyleIdx="18" presStyleCnt="24"/>
      <dgm:spPr/>
    </dgm:pt>
    <dgm:pt modelId="{00DCE0C9-8DED-414B-99BC-6DFAFB4B6966}" type="pres">
      <dgm:prSet presAssocID="{802F07BC-ECAC-4E64-9E89-16BF0F6F2967}" presName="hierChild4" presStyleCnt="0"/>
      <dgm:spPr/>
    </dgm:pt>
    <dgm:pt modelId="{E5D197AC-BD31-403C-B8AC-5825A58111B5}" type="pres">
      <dgm:prSet presAssocID="{04FEAC35-F121-4652-9CDA-D1A49A1EF939}" presName="Name37" presStyleLbl="parChTrans1D4" presStyleIdx="40" presStyleCnt="47"/>
      <dgm:spPr/>
    </dgm:pt>
    <dgm:pt modelId="{602B2F27-05BA-46E2-B7E0-750124BB3685}" type="pres">
      <dgm:prSet presAssocID="{AB23ED36-D233-44AA-B8C3-D6AFFC461454}" presName="hierRoot2" presStyleCnt="0">
        <dgm:presLayoutVars>
          <dgm:hierBranch val="init"/>
        </dgm:presLayoutVars>
      </dgm:prSet>
      <dgm:spPr/>
    </dgm:pt>
    <dgm:pt modelId="{4EA358B4-7E8E-438E-A874-CBFB4B13EC66}" type="pres">
      <dgm:prSet presAssocID="{AB23ED36-D233-44AA-B8C3-D6AFFC461454}" presName="rootComposite" presStyleCnt="0"/>
      <dgm:spPr/>
    </dgm:pt>
    <dgm:pt modelId="{E6786B7D-22AA-4B5E-BC02-AB342F68E6C2}" type="pres">
      <dgm:prSet presAssocID="{AB23ED36-D233-44AA-B8C3-D6AFFC461454}" presName="rootText" presStyleLbl="node4" presStyleIdx="40" presStyleCnt="47">
        <dgm:presLayoutVars>
          <dgm:chPref val="3"/>
        </dgm:presLayoutVars>
      </dgm:prSet>
      <dgm:spPr/>
    </dgm:pt>
    <dgm:pt modelId="{BCCF36B6-891A-41E9-B509-5F2398B412B3}" type="pres">
      <dgm:prSet presAssocID="{AB23ED36-D233-44AA-B8C3-D6AFFC461454}" presName="rootConnector" presStyleLbl="node4" presStyleIdx="40" presStyleCnt="47"/>
      <dgm:spPr/>
    </dgm:pt>
    <dgm:pt modelId="{3D8EB446-20B9-482F-AB1D-ED2E68EF91B9}" type="pres">
      <dgm:prSet presAssocID="{AB23ED36-D233-44AA-B8C3-D6AFFC461454}" presName="hierChild4" presStyleCnt="0"/>
      <dgm:spPr/>
    </dgm:pt>
    <dgm:pt modelId="{320B5756-F8DD-41B2-9CDF-7E368C159125}" type="pres">
      <dgm:prSet presAssocID="{AB23ED36-D233-44AA-B8C3-D6AFFC461454}" presName="hierChild5" presStyleCnt="0"/>
      <dgm:spPr/>
    </dgm:pt>
    <dgm:pt modelId="{094A2C3D-D57F-4DE1-900B-556D01BBE84C}" type="pres">
      <dgm:prSet presAssocID="{802F07BC-ECAC-4E64-9E89-16BF0F6F2967}" presName="hierChild5" presStyleCnt="0"/>
      <dgm:spPr/>
    </dgm:pt>
    <dgm:pt modelId="{91CB7192-2F65-45C0-9B26-F8AD4329482F}" type="pres">
      <dgm:prSet presAssocID="{E3EEEF21-92B3-42F1-8808-0BC4C1154F7F}" presName="Name37" presStyleLbl="parChTrans1D3" presStyleIdx="19" presStyleCnt="24"/>
      <dgm:spPr/>
    </dgm:pt>
    <dgm:pt modelId="{28EB0886-86CB-4127-98AD-45DC11782271}" type="pres">
      <dgm:prSet presAssocID="{0FF035F1-56B8-43E6-9783-C2769DE5F719}" presName="hierRoot2" presStyleCnt="0">
        <dgm:presLayoutVars>
          <dgm:hierBranch val="init"/>
        </dgm:presLayoutVars>
      </dgm:prSet>
      <dgm:spPr/>
    </dgm:pt>
    <dgm:pt modelId="{9DC8F4A0-AB66-402C-906A-6948C5B44860}" type="pres">
      <dgm:prSet presAssocID="{0FF035F1-56B8-43E6-9783-C2769DE5F719}" presName="rootComposite" presStyleCnt="0"/>
      <dgm:spPr/>
    </dgm:pt>
    <dgm:pt modelId="{DFB8174E-455C-4CF9-9AEE-51F5904C2D9F}" type="pres">
      <dgm:prSet presAssocID="{0FF035F1-56B8-43E6-9783-C2769DE5F719}" presName="rootText" presStyleLbl="node3" presStyleIdx="19" presStyleCnt="24">
        <dgm:presLayoutVars>
          <dgm:chPref val="3"/>
        </dgm:presLayoutVars>
      </dgm:prSet>
      <dgm:spPr/>
    </dgm:pt>
    <dgm:pt modelId="{D84A4E54-984E-4250-B008-3F8A85336EC8}" type="pres">
      <dgm:prSet presAssocID="{0FF035F1-56B8-43E6-9783-C2769DE5F719}" presName="rootConnector" presStyleLbl="node3" presStyleIdx="19" presStyleCnt="24"/>
      <dgm:spPr/>
    </dgm:pt>
    <dgm:pt modelId="{4BB8D887-337A-4310-926C-1DE49E78F7E7}" type="pres">
      <dgm:prSet presAssocID="{0FF035F1-56B8-43E6-9783-C2769DE5F719}" presName="hierChild4" presStyleCnt="0"/>
      <dgm:spPr/>
    </dgm:pt>
    <dgm:pt modelId="{CDA80BB9-1DC9-4636-B22B-FF27DAB6114B}" type="pres">
      <dgm:prSet presAssocID="{D33525C3-A11B-40C0-A029-67119B1806EC}" presName="Name37" presStyleLbl="parChTrans1D4" presStyleIdx="41" presStyleCnt="47"/>
      <dgm:spPr/>
    </dgm:pt>
    <dgm:pt modelId="{F73AC8D2-2E6B-477F-A31B-CD15115DE464}" type="pres">
      <dgm:prSet presAssocID="{C0B1C341-4C08-4859-98A2-25AB0EB23596}" presName="hierRoot2" presStyleCnt="0">
        <dgm:presLayoutVars>
          <dgm:hierBranch val="init"/>
        </dgm:presLayoutVars>
      </dgm:prSet>
      <dgm:spPr/>
    </dgm:pt>
    <dgm:pt modelId="{09B2063C-090C-4329-ACEA-D863573810BD}" type="pres">
      <dgm:prSet presAssocID="{C0B1C341-4C08-4859-98A2-25AB0EB23596}" presName="rootComposite" presStyleCnt="0"/>
      <dgm:spPr/>
    </dgm:pt>
    <dgm:pt modelId="{1C64F99C-F081-4669-851D-FAC49FCF83B2}" type="pres">
      <dgm:prSet presAssocID="{C0B1C341-4C08-4859-98A2-25AB0EB23596}" presName="rootText" presStyleLbl="node4" presStyleIdx="41" presStyleCnt="47">
        <dgm:presLayoutVars>
          <dgm:chPref val="3"/>
        </dgm:presLayoutVars>
      </dgm:prSet>
      <dgm:spPr/>
    </dgm:pt>
    <dgm:pt modelId="{E0C832CB-CE41-47BD-87A1-47ABC5F18FCA}" type="pres">
      <dgm:prSet presAssocID="{C0B1C341-4C08-4859-98A2-25AB0EB23596}" presName="rootConnector" presStyleLbl="node4" presStyleIdx="41" presStyleCnt="47"/>
      <dgm:spPr/>
    </dgm:pt>
    <dgm:pt modelId="{1C159DA7-B4FB-45D7-B32C-307B578C8618}" type="pres">
      <dgm:prSet presAssocID="{C0B1C341-4C08-4859-98A2-25AB0EB23596}" presName="hierChild4" presStyleCnt="0"/>
      <dgm:spPr/>
    </dgm:pt>
    <dgm:pt modelId="{F44704C5-D13F-4F72-A319-F69BF345FE0D}" type="pres">
      <dgm:prSet presAssocID="{C0B1C341-4C08-4859-98A2-25AB0EB23596}" presName="hierChild5" presStyleCnt="0"/>
      <dgm:spPr/>
    </dgm:pt>
    <dgm:pt modelId="{12F4EF7E-573B-400F-A73C-AF6019E21A16}" type="pres">
      <dgm:prSet presAssocID="{0FF035F1-56B8-43E6-9783-C2769DE5F719}" presName="hierChild5" presStyleCnt="0"/>
      <dgm:spPr/>
    </dgm:pt>
    <dgm:pt modelId="{FD21FF1C-F2CA-4171-8B6E-255BBCDFCAB3}" type="pres">
      <dgm:prSet presAssocID="{CFBF96BE-57AC-4278-BEE8-4529105B485E}" presName="hierChild5" presStyleCnt="0"/>
      <dgm:spPr/>
    </dgm:pt>
    <dgm:pt modelId="{DF3304B9-2D35-4617-A0C0-EEA5ED4D896F}" type="pres">
      <dgm:prSet presAssocID="{3D17D3DC-3F84-42B8-BAE4-84EB154E8AF0}" presName="Name37" presStyleLbl="parChTrans1D2" presStyleIdx="5" presStyleCnt="6"/>
      <dgm:spPr/>
    </dgm:pt>
    <dgm:pt modelId="{290F9BD2-314A-40EC-8F8C-7C2C30AE1C4C}" type="pres">
      <dgm:prSet presAssocID="{7E92AB31-7104-46B2-B607-60B646D69120}" presName="hierRoot2" presStyleCnt="0">
        <dgm:presLayoutVars>
          <dgm:hierBranch val="init"/>
        </dgm:presLayoutVars>
      </dgm:prSet>
      <dgm:spPr/>
    </dgm:pt>
    <dgm:pt modelId="{CCBA5961-DC64-4685-A2D2-BD491EC926C9}" type="pres">
      <dgm:prSet presAssocID="{7E92AB31-7104-46B2-B607-60B646D69120}" presName="rootComposite" presStyleCnt="0"/>
      <dgm:spPr/>
    </dgm:pt>
    <dgm:pt modelId="{949025D6-383D-4129-B503-AA9F63878290}" type="pres">
      <dgm:prSet presAssocID="{7E92AB31-7104-46B2-B607-60B646D69120}" presName="rootText" presStyleLbl="node2" presStyleIdx="5" presStyleCnt="6" custScaleX="464197">
        <dgm:presLayoutVars>
          <dgm:chPref val="3"/>
        </dgm:presLayoutVars>
      </dgm:prSet>
      <dgm:spPr/>
    </dgm:pt>
    <dgm:pt modelId="{9782DF0C-0A54-406B-939A-B78411C5F682}" type="pres">
      <dgm:prSet presAssocID="{7E92AB31-7104-46B2-B607-60B646D69120}" presName="rootConnector" presStyleLbl="node2" presStyleIdx="5" presStyleCnt="6"/>
      <dgm:spPr/>
    </dgm:pt>
    <dgm:pt modelId="{11E5094F-32B3-4FF1-947A-92A564B90629}" type="pres">
      <dgm:prSet presAssocID="{7E92AB31-7104-46B2-B607-60B646D69120}" presName="hierChild4" presStyleCnt="0"/>
      <dgm:spPr/>
    </dgm:pt>
    <dgm:pt modelId="{D29E7901-C25F-4B55-BCD3-8DE905D92833}" type="pres">
      <dgm:prSet presAssocID="{0A6BB837-EE54-4C42-88BB-B7667B343DB9}" presName="Name37" presStyleLbl="parChTrans1D3" presStyleIdx="20" presStyleCnt="24"/>
      <dgm:spPr/>
    </dgm:pt>
    <dgm:pt modelId="{12FAEC07-BD21-4AED-9831-02EEE083C9D4}" type="pres">
      <dgm:prSet presAssocID="{CB4CCCC3-7370-4A48-B4F0-22A7925D32B5}" presName="hierRoot2" presStyleCnt="0">
        <dgm:presLayoutVars>
          <dgm:hierBranch val="init"/>
        </dgm:presLayoutVars>
      </dgm:prSet>
      <dgm:spPr/>
    </dgm:pt>
    <dgm:pt modelId="{B3DDBEE3-6474-4911-BFE9-489386C4052A}" type="pres">
      <dgm:prSet presAssocID="{CB4CCCC3-7370-4A48-B4F0-22A7925D32B5}" presName="rootComposite" presStyleCnt="0"/>
      <dgm:spPr/>
    </dgm:pt>
    <dgm:pt modelId="{629ACA42-75A5-47A9-B63E-1B6A6425DD33}" type="pres">
      <dgm:prSet presAssocID="{CB4CCCC3-7370-4A48-B4F0-22A7925D32B5}" presName="rootText" presStyleLbl="node3" presStyleIdx="20" presStyleCnt="24">
        <dgm:presLayoutVars>
          <dgm:chPref val="3"/>
        </dgm:presLayoutVars>
      </dgm:prSet>
      <dgm:spPr/>
    </dgm:pt>
    <dgm:pt modelId="{1A76D733-6FD3-44DD-9CB9-531DA70C2DDE}" type="pres">
      <dgm:prSet presAssocID="{CB4CCCC3-7370-4A48-B4F0-22A7925D32B5}" presName="rootConnector" presStyleLbl="node3" presStyleIdx="20" presStyleCnt="24"/>
      <dgm:spPr/>
    </dgm:pt>
    <dgm:pt modelId="{C1324E59-4EB7-4F06-85AA-C39F5406F90C}" type="pres">
      <dgm:prSet presAssocID="{CB4CCCC3-7370-4A48-B4F0-22A7925D32B5}" presName="hierChild4" presStyleCnt="0"/>
      <dgm:spPr/>
    </dgm:pt>
    <dgm:pt modelId="{A978789E-B037-460D-A97E-2E91E409BDFC}" type="pres">
      <dgm:prSet presAssocID="{76DA6E38-B957-4E83-9070-E4950F4FBEA1}" presName="Name37" presStyleLbl="parChTrans1D4" presStyleIdx="42" presStyleCnt="47"/>
      <dgm:spPr/>
    </dgm:pt>
    <dgm:pt modelId="{8E5346E3-132D-4B47-BFC7-B1DC5632A7D4}" type="pres">
      <dgm:prSet presAssocID="{BF839381-CC51-419B-8C1F-8BE77B0A854C}" presName="hierRoot2" presStyleCnt="0">
        <dgm:presLayoutVars>
          <dgm:hierBranch val="init"/>
        </dgm:presLayoutVars>
      </dgm:prSet>
      <dgm:spPr/>
    </dgm:pt>
    <dgm:pt modelId="{472820A0-26C1-42D4-BC9A-9C2061CF2475}" type="pres">
      <dgm:prSet presAssocID="{BF839381-CC51-419B-8C1F-8BE77B0A854C}" presName="rootComposite" presStyleCnt="0"/>
      <dgm:spPr/>
    </dgm:pt>
    <dgm:pt modelId="{DD4E6012-1800-4A04-BDBA-ED36CB1AA89C}" type="pres">
      <dgm:prSet presAssocID="{BF839381-CC51-419B-8C1F-8BE77B0A854C}" presName="rootText" presStyleLbl="node4" presStyleIdx="42" presStyleCnt="47">
        <dgm:presLayoutVars>
          <dgm:chPref val="3"/>
        </dgm:presLayoutVars>
      </dgm:prSet>
      <dgm:spPr/>
    </dgm:pt>
    <dgm:pt modelId="{3E875B12-15AC-4620-868F-C827909CAED7}" type="pres">
      <dgm:prSet presAssocID="{BF839381-CC51-419B-8C1F-8BE77B0A854C}" presName="rootConnector" presStyleLbl="node4" presStyleIdx="42" presStyleCnt="47"/>
      <dgm:spPr/>
    </dgm:pt>
    <dgm:pt modelId="{B5ED530A-DB1C-44F9-A41F-41BD67E6AC72}" type="pres">
      <dgm:prSet presAssocID="{BF839381-CC51-419B-8C1F-8BE77B0A854C}" presName="hierChild4" presStyleCnt="0"/>
      <dgm:spPr/>
    </dgm:pt>
    <dgm:pt modelId="{9E84A2BD-565E-44EF-885F-799803850621}" type="pres">
      <dgm:prSet presAssocID="{BF839381-CC51-419B-8C1F-8BE77B0A854C}" presName="hierChild5" presStyleCnt="0"/>
      <dgm:spPr/>
    </dgm:pt>
    <dgm:pt modelId="{27729E47-CD9C-48D4-B852-98530D1DFEE0}" type="pres">
      <dgm:prSet presAssocID="{3A9022D6-D09F-4BA4-8743-6B07C608494B}" presName="Name37" presStyleLbl="parChTrans1D4" presStyleIdx="43" presStyleCnt="47"/>
      <dgm:spPr/>
    </dgm:pt>
    <dgm:pt modelId="{2D5C16F1-9AF8-4074-B776-24C43E26EAF9}" type="pres">
      <dgm:prSet presAssocID="{7659CDB2-EBD4-4C0F-8886-83EBE5ED4CAD}" presName="hierRoot2" presStyleCnt="0">
        <dgm:presLayoutVars>
          <dgm:hierBranch val="init"/>
        </dgm:presLayoutVars>
      </dgm:prSet>
      <dgm:spPr/>
    </dgm:pt>
    <dgm:pt modelId="{D0E1CB68-FA98-4F2B-A6BE-186A21627ECD}" type="pres">
      <dgm:prSet presAssocID="{7659CDB2-EBD4-4C0F-8886-83EBE5ED4CAD}" presName="rootComposite" presStyleCnt="0"/>
      <dgm:spPr/>
    </dgm:pt>
    <dgm:pt modelId="{28B1E166-94F4-4E9F-B85C-AC9382C64788}" type="pres">
      <dgm:prSet presAssocID="{7659CDB2-EBD4-4C0F-8886-83EBE5ED4CAD}" presName="rootText" presStyleLbl="node4" presStyleIdx="43" presStyleCnt="47">
        <dgm:presLayoutVars>
          <dgm:chPref val="3"/>
        </dgm:presLayoutVars>
      </dgm:prSet>
      <dgm:spPr/>
    </dgm:pt>
    <dgm:pt modelId="{A267FBFB-8D54-4F9A-892D-288B17DB5B5B}" type="pres">
      <dgm:prSet presAssocID="{7659CDB2-EBD4-4C0F-8886-83EBE5ED4CAD}" presName="rootConnector" presStyleLbl="node4" presStyleIdx="43" presStyleCnt="47"/>
      <dgm:spPr/>
    </dgm:pt>
    <dgm:pt modelId="{A447E814-CD85-48F9-A3B1-1A5626BE3883}" type="pres">
      <dgm:prSet presAssocID="{7659CDB2-EBD4-4C0F-8886-83EBE5ED4CAD}" presName="hierChild4" presStyleCnt="0"/>
      <dgm:spPr/>
    </dgm:pt>
    <dgm:pt modelId="{46E0BF6B-541E-453C-B5D5-1A10D17D208D}" type="pres">
      <dgm:prSet presAssocID="{7659CDB2-EBD4-4C0F-8886-83EBE5ED4CAD}" presName="hierChild5" presStyleCnt="0"/>
      <dgm:spPr/>
    </dgm:pt>
    <dgm:pt modelId="{613995BA-B8E7-483B-AE55-241B950D5AEC}" type="pres">
      <dgm:prSet presAssocID="{CB4CCCC3-7370-4A48-B4F0-22A7925D32B5}" presName="hierChild5" presStyleCnt="0"/>
      <dgm:spPr/>
    </dgm:pt>
    <dgm:pt modelId="{350FEEAE-D250-4EE0-8B1D-6FD31EB2E96C}" type="pres">
      <dgm:prSet presAssocID="{18C4B1BD-11E2-43FF-A82D-D5B914B2DCC7}" presName="Name37" presStyleLbl="parChTrans1D3" presStyleIdx="21" presStyleCnt="24"/>
      <dgm:spPr/>
    </dgm:pt>
    <dgm:pt modelId="{C9E13905-A154-430A-8A00-3D2E83A165AD}" type="pres">
      <dgm:prSet presAssocID="{73F84634-D3CD-451B-A2F8-6E423801CF02}" presName="hierRoot2" presStyleCnt="0">
        <dgm:presLayoutVars>
          <dgm:hierBranch val="init"/>
        </dgm:presLayoutVars>
      </dgm:prSet>
      <dgm:spPr/>
    </dgm:pt>
    <dgm:pt modelId="{8653BD5E-5186-4A3B-B179-9DE6C6C7196C}" type="pres">
      <dgm:prSet presAssocID="{73F84634-D3CD-451B-A2F8-6E423801CF02}" presName="rootComposite" presStyleCnt="0"/>
      <dgm:spPr/>
    </dgm:pt>
    <dgm:pt modelId="{1A7E5CD3-33AA-43EC-95A3-8639A04AF689}" type="pres">
      <dgm:prSet presAssocID="{73F84634-D3CD-451B-A2F8-6E423801CF02}" presName="rootText" presStyleLbl="node3" presStyleIdx="21" presStyleCnt="24">
        <dgm:presLayoutVars>
          <dgm:chPref val="3"/>
        </dgm:presLayoutVars>
      </dgm:prSet>
      <dgm:spPr/>
    </dgm:pt>
    <dgm:pt modelId="{3E1F7D43-1786-444D-9DEF-BC8A35304D46}" type="pres">
      <dgm:prSet presAssocID="{73F84634-D3CD-451B-A2F8-6E423801CF02}" presName="rootConnector" presStyleLbl="node3" presStyleIdx="21" presStyleCnt="24"/>
      <dgm:spPr/>
    </dgm:pt>
    <dgm:pt modelId="{178DE31E-BF85-4B6E-8775-AF7913A00924}" type="pres">
      <dgm:prSet presAssocID="{73F84634-D3CD-451B-A2F8-6E423801CF02}" presName="hierChild4" presStyleCnt="0"/>
      <dgm:spPr/>
    </dgm:pt>
    <dgm:pt modelId="{23D20400-6DF5-4E42-A102-D9A6B994A758}" type="pres">
      <dgm:prSet presAssocID="{4FEFAE81-23B3-46E4-9EF2-C2D494F2435C}" presName="Name37" presStyleLbl="parChTrans1D4" presStyleIdx="44" presStyleCnt="47"/>
      <dgm:spPr/>
    </dgm:pt>
    <dgm:pt modelId="{02CE2CD7-5BC5-4CAB-AF4D-66C4CD410E2F}" type="pres">
      <dgm:prSet presAssocID="{863AB167-0B82-47AB-8FE9-43BDBC851643}" presName="hierRoot2" presStyleCnt="0">
        <dgm:presLayoutVars>
          <dgm:hierBranch val="init"/>
        </dgm:presLayoutVars>
      </dgm:prSet>
      <dgm:spPr/>
    </dgm:pt>
    <dgm:pt modelId="{942F9B4F-054B-4E49-ABAB-8004517F13F3}" type="pres">
      <dgm:prSet presAssocID="{863AB167-0B82-47AB-8FE9-43BDBC851643}" presName="rootComposite" presStyleCnt="0"/>
      <dgm:spPr/>
    </dgm:pt>
    <dgm:pt modelId="{2A875F4B-5553-4F6F-B89F-457AA5382C80}" type="pres">
      <dgm:prSet presAssocID="{863AB167-0B82-47AB-8FE9-43BDBC851643}" presName="rootText" presStyleLbl="node4" presStyleIdx="44" presStyleCnt="47">
        <dgm:presLayoutVars>
          <dgm:chPref val="3"/>
        </dgm:presLayoutVars>
      </dgm:prSet>
      <dgm:spPr/>
    </dgm:pt>
    <dgm:pt modelId="{D3DC632B-3807-475E-B46D-7E5A0BA4095F}" type="pres">
      <dgm:prSet presAssocID="{863AB167-0B82-47AB-8FE9-43BDBC851643}" presName="rootConnector" presStyleLbl="node4" presStyleIdx="44" presStyleCnt="47"/>
      <dgm:spPr/>
    </dgm:pt>
    <dgm:pt modelId="{3E48FA29-02BC-4232-A0FD-89ADBBE73849}" type="pres">
      <dgm:prSet presAssocID="{863AB167-0B82-47AB-8FE9-43BDBC851643}" presName="hierChild4" presStyleCnt="0"/>
      <dgm:spPr/>
    </dgm:pt>
    <dgm:pt modelId="{C059D6DC-5B94-4019-AE78-FEF1FAF47425}" type="pres">
      <dgm:prSet presAssocID="{863AB167-0B82-47AB-8FE9-43BDBC851643}" presName="hierChild5" presStyleCnt="0"/>
      <dgm:spPr/>
    </dgm:pt>
    <dgm:pt modelId="{2097504B-AEC0-45BE-9A4C-FC6549BF32A1}" type="pres">
      <dgm:prSet presAssocID="{73F84634-D3CD-451B-A2F8-6E423801CF02}" presName="hierChild5" presStyleCnt="0"/>
      <dgm:spPr/>
    </dgm:pt>
    <dgm:pt modelId="{CC5951CB-377D-4A09-9F2E-2FA0E357924C}" type="pres">
      <dgm:prSet presAssocID="{20348683-EB73-4EFF-BA48-2B803A1F1C4C}" presName="Name37" presStyleLbl="parChTrans1D3" presStyleIdx="22" presStyleCnt="24"/>
      <dgm:spPr/>
    </dgm:pt>
    <dgm:pt modelId="{AF2B67EB-A1CE-4A78-9C5A-163DC08BA27B}" type="pres">
      <dgm:prSet presAssocID="{F97C641A-CDFD-4990-9902-7956CDBC2724}" presName="hierRoot2" presStyleCnt="0">
        <dgm:presLayoutVars>
          <dgm:hierBranch val="init"/>
        </dgm:presLayoutVars>
      </dgm:prSet>
      <dgm:spPr/>
    </dgm:pt>
    <dgm:pt modelId="{083CC7C1-0215-4372-8646-5785A92A9927}" type="pres">
      <dgm:prSet presAssocID="{F97C641A-CDFD-4990-9902-7956CDBC2724}" presName="rootComposite" presStyleCnt="0"/>
      <dgm:spPr/>
    </dgm:pt>
    <dgm:pt modelId="{9875EC1A-83F9-4E2A-BDAC-212FBA64CA45}" type="pres">
      <dgm:prSet presAssocID="{F97C641A-CDFD-4990-9902-7956CDBC2724}" presName="rootText" presStyleLbl="node3" presStyleIdx="22" presStyleCnt="24">
        <dgm:presLayoutVars>
          <dgm:chPref val="3"/>
        </dgm:presLayoutVars>
      </dgm:prSet>
      <dgm:spPr/>
    </dgm:pt>
    <dgm:pt modelId="{618A373B-274B-4706-B34B-B313A11E4E13}" type="pres">
      <dgm:prSet presAssocID="{F97C641A-CDFD-4990-9902-7956CDBC2724}" presName="rootConnector" presStyleLbl="node3" presStyleIdx="22" presStyleCnt="24"/>
      <dgm:spPr/>
    </dgm:pt>
    <dgm:pt modelId="{A3F10D07-D82D-4061-82E2-269DC105CDF3}" type="pres">
      <dgm:prSet presAssocID="{F97C641A-CDFD-4990-9902-7956CDBC2724}" presName="hierChild4" presStyleCnt="0"/>
      <dgm:spPr/>
    </dgm:pt>
    <dgm:pt modelId="{4F23D680-6277-422F-9429-790505951AF8}" type="pres">
      <dgm:prSet presAssocID="{78E7FE40-AEA4-4D0E-A3E3-FDDF18209228}" presName="Name37" presStyleLbl="parChTrans1D4" presStyleIdx="45" presStyleCnt="47"/>
      <dgm:spPr/>
    </dgm:pt>
    <dgm:pt modelId="{73B90B03-64FC-499E-B31B-F74B8A413C66}" type="pres">
      <dgm:prSet presAssocID="{8380738A-8835-41CD-87C6-03B7BB6A637D}" presName="hierRoot2" presStyleCnt="0">
        <dgm:presLayoutVars>
          <dgm:hierBranch val="init"/>
        </dgm:presLayoutVars>
      </dgm:prSet>
      <dgm:spPr/>
    </dgm:pt>
    <dgm:pt modelId="{A7A49C23-8BDF-4E2C-80FF-5634C2ABBDCA}" type="pres">
      <dgm:prSet presAssocID="{8380738A-8835-41CD-87C6-03B7BB6A637D}" presName="rootComposite" presStyleCnt="0"/>
      <dgm:spPr/>
    </dgm:pt>
    <dgm:pt modelId="{3219AA4B-32C7-43F9-B287-9E88B5733F56}" type="pres">
      <dgm:prSet presAssocID="{8380738A-8835-41CD-87C6-03B7BB6A637D}" presName="rootText" presStyleLbl="node4" presStyleIdx="45" presStyleCnt="47">
        <dgm:presLayoutVars>
          <dgm:chPref val="3"/>
        </dgm:presLayoutVars>
      </dgm:prSet>
      <dgm:spPr/>
    </dgm:pt>
    <dgm:pt modelId="{98FAD758-673C-4C7F-88E7-792670C04255}" type="pres">
      <dgm:prSet presAssocID="{8380738A-8835-41CD-87C6-03B7BB6A637D}" presName="rootConnector" presStyleLbl="node4" presStyleIdx="45" presStyleCnt="47"/>
      <dgm:spPr/>
    </dgm:pt>
    <dgm:pt modelId="{284E8A97-7720-4578-82F4-427A2FE76EE1}" type="pres">
      <dgm:prSet presAssocID="{8380738A-8835-41CD-87C6-03B7BB6A637D}" presName="hierChild4" presStyleCnt="0"/>
      <dgm:spPr/>
    </dgm:pt>
    <dgm:pt modelId="{B3EBC11F-2E68-495A-9E0F-D51C1335F578}" type="pres">
      <dgm:prSet presAssocID="{8380738A-8835-41CD-87C6-03B7BB6A637D}" presName="hierChild5" presStyleCnt="0"/>
      <dgm:spPr/>
    </dgm:pt>
    <dgm:pt modelId="{A6FFAE11-5EDE-4560-BF7E-EB9417A4CA5D}" type="pres">
      <dgm:prSet presAssocID="{F97C641A-CDFD-4990-9902-7956CDBC2724}" presName="hierChild5" presStyleCnt="0"/>
      <dgm:spPr/>
    </dgm:pt>
    <dgm:pt modelId="{0D5A564A-1FAA-4AFE-812C-FAE70B7914D7}" type="pres">
      <dgm:prSet presAssocID="{D92CA446-917D-49A6-B483-0BE848902E43}" presName="Name37" presStyleLbl="parChTrans1D3" presStyleIdx="23" presStyleCnt="24"/>
      <dgm:spPr/>
    </dgm:pt>
    <dgm:pt modelId="{EF792D58-5457-4FCD-A08E-89051C2BE941}" type="pres">
      <dgm:prSet presAssocID="{E381E2F3-0DA5-43A8-9097-A1F86D60B8FC}" presName="hierRoot2" presStyleCnt="0">
        <dgm:presLayoutVars>
          <dgm:hierBranch val="init"/>
        </dgm:presLayoutVars>
      </dgm:prSet>
      <dgm:spPr/>
    </dgm:pt>
    <dgm:pt modelId="{CE9F5B3E-BD66-44B4-BA14-EB6DD1DD82B8}" type="pres">
      <dgm:prSet presAssocID="{E381E2F3-0DA5-43A8-9097-A1F86D60B8FC}" presName="rootComposite" presStyleCnt="0"/>
      <dgm:spPr/>
    </dgm:pt>
    <dgm:pt modelId="{5096A1FA-0A49-4219-B877-B96A0469C595}" type="pres">
      <dgm:prSet presAssocID="{E381E2F3-0DA5-43A8-9097-A1F86D60B8FC}" presName="rootText" presStyleLbl="node3" presStyleIdx="23" presStyleCnt="24">
        <dgm:presLayoutVars>
          <dgm:chPref val="3"/>
        </dgm:presLayoutVars>
      </dgm:prSet>
      <dgm:spPr/>
    </dgm:pt>
    <dgm:pt modelId="{3A995B98-1E84-48D9-A88C-BDD08C80A641}" type="pres">
      <dgm:prSet presAssocID="{E381E2F3-0DA5-43A8-9097-A1F86D60B8FC}" presName="rootConnector" presStyleLbl="node3" presStyleIdx="23" presStyleCnt="24"/>
      <dgm:spPr/>
    </dgm:pt>
    <dgm:pt modelId="{AB7E9459-0436-4DB0-8811-E745C8D8665F}" type="pres">
      <dgm:prSet presAssocID="{E381E2F3-0DA5-43A8-9097-A1F86D60B8FC}" presName="hierChild4" presStyleCnt="0"/>
      <dgm:spPr/>
    </dgm:pt>
    <dgm:pt modelId="{01EB417F-51FD-4140-BEE2-A13BB2308D07}" type="pres">
      <dgm:prSet presAssocID="{C3544825-11C6-445B-92DC-3DEA3BB198F8}" presName="Name37" presStyleLbl="parChTrans1D4" presStyleIdx="46" presStyleCnt="47"/>
      <dgm:spPr/>
    </dgm:pt>
    <dgm:pt modelId="{6C3C5343-F21B-46AD-B2E6-488FC2A59C26}" type="pres">
      <dgm:prSet presAssocID="{04250B26-51A7-4F51-BD6B-503BCFB165F9}" presName="hierRoot2" presStyleCnt="0">
        <dgm:presLayoutVars>
          <dgm:hierBranch val="init"/>
        </dgm:presLayoutVars>
      </dgm:prSet>
      <dgm:spPr/>
    </dgm:pt>
    <dgm:pt modelId="{9785B36D-59A0-4B91-9D48-DE0CDF09827E}" type="pres">
      <dgm:prSet presAssocID="{04250B26-51A7-4F51-BD6B-503BCFB165F9}" presName="rootComposite" presStyleCnt="0"/>
      <dgm:spPr/>
    </dgm:pt>
    <dgm:pt modelId="{681E5B5E-104A-4A57-8B21-4135179EE09C}" type="pres">
      <dgm:prSet presAssocID="{04250B26-51A7-4F51-BD6B-503BCFB165F9}" presName="rootText" presStyleLbl="node4" presStyleIdx="46" presStyleCnt="47">
        <dgm:presLayoutVars>
          <dgm:chPref val="3"/>
        </dgm:presLayoutVars>
      </dgm:prSet>
      <dgm:spPr/>
    </dgm:pt>
    <dgm:pt modelId="{B981CFF1-34C9-43E8-A85B-F50AFCD53F3F}" type="pres">
      <dgm:prSet presAssocID="{04250B26-51A7-4F51-BD6B-503BCFB165F9}" presName="rootConnector" presStyleLbl="node4" presStyleIdx="46" presStyleCnt="47"/>
      <dgm:spPr/>
    </dgm:pt>
    <dgm:pt modelId="{D9BD16FB-CD3E-4243-AC10-CA8105AED553}" type="pres">
      <dgm:prSet presAssocID="{04250B26-51A7-4F51-BD6B-503BCFB165F9}" presName="hierChild4" presStyleCnt="0"/>
      <dgm:spPr/>
    </dgm:pt>
    <dgm:pt modelId="{2701E0C0-E7AA-4009-9D49-C9405EF24292}" type="pres">
      <dgm:prSet presAssocID="{04250B26-51A7-4F51-BD6B-503BCFB165F9}" presName="hierChild5" presStyleCnt="0"/>
      <dgm:spPr/>
    </dgm:pt>
    <dgm:pt modelId="{9E5A1D94-91C1-4E7E-B02E-15DD57D36EC1}" type="pres">
      <dgm:prSet presAssocID="{E381E2F3-0DA5-43A8-9097-A1F86D60B8FC}" presName="hierChild5" presStyleCnt="0"/>
      <dgm:spPr/>
    </dgm:pt>
    <dgm:pt modelId="{5787E037-33E1-483B-984F-39E55A9FCF03}" type="pres">
      <dgm:prSet presAssocID="{7E92AB31-7104-46B2-B607-60B646D69120}" presName="hierChild5" presStyleCnt="0"/>
      <dgm:spPr/>
    </dgm:pt>
    <dgm:pt modelId="{6192D81C-FD83-484A-8948-A0EBD03E85B6}" type="pres">
      <dgm:prSet presAssocID="{10A0EA3D-3AD4-4A16-AC66-3525B6400D15}" presName="hierChild3" presStyleCnt="0"/>
      <dgm:spPr/>
    </dgm:pt>
  </dgm:ptLst>
  <dgm:cxnLst>
    <dgm:cxn modelId="{BDDE4700-F58B-4AFA-9DE7-439D11E34504}" type="presOf" srcId="{F347438A-0669-4C4D-B43B-E4FE3266C9E4}" destId="{5CE5A0EE-AEBE-4F26-A92C-A02F4C3C403C}" srcOrd="1" destOrd="0" presId="urn:microsoft.com/office/officeart/2005/8/layout/orgChart1"/>
    <dgm:cxn modelId="{8DC25400-8ABF-4537-8E0A-701B9A939C79}" srcId="{CFBF96BE-57AC-4278-BEE8-4529105B485E}" destId="{F347438A-0669-4C4D-B43B-E4FE3266C9E4}" srcOrd="0" destOrd="0" parTransId="{0B27C579-8C00-4838-8FD8-A03E68F7EEEE}" sibTransId="{9BE6C763-4138-4FBF-A515-FCC2AE1E873F}"/>
    <dgm:cxn modelId="{EC68B600-F7C1-4293-8A49-B67138ED9B83}" type="presOf" srcId="{EEBB306B-8FFE-4FE9-BFEB-62E606321AD3}" destId="{9C6E9520-2120-457B-93DB-98E5E14A710B}" srcOrd="1" destOrd="0" presId="urn:microsoft.com/office/officeart/2005/8/layout/orgChart1"/>
    <dgm:cxn modelId="{61011E01-47EF-46E0-8696-A8B4F229563F}" type="presOf" srcId="{75DFC915-9462-4A30-AE1F-37CE18B3C6D2}" destId="{858CCC95-E4CA-427E-8CC5-EA54BE327E50}" srcOrd="0" destOrd="0" presId="urn:microsoft.com/office/officeart/2005/8/layout/orgChart1"/>
    <dgm:cxn modelId="{83C59901-31DE-423B-BD9C-EC22130E1608}" type="presOf" srcId="{AA19D035-1D94-4AF4-9756-7B7383725355}" destId="{A1163A42-91CA-4E06-8124-E0DE0AFCB442}" srcOrd="1" destOrd="0" presId="urn:microsoft.com/office/officeart/2005/8/layout/orgChart1"/>
    <dgm:cxn modelId="{423EC101-A549-4A30-85A1-D335C9812C15}" type="presOf" srcId="{77D9BC7F-4E2B-4EBE-AE5F-B6A6B5964EF0}" destId="{0060088E-7B49-47C1-9521-950A918BB476}" srcOrd="1" destOrd="0" presId="urn:microsoft.com/office/officeart/2005/8/layout/orgChart1"/>
    <dgm:cxn modelId="{0E8A8002-AC8B-4307-BEC9-A1F36DE5C968}" type="presOf" srcId="{802F07BC-ECAC-4E64-9E89-16BF0F6F2967}" destId="{6DB20552-0B3B-4D12-B06C-E2F8E7440FB1}" srcOrd="0" destOrd="0" presId="urn:microsoft.com/office/officeart/2005/8/layout/orgChart1"/>
    <dgm:cxn modelId="{EA022103-920D-42CB-AC71-461112D804D0}" type="presOf" srcId="{8B6C4BB2-32DD-472C-ACBE-BC5A65F29AEC}" destId="{D94E3F59-9A68-4F4D-BEEE-B7B7E0CCD4F1}" srcOrd="0" destOrd="0" presId="urn:microsoft.com/office/officeart/2005/8/layout/orgChart1"/>
    <dgm:cxn modelId="{7004AE03-DCDD-48AB-A4A3-8A5537DF9814}" srcId="{5BFB97B4-B087-41CF-934F-30A1F32494DE}" destId="{EEBB306B-8FFE-4FE9-BFEB-62E606321AD3}" srcOrd="1" destOrd="0" parTransId="{4C8AFC1B-E775-495B-AD8C-2611BC6D5CEF}" sibTransId="{2A4AFEEC-D26C-440C-9C5C-5AE3286B756A}"/>
    <dgm:cxn modelId="{1C3CB303-2121-4A04-88FD-02117BA5DC6E}" type="presOf" srcId="{662BA738-A49A-45B7-BD9F-963D5BFE2AA3}" destId="{673A25FF-E5E3-4786-BC8C-33D2AEBF4F4F}" srcOrd="1" destOrd="0" presId="urn:microsoft.com/office/officeart/2005/8/layout/orgChart1"/>
    <dgm:cxn modelId="{0BB73504-D66F-492C-A814-7FF500509B51}" type="presOf" srcId="{0D031FDC-43B8-47E1-BCC6-A8973DFD5478}" destId="{5E0F8C5D-0E8E-4980-84F1-F6E2CDF05BB9}" srcOrd="0" destOrd="0" presId="urn:microsoft.com/office/officeart/2005/8/layout/orgChart1"/>
    <dgm:cxn modelId="{59F64A04-924E-4228-9528-FA9094D60570}" type="presOf" srcId="{0A2748D7-A676-47D0-86C9-1C95FAEAC323}" destId="{727B956F-D72C-4AE4-8D9E-D5EAAA044204}" srcOrd="0" destOrd="0" presId="urn:microsoft.com/office/officeart/2005/8/layout/orgChart1"/>
    <dgm:cxn modelId="{89FFD607-6E08-4561-9354-F5C5DCC3C38A}" srcId="{73F84634-D3CD-451B-A2F8-6E423801CF02}" destId="{863AB167-0B82-47AB-8FE9-43BDBC851643}" srcOrd="0" destOrd="0" parTransId="{4FEFAE81-23B3-46E4-9EF2-C2D494F2435C}" sibTransId="{28A988A8-5F1E-49C5-AC08-933217901376}"/>
    <dgm:cxn modelId="{1B360F08-DBA8-452C-9BDE-03D8A1939CA9}" type="presOf" srcId="{44A5B201-9184-4DA9-A015-093AC5B5C7B6}" destId="{68801438-A73D-4E38-A2A1-B0FDE41979D8}" srcOrd="1" destOrd="0" presId="urn:microsoft.com/office/officeart/2005/8/layout/orgChart1"/>
    <dgm:cxn modelId="{A978F508-C48A-46CF-BCF7-D661AC0622BA}" type="presOf" srcId="{C3544825-11C6-445B-92DC-3DEA3BB198F8}" destId="{01EB417F-51FD-4140-BEE2-A13BB2308D07}" srcOrd="0" destOrd="0" presId="urn:microsoft.com/office/officeart/2005/8/layout/orgChart1"/>
    <dgm:cxn modelId="{F61A0209-B073-4377-AA4A-9187EF3270AA}" srcId="{0D031FDC-43B8-47E1-BCC6-A8973DFD5478}" destId="{D8E4F52D-0D5D-4F4E-BB45-0C2DD069CA87}" srcOrd="0" destOrd="0" parTransId="{4BB094FC-40DD-40C6-AED6-F6991D34522B}" sibTransId="{8990DEE9-219A-49EE-8913-D6B5F85D4C94}"/>
    <dgm:cxn modelId="{37850D09-4F91-404D-AF90-5E87D8345440}" srcId="{0FF035F1-56B8-43E6-9783-C2769DE5F719}" destId="{C0B1C341-4C08-4859-98A2-25AB0EB23596}" srcOrd="0" destOrd="0" parTransId="{D33525C3-A11B-40C0-A029-67119B1806EC}" sibTransId="{3525EDC1-C055-4C58-A05F-C8F05B23F67D}"/>
    <dgm:cxn modelId="{91697D09-804E-4C08-9837-5EE25CFA5694}" srcId="{5E220795-0225-42DF-B063-0BBD03747952}" destId="{7DAFEE28-9E42-43E1-B6DD-D8EDF7B67EFB}" srcOrd="0" destOrd="0" parTransId="{073C5798-67E1-4E33-9732-0CD5DC463231}" sibTransId="{3BD5F3B9-51DA-447E-B899-C5444B2AB22B}"/>
    <dgm:cxn modelId="{5FF52D0A-E9B7-4CD5-9916-CE7838A3C5A5}" srcId="{0C9040A8-BA72-4DD7-8063-4842E011A0DF}" destId="{DBC98096-5E5A-4914-87B1-DFF13B674A48}" srcOrd="0" destOrd="0" parTransId="{9C7623DD-0551-431D-9642-5C36F87AA62E}" sibTransId="{98C40A68-A9EA-4AC9-96E6-FF6020CF12F0}"/>
    <dgm:cxn modelId="{11EB690B-E4FE-4F67-AE1F-18BDE3A0C068}" srcId="{10A0EA3D-3AD4-4A16-AC66-3525B6400D15}" destId="{DF9E427A-F061-4D73-876E-50DFE6A2B7E5}" srcOrd="2" destOrd="0" parTransId="{0A2748D7-A676-47D0-86C9-1C95FAEAC323}" sibTransId="{976951EB-5A6F-4FE6-946C-BA2364294F13}"/>
    <dgm:cxn modelId="{C101F60B-7F3C-49D1-8EC8-E0D319DC834E}" srcId="{CB4CCCC3-7370-4A48-B4F0-22A7925D32B5}" destId="{BF839381-CC51-419B-8C1F-8BE77B0A854C}" srcOrd="0" destOrd="0" parTransId="{76DA6E38-B957-4E83-9070-E4950F4FBEA1}" sibTransId="{994E520C-3CB1-404F-81F3-A41D7649FB25}"/>
    <dgm:cxn modelId="{F377D80D-3604-46DC-8C54-1487B5C640D1}" type="presOf" srcId="{56518673-4F24-4F55-AE26-A9B21F9C211A}" destId="{B1395563-D0FE-462C-A639-255538DE3DFC}" srcOrd="1" destOrd="0" presId="urn:microsoft.com/office/officeart/2005/8/layout/orgChart1"/>
    <dgm:cxn modelId="{0592F50D-F1A8-4900-BD80-B0E8F3740571}" type="presOf" srcId="{CFBF96BE-57AC-4278-BEE8-4529105B485E}" destId="{566DBE28-CF1C-4D21-A527-ACA2FA65BB5E}" srcOrd="1" destOrd="0" presId="urn:microsoft.com/office/officeart/2005/8/layout/orgChart1"/>
    <dgm:cxn modelId="{72644B0E-FB82-4F38-914D-915CD1AE4A77}" type="presOf" srcId="{99226063-7DDF-4483-BDDE-C3321D430C00}" destId="{103DD793-B805-4F78-BB84-3128570E69AA}" srcOrd="0" destOrd="0" presId="urn:microsoft.com/office/officeart/2005/8/layout/orgChart1"/>
    <dgm:cxn modelId="{13089F0E-6457-4FF1-BB21-0AEB6572ED7C}" type="presOf" srcId="{56518673-4F24-4F55-AE26-A9B21F9C211A}" destId="{C434C31E-CD18-49CF-8AE0-F0816E30BB31}" srcOrd="0" destOrd="0" presId="urn:microsoft.com/office/officeart/2005/8/layout/orgChart1"/>
    <dgm:cxn modelId="{8021970F-693E-4F49-A790-3BC37989C4E0}" type="presOf" srcId="{7CACEB42-368A-49A3-A5E1-95A4B9A7B76F}" destId="{C2037483-83E6-4EBE-B693-FF7EA43A7EAB}" srcOrd="0" destOrd="0" presId="urn:microsoft.com/office/officeart/2005/8/layout/orgChart1"/>
    <dgm:cxn modelId="{D25FF40F-5B2F-4407-9E49-02B711894491}" srcId="{6643273A-E0A0-44C9-AA4C-39F5626F8635}" destId="{1655EEA2-375A-4A85-8E7A-705BC0FE30E3}" srcOrd="2" destOrd="0" parTransId="{C2101A48-9C9E-4DA0-A8F0-8DA646E373E2}" sibTransId="{1B518FD5-5712-400F-BFBC-92793B339422}"/>
    <dgm:cxn modelId="{9E4E5B10-4870-48F9-92D5-59474F42D896}" srcId="{0D031FDC-43B8-47E1-BCC6-A8973DFD5478}" destId="{F39F4C01-840D-4B54-8A50-91A2B30E0BA8}" srcOrd="2" destOrd="0" parTransId="{7E84719D-F400-4F17-9D8B-0B23D04AAC8D}" sibTransId="{92C1C44D-762C-4C41-A51D-79B95AE90277}"/>
    <dgm:cxn modelId="{88D79D10-C85D-4D3D-9A8C-2CEF5A7F344E}" type="presOf" srcId="{546C596F-F9B4-4AB3-994F-AF55F39337A4}" destId="{76F901B1-4792-42CD-B913-5537CB3A5166}" srcOrd="0" destOrd="0" presId="urn:microsoft.com/office/officeart/2005/8/layout/orgChart1"/>
    <dgm:cxn modelId="{6B051011-9338-4220-9C69-36BF2DAB01F3}" type="presOf" srcId="{8121365C-0E5F-46FD-99B3-A0710F6DD8BD}" destId="{DC6F336E-1CA9-44AC-82E9-07790781CCBA}" srcOrd="1" destOrd="0" presId="urn:microsoft.com/office/officeart/2005/8/layout/orgChart1"/>
    <dgm:cxn modelId="{E7084011-18B5-48BD-A254-87D0498E3D91}" srcId="{CFBF96BE-57AC-4278-BEE8-4529105B485E}" destId="{802F07BC-ECAC-4E64-9E89-16BF0F6F2967}" srcOrd="2" destOrd="0" parTransId="{C8FCB997-01BB-407B-B078-620BE8AD7FD3}" sibTransId="{F9F2160F-B111-4C0D-91AB-590D6109A6F3}"/>
    <dgm:cxn modelId="{2F775611-1589-44D0-953C-0DACC3624185}" type="presOf" srcId="{3A9022D6-D09F-4BA4-8743-6B07C608494B}" destId="{27729E47-CD9C-48D4-B852-98530D1DFEE0}" srcOrd="0" destOrd="0" presId="urn:microsoft.com/office/officeart/2005/8/layout/orgChart1"/>
    <dgm:cxn modelId="{32FFD711-2C1F-4C38-94D4-D888208C3775}" type="presOf" srcId="{863AB167-0B82-47AB-8FE9-43BDBC851643}" destId="{D3DC632B-3807-475E-B46D-7E5A0BA4095F}" srcOrd="1" destOrd="0" presId="urn:microsoft.com/office/officeart/2005/8/layout/orgChart1"/>
    <dgm:cxn modelId="{6C6C5312-A6AA-4D90-BE61-A993A591B2FA}" type="presOf" srcId="{EA317B2D-5453-4BBD-8D75-FE30E28DA8C2}" destId="{789861EB-947C-4155-89A8-671983BE8599}" srcOrd="0" destOrd="0" presId="urn:microsoft.com/office/officeart/2005/8/layout/orgChart1"/>
    <dgm:cxn modelId="{EF28C912-BE71-4863-A4D5-6F1374B1B7BD}" type="presOf" srcId="{11E5D7DE-8260-49B3-A588-072E9213D8A8}" destId="{3D7E6432-DA9B-4BDA-A658-5FA69518A400}" srcOrd="1" destOrd="0" presId="urn:microsoft.com/office/officeart/2005/8/layout/orgChart1"/>
    <dgm:cxn modelId="{A87EF412-49E8-4E72-A53A-5BBD6A758163}" type="presOf" srcId="{85D0A96C-9291-4FF2-92BB-177A2C076B5C}" destId="{78A2D681-A6A1-4BBE-8B7B-C4C8B76D1703}" srcOrd="0" destOrd="0" presId="urn:microsoft.com/office/officeart/2005/8/layout/orgChart1"/>
    <dgm:cxn modelId="{9BD84313-94CD-4FFF-8A79-25AE89CA27C0}" type="presOf" srcId="{66A70551-8B64-445F-8F43-CA0E4EC11071}" destId="{B48A9124-E1D9-4C7D-AC30-90578C915185}" srcOrd="0" destOrd="0" presId="urn:microsoft.com/office/officeart/2005/8/layout/orgChart1"/>
    <dgm:cxn modelId="{EDB83E15-09EE-4C7B-A6B5-BD64DA92C6E5}" type="presOf" srcId="{DF9E427A-F061-4D73-876E-50DFE6A2B7E5}" destId="{CBB73073-E2BE-4561-B51B-94EBAD9E9723}" srcOrd="1" destOrd="0" presId="urn:microsoft.com/office/officeart/2005/8/layout/orgChart1"/>
    <dgm:cxn modelId="{2B61D917-B60C-437F-9142-BD7DE313FCC4}" type="presOf" srcId="{89025F7D-A3A7-4377-8258-D8558797CB34}" destId="{3D384A3B-FFCC-48F0-8551-AAC61336945B}" srcOrd="0" destOrd="0" presId="urn:microsoft.com/office/officeart/2005/8/layout/orgChart1"/>
    <dgm:cxn modelId="{43F3271A-C8AE-4F90-AEEE-0A0D297B5FB6}" type="presOf" srcId="{78E7FE40-AEA4-4D0E-A3E3-FDDF18209228}" destId="{4F23D680-6277-422F-9429-790505951AF8}" srcOrd="0" destOrd="0" presId="urn:microsoft.com/office/officeart/2005/8/layout/orgChart1"/>
    <dgm:cxn modelId="{C9074B1A-4F8D-4E80-944F-9882A486E7CA}" type="presOf" srcId="{41E00EC4-D659-46CC-978A-91443662B6B9}" destId="{F44AD20D-9B10-4090-ADC4-FA073122B034}" srcOrd="0" destOrd="0" presId="urn:microsoft.com/office/officeart/2005/8/layout/orgChart1"/>
    <dgm:cxn modelId="{EC8F6C1A-75CB-4311-972F-85E1084D5FB8}" type="presOf" srcId="{8B3DD3E5-3777-422B-82FA-D0A86022C98C}" destId="{601B3886-2D32-435C-87C1-3436C1456A52}" srcOrd="0" destOrd="0" presId="urn:microsoft.com/office/officeart/2005/8/layout/orgChart1"/>
    <dgm:cxn modelId="{AE13B71B-9E7E-4267-9BFC-9A1CD7E9BDBC}" type="presOf" srcId="{1655EEA2-375A-4A85-8E7A-705BC0FE30E3}" destId="{0B55BB63-917A-4C1F-8C9C-87551C1719C3}" srcOrd="0" destOrd="0" presId="urn:microsoft.com/office/officeart/2005/8/layout/orgChart1"/>
    <dgm:cxn modelId="{33B2D61C-FF6B-41E7-A768-BC1FA841DB4D}" srcId="{7E92AB31-7104-46B2-B607-60B646D69120}" destId="{F97C641A-CDFD-4990-9902-7956CDBC2724}" srcOrd="2" destOrd="0" parTransId="{20348683-EB73-4EFF-BA48-2B803A1F1C4C}" sibTransId="{59FA6C65-7199-41C4-87CB-DB40A5CDDC1D}"/>
    <dgm:cxn modelId="{2CFB5B1E-FD73-4DCD-AFDB-0D2300069D6E}" type="presOf" srcId="{D5ABCA96-53FA-445F-99FC-0F9AD4FA21DA}" destId="{910B4C64-72B5-4A2E-A1AB-1A9D19AEF6F3}" srcOrd="1" destOrd="0" presId="urn:microsoft.com/office/officeart/2005/8/layout/orgChart1"/>
    <dgm:cxn modelId="{969D801E-FB55-42DD-8DEE-72A9F750427D}" type="presOf" srcId="{7DAFEE28-9E42-43E1-B6DD-D8EDF7B67EFB}" destId="{A63312FB-8520-4EB2-A936-A69216B96C6C}" srcOrd="0" destOrd="0" presId="urn:microsoft.com/office/officeart/2005/8/layout/orgChart1"/>
    <dgm:cxn modelId="{FF140A1F-1F31-4BEB-AF66-A71AC4C6F1CA}" type="presOf" srcId="{FEF61A38-35CB-418B-9A28-D57FECDEC7CA}" destId="{13B5F22A-003B-45DF-90F6-0489D0025457}" srcOrd="1" destOrd="0" presId="urn:microsoft.com/office/officeart/2005/8/layout/orgChart1"/>
    <dgm:cxn modelId="{B34B6A21-70A2-45D4-BE65-72AA3B9B9C7A}" srcId="{0F02B370-286F-4E1B-80A8-B2AD40265B7C}" destId="{0D031FDC-43B8-47E1-BCC6-A8973DFD5478}" srcOrd="0" destOrd="0" parTransId="{5B8C2E90-EDD6-4FA6-ACDA-CBFF4905C18C}" sibTransId="{4DBF6A5D-4A05-48DD-AEF2-9CC1524E0D66}"/>
    <dgm:cxn modelId="{88FB3D23-40DF-4B6D-81C9-CBA206EF7B5C}" type="presOf" srcId="{07D0EE88-19D4-4BC2-8466-EEAE5385FACC}" destId="{8FA32649-A993-4BEA-B225-087A732F4FE0}" srcOrd="0" destOrd="0" presId="urn:microsoft.com/office/officeart/2005/8/layout/orgChart1"/>
    <dgm:cxn modelId="{EBCA9B23-F869-4C8F-961F-FD65EBFDADED}" type="presOf" srcId="{073C5798-67E1-4E33-9732-0CD5DC463231}" destId="{16538F28-638D-4D39-8185-7F2AB1C112D2}" srcOrd="0" destOrd="0" presId="urn:microsoft.com/office/officeart/2005/8/layout/orgChart1"/>
    <dgm:cxn modelId="{5AEF8F24-7000-4C2D-A870-ABFE3C2C5B1F}" srcId="{CFBF96BE-57AC-4278-BEE8-4529105B485E}" destId="{0FF035F1-56B8-43E6-9783-C2769DE5F719}" srcOrd="3" destOrd="0" parTransId="{E3EEEF21-92B3-42F1-8808-0BC4C1154F7F}" sibTransId="{29E3036D-8B7F-483A-8133-F8465F2D505B}"/>
    <dgm:cxn modelId="{587FDB27-3158-4407-B9FB-2D4E3F52ED7F}" type="presOf" srcId="{D33525C3-A11B-40C0-A029-67119B1806EC}" destId="{CDA80BB9-1DC9-4636-B22B-FF27DAB6114B}" srcOrd="0" destOrd="0" presId="urn:microsoft.com/office/officeart/2005/8/layout/orgChart1"/>
    <dgm:cxn modelId="{C8771929-8C84-4277-9CC7-3191846690CC}" type="presOf" srcId="{373DEB0C-2825-4504-8A71-39E1F1811FB9}" destId="{6AADBD05-4C99-4AFB-A944-D0D7C9C24245}" srcOrd="1" destOrd="0" presId="urn:microsoft.com/office/officeart/2005/8/layout/orgChart1"/>
    <dgm:cxn modelId="{DE8B4829-495A-4D88-97E0-F7459687D874}" srcId="{92162928-B373-4802-B988-4C318FAE4B4C}" destId="{5BFB97B4-B087-41CF-934F-30A1F32494DE}" srcOrd="1" destOrd="0" parTransId="{22D34FF9-DFD2-447C-9554-F821C4DA06DC}" sibTransId="{6404B3FE-A9A2-44A1-9B60-3C8B125569FA}"/>
    <dgm:cxn modelId="{4754C82B-806D-4F36-8501-CECCD2AF7789}" type="presOf" srcId="{0533D63A-078C-49D6-A031-2939C4C98C63}" destId="{54EE4ED2-987E-451E-A3AE-1FF4C4FC58C7}" srcOrd="1" destOrd="0" presId="urn:microsoft.com/office/officeart/2005/8/layout/orgChart1"/>
    <dgm:cxn modelId="{B484822C-6D99-4644-AFF5-CFCF421BF4EF}" srcId="{75DFC915-9462-4A30-AE1F-37CE18B3C6D2}" destId="{FEF61A38-35CB-418B-9A28-D57FECDEC7CA}" srcOrd="2" destOrd="0" parTransId="{8292667C-5B88-4FD1-809B-C0508950839D}" sibTransId="{4D9A2D6B-2C0F-4976-9736-BF6731B48B90}"/>
    <dgm:cxn modelId="{7BAE942C-4077-4A83-B5E2-71BF3E9C968B}" srcId="{8121365C-0E5F-46FD-99B3-A0710F6DD8BD}" destId="{4843947D-C9C7-4F3D-A66F-4D4BEC856149}" srcOrd="1" destOrd="0" parTransId="{7CACEB42-368A-49A3-A5E1-95A4B9A7B76F}" sibTransId="{724AA660-1025-4E57-A792-627D3F1AAD3B}"/>
    <dgm:cxn modelId="{E2F2212F-7B08-4726-9DD4-986EF55D95E6}" type="presOf" srcId="{C6565496-A36B-42F9-BD0D-AA4F5391898E}" destId="{22A0D6CE-24DC-4C96-9E27-AB53866D8503}" srcOrd="0" destOrd="0" presId="urn:microsoft.com/office/officeart/2005/8/layout/orgChart1"/>
    <dgm:cxn modelId="{C148592F-02DB-4563-9663-77A2D3430F51}" srcId="{41E00EC4-D659-46CC-978A-91443662B6B9}" destId="{BB597B6E-7024-4223-8841-CF314646113A}" srcOrd="0" destOrd="0" parTransId="{731F0C21-6977-4FC6-BCE5-EC6FC043E844}" sibTransId="{B1EBC30A-4B5F-4C94-A608-F70EB3EEF18F}"/>
    <dgm:cxn modelId="{B3F32A30-75ED-4918-AEEF-5C943C488A2C}" type="presOf" srcId="{04250B26-51A7-4F51-BD6B-503BCFB165F9}" destId="{681E5B5E-104A-4A57-8B21-4135179EE09C}" srcOrd="0" destOrd="0" presId="urn:microsoft.com/office/officeart/2005/8/layout/orgChart1"/>
    <dgm:cxn modelId="{28155C31-A022-43C5-9486-5C90833CCE6D}" type="presOf" srcId="{9817D39F-D388-4038-B337-724FE531E6B4}" destId="{5118ED6B-3A65-47EF-992B-308CE90D4708}" srcOrd="0" destOrd="0" presId="urn:microsoft.com/office/officeart/2005/8/layout/orgChart1"/>
    <dgm:cxn modelId="{170B4D31-A614-4E1B-BDBB-4F433CE48BDA}" srcId="{DF9E427A-F061-4D73-876E-50DFE6A2B7E5}" destId="{AAFCC0BE-0CDF-42CC-BCEA-4C2BAD34DA7C}" srcOrd="3" destOrd="0" parTransId="{5654A7EF-41F9-42AD-9F91-DD9C6CFE1556}" sibTransId="{7B44068E-0D1C-41DD-958E-A12568C7D036}"/>
    <dgm:cxn modelId="{6D5B0032-CB11-4F73-876B-BDF11CE8E1AE}" type="presOf" srcId="{0F02B370-286F-4E1B-80A8-B2AD40265B7C}" destId="{45497D4B-7384-4409-B2DD-8111D10AE21C}" srcOrd="1" destOrd="0" presId="urn:microsoft.com/office/officeart/2005/8/layout/orgChart1"/>
    <dgm:cxn modelId="{1B07EE32-8043-4A57-BD0E-88CE3B51FEE1}" type="presOf" srcId="{20348683-EB73-4EFF-BA48-2B803A1F1C4C}" destId="{CC5951CB-377D-4A09-9F2E-2FA0E357924C}" srcOrd="0" destOrd="0" presId="urn:microsoft.com/office/officeart/2005/8/layout/orgChart1"/>
    <dgm:cxn modelId="{C2AED434-2064-4AD8-81D5-D5FEAE5B4982}" srcId="{9D32F532-C24E-4B0D-9A77-E5C3937B67F6}" destId="{2686E580-3AB9-43A8-A344-773AB0E7CD4C}" srcOrd="1" destOrd="0" parTransId="{C7F11D15-4462-4F2F-AAE5-A2BAA5988B38}" sibTransId="{912B2282-8F7D-4FAD-A988-C3633BF61717}"/>
    <dgm:cxn modelId="{93EEEB34-D8AE-477B-ACC1-7EED1D5AE002}" srcId="{92162928-B373-4802-B988-4C318FAE4B4C}" destId="{662BA738-A49A-45B7-BD9F-963D5BFE2AA3}" srcOrd="3" destOrd="0" parTransId="{01FB969B-7F30-4863-B64E-E2C4AB14BDE0}" sibTransId="{62865B7B-6FC1-434B-903C-3ADCF2C05591}"/>
    <dgm:cxn modelId="{39078135-3764-4ECE-AA7B-E16E6DA93B46}" type="presOf" srcId="{DBC98096-5E5A-4914-87B1-DFF13B674A48}" destId="{7F1C2EBA-6293-4D00-87F5-A42806579EDC}" srcOrd="0" destOrd="0" presId="urn:microsoft.com/office/officeart/2005/8/layout/orgChart1"/>
    <dgm:cxn modelId="{F86EA235-7FD3-4811-BABF-1467F8EBF249}" type="presOf" srcId="{0C9040A8-BA72-4DD7-8063-4842E011A0DF}" destId="{3C2FE568-6E92-4C38-8DA3-11CA79E7A172}" srcOrd="0" destOrd="0" presId="urn:microsoft.com/office/officeart/2005/8/layout/orgChart1"/>
    <dgm:cxn modelId="{3BC39F36-C02C-4469-9735-98B3E91636CA}" type="presOf" srcId="{802F07BC-ECAC-4E64-9E89-16BF0F6F2967}" destId="{4EAE3A71-081D-4ACC-8FFF-727BE0B1B5EF}" srcOrd="1" destOrd="0" presId="urn:microsoft.com/office/officeart/2005/8/layout/orgChart1"/>
    <dgm:cxn modelId="{7CB7D136-7099-4C88-A0A6-D32781E4E01E}" type="presOf" srcId="{DD25E887-DD44-4124-9271-7A094C15E7E9}" destId="{C3EE5DE1-1A54-49B3-89C2-A76CDD98036B}" srcOrd="1" destOrd="0" presId="urn:microsoft.com/office/officeart/2005/8/layout/orgChart1"/>
    <dgm:cxn modelId="{67EEC139-43C0-40D8-8CBC-DF43D8C4EE0C}" type="presOf" srcId="{F39F4C01-840D-4B54-8A50-91A2B30E0BA8}" destId="{8D2243F6-C359-496A-B58A-D47E8D7C28E4}" srcOrd="1" destOrd="0" presId="urn:microsoft.com/office/officeart/2005/8/layout/orgChart1"/>
    <dgm:cxn modelId="{086C6A3A-905F-4734-8954-2EC70D7525DD}" type="presOf" srcId="{DBEA68D6-E158-4934-BAF2-CD3B153353BA}" destId="{CE01B670-1EEA-4848-90D3-DFD1C7C7F55F}" srcOrd="0" destOrd="0" presId="urn:microsoft.com/office/officeart/2005/8/layout/orgChart1"/>
    <dgm:cxn modelId="{F5B68C3A-AFBA-49A3-A6F9-8590B3EE2CC7}" type="presOf" srcId="{D4457F95-5309-4196-BE4F-7533D361A210}" destId="{D3C4C37F-F6A5-4C0A-9578-A4CC72454B4F}" srcOrd="0" destOrd="0" presId="urn:microsoft.com/office/officeart/2005/8/layout/orgChart1"/>
    <dgm:cxn modelId="{61E3A33A-19BC-4DD4-910D-2052CE60ABD9}" type="presOf" srcId="{18C4B1BD-11E2-43FF-A82D-D5B914B2DCC7}" destId="{350FEEAE-D250-4EE0-8B1D-6FD31EB2E96C}" srcOrd="0" destOrd="0" presId="urn:microsoft.com/office/officeart/2005/8/layout/orgChart1"/>
    <dgm:cxn modelId="{CE04AF3A-2CB6-4993-B517-5B938F785709}" type="presOf" srcId="{4C8AFC1B-E775-495B-AD8C-2611BC6D5CEF}" destId="{8876B364-8864-4955-9019-ECA6C3EC0665}" srcOrd="0" destOrd="0" presId="urn:microsoft.com/office/officeart/2005/8/layout/orgChart1"/>
    <dgm:cxn modelId="{0573163D-9BC3-4573-B5E9-BBE9AEF6DD3E}" type="presOf" srcId="{1655EEA2-375A-4A85-8E7A-705BC0FE30E3}" destId="{ECA04075-D55D-4001-9A17-DC6020451BA6}" srcOrd="1" destOrd="0" presId="urn:microsoft.com/office/officeart/2005/8/layout/orgChart1"/>
    <dgm:cxn modelId="{9D12B23D-085F-4A37-8A8D-C7A7550593E2}" type="presOf" srcId="{0A6BB837-EE54-4C42-88BB-B7667B343DB9}" destId="{D29E7901-C25F-4B55-BCD3-8DE905D92833}" srcOrd="0" destOrd="0" presId="urn:microsoft.com/office/officeart/2005/8/layout/orgChart1"/>
    <dgm:cxn modelId="{1A2D013E-15C2-4071-BA26-F57E5BA78640}" type="presOf" srcId="{A0F915A4-E74D-4381-B93A-E4033244ECD2}" destId="{D763DC6F-A63F-462A-B585-7F1D8AC58970}" srcOrd="0" destOrd="0" presId="urn:microsoft.com/office/officeart/2005/8/layout/orgChart1"/>
    <dgm:cxn modelId="{6A9F073E-AA88-49F5-AE41-0702FB51C4EC}" type="presOf" srcId="{27429DD8-9CFE-4100-BE7B-7E56AD31EE1A}" destId="{1D7BCA2B-08D2-4A7F-97A2-8E6A1926F318}" srcOrd="0" destOrd="0" presId="urn:microsoft.com/office/officeart/2005/8/layout/orgChart1"/>
    <dgm:cxn modelId="{EFC2FB3E-DFFE-4BE6-AAB1-AF323535BA0B}" srcId="{D5ABCA96-53FA-445F-99FC-0F9AD4FA21DA}" destId="{1C902260-A6B0-46D5-B11B-7808D5D30EA4}" srcOrd="0" destOrd="0" parTransId="{C6565496-A36B-42F9-BD0D-AA4F5391898E}" sibTransId="{27E96788-4B22-4457-97B6-D4FC69D2A0C6}"/>
    <dgm:cxn modelId="{19BB8B40-53B9-4900-BA2B-D61916495134}" type="presOf" srcId="{2A235F8A-27C3-4172-B82B-345028F7B28C}" destId="{5586953E-4383-4BBE-A9B0-D6F54FA11493}" srcOrd="0" destOrd="0" presId="urn:microsoft.com/office/officeart/2005/8/layout/orgChart1"/>
    <dgm:cxn modelId="{37DD585D-CF93-4BB1-A896-A9C757576146}" type="presOf" srcId="{BB597B6E-7024-4223-8841-CF314646113A}" destId="{4934B193-E1A2-445A-AAFF-821AA5325476}" srcOrd="1" destOrd="0" presId="urn:microsoft.com/office/officeart/2005/8/layout/orgChart1"/>
    <dgm:cxn modelId="{658DA55D-9F4E-46C7-A40D-0394BFA749D0}" type="presOf" srcId="{10A0EA3D-3AD4-4A16-AC66-3525B6400D15}" destId="{BD047E60-9F9C-4B43-B9EF-1A7F5A8327BA}" srcOrd="1" destOrd="0" presId="urn:microsoft.com/office/officeart/2005/8/layout/orgChart1"/>
    <dgm:cxn modelId="{ABD83B5F-CBC0-493D-9F4E-1E5F690A557F}" type="presOf" srcId="{BD8B8223-0EA7-4365-B508-90434848BC08}" destId="{38B8FA32-F349-46FA-A218-D69EE6EFFCEC}" srcOrd="0" destOrd="0" presId="urn:microsoft.com/office/officeart/2005/8/layout/orgChart1"/>
    <dgm:cxn modelId="{E4DC6660-D10D-4C4D-BE74-E3DD487CEEF6}" type="presOf" srcId="{4BB094FC-40DD-40C6-AED6-F6991D34522B}" destId="{3834C626-4DAE-4CA2-9111-824AE723186B}" srcOrd="0" destOrd="0" presId="urn:microsoft.com/office/officeart/2005/8/layout/orgChart1"/>
    <dgm:cxn modelId="{3D4EA361-15CF-4885-8FA1-48B5791F3702}" type="presOf" srcId="{7F84ED96-FDB5-41E8-ADFF-79F3585EB7CF}" destId="{449684D4-4B52-4A03-880D-7C09234CFDA9}" srcOrd="1" destOrd="0" presId="urn:microsoft.com/office/officeart/2005/8/layout/orgChart1"/>
    <dgm:cxn modelId="{7CC4A262-77ED-497B-8653-A7D86143350C}" type="presOf" srcId="{9C7623DD-0551-431D-9642-5C36F87AA62E}" destId="{C2D9D54C-18DC-4A47-9ADA-5183EE522D5C}" srcOrd="0" destOrd="0" presId="urn:microsoft.com/office/officeart/2005/8/layout/orgChart1"/>
    <dgm:cxn modelId="{E433E562-F0E2-4FBF-9646-AD405434C6A4}" type="presOf" srcId="{9817D39F-D388-4038-B337-724FE531E6B4}" destId="{4B3D6AE8-D84A-4602-BBC3-82AF2CC0CE5C}" srcOrd="1" destOrd="0" presId="urn:microsoft.com/office/officeart/2005/8/layout/orgChart1"/>
    <dgm:cxn modelId="{3D0D1C63-AB51-4B37-84C6-CB6EF96C1591}" type="presOf" srcId="{E57B40DD-1A3B-4F4C-9685-7653760DCCD9}" destId="{0A73BEFC-60B3-448B-B26D-9AA124476CE8}" srcOrd="0" destOrd="0" presId="urn:microsoft.com/office/officeart/2005/8/layout/orgChart1"/>
    <dgm:cxn modelId="{84E4CB63-5795-4B2C-A357-1A430DF0D1CC}" type="presOf" srcId="{5C9F0DF0-69D3-42C8-8827-32D18E7886C9}" destId="{A866B0F3-8F2D-4EC0-A91D-4A8AAA031967}" srcOrd="0" destOrd="0" presId="urn:microsoft.com/office/officeart/2005/8/layout/orgChart1"/>
    <dgm:cxn modelId="{D6B70664-0ADD-4D92-8D93-B56312FDFC6B}" srcId="{AAFCC0BE-0CDF-42CC-BCEA-4C2BAD34DA7C}" destId="{D36C680E-AEED-442C-ACFC-04598903353A}" srcOrd="0" destOrd="0" parTransId="{5FC97A2E-932D-4F4F-8ADF-51357039262F}" sibTransId="{6A9CECA7-C883-48E8-B312-6C1BC1D1E80E}"/>
    <dgm:cxn modelId="{DBC10944-1EF1-4CB8-B313-DD52F6005EA2}" type="presOf" srcId="{7E92AB31-7104-46B2-B607-60B646D69120}" destId="{9782DF0C-0A54-406B-939A-B78411C5F682}" srcOrd="1" destOrd="0" presId="urn:microsoft.com/office/officeart/2005/8/layout/orgChart1"/>
    <dgm:cxn modelId="{DE010F64-5327-47B0-B91C-92FB9A82325B}" type="presOf" srcId="{0FF035F1-56B8-43E6-9783-C2769DE5F719}" destId="{DFB8174E-455C-4CF9-9AEE-51F5904C2D9F}" srcOrd="0" destOrd="0" presId="urn:microsoft.com/office/officeart/2005/8/layout/orgChart1"/>
    <dgm:cxn modelId="{0752B466-A226-4636-B866-26A08FE5FAF7}" type="presOf" srcId="{A9F6DB2C-86BD-4E2F-96DB-98260C2DFCC7}" destId="{44846056-2235-4502-A8E1-56298C852BDC}" srcOrd="1" destOrd="0" presId="urn:microsoft.com/office/officeart/2005/8/layout/orgChart1"/>
    <dgm:cxn modelId="{5FF94267-6CE5-436C-9616-D082FBF626A4}" srcId="{F347438A-0669-4C4D-B43B-E4FE3266C9E4}" destId="{77D9BC7F-4E2B-4EBE-AE5F-B6A6B5964EF0}" srcOrd="0" destOrd="0" parTransId="{81454CAA-7E27-44F2-BE95-1D77DEDAC5EE}" sibTransId="{622A15DA-D2F3-427D-9807-B57003D89BC0}"/>
    <dgm:cxn modelId="{C8F77867-1507-478C-8467-71D0F83195C2}" type="presOf" srcId="{A9F6DB2C-86BD-4E2F-96DB-98260C2DFCC7}" destId="{37F60180-1B26-4DFE-9DCB-DA7129A4AA9A}" srcOrd="0" destOrd="0" presId="urn:microsoft.com/office/officeart/2005/8/layout/orgChart1"/>
    <dgm:cxn modelId="{0D208A47-3531-46B2-81F4-CC354BEFCCB4}" srcId="{92162928-B373-4802-B988-4C318FAE4B4C}" destId="{8B3DD3E5-3777-422B-82FA-D0A86022C98C}" srcOrd="0" destOrd="0" parTransId="{C71C1068-6F66-4806-BF3E-C0ABC32DB9CD}" sibTransId="{511BE736-4B5A-4E6C-9663-45AC9BB06A90}"/>
    <dgm:cxn modelId="{CE869247-89CD-4D81-BF53-D2C6DD860C6A}" type="presOf" srcId="{AB23ED36-D233-44AA-B8C3-D6AFFC461454}" destId="{BCCF36B6-891A-41E9-B509-5F2398B412B3}" srcOrd="1" destOrd="0" presId="urn:microsoft.com/office/officeart/2005/8/layout/orgChart1"/>
    <dgm:cxn modelId="{7137E467-7CDC-4D73-A678-700342987437}" srcId="{802F07BC-ECAC-4E64-9E89-16BF0F6F2967}" destId="{AB23ED36-D233-44AA-B8C3-D6AFFC461454}" srcOrd="0" destOrd="0" parTransId="{04FEAC35-F121-4652-9CDA-D1A49A1EF939}" sibTransId="{57F22360-D73F-40F5-B67E-6A55B91561D6}"/>
    <dgm:cxn modelId="{6EFE8B48-C072-45A1-8BAD-4F97F4092C05}" type="presOf" srcId="{FEF61A38-35CB-418B-9A28-D57FECDEC7CA}" destId="{A1B3F0DA-598D-4D5B-A3B7-03AA84C20428}" srcOrd="0" destOrd="0" presId="urn:microsoft.com/office/officeart/2005/8/layout/orgChart1"/>
    <dgm:cxn modelId="{637DBA48-A362-42CD-90AC-E68D805889CF}" type="presOf" srcId="{10A0EA3D-3AD4-4A16-AC66-3525B6400D15}" destId="{248530AC-F178-403E-A897-42E299E5ED21}" srcOrd="0" destOrd="0" presId="urn:microsoft.com/office/officeart/2005/8/layout/orgChart1"/>
    <dgm:cxn modelId="{F6D1C168-F48C-478E-99AF-941BC0637C95}" type="presOf" srcId="{AB23ED36-D233-44AA-B8C3-D6AFFC461454}" destId="{E6786B7D-22AA-4B5E-BC02-AB342F68E6C2}" srcOrd="0" destOrd="0" presId="urn:microsoft.com/office/officeart/2005/8/layout/orgChart1"/>
    <dgm:cxn modelId="{E0E1E548-AF76-45D4-A1D4-2A1315E42EB5}" srcId="{7E92AB31-7104-46B2-B607-60B646D69120}" destId="{73F84634-D3CD-451B-A2F8-6E423801CF02}" srcOrd="1" destOrd="0" parTransId="{18C4B1BD-11E2-43FF-A82D-D5B914B2DCC7}" sibTransId="{ED9B1AC2-8208-4E15-BA33-FFA728799BD3}"/>
    <dgm:cxn modelId="{0386B469-680C-47D0-BE0E-D3528D6E9A4F}" type="presOf" srcId="{9D32F532-C24E-4B0D-9A77-E5C3937B67F6}" destId="{F691B78D-80BA-4D53-8B5D-88DB6D1D78B2}" srcOrd="1" destOrd="0" presId="urn:microsoft.com/office/officeart/2005/8/layout/orgChart1"/>
    <dgm:cxn modelId="{BDFC4F4B-7595-4E87-A369-BB1EF6A5A005}" srcId="{10A0EA3D-3AD4-4A16-AC66-3525B6400D15}" destId="{0F02B370-286F-4E1B-80A8-B2AD40265B7C}" srcOrd="1" destOrd="0" parTransId="{F967AC73-60EA-4945-AEC1-1AE5D8629C87}" sibTransId="{50FF85E0-74FC-459E-B8CB-53E1D88D20DF}"/>
    <dgm:cxn modelId="{9F4FF84B-629C-4434-BC76-D1DDE06F5C14}" type="presOf" srcId="{77D9BC7F-4E2B-4EBE-AE5F-B6A6B5964EF0}" destId="{0D31323D-9216-4D65-B896-EFFD98189BD2}" srcOrd="0" destOrd="0" presId="urn:microsoft.com/office/officeart/2005/8/layout/orgChart1"/>
    <dgm:cxn modelId="{AA95FD4B-2A68-455D-BF23-3B40A849BD25}" type="presOf" srcId="{92162928-B373-4802-B988-4C318FAE4B4C}" destId="{E053A169-9C0A-4979-A9C3-739101C47B4F}" srcOrd="0" destOrd="0" presId="urn:microsoft.com/office/officeart/2005/8/layout/orgChart1"/>
    <dgm:cxn modelId="{813C366C-5E5F-447D-AFF4-C3B5583D6979}" type="presOf" srcId="{5BFB97B4-B087-41CF-934F-30A1F32494DE}" destId="{2BB57BE5-C9B3-4F09-A4E0-A364549C1780}" srcOrd="1" destOrd="0" presId="urn:microsoft.com/office/officeart/2005/8/layout/orgChart1"/>
    <dgm:cxn modelId="{2B87776C-BC3C-4504-8134-61AE80C10F93}" type="presOf" srcId="{E93B594F-0000-4F1E-9B42-4CBD54251AE9}" destId="{BCDC2B85-A8D5-4593-867F-DC0483840EB2}" srcOrd="0" destOrd="0" presId="urn:microsoft.com/office/officeart/2005/8/layout/orgChart1"/>
    <dgm:cxn modelId="{5D89A06D-8838-4295-BE09-4C0C43472259}" type="presOf" srcId="{6643273A-E0A0-44C9-AA4C-39F5626F8635}" destId="{B4C9AB85-2A2D-4373-8413-B56F93CE0A6F}" srcOrd="1" destOrd="0" presId="urn:microsoft.com/office/officeart/2005/8/layout/orgChart1"/>
    <dgm:cxn modelId="{6E532E6E-2598-404F-BC13-9EA68D7E3098}" type="presOf" srcId="{07D0EE88-19D4-4BC2-8466-EEAE5385FACC}" destId="{56D57ECE-27AB-419C-B9D8-791FFFEF7147}" srcOrd="1" destOrd="0" presId="urn:microsoft.com/office/officeart/2005/8/layout/orgChart1"/>
    <dgm:cxn modelId="{15F5E26E-0C91-4F31-BDE7-AA6EEDE751CC}" type="presOf" srcId="{C8FCB997-01BB-407B-B078-620BE8AD7FD3}" destId="{9AF28BEA-AC06-4E70-B109-AA3C284FD172}" srcOrd="0" destOrd="0" presId="urn:microsoft.com/office/officeart/2005/8/layout/orgChart1"/>
    <dgm:cxn modelId="{C4A1E66E-8024-432F-9187-A15BD8A0E641}" type="presOf" srcId="{731F0C21-6977-4FC6-BCE5-EC6FC043E844}" destId="{CC2B6004-C4F0-40E6-94FC-B867FB12B646}" srcOrd="0" destOrd="0" presId="urn:microsoft.com/office/officeart/2005/8/layout/orgChart1"/>
    <dgm:cxn modelId="{16F7F54E-B0C2-4129-B92D-8DE372385E3B}" srcId="{DBEA68D6-E158-4934-BAF2-CD3B153353BA}" destId="{10A0EA3D-3AD4-4A16-AC66-3525B6400D15}" srcOrd="0" destOrd="0" parTransId="{C9D49A3E-3F67-4AE3-9FDA-6F9BB1AF9BD8}" sibTransId="{E0ACF1AB-2B68-4A49-8ADA-3E481ED4AF09}"/>
    <dgm:cxn modelId="{54447D4F-D7C4-4EF6-85E5-84405799A4A8}" srcId="{FEF61A38-35CB-418B-9A28-D57FECDEC7CA}" destId="{A01F4A51-CC12-4679-A15F-A707F2471B52}" srcOrd="0" destOrd="0" parTransId="{A2C09837-A26F-4CBF-A322-2B590273CC25}" sibTransId="{FC45DCB2-A3D6-427B-89B5-02360146B42B}"/>
    <dgm:cxn modelId="{2749804F-120D-4F91-972A-5BCDDDC31A3C}" srcId="{CD88A2CD-F5BF-4BD7-9A4B-860328F73501}" destId="{8BF7CE34-3BAA-48C2-9440-AB73690307DF}" srcOrd="0" destOrd="0" parTransId="{85D0A96C-9291-4FF2-92BB-177A2C076B5C}" sibTransId="{E67FA243-246E-4E09-B543-D914B82FE4D1}"/>
    <dgm:cxn modelId="{C0B22970-4578-4F49-8B2A-F1CCF35A2040}" type="presOf" srcId="{CD88A2CD-F5BF-4BD7-9A4B-860328F73501}" destId="{6F255A7A-696D-4CB9-BAAA-BD4B147C9278}" srcOrd="0" destOrd="0" presId="urn:microsoft.com/office/officeart/2005/8/layout/orgChart1"/>
    <dgm:cxn modelId="{B3963950-B3F9-45CF-AB92-DE47A78EDAFE}" type="presOf" srcId="{C71C1068-6F66-4806-BF3E-C0ABC32DB9CD}" destId="{FF67444D-5ED3-41ED-A347-24C2B0E04B90}" srcOrd="0" destOrd="0" presId="urn:microsoft.com/office/officeart/2005/8/layout/orgChart1"/>
    <dgm:cxn modelId="{CDDC9450-A1D5-407D-A748-E38BE5E97226}" srcId="{41E00EC4-D659-46CC-978A-91443662B6B9}" destId="{3C2B0496-9C29-4AC6-84A3-6B9040FC193D}" srcOrd="1" destOrd="0" parTransId="{9AF3C428-FC2B-4314-88DA-6534BEE809CE}" sibTransId="{E2F05E2F-C6ED-45F9-A831-F1B9BACD4B3D}"/>
    <dgm:cxn modelId="{E9F5F750-9D3E-4A57-8D4D-159C516DF180}" type="presOf" srcId="{662BA738-A49A-45B7-BD9F-963D5BFE2AA3}" destId="{A50C351E-75D0-427A-85F2-6A352551E6E2}" srcOrd="0" destOrd="0" presId="urn:microsoft.com/office/officeart/2005/8/layout/orgChart1"/>
    <dgm:cxn modelId="{77BE4471-F3AD-4ACF-B8ED-E5334705D8E9}" type="presOf" srcId="{EA317B2D-5453-4BBD-8D75-FE30E28DA8C2}" destId="{C1A80B9E-7599-4FD9-B121-09D71FF3AB8F}" srcOrd="1" destOrd="0" presId="urn:microsoft.com/office/officeart/2005/8/layout/orgChart1"/>
    <dgm:cxn modelId="{477D4B51-9325-45C3-ADBA-1CC8A799D8E0}" type="presOf" srcId="{8B6C4BB2-32DD-472C-ACBE-BC5A65F29AEC}" destId="{067299FF-CA97-4A6A-AD19-769F247D4691}" srcOrd="1" destOrd="0" presId="urn:microsoft.com/office/officeart/2005/8/layout/orgChart1"/>
    <dgm:cxn modelId="{2C1FBC51-A6FF-498B-AC4C-D2B2ED18CAA0}" srcId="{DF9E427A-F061-4D73-876E-50DFE6A2B7E5}" destId="{41E00EC4-D659-46CC-978A-91443662B6B9}" srcOrd="0" destOrd="0" parTransId="{512C6554-6E01-4F20-964D-CEFBA7684C9C}" sibTransId="{0F1EA983-C6A8-48BD-9106-BA0F05A8A415}"/>
    <dgm:cxn modelId="{EFCDE451-2354-4EFE-B526-56B196DC5C32}" srcId="{10A0EA3D-3AD4-4A16-AC66-3525B6400D15}" destId="{CFBF96BE-57AC-4278-BEE8-4529105B485E}" srcOrd="4" destOrd="0" parTransId="{E93B594F-0000-4F1E-9B42-4CBD54251AE9}" sibTransId="{193FE8D6-E354-43F8-A281-6AE4CE481BEC}"/>
    <dgm:cxn modelId="{1254EE51-751E-4852-AB60-8587CC0E1D37}" type="presOf" srcId="{3C2B0496-9C29-4AC6-84A3-6B9040FC193D}" destId="{B47F2156-E6C0-4001-9E85-0DB69F72A6FE}" srcOrd="1" destOrd="0" presId="urn:microsoft.com/office/officeart/2005/8/layout/orgChart1"/>
    <dgm:cxn modelId="{4CEC8672-21E8-4F03-99D6-F6D54C78EEE4}" type="presOf" srcId="{512C6554-6E01-4F20-964D-CEFBA7684C9C}" destId="{7A667988-FD62-4271-A7E4-A99556F8B087}" srcOrd="0" destOrd="0" presId="urn:microsoft.com/office/officeart/2005/8/layout/orgChart1"/>
    <dgm:cxn modelId="{B6EBC652-C196-459B-9CD1-0BA76BC6D306}" type="presOf" srcId="{DF9E427A-F061-4D73-876E-50DFE6A2B7E5}" destId="{016EC23A-2D0E-41F6-A49C-4A8A9AA629EE}" srcOrd="0" destOrd="0" presId="urn:microsoft.com/office/officeart/2005/8/layout/orgChart1"/>
    <dgm:cxn modelId="{DE44D272-605E-4BB7-B126-FC84D2179E22}" type="presOf" srcId="{1C902260-A6B0-46D5-B11B-7808D5D30EA4}" destId="{BEBDDD14-F491-45D4-9950-738D36228453}" srcOrd="1" destOrd="0" presId="urn:microsoft.com/office/officeart/2005/8/layout/orgChart1"/>
    <dgm:cxn modelId="{9FE1EF72-44F1-46E2-899B-2CE8BF0C6929}" type="presOf" srcId="{5BFB97B4-B087-41CF-934F-30A1F32494DE}" destId="{87A6AD60-4F0F-491E-9176-F0A64ECD9127}" srcOrd="0" destOrd="0" presId="urn:microsoft.com/office/officeart/2005/8/layout/orgChart1"/>
    <dgm:cxn modelId="{E7503673-B820-4286-B1F9-C66DC8E48245}" type="presOf" srcId="{2FA7CF46-9778-44B7-9B6A-75AC61C30725}" destId="{DD5AC17D-54DE-4D5C-B480-CFEE828C5D4D}" srcOrd="1" destOrd="0" presId="urn:microsoft.com/office/officeart/2005/8/layout/orgChart1"/>
    <dgm:cxn modelId="{AAEEAB53-9AE0-4A1A-96A3-1CBB9D580758}" type="presOf" srcId="{7659CDB2-EBD4-4C0F-8886-83EBE5ED4CAD}" destId="{A267FBFB-8D54-4F9A-892D-288B17DB5B5B}" srcOrd="1" destOrd="0" presId="urn:microsoft.com/office/officeart/2005/8/layout/orgChart1"/>
    <dgm:cxn modelId="{409EE173-EA65-4AB7-B5BB-16B3536CC2D4}" srcId="{0F02B370-286F-4E1B-80A8-B2AD40265B7C}" destId="{41137F2A-9002-4CAD-9B35-14295F57C0BB}" srcOrd="2" destOrd="0" parTransId="{BD8B8223-0EA7-4365-B508-90434848BC08}" sibTransId="{6F2E88A3-1EE4-44AC-B7B6-FA1B6F5F4222}"/>
    <dgm:cxn modelId="{510F1F74-C8B5-4B82-A785-CFD5359DCBEF}" type="presOf" srcId="{E6E8793E-83AD-49AA-A656-E02EAA31DE45}" destId="{42593832-9396-4D50-BF2B-266D59617FFE}" srcOrd="1" destOrd="0" presId="urn:microsoft.com/office/officeart/2005/8/layout/orgChart1"/>
    <dgm:cxn modelId="{5ABA2954-0048-4235-902B-052A722889EC}" type="presOf" srcId="{41137F2A-9002-4CAD-9B35-14295F57C0BB}" destId="{4DFB5DE8-8924-43A1-9226-8604C6A4E4AD}" srcOrd="1" destOrd="0" presId="urn:microsoft.com/office/officeart/2005/8/layout/orgChart1"/>
    <dgm:cxn modelId="{BF1D4875-C946-46D7-9F03-A6A2A65691FF}" srcId="{92162928-B373-4802-B988-4C318FAE4B4C}" destId="{164106AA-0B9B-496D-87E5-F4DCB8BDCBC0}" srcOrd="2" destOrd="0" parTransId="{2A235F8A-27C3-4172-B82B-345028F7B28C}" sibTransId="{EA2E847C-B769-47C7-A998-E6722B7505DE}"/>
    <dgm:cxn modelId="{1BC75055-524C-4E22-997C-D5AE18EC2FA6}" type="presOf" srcId="{8BF7CE34-3BAA-48C2-9440-AB73690307DF}" destId="{3C8C031A-91E2-4F2C-BD3A-6E51E00F8037}" srcOrd="1" destOrd="0" presId="urn:microsoft.com/office/officeart/2005/8/layout/orgChart1"/>
    <dgm:cxn modelId="{B5D6C155-F421-48EA-A583-1AADDB20F58A}" type="presOf" srcId="{2FA7CF46-9778-44B7-9B6A-75AC61C30725}" destId="{5146D6D1-D55F-4791-B168-4FA00883F38A}" srcOrd="0" destOrd="0" presId="urn:microsoft.com/office/officeart/2005/8/layout/orgChart1"/>
    <dgm:cxn modelId="{EA43DC75-41FC-4258-98F4-22D3C09875BC}" type="presOf" srcId="{0C10F2A3-7F4D-48D4-9599-6AF7B6E53561}" destId="{0816FF1F-BD67-434F-AAE7-A3188766367B}" srcOrd="0" destOrd="0" presId="urn:microsoft.com/office/officeart/2005/8/layout/orgChart1"/>
    <dgm:cxn modelId="{E280F855-ED83-4B47-861E-F684801116CA}" type="presOf" srcId="{5B8C2E90-EDD6-4FA6-ACDA-CBFF4905C18C}" destId="{352B39FC-4241-48EA-A60D-FD5CF27E73CC}" srcOrd="0" destOrd="0" presId="urn:microsoft.com/office/officeart/2005/8/layout/orgChart1"/>
    <dgm:cxn modelId="{326B1956-77C8-4F6D-B593-21D6722C08F4}" srcId="{9D32F532-C24E-4B0D-9A77-E5C3937B67F6}" destId="{DB682560-662C-4A61-B0A5-3DF76AE0FBDA}" srcOrd="0" destOrd="0" parTransId="{546C596F-F9B4-4AB3-994F-AF55F39337A4}" sibTransId="{F143C7AC-EFCF-4554-AE53-F8DC99A4955F}"/>
    <dgm:cxn modelId="{4F48A056-4960-40B9-A081-C197DF78A97B}" type="presOf" srcId="{619D2226-BB60-42EC-BF49-7C37BA13E19D}" destId="{ADC7D9D8-2FFD-43EE-B134-DD6BED8A2F3C}" srcOrd="0" destOrd="0" presId="urn:microsoft.com/office/officeart/2005/8/layout/orgChart1"/>
    <dgm:cxn modelId="{15CEA976-DD0C-42A7-B1F9-54F8537A0440}" type="presOf" srcId="{E3EEEF21-92B3-42F1-8808-0BC4C1154F7F}" destId="{91CB7192-2F65-45C0-9B26-F8AD4329482F}" srcOrd="0" destOrd="0" presId="urn:microsoft.com/office/officeart/2005/8/layout/orgChart1"/>
    <dgm:cxn modelId="{F813AF76-B962-4940-9B54-B4ECC94BAFDC}" srcId="{662BA738-A49A-45B7-BD9F-963D5BFE2AA3}" destId="{2ED8BA49-A079-4726-8958-11387D0DEE8F}" srcOrd="0" destOrd="0" parTransId="{758AB390-FD51-477E-886C-8E93E74C60A1}" sibTransId="{74888E07-196A-45B5-B48D-80E8F7BAC03D}"/>
    <dgm:cxn modelId="{B6913657-6441-41FC-BB26-97E3FD62C2DA}" type="presOf" srcId="{164106AA-0B9B-496D-87E5-F4DCB8BDCBC0}" destId="{14AE4B2D-DBC4-44DD-B29C-CECB2DCE6325}" srcOrd="1" destOrd="0" presId="urn:microsoft.com/office/officeart/2005/8/layout/orgChart1"/>
    <dgm:cxn modelId="{D3097257-458A-4BFC-A8D5-1C4E863381B1}" srcId="{F347438A-0669-4C4D-B43B-E4FE3266C9E4}" destId="{8B6C4BB2-32DD-472C-ACBE-BC5A65F29AEC}" srcOrd="1" destOrd="0" parTransId="{AFFFF4AB-7EFF-4EA0-94ED-3E5FD73FC15E}" sibTransId="{D08809D1-02BF-4239-A501-E2962F1C1245}"/>
    <dgm:cxn modelId="{1AF6DD57-F9BE-4AFC-88FA-34E7AA864238}" srcId="{7E92AB31-7104-46B2-B607-60B646D69120}" destId="{CB4CCCC3-7370-4A48-B4F0-22A7925D32B5}" srcOrd="0" destOrd="0" parTransId="{0A6BB837-EE54-4C42-88BB-B7667B343DB9}" sibTransId="{270BE086-3E2D-4C3E-B2F0-B06DD74276E3}"/>
    <dgm:cxn modelId="{651A0058-0A25-4741-A11A-43B98645DCB0}" type="presOf" srcId="{3816D447-9BAD-4334-AC8A-E36A9FF21786}" destId="{6CC9C9C5-306D-4EC9-A425-A6D034386F99}" srcOrd="0" destOrd="0" presId="urn:microsoft.com/office/officeart/2005/8/layout/orgChart1"/>
    <dgm:cxn modelId="{D41C9E59-2565-46B8-BD86-8BF08AA2FBEA}" type="presOf" srcId="{0C9040A8-BA72-4DD7-8063-4842E011A0DF}" destId="{134A9739-8D4C-43E4-9639-06DAF7EE6EE7}" srcOrd="1" destOrd="0" presId="urn:microsoft.com/office/officeart/2005/8/layout/orgChart1"/>
    <dgm:cxn modelId="{A2F8045A-11BC-4AD9-91F8-79B8AA7CDD7B}" srcId="{5BFB97B4-B087-41CF-934F-30A1F32494DE}" destId="{56518673-4F24-4F55-AE26-A9B21F9C211A}" srcOrd="0" destOrd="0" parTransId="{A0F915A4-E74D-4381-B93A-E4033244ECD2}" sibTransId="{65A9A017-C7C7-4724-AE9B-837B60A07F53}"/>
    <dgm:cxn modelId="{306F417A-7A83-47FE-A243-C3763F639A92}" type="presOf" srcId="{E381E2F3-0DA5-43A8-9097-A1F86D60B8FC}" destId="{5096A1FA-0A49-4219-B877-B96A0469C595}" srcOrd="0" destOrd="0" presId="urn:microsoft.com/office/officeart/2005/8/layout/orgChart1"/>
    <dgm:cxn modelId="{EEB2777A-B4DC-4623-94BF-DAEA8B1A421C}" type="presOf" srcId="{38B73073-B696-4315-BF7D-E54BB797CC75}" destId="{82AD5AB2-0508-43EE-AD50-1B0D6F097C25}" srcOrd="1" destOrd="0" presId="urn:microsoft.com/office/officeart/2005/8/layout/orgChart1"/>
    <dgm:cxn modelId="{B94D1F7B-05C1-4C39-B770-D5009CDA0E6B}" type="presOf" srcId="{6F068571-6162-4D79-B677-FA526E242AAA}" destId="{BC3B0EDD-05E0-4C7C-845B-15D4DB15CF90}" srcOrd="0" destOrd="0" presId="urn:microsoft.com/office/officeart/2005/8/layout/orgChart1"/>
    <dgm:cxn modelId="{B2C1A07C-A44B-41F5-A0C8-AA08CECBB43B}" type="presOf" srcId="{3D1EA3EE-B119-4379-AC02-B56E32B2D6BE}" destId="{DFE2558B-2422-4EFF-AD47-78733478CFD1}" srcOrd="0" destOrd="0" presId="urn:microsoft.com/office/officeart/2005/8/layout/orgChart1"/>
    <dgm:cxn modelId="{7278D07C-0FC3-4481-BCDA-56E0929D077B}" type="presOf" srcId="{76DA6E38-B957-4E83-9070-E4950F4FBEA1}" destId="{A978789E-B037-460D-A97E-2E91E409BDFC}" srcOrd="0" destOrd="0" presId="urn:microsoft.com/office/officeart/2005/8/layout/orgChart1"/>
    <dgm:cxn modelId="{691E767D-2696-4C47-AF86-A86C609BA682}" type="presOf" srcId="{F967AC73-60EA-4945-AEC1-1AE5D8629C87}" destId="{AB1F82AE-D204-494B-90C7-632A99586039}" srcOrd="0" destOrd="0" presId="urn:microsoft.com/office/officeart/2005/8/layout/orgChart1"/>
    <dgm:cxn modelId="{A9B6F37E-3B43-43B3-B44D-3AC4D4A35DA8}" type="presOf" srcId="{5E220795-0225-42DF-B063-0BBD03747952}" destId="{7BFDFDA9-0E96-458B-AB70-D87709AE2675}" srcOrd="0" destOrd="0" presId="urn:microsoft.com/office/officeart/2005/8/layout/orgChart1"/>
    <dgm:cxn modelId="{45251480-6C79-49FC-B2EE-E7427D6199B2}" type="presOf" srcId="{6643273A-E0A0-44C9-AA4C-39F5626F8635}" destId="{4D18FC79-1D32-4A57-8194-C37CE7939140}" srcOrd="0" destOrd="0" presId="urn:microsoft.com/office/officeart/2005/8/layout/orgChart1"/>
    <dgm:cxn modelId="{028BED83-3877-4877-AA04-12DC14FC8B91}" type="presOf" srcId="{C2101A48-9C9E-4DA0-A8F0-8DA646E373E2}" destId="{902F6DD7-BF52-40C4-AED9-7E5A123E0B9D}" srcOrd="0" destOrd="0" presId="urn:microsoft.com/office/officeart/2005/8/layout/orgChart1"/>
    <dgm:cxn modelId="{F6F9EB84-B63A-40B3-A71F-49AC960421E5}" type="presOf" srcId="{73F84634-D3CD-451B-A2F8-6E423801CF02}" destId="{3E1F7D43-1786-444D-9DEF-BC8A35304D46}" srcOrd="1" destOrd="0" presId="urn:microsoft.com/office/officeart/2005/8/layout/orgChart1"/>
    <dgm:cxn modelId="{694DAA85-7A12-4084-81C4-FD47BE31C5A8}" type="presOf" srcId="{8D1ACC88-163B-4D1F-B2D7-3D39D6574FFD}" destId="{9433E3C4-19AD-4AF8-8A87-A91E98B56445}" srcOrd="0" destOrd="0" presId="urn:microsoft.com/office/officeart/2005/8/layout/orgChart1"/>
    <dgm:cxn modelId="{A918E985-ADF6-4EED-9917-5B1FB7462928}" srcId="{DF9E427A-F061-4D73-876E-50DFE6A2B7E5}" destId="{9D32F532-C24E-4B0D-9A77-E5C3937B67F6}" srcOrd="2" destOrd="0" parTransId="{96E8C4D9-23BF-472C-9339-07BB60C08429}" sibTransId="{98D371C2-B05B-4225-9E4A-9A463B6DE4EE}"/>
    <dgm:cxn modelId="{94F32C86-8847-4749-A85F-15B8798BA485}" type="presOf" srcId="{5654A7EF-41F9-42AD-9F91-DD9C6CFE1556}" destId="{D08CAB0F-7844-4830-9CF8-EB0EAA103225}" srcOrd="0" destOrd="0" presId="urn:microsoft.com/office/officeart/2005/8/layout/orgChart1"/>
    <dgm:cxn modelId="{872DD086-7B00-4DCC-ADE5-C0B23B9980DD}" type="presOf" srcId="{0B27C579-8C00-4838-8FD8-A03E68F7EEEE}" destId="{E2985616-1ED6-4366-80A9-6009A2942E9D}" srcOrd="0" destOrd="0" presId="urn:microsoft.com/office/officeart/2005/8/layout/orgChart1"/>
    <dgm:cxn modelId="{60930687-71C6-4103-A260-A914BC09377C}" srcId="{D5ABCA96-53FA-445F-99FC-0F9AD4FA21DA}" destId="{E6E8793E-83AD-49AA-A656-E02EAA31DE45}" srcOrd="1" destOrd="0" parTransId="{17EC9770-BCC0-45F8-88BB-454D40F982CF}" sibTransId="{E5C94CED-55F8-4C44-B2AF-4F2B162C5730}"/>
    <dgm:cxn modelId="{60A69687-1AF7-49A1-909E-D8D3A7A735BE}" type="presOf" srcId="{4BB0740C-9F30-4636-8D51-7B54E0EE56A2}" destId="{720B9081-3F4D-4C1B-B1D9-442CDD28E1F7}" srcOrd="0" destOrd="0" presId="urn:microsoft.com/office/officeart/2005/8/layout/orgChart1"/>
    <dgm:cxn modelId="{69ECF388-D46F-4C48-9F96-C7C4E57A9499}" type="presOf" srcId="{863AB167-0B82-47AB-8FE9-43BDBC851643}" destId="{2A875F4B-5553-4F6F-B89F-457AA5382C80}" srcOrd="0" destOrd="0" presId="urn:microsoft.com/office/officeart/2005/8/layout/orgChart1"/>
    <dgm:cxn modelId="{BBA07C89-0398-4FEB-9E36-E0C162B57A58}" type="presOf" srcId="{32F25013-0CD6-4E2C-8041-EF1CD5923ED1}" destId="{D4509C77-C95F-45FA-B69B-76BEEC1A43DC}" srcOrd="0" destOrd="0" presId="urn:microsoft.com/office/officeart/2005/8/layout/orgChart1"/>
    <dgm:cxn modelId="{F31F978A-A2C5-4C04-8ABE-DE62F6851216}" type="presOf" srcId="{0D031FDC-43B8-47E1-BCC6-A8973DFD5478}" destId="{9374E3D3-1DB6-496C-93B1-5E820CE5DDA9}" srcOrd="1" destOrd="0" presId="urn:microsoft.com/office/officeart/2005/8/layout/orgChart1"/>
    <dgm:cxn modelId="{0969DA8A-FC55-45EB-AFC5-4EFD430E34E6}" type="presOf" srcId="{EF52224E-21D1-4491-A3BF-16151D16D91F}" destId="{2E438C9D-6724-418F-AB3F-B049CC9817E3}" srcOrd="1" destOrd="0" presId="urn:microsoft.com/office/officeart/2005/8/layout/orgChart1"/>
    <dgm:cxn modelId="{F2B8808C-9588-4C83-9EAB-0746A4905F55}" srcId="{F97C641A-CDFD-4990-9902-7956CDBC2724}" destId="{8380738A-8835-41CD-87C6-03B7BB6A637D}" srcOrd="0" destOrd="0" parTransId="{78E7FE40-AEA4-4D0E-A3E3-FDDF18209228}" sibTransId="{93F564AD-4C64-4BBE-8550-5911D49A83EB}"/>
    <dgm:cxn modelId="{491D778D-FEBF-4F61-BE54-88AD5DD12223}" srcId="{164106AA-0B9B-496D-87E5-F4DCB8BDCBC0}" destId="{7F84ED96-FDB5-41E8-ADFF-79F3585EB7CF}" srcOrd="1" destOrd="0" parTransId="{E57B40DD-1A3B-4F4C-9685-7653760DCCD9}" sibTransId="{97EF8AAC-1CC2-457B-97E5-E66B11CBED4B}"/>
    <dgm:cxn modelId="{43F0A590-39A3-43F7-AAB1-8BE08B0006AF}" type="presOf" srcId="{CFBF96BE-57AC-4278-BEE8-4529105B485E}" destId="{B6882BBA-C028-45B6-AA74-004B50941257}" srcOrd="0" destOrd="0" presId="urn:microsoft.com/office/officeart/2005/8/layout/orgChart1"/>
    <dgm:cxn modelId="{B1185F92-71B5-42BC-88E1-42595B0A9575}" type="presOf" srcId="{17EC9770-BCC0-45F8-88BB-454D40F982CF}" destId="{F74BE60C-DAF3-41F4-8E59-A9F5F5B2D4D2}" srcOrd="0" destOrd="0" presId="urn:microsoft.com/office/officeart/2005/8/layout/orgChart1"/>
    <dgm:cxn modelId="{7A9B7597-F223-4D4A-92CB-DC8D3D0D0516}" type="presOf" srcId="{4970D5F9-4012-428F-9BFC-31FD2A571A81}" destId="{26CB4C77-0714-4DD2-BAF4-09A376FDE558}" srcOrd="0" destOrd="0" presId="urn:microsoft.com/office/officeart/2005/8/layout/orgChart1"/>
    <dgm:cxn modelId="{D23ED299-989E-44C4-85E9-F6ACC0956FA7}" type="presOf" srcId="{4843947D-C9C7-4F3D-A66F-4D4BEC856149}" destId="{D5FA499A-6EA1-4F19-A798-9D1B8CC9D040}" srcOrd="1" destOrd="0" presId="urn:microsoft.com/office/officeart/2005/8/layout/orgChart1"/>
    <dgm:cxn modelId="{F337269A-E9D6-4927-9212-AB6C94B3ED7A}" type="presOf" srcId="{D8E4F52D-0D5D-4F4E-BB45-0C2DD069CA87}" destId="{2A2D824B-CA65-4C8D-8AF9-44E9B2589983}" srcOrd="1" destOrd="0" presId="urn:microsoft.com/office/officeart/2005/8/layout/orgChart1"/>
    <dgm:cxn modelId="{B661939B-6B8C-4A0B-8C51-7FFBD7BDFA77}" type="presOf" srcId="{5FC97A2E-932D-4F4F-8ADF-51357039262F}" destId="{99BDFE2F-F48D-4C55-9473-5DFF624E6318}" srcOrd="0" destOrd="0" presId="urn:microsoft.com/office/officeart/2005/8/layout/orgChart1"/>
    <dgm:cxn modelId="{7614409E-09B5-4BB7-B1FE-D6D48894921D}" type="presOf" srcId="{D92CA446-917D-49A6-B483-0BE848902E43}" destId="{0D5A564A-1FAA-4AFE-812C-FAE70B7914D7}" srcOrd="0" destOrd="0" presId="urn:microsoft.com/office/officeart/2005/8/layout/orgChart1"/>
    <dgm:cxn modelId="{E1BD669F-EB4C-463C-848C-3CAF37D2A74C}" type="presOf" srcId="{CB4CCCC3-7370-4A48-B4F0-22A7925D32B5}" destId="{1A76D733-6FD3-44DD-9CB9-531DA70C2DDE}" srcOrd="1" destOrd="0" presId="urn:microsoft.com/office/officeart/2005/8/layout/orgChart1"/>
    <dgm:cxn modelId="{B4A94C9F-DD3B-4290-9BD0-573E6D2C3ECF}" type="presOf" srcId="{38B73073-B696-4315-BF7D-E54BB797CC75}" destId="{7BC6389E-30F7-4DA4-9B52-5847F61CD7B9}" srcOrd="0" destOrd="0" presId="urn:microsoft.com/office/officeart/2005/8/layout/orgChart1"/>
    <dgm:cxn modelId="{526B6E9F-2802-4107-ADBF-13CFE01FE152}" type="presOf" srcId="{257BCAFC-E827-4CBE-8B95-83C222D6F7B7}" destId="{1D22872B-A537-4CCA-BF53-7698457E4B5E}" srcOrd="0" destOrd="0" presId="urn:microsoft.com/office/officeart/2005/8/layout/orgChart1"/>
    <dgm:cxn modelId="{D04C91A1-AB63-42E7-89D3-89C60DC14D52}" type="presOf" srcId="{41E00EC4-D659-46CC-978A-91443662B6B9}" destId="{45C2E303-644F-4177-ABAB-296F5DCB3F63}" srcOrd="1" destOrd="0" presId="urn:microsoft.com/office/officeart/2005/8/layout/orgChart1"/>
    <dgm:cxn modelId="{00785FA2-6C8C-42AA-9BF7-ACC1983B93AB}" type="presOf" srcId="{45D699B5-D039-461D-BC7A-0620BD1B524C}" destId="{F4967D4D-B14F-49FF-A0AA-2369B9BC0184}" srcOrd="0" destOrd="0" presId="urn:microsoft.com/office/officeart/2005/8/layout/orgChart1"/>
    <dgm:cxn modelId="{5C8074A2-7F22-4D98-94E3-318EF1F8090D}" srcId="{164106AA-0B9B-496D-87E5-F4DCB8BDCBC0}" destId="{EA317B2D-5453-4BBD-8D75-FE30E28DA8C2}" srcOrd="0" destOrd="0" parTransId="{3D1EA3EE-B119-4379-AC02-B56E32B2D6BE}" sibTransId="{43B6AD9B-32B8-40A6-9261-FF000927F50B}"/>
    <dgm:cxn modelId="{196AE9A2-6DC5-4C99-AE8F-21E0A28045EB}" type="presOf" srcId="{8380738A-8835-41CD-87C6-03B7BB6A637D}" destId="{3219AA4B-32C7-43F9-B287-9E88B5733F56}" srcOrd="0" destOrd="0" presId="urn:microsoft.com/office/officeart/2005/8/layout/orgChart1"/>
    <dgm:cxn modelId="{7D1CCEA3-631F-4864-BB6F-27271179B14F}" type="presOf" srcId="{7DAFEE28-9E42-43E1-B6DD-D8EDF7B67EFB}" destId="{459AB962-065B-4F76-AEDB-E1A9E4F99B65}" srcOrd="1" destOrd="0" presId="urn:microsoft.com/office/officeart/2005/8/layout/orgChart1"/>
    <dgm:cxn modelId="{D95AF1A3-2C32-4159-8894-44E835F07AE4}" srcId="{CB4CCCC3-7370-4A48-B4F0-22A7925D32B5}" destId="{7659CDB2-EBD4-4C0F-8886-83EBE5ED4CAD}" srcOrd="1" destOrd="0" parTransId="{3A9022D6-D09F-4BA4-8743-6B07C608494B}" sibTransId="{B7755F76-25CD-4F88-A07C-E0CF055D37AC}"/>
    <dgm:cxn modelId="{6FDE68A4-B097-48A5-BE18-142852218704}" type="presOf" srcId="{D98AF40D-1EE0-44B5-8804-3B0BD2BF7480}" destId="{F7B38426-9C1B-49F9-A801-3F11986B0077}" srcOrd="1" destOrd="0" presId="urn:microsoft.com/office/officeart/2005/8/layout/orgChart1"/>
    <dgm:cxn modelId="{E15E13A5-63A8-4E40-9812-73C49160532F}" type="presOf" srcId="{9142E8A0-224B-4E01-A1E9-48A064437162}" destId="{9B3E5AE3-F174-4FF5-94C2-F98BD1DE49CA}" srcOrd="0" destOrd="0" presId="urn:microsoft.com/office/officeart/2005/8/layout/orgChart1"/>
    <dgm:cxn modelId="{88B4B0A5-FC84-424B-97FC-DC619DA4AA3A}" srcId="{CFBF96BE-57AC-4278-BEE8-4529105B485E}" destId="{5E220795-0225-42DF-B063-0BBD03747952}" srcOrd="1" destOrd="0" parTransId="{3BF46AEE-2B7F-47D2-8895-ACA63BBF056C}" sibTransId="{30757C95-E940-46B4-A63C-897D5D2EE18C}"/>
    <dgm:cxn modelId="{9E45E1A5-6FE6-40BB-B8BA-346564FF0E0E}" srcId="{E381E2F3-0DA5-43A8-9097-A1F86D60B8FC}" destId="{04250B26-51A7-4F51-BD6B-503BCFB165F9}" srcOrd="0" destOrd="0" parTransId="{C3544825-11C6-445B-92DC-3DEA3BB198F8}" sibTransId="{2CA9C2CE-9DFC-4F05-B881-43DF8DA0DE23}"/>
    <dgm:cxn modelId="{26DAEDA5-87F3-49DB-8D92-91A669D7FCA8}" type="presOf" srcId="{41137F2A-9002-4CAD-9B35-14295F57C0BB}" destId="{A8D466AB-DEC8-488B-8149-AB7E4E70149C}" srcOrd="0" destOrd="0" presId="urn:microsoft.com/office/officeart/2005/8/layout/orgChart1"/>
    <dgm:cxn modelId="{BAF54AA6-AA15-42FE-A250-FE04091A163B}" type="presOf" srcId="{1E43DB70-FAA5-437E-8B0E-4B620760DA1F}" destId="{BE2CAD42-DF86-47B5-AEAC-231D90AC8B24}" srcOrd="0" destOrd="0" presId="urn:microsoft.com/office/officeart/2005/8/layout/orgChart1"/>
    <dgm:cxn modelId="{ACAD58A6-5E29-48E2-8441-57D9DD5655D7}" type="presOf" srcId="{164106AA-0B9B-496D-87E5-F4DCB8BDCBC0}" destId="{07C71433-0FF8-4BC8-9B31-E04309C87F10}" srcOrd="0" destOrd="0" presId="urn:microsoft.com/office/officeart/2005/8/layout/orgChart1"/>
    <dgm:cxn modelId="{5EC371A7-6ECC-45A4-A2FD-1F46E8B52DA4}" type="presOf" srcId="{AEC2FFD7-2A1C-45F9-8A1D-AFE37AA5BA14}" destId="{EAC976B2-B0DD-47FC-A4C4-30263AE53B86}" srcOrd="1" destOrd="0" presId="urn:microsoft.com/office/officeart/2005/8/layout/orgChart1"/>
    <dgm:cxn modelId="{D4D7BAA7-0E6C-48F4-8DD5-21F1FE685777}" type="presOf" srcId="{5E220795-0225-42DF-B063-0BBD03747952}" destId="{1EEC46A2-0F29-439A-B4F4-76B02D257297}" srcOrd="1" destOrd="0" presId="urn:microsoft.com/office/officeart/2005/8/layout/orgChart1"/>
    <dgm:cxn modelId="{49A02DA8-92BB-429F-A755-417A2EC3E9B9}" srcId="{10A0EA3D-3AD4-4A16-AC66-3525B6400D15}" destId="{92162928-B373-4802-B988-4C318FAE4B4C}" srcOrd="0" destOrd="0" parTransId="{691118F6-AAF5-40E0-AD6D-235FADC018C0}" sibTransId="{7F58E25C-EE12-4CC1-9C39-BC755918B106}"/>
    <dgm:cxn modelId="{1A45A6A8-2F59-4327-8244-DC04CD89BAEF}" type="presOf" srcId="{8121365C-0E5F-46FD-99B3-A0710F6DD8BD}" destId="{9AB20978-08CF-4AAB-B144-0305DE5CA8BA}" srcOrd="0" destOrd="0" presId="urn:microsoft.com/office/officeart/2005/8/layout/orgChart1"/>
    <dgm:cxn modelId="{C9DDCDA9-3193-4A26-94C4-3AB109B98DBD}" type="presOf" srcId="{EEBB306B-8FFE-4FE9-BFEB-62E606321AD3}" destId="{AE95BAB7-52A9-40B2-80E7-9D22FE08CB71}" srcOrd="0" destOrd="0" presId="urn:microsoft.com/office/officeart/2005/8/layout/orgChart1"/>
    <dgm:cxn modelId="{2571AFAA-1D4A-4CC9-B984-434E29ACC3D9}" srcId="{F39F4C01-840D-4B54-8A50-91A2B30E0BA8}" destId="{0533D63A-078C-49D6-A031-2939C4C98C63}" srcOrd="1" destOrd="0" parTransId="{99226063-7DDF-4483-BDDE-C3321D430C00}" sibTransId="{C277DFF8-89B5-42D9-920F-141EE5557515}"/>
    <dgm:cxn modelId="{38AEDAAA-9B19-4B6B-9D32-D02123B948C0}" type="presOf" srcId="{C7F11D15-4462-4F2F-AAE5-A2BAA5988B38}" destId="{7A04F79D-1B39-45C4-BCCD-F08254B9ABB8}" srcOrd="0" destOrd="0" presId="urn:microsoft.com/office/officeart/2005/8/layout/orgChart1"/>
    <dgm:cxn modelId="{CC8F71AB-0F1D-4B28-811C-4180CDCBAFF6}" type="presOf" srcId="{41B833B6-0250-4B6F-9C6F-5FC5B5ACFCE0}" destId="{E5861480-B4E2-48AE-A0E2-82D0CA04DC12}" srcOrd="0" destOrd="0" presId="urn:microsoft.com/office/officeart/2005/8/layout/orgChart1"/>
    <dgm:cxn modelId="{E49DE1AB-42B2-4E2D-9425-23BE107B1595}" type="presOf" srcId="{75DFC915-9462-4A30-AE1F-37CE18B3C6D2}" destId="{6F0642B5-C6D2-460F-8B0D-117246BD79FD}" srcOrd="1" destOrd="0" presId="urn:microsoft.com/office/officeart/2005/8/layout/orgChart1"/>
    <dgm:cxn modelId="{CAD744AC-4E72-44AA-BF15-4DF8C6791310}" type="presOf" srcId="{88C51BA3-E3B5-4675-889A-65CB57AD3DC9}" destId="{E53F20DB-BE1C-43BF-813E-0301F729BAEC}" srcOrd="0" destOrd="0" presId="urn:microsoft.com/office/officeart/2005/8/layout/orgChart1"/>
    <dgm:cxn modelId="{0EA915AE-26FF-4703-8C02-71337901574F}" type="presOf" srcId="{F8130828-F801-48B7-A83D-32C060147E31}" destId="{B67FA171-3DC1-4B30-B97D-AAB0EE775448}" srcOrd="0" destOrd="0" presId="urn:microsoft.com/office/officeart/2005/8/layout/orgChart1"/>
    <dgm:cxn modelId="{9F19FDAE-E1B9-41D5-AF46-AEAD3BE9401C}" type="presOf" srcId="{7E92AB31-7104-46B2-B607-60B646D69120}" destId="{949025D6-383D-4129-B503-AA9F63878290}" srcOrd="0" destOrd="0" presId="urn:microsoft.com/office/officeart/2005/8/layout/orgChart1"/>
    <dgm:cxn modelId="{050AD8AF-68B1-43AC-B778-8747258E85D4}" type="presOf" srcId="{2ED8BA49-A079-4726-8958-11387D0DEE8F}" destId="{6F3F0949-ABBE-4B1F-A83F-947AF15AC17D}" srcOrd="0" destOrd="0" presId="urn:microsoft.com/office/officeart/2005/8/layout/orgChart1"/>
    <dgm:cxn modelId="{D89726B1-D9B2-491C-B9C4-8D1605A85A15}" type="presOf" srcId="{758AB390-FD51-477E-886C-8E93E74C60A1}" destId="{A661F0CB-02A5-44BC-802B-160AEE8859DA}" srcOrd="0" destOrd="0" presId="urn:microsoft.com/office/officeart/2005/8/layout/orgChart1"/>
    <dgm:cxn modelId="{31A43DB1-9652-4F95-A15C-F23B3EA9AD64}" type="presOf" srcId="{22D34FF9-DFD2-447C-9554-F821C4DA06DC}" destId="{48483E4C-0B9A-4D68-8798-5B0CB4F90371}" srcOrd="0" destOrd="0" presId="urn:microsoft.com/office/officeart/2005/8/layout/orgChart1"/>
    <dgm:cxn modelId="{33218CB2-CAE0-4C51-A56D-DDCC458D1364}" type="presOf" srcId="{2686E580-3AB9-43A8-A344-773AB0E7CD4C}" destId="{63535B4A-B8F0-4DD2-BE74-69B06C2F956D}" srcOrd="0" destOrd="0" presId="urn:microsoft.com/office/officeart/2005/8/layout/orgChart1"/>
    <dgm:cxn modelId="{A74581B4-3F90-4BC2-BBDA-D7997D3F7524}" type="presOf" srcId="{11E5D7DE-8260-49B3-A588-072E9213D8A8}" destId="{A3BD5DFB-D161-4688-8846-FA7FBF648219}" srcOrd="0" destOrd="0" presId="urn:microsoft.com/office/officeart/2005/8/layout/orgChart1"/>
    <dgm:cxn modelId="{399602B6-A22A-4303-A961-B4833C6BA986}" type="presOf" srcId="{AFFFF4AB-7EFF-4EA0-94ED-3E5FD73FC15E}" destId="{CFE859EC-4A19-4D1E-8DD8-2BB982B2B6C8}" srcOrd="0" destOrd="0" presId="urn:microsoft.com/office/officeart/2005/8/layout/orgChart1"/>
    <dgm:cxn modelId="{FEE0B3B6-4B82-4777-AAB9-FA2449194B7C}" type="presOf" srcId="{8D1ACC88-163B-4D1F-B2D7-3D39D6574FFD}" destId="{7738394C-7D6E-4F23-B438-C81160AFDE75}" srcOrd="1" destOrd="0" presId="urn:microsoft.com/office/officeart/2005/8/layout/orgChart1"/>
    <dgm:cxn modelId="{2DDF20B7-F7FB-4B76-AE13-EA41AD9FA83B}" srcId="{CD88A2CD-F5BF-4BD7-9A4B-860328F73501}" destId="{11E5D7DE-8260-49B3-A588-072E9213D8A8}" srcOrd="1" destOrd="0" parTransId="{AE351066-FABF-4F2B-905B-5902D600C747}" sibTransId="{12232C51-9A5D-4B2A-BA00-E9D8E4A4CD7B}"/>
    <dgm:cxn modelId="{E65349B7-7596-458C-A153-CC0FA42498A9}" srcId="{FEF61A38-35CB-418B-9A28-D57FECDEC7CA}" destId="{8D1ACC88-163B-4D1F-B2D7-3D39D6574FFD}" srcOrd="1" destOrd="0" parTransId="{32F25013-0CD6-4E2C-8041-EF1CD5923ED1}" sibTransId="{06BC8156-E5D7-436D-8AFC-CF44B99B38DE}"/>
    <dgm:cxn modelId="{02EC52B7-8891-45BA-9B5A-E118E3C4A269}" type="presOf" srcId="{96E8C4D9-23BF-472C-9339-07BB60C08429}" destId="{CB62A8FC-2B11-4BB6-B878-8EA266DA7A64}" srcOrd="0" destOrd="0" presId="urn:microsoft.com/office/officeart/2005/8/layout/orgChart1"/>
    <dgm:cxn modelId="{268AC0B7-0DF4-4DF9-8A5E-334AFAB947EE}" type="presOf" srcId="{4843947D-C9C7-4F3D-A66F-4D4BEC856149}" destId="{C26F7271-6AA6-41B7-91BE-85B6404AE37F}" srcOrd="0" destOrd="0" presId="urn:microsoft.com/office/officeart/2005/8/layout/orgChart1"/>
    <dgm:cxn modelId="{80F7ACBA-643F-4795-97D3-687995394859}" srcId="{10A0EA3D-3AD4-4A16-AC66-3525B6400D15}" destId="{7E92AB31-7104-46B2-B607-60B646D69120}" srcOrd="5" destOrd="0" parTransId="{3D17D3DC-3F84-42B8-BAE4-84EB154E8AF0}" sibTransId="{B417A743-5C55-4663-9F8B-C6C9BDAFED63}"/>
    <dgm:cxn modelId="{C46940BB-BE7C-4CF1-99A7-FD60432DB8A2}" type="presOf" srcId="{0F02B370-286F-4E1B-80A8-B2AD40265B7C}" destId="{78F581A2-A236-4AAE-9594-81595AF744C3}" srcOrd="0" destOrd="0" presId="urn:microsoft.com/office/officeart/2005/8/layout/orgChart1"/>
    <dgm:cxn modelId="{6CA364BB-BE0F-41EC-A64C-0301CFE1B9B8}" type="presOf" srcId="{D36C680E-AEED-442C-ACFC-04598903353A}" destId="{28D4EFCA-81EE-49AA-969A-85495936DC30}" srcOrd="0" destOrd="0" presId="urn:microsoft.com/office/officeart/2005/8/layout/orgChart1"/>
    <dgm:cxn modelId="{5B459FBE-6B51-42EE-A6EA-895B4E91EF80}" type="presOf" srcId="{44A5B201-9184-4DA9-A015-093AC5B5C7B6}" destId="{EF94F646-6C99-42C2-B70A-469F369E8C42}" srcOrd="0" destOrd="0" presId="urn:microsoft.com/office/officeart/2005/8/layout/orgChart1"/>
    <dgm:cxn modelId="{043616BF-49BA-4B37-89E0-9CFCBCCFF968}" type="presOf" srcId="{A01F4A51-CC12-4679-A15F-A707F2471B52}" destId="{7CD78E98-65DD-4543-9C12-53923445BFD1}" srcOrd="1" destOrd="0" presId="urn:microsoft.com/office/officeart/2005/8/layout/orgChart1"/>
    <dgm:cxn modelId="{1104B7BF-73F0-4813-B12D-7005EABB981A}" type="presOf" srcId="{AF780B22-DB4C-47D0-9874-4BA46EA96D43}" destId="{B26A00FD-C71D-4F53-B511-3D2707B66CA5}" srcOrd="0" destOrd="0" presId="urn:microsoft.com/office/officeart/2005/8/layout/orgChart1"/>
    <dgm:cxn modelId="{16460FC0-62B3-49B0-8731-939C40C2A175}" type="presOf" srcId="{C6AE7227-753A-4CF6-A17C-2204C6059E4B}" destId="{CF5056B5-8551-456B-ADDD-172A82571A09}" srcOrd="0" destOrd="0" presId="urn:microsoft.com/office/officeart/2005/8/layout/orgChart1"/>
    <dgm:cxn modelId="{847C6CC0-D2E0-41F6-9785-D5660E411708}" type="presOf" srcId="{D36C680E-AEED-442C-ACFC-04598903353A}" destId="{CEA95375-9389-4D60-B712-46D262E3C1AB}" srcOrd="1" destOrd="0" presId="urn:microsoft.com/office/officeart/2005/8/layout/orgChart1"/>
    <dgm:cxn modelId="{58976FC0-9F90-4CB6-A6D3-EFE4C67C1CB5}" type="presOf" srcId="{5A68F8F8-906C-4E3D-9CB8-991E635B212F}" destId="{24C2DBF2-97E6-4B49-9630-04CBA346167D}" srcOrd="0" destOrd="0" presId="urn:microsoft.com/office/officeart/2005/8/layout/orgChart1"/>
    <dgm:cxn modelId="{DDE54FC0-CA9F-4543-AE60-DB1625217FC1}" type="presOf" srcId="{0FF035F1-56B8-43E6-9783-C2769DE5F719}" destId="{D84A4E54-984E-4250-B008-3F8A85336EC8}" srcOrd="1" destOrd="0" presId="urn:microsoft.com/office/officeart/2005/8/layout/orgChart1"/>
    <dgm:cxn modelId="{E4D65CC1-334F-475F-8567-D991295EC652}" type="presOf" srcId="{D7BEBD98-6868-47F8-AE40-6D8EB81B23E7}" destId="{7047D2F8-56BE-4AF5-8D6A-DA401EA05558}" srcOrd="1" destOrd="0" presId="urn:microsoft.com/office/officeart/2005/8/layout/orgChart1"/>
    <dgm:cxn modelId="{843775C1-9543-45E1-B5DF-F751572078A2}" type="presOf" srcId="{AE351066-FABF-4F2B-905B-5902D600C747}" destId="{8D9BF300-017C-465B-980B-5725BD89179F}" srcOrd="0" destOrd="0" presId="urn:microsoft.com/office/officeart/2005/8/layout/orgChart1"/>
    <dgm:cxn modelId="{EFC1A3C1-8FB0-47C3-97F1-8434F2A35EE1}" type="presOf" srcId="{C0B1C341-4C08-4859-98A2-25AB0EB23596}" destId="{E0C832CB-CE41-47BD-87A1-47ABC5F18FCA}" srcOrd="1" destOrd="0" presId="urn:microsoft.com/office/officeart/2005/8/layout/orgChart1"/>
    <dgm:cxn modelId="{E0E4CCC1-DDBF-445D-B271-3880070F7D71}" type="presOf" srcId="{DBC98096-5E5A-4914-87B1-DFF13B674A48}" destId="{0FC861C3-37B6-4BBF-8FC4-DA4CD2C4782D}" srcOrd="1" destOrd="0" presId="urn:microsoft.com/office/officeart/2005/8/layout/orgChart1"/>
    <dgm:cxn modelId="{897238C2-3115-4424-9239-E2C9EA7FFE98}" type="presOf" srcId="{E6E8793E-83AD-49AA-A656-E02EAA31DE45}" destId="{2DEC323C-89F0-4A71-8EB7-6D30E599EF94}" srcOrd="0" destOrd="0" presId="urn:microsoft.com/office/officeart/2005/8/layout/orgChart1"/>
    <dgm:cxn modelId="{32A7A0C2-348B-48C6-B103-D894CB6A5243}" type="presOf" srcId="{4FEFAE81-23B3-46E4-9EF2-C2D494F2435C}" destId="{23D20400-6DF5-4E42-A102-D9A6B994A758}" srcOrd="0" destOrd="0" presId="urn:microsoft.com/office/officeart/2005/8/layout/orgChart1"/>
    <dgm:cxn modelId="{3757B0C2-9E22-4F1A-B165-2B78EBD83FD7}" type="presOf" srcId="{F39F4C01-840D-4B54-8A50-91A2B30E0BA8}" destId="{15DEB91B-B3C1-4DA0-9D06-5E456E5D6D74}" srcOrd="0" destOrd="0" presId="urn:microsoft.com/office/officeart/2005/8/layout/orgChart1"/>
    <dgm:cxn modelId="{7510F4C2-BCEA-4B6D-93C2-CB4B0B3784F8}" type="presOf" srcId="{8BF7CE34-3BAA-48C2-9440-AB73690307DF}" destId="{04DEA00F-E439-4173-AE94-21F222FFF7E2}" srcOrd="0" destOrd="0" presId="urn:microsoft.com/office/officeart/2005/8/layout/orgChart1"/>
    <dgm:cxn modelId="{4A694EC3-BD11-4542-801E-C9264A1B47C9}" type="presOf" srcId="{8B56DAED-FB8A-492E-B70D-07B9289798B8}" destId="{FC5A20E4-2CCD-4E6B-992E-EC209C065068}" srcOrd="0" destOrd="0" presId="urn:microsoft.com/office/officeart/2005/8/layout/orgChart1"/>
    <dgm:cxn modelId="{3C4C50C3-B44D-4024-A3A1-ED2E5722CAAE}" type="presOf" srcId="{E1FB2882-E17E-4ED7-B684-9A6320CCDB76}" destId="{B300BECC-0987-42C3-8C6A-15382A380D3A}" srcOrd="0" destOrd="0" presId="urn:microsoft.com/office/officeart/2005/8/layout/orgChart1"/>
    <dgm:cxn modelId="{584C23C4-0EDB-4371-911A-EA552132EB72}" srcId="{8B3DD3E5-3777-422B-82FA-D0A86022C98C}" destId="{A9F6DB2C-86BD-4E2F-96DB-98260C2DFCC7}" srcOrd="1" destOrd="0" parTransId="{3607B6A2-62EB-4C14-9CB4-8952E1C52DF3}" sibTransId="{36FADF34-3D23-4F50-8C51-5276524D273C}"/>
    <dgm:cxn modelId="{8F6F48C4-7B08-4134-9F10-C2B57F8AAB07}" type="presOf" srcId="{A01F4A51-CC12-4679-A15F-A707F2471B52}" destId="{BC3F6A8A-9DC0-440D-83E2-DA65D7DF2C76}" srcOrd="0" destOrd="0" presId="urn:microsoft.com/office/officeart/2005/8/layout/orgChart1"/>
    <dgm:cxn modelId="{BAC9CAC4-CDDE-47C6-B708-4DD97B68DAEE}" type="presOf" srcId="{7F84ED96-FDB5-41E8-ADFF-79F3585EB7CF}" destId="{1D95F98B-2259-4689-96B2-F8F958A827F9}" srcOrd="0" destOrd="0" presId="urn:microsoft.com/office/officeart/2005/8/layout/orgChart1"/>
    <dgm:cxn modelId="{96E8DCC4-AA43-4CE1-A62D-EF21845AFF4B}" srcId="{AA19D035-1D94-4AF4-9756-7B7383725355}" destId="{44A5B201-9184-4DA9-A015-093AC5B5C7B6}" srcOrd="0" destOrd="0" parTransId="{5C9F0DF0-69D3-42C8-8827-32D18E7886C9}" sibTransId="{B29B1AB3-6DD0-4D7B-8997-653DA07C7B6B}"/>
    <dgm:cxn modelId="{CBDAA2C5-9031-4C65-8C95-253E3196739D}" srcId="{8B3DD3E5-3777-422B-82FA-D0A86022C98C}" destId="{5A68F8F8-906C-4E3D-9CB8-991E635B212F}" srcOrd="0" destOrd="0" parTransId="{66A70551-8B64-445F-8F43-CA0E4EC11071}" sibTransId="{FFBFDA3C-F1BD-48F8-A77D-3419B729A2A0}"/>
    <dgm:cxn modelId="{A3AC80C6-3D23-4C0D-A6D1-912EDA733EE2}" srcId="{F39F4C01-840D-4B54-8A50-91A2B30E0BA8}" destId="{D98AF40D-1EE0-44B5-8804-3B0BD2BF7480}" srcOrd="0" destOrd="0" parTransId="{AF780B22-DB4C-47D0-9874-4BA46EA96D43}" sibTransId="{91EE9536-B3BB-4311-ACA4-83989D7B8E2A}"/>
    <dgm:cxn modelId="{5F5F20C9-F4E0-4374-8747-B7F46FEC88D8}" srcId="{10A0EA3D-3AD4-4A16-AC66-3525B6400D15}" destId="{75DFC915-9462-4A30-AE1F-37CE18B3C6D2}" srcOrd="3" destOrd="0" parTransId="{F8130828-F801-48B7-A83D-32C060147E31}" sibTransId="{727CFFC1-D6CC-4121-8182-E56D6E59AF3A}"/>
    <dgm:cxn modelId="{7C219BC9-A323-432B-A9D9-BA81AEDC9266}" type="presOf" srcId="{7659CDB2-EBD4-4C0F-8886-83EBE5ED4CAD}" destId="{28B1E166-94F4-4E9F-B85C-AC9382C64788}" srcOrd="0" destOrd="0" presId="urn:microsoft.com/office/officeart/2005/8/layout/orgChart1"/>
    <dgm:cxn modelId="{85A620CA-F0A6-4962-A0A5-CCC2539E480F}" type="presOf" srcId="{AA19D035-1D94-4AF4-9756-7B7383725355}" destId="{0E670987-08DA-4622-939C-396D12FDF6ED}" srcOrd="0" destOrd="0" presId="urn:microsoft.com/office/officeart/2005/8/layout/orgChart1"/>
    <dgm:cxn modelId="{A8C13CCC-267A-4AC6-AE9A-73E91A212633}" srcId="{7E92AB31-7104-46B2-B607-60B646D69120}" destId="{E381E2F3-0DA5-43A8-9097-A1F86D60B8FC}" srcOrd="3" destOrd="0" parTransId="{D92CA446-917D-49A6-B483-0BE848902E43}" sibTransId="{699D7F37-447E-4706-98A1-92970D43DE5A}"/>
    <dgm:cxn modelId="{5B1B87CC-7DAE-4E0F-99E8-920397472768}" type="presOf" srcId="{691118F6-AAF5-40E0-AD6D-235FADC018C0}" destId="{A6E2B9B1-B808-4C3E-9CA4-FDBFEB7C6E12}" srcOrd="0" destOrd="0" presId="urn:microsoft.com/office/officeart/2005/8/layout/orgChart1"/>
    <dgm:cxn modelId="{3FEABDCD-5158-401A-88CE-5BE750B978B5}" srcId="{6643273A-E0A0-44C9-AA4C-39F5626F8635}" destId="{6F068571-6162-4D79-B677-FA526E242AAA}" srcOrd="0" destOrd="0" parTransId="{3816D447-9BAD-4334-AC8A-E36A9FF21786}" sibTransId="{4A3F1F18-2F1A-40B4-BCBA-F9CC19A381FD}"/>
    <dgm:cxn modelId="{F15673CE-5601-433C-BA64-679067276DC4}" type="presOf" srcId="{D98AF40D-1EE0-44B5-8804-3B0BD2BF7480}" destId="{C2D14DB2-9FC7-4123-8BFA-2AD6898342E5}" srcOrd="0" destOrd="0" presId="urn:microsoft.com/office/officeart/2005/8/layout/orgChart1"/>
    <dgm:cxn modelId="{61491FD1-C572-41AD-8DB3-008558AABD0E}" srcId="{0F02B370-286F-4E1B-80A8-B2AD40265B7C}" destId="{D5ABCA96-53FA-445F-99FC-0F9AD4FA21DA}" srcOrd="3" destOrd="0" parTransId="{619D2226-BB60-42EC-BF49-7C37BA13E19D}" sibTransId="{A00448C5-87AF-4C7A-845C-1BDB7CB4927E}"/>
    <dgm:cxn modelId="{446DFBD1-7330-4D86-9BE1-71CD87C45D3F}" type="presOf" srcId="{45D699B5-D039-461D-BC7A-0620BD1B524C}" destId="{179848DC-4D09-48F4-9827-8038EA756E85}" srcOrd="1" destOrd="0" presId="urn:microsoft.com/office/officeart/2005/8/layout/orgChart1"/>
    <dgm:cxn modelId="{9D8B08D2-BE7F-420D-913B-04FE72EEB685}" type="presOf" srcId="{D7BEBD98-6868-47F8-AE40-6D8EB81B23E7}" destId="{3A325660-294D-4A7D-BD1A-745FFA88BD01}" srcOrd="0" destOrd="0" presId="urn:microsoft.com/office/officeart/2005/8/layout/orgChart1"/>
    <dgm:cxn modelId="{EA887BD2-C3F4-46E6-B66F-3E70B346BFB3}" srcId="{9817D39F-D388-4038-B337-724FE531E6B4}" destId="{AEC2FFD7-2A1C-45F9-8A1D-AFE37AA5BA14}" srcOrd="1" destOrd="0" parTransId="{257BCAFC-E827-4CBE-8B95-83C222D6F7B7}" sibTransId="{2378F865-52EF-4C45-99C2-C83A36E7F0E0}"/>
    <dgm:cxn modelId="{368839D5-6339-44D8-A2C3-682C83E04A45}" type="presOf" srcId="{3607B6A2-62EB-4C14-9CB4-8952E1C52DF3}" destId="{816A8EDC-C3FC-4279-8F55-111E4C85F016}" srcOrd="0" destOrd="0" presId="urn:microsoft.com/office/officeart/2005/8/layout/orgChart1"/>
    <dgm:cxn modelId="{4231D6D5-5272-4BF0-8ED9-710C344D43E7}" srcId="{41137F2A-9002-4CAD-9B35-14295F57C0BB}" destId="{373DEB0C-2825-4504-8A71-39E1F1811FB9}" srcOrd="0" destOrd="0" parTransId="{E1FB2882-E17E-4ED7-B684-9A6320CCDB76}" sibTransId="{CDC49745-F567-4B9C-85CD-F13ACA3369F5}"/>
    <dgm:cxn modelId="{CDEB43D6-3684-41FC-8148-7A0D2B56F6E2}" type="presOf" srcId="{DD25E887-DD44-4124-9271-7A094C15E7E9}" destId="{E9CD37CA-93C4-4ECF-9682-BAEA4789D719}" srcOrd="0" destOrd="0" presId="urn:microsoft.com/office/officeart/2005/8/layout/orgChart1"/>
    <dgm:cxn modelId="{B3DBF8D6-7F44-4F5E-8DAD-E47057467EAE}" srcId="{9817D39F-D388-4038-B337-724FE531E6B4}" destId="{2FA7CF46-9778-44B7-9B6A-75AC61C30725}" srcOrd="0" destOrd="0" parTransId="{89025F7D-A3A7-4377-8258-D8558797CB34}" sibTransId="{DFAAD7FA-BCC5-4215-85DA-01EDEE710A5F}"/>
    <dgm:cxn modelId="{46D36FD7-59FD-40B6-9203-A48E6552F90F}" srcId="{0C9040A8-BA72-4DD7-8063-4842E011A0DF}" destId="{DD25E887-DD44-4124-9271-7A094C15E7E9}" srcOrd="1" destOrd="0" parTransId="{27429DD8-9CFE-4100-BE7B-7E56AD31EE1A}" sibTransId="{8652E11D-58B3-4C52-9221-12ECFAB34FA3}"/>
    <dgm:cxn modelId="{1E2281D8-3407-4F2C-AE0B-A4BA7D4E8349}" type="presOf" srcId="{BF839381-CC51-419B-8C1F-8BE77B0A854C}" destId="{3E875B12-15AC-4620-868F-C827909CAED7}" srcOrd="1" destOrd="0" presId="urn:microsoft.com/office/officeart/2005/8/layout/orgChart1"/>
    <dgm:cxn modelId="{DAB2B2D9-756B-4E6F-B1B7-266AA00AD5F6}" srcId="{D8E4F52D-0D5D-4F4E-BB45-0C2DD069CA87}" destId="{D7BEBD98-6868-47F8-AE40-6D8EB81B23E7}" srcOrd="0" destOrd="0" parTransId="{4BB0740C-9F30-4636-8D51-7B54E0EE56A2}" sibTransId="{8EAAE143-95B3-410B-B3C0-B235B1340B59}"/>
    <dgm:cxn modelId="{F851D3D9-BF48-4511-B472-F8219DE44386}" type="presOf" srcId="{373DEB0C-2825-4504-8A71-39E1F1811FB9}" destId="{58F3909C-645F-4C86-9910-B531E582B5D5}" srcOrd="0" destOrd="0" presId="urn:microsoft.com/office/officeart/2005/8/layout/orgChart1"/>
    <dgm:cxn modelId="{05C667DA-F404-4959-A9BC-094FA229607A}" srcId="{75DFC915-9462-4A30-AE1F-37CE18B3C6D2}" destId="{6643273A-E0A0-44C9-AA4C-39F5626F8635}" srcOrd="0" destOrd="0" parTransId="{88F3F940-1A2B-4FE8-9119-7BD54E7030DE}" sibTransId="{415B0BBB-9BAA-4D37-AEF7-33261E82BCB4}"/>
    <dgm:cxn modelId="{E030E2DA-2105-429F-9C07-3206422936A9}" type="presOf" srcId="{AAFCC0BE-0CDF-42CC-BCEA-4C2BAD34DA7C}" destId="{47D695C1-088A-4985-BF4A-B79190DB6214}" srcOrd="1" destOrd="0" presId="urn:microsoft.com/office/officeart/2005/8/layout/orgChart1"/>
    <dgm:cxn modelId="{0B5F01DB-400B-4C29-80B5-2F92A3537B31}" type="presOf" srcId="{DB682560-662C-4A61-B0A5-3DF76AE0FBDA}" destId="{241C24CF-A61C-4098-AA83-D00C9670571C}" srcOrd="1" destOrd="0" presId="urn:microsoft.com/office/officeart/2005/8/layout/orgChart1"/>
    <dgm:cxn modelId="{355A33DB-E38E-4FB4-A933-47CD80334ACF}" srcId="{41137F2A-9002-4CAD-9B35-14295F57C0BB}" destId="{07D0EE88-19D4-4BC2-8466-EEAE5385FACC}" srcOrd="1" destOrd="0" parTransId="{D4457F95-5309-4196-BE4F-7533D361A210}" sibTransId="{EEA5E992-D7E9-4E9B-97AF-8DDEFF310938}"/>
    <dgm:cxn modelId="{FA06B3DC-1219-437D-A677-4AC2ACD8FB99}" type="presOf" srcId="{01FB969B-7F30-4863-B64E-E2C4AB14BDE0}" destId="{206B6B56-098A-42DE-88C2-958A5D5C75D5}" srcOrd="0" destOrd="0" presId="urn:microsoft.com/office/officeart/2005/8/layout/orgChart1"/>
    <dgm:cxn modelId="{CF90FDDE-398E-454C-A057-4FAC331AF99E}" type="presOf" srcId="{D5ABCA96-53FA-445F-99FC-0F9AD4FA21DA}" destId="{FC410583-4B4F-4CD1-BEAF-03CB0EBEBCD4}" srcOrd="0" destOrd="0" presId="urn:microsoft.com/office/officeart/2005/8/layout/orgChart1"/>
    <dgm:cxn modelId="{9219D5DF-DE0B-4809-9D5B-3DF935289F3F}" type="presOf" srcId="{3D17D3DC-3F84-42B8-BAE4-84EB154E8AF0}" destId="{DF3304B9-2D35-4617-A0C0-EEA5ED4D896F}" srcOrd="0" destOrd="0" presId="urn:microsoft.com/office/officeart/2005/8/layout/orgChart1"/>
    <dgm:cxn modelId="{52AB84E0-D848-4851-9397-4B1C4492D2F1}" type="presOf" srcId="{1C902260-A6B0-46D5-B11B-7808D5D30EA4}" destId="{06C72C29-81DF-41DD-B756-C7719DC2E4D2}" srcOrd="0" destOrd="0" presId="urn:microsoft.com/office/officeart/2005/8/layout/orgChart1"/>
    <dgm:cxn modelId="{17B76CE1-7BBF-4AAD-99E5-4265A244F278}" type="presOf" srcId="{DB682560-662C-4A61-B0A5-3DF76AE0FBDA}" destId="{923A9858-DE5E-429F-B3C4-FF7523CF9B66}" srcOrd="0" destOrd="0" presId="urn:microsoft.com/office/officeart/2005/8/layout/orgChart1"/>
    <dgm:cxn modelId="{613B3EE2-85CB-4276-BF35-971F84FE4BD8}" type="presOf" srcId="{7E84719D-F400-4F17-9D8B-0B23D04AAC8D}" destId="{23688D8C-0375-480E-ADAE-3D8E2AFEB62D}" srcOrd="0" destOrd="0" presId="urn:microsoft.com/office/officeart/2005/8/layout/orgChart1"/>
    <dgm:cxn modelId="{1AC571E2-7F6B-4034-A594-E0B4BEAE27C6}" type="presOf" srcId="{88F3F940-1A2B-4FE8-9119-7BD54E7030DE}" destId="{27480C38-F788-44D0-8BD2-BD48D0A99F72}" srcOrd="0" destOrd="0" presId="urn:microsoft.com/office/officeart/2005/8/layout/orgChart1"/>
    <dgm:cxn modelId="{EB8602E5-9C97-485C-AC60-9127D9528402}" srcId="{75DFC915-9462-4A30-AE1F-37CE18B3C6D2}" destId="{AA19D035-1D94-4AF4-9756-7B7383725355}" srcOrd="3" destOrd="0" parTransId="{0C10F2A3-7F4D-48D4-9599-6AF7B6E53561}" sibTransId="{BFFEBB7D-7BED-46AF-89C5-E9122A1F72F9}"/>
    <dgm:cxn modelId="{E8D575E5-D1C5-4463-B8AF-AA2F363706F6}" srcId="{0D031FDC-43B8-47E1-BCC6-A8973DFD5478}" destId="{9817D39F-D388-4038-B337-724FE531E6B4}" srcOrd="1" destOrd="0" parTransId="{4970D5F9-4012-428F-9BFC-31FD2A571A81}" sibTransId="{3EBB82EA-20AA-4C75-817F-17DB757DA479}"/>
    <dgm:cxn modelId="{111FFDE5-8124-4BB5-BE48-86690DA3ECB9}" type="presOf" srcId="{2686E580-3AB9-43A8-A344-773AB0E7CD4C}" destId="{3A6892E1-BA04-4D43-B3E2-EFC9DB668838}" srcOrd="1" destOrd="0" presId="urn:microsoft.com/office/officeart/2005/8/layout/orgChart1"/>
    <dgm:cxn modelId="{F6963EE6-3590-491F-98A1-7895D67073C2}" type="presOf" srcId="{9AF3C428-FC2B-4314-88DA-6534BEE809CE}" destId="{961BDF14-87BE-4AE5-8EDD-265A0E1CB283}" srcOrd="0" destOrd="0" presId="urn:microsoft.com/office/officeart/2005/8/layout/orgChart1"/>
    <dgm:cxn modelId="{A75F75E6-FC7A-4FAC-B6C0-7CA5872BD0A9}" type="presOf" srcId="{F347438A-0669-4C4D-B43B-E4FE3266C9E4}" destId="{877CA1CD-EE42-45B1-B6A0-23D6C72D87D2}" srcOrd="0" destOrd="0" presId="urn:microsoft.com/office/officeart/2005/8/layout/orgChart1"/>
    <dgm:cxn modelId="{89CBF9E8-6E62-421D-9C99-00FBFFDEEFF5}" type="presOf" srcId="{5A68F8F8-906C-4E3D-9CB8-991E635B212F}" destId="{C3BC293B-643C-4232-9C24-31D47E87EE0A}" srcOrd="1" destOrd="0" presId="urn:microsoft.com/office/officeart/2005/8/layout/orgChart1"/>
    <dgm:cxn modelId="{74AE2DEB-7A58-424E-8ED8-F0CB31A54C0B}" type="presOf" srcId="{04250B26-51A7-4F51-BD6B-503BCFB165F9}" destId="{B981CFF1-34C9-43E8-A85B-F50AFCD53F3F}" srcOrd="1" destOrd="0" presId="urn:microsoft.com/office/officeart/2005/8/layout/orgChart1"/>
    <dgm:cxn modelId="{1A85ABEB-F10D-43EE-BFC9-B69794DA96AD}" srcId="{6643273A-E0A0-44C9-AA4C-39F5626F8635}" destId="{45D699B5-D039-461D-BC7A-0620BD1B524C}" srcOrd="1" destOrd="0" parTransId="{1E43DB70-FAA5-437E-8B0E-4B620760DA1F}" sibTransId="{49CCC1ED-6BDD-4308-BCA0-8977F9EF9208}"/>
    <dgm:cxn modelId="{8AC016ED-B5C7-4D2B-BDAD-775AFEEA841C}" type="presOf" srcId="{8380738A-8835-41CD-87C6-03B7BB6A637D}" destId="{98FAD758-673C-4C7F-88E7-792670C04255}" srcOrd="1" destOrd="0" presId="urn:microsoft.com/office/officeart/2005/8/layout/orgChart1"/>
    <dgm:cxn modelId="{D5485EED-12C8-41AE-844A-E0B544C52D2C}" type="presOf" srcId="{6F068571-6162-4D79-B677-FA526E242AAA}" destId="{185B0F3C-968F-46CC-A667-9B9D5EA57236}" srcOrd="1" destOrd="0" presId="urn:microsoft.com/office/officeart/2005/8/layout/orgChart1"/>
    <dgm:cxn modelId="{F63ACCED-EAE4-49C7-84BB-52B15598D5CD}" srcId="{DF9E427A-F061-4D73-876E-50DFE6A2B7E5}" destId="{8121365C-0E5F-46FD-99B3-A0710F6DD8BD}" srcOrd="1" destOrd="0" parTransId="{C6AE7227-753A-4CF6-A17C-2204C6059E4B}" sibTransId="{2E307615-B0C7-4847-8728-208875E0F83C}"/>
    <dgm:cxn modelId="{1C10E8ED-2917-4A5B-8F26-4EA68E39CA2C}" type="presOf" srcId="{2ED8BA49-A079-4726-8958-11387D0DEE8F}" destId="{3BBB93A3-EC02-4122-BF23-869E5760C83C}" srcOrd="1" destOrd="0" presId="urn:microsoft.com/office/officeart/2005/8/layout/orgChart1"/>
    <dgm:cxn modelId="{D1162DEE-4551-4F8C-9381-1E3EF9549AC5}" type="presOf" srcId="{AAFCC0BE-0CDF-42CC-BCEA-4C2BAD34DA7C}" destId="{9FD396D8-C5CE-41B9-8E02-C70E3E1E7A6C}" srcOrd="0" destOrd="0" presId="urn:microsoft.com/office/officeart/2005/8/layout/orgChart1"/>
    <dgm:cxn modelId="{9763C5EE-A9D2-4B7C-8475-C6E58C45FD91}" type="presOf" srcId="{8292667C-5B88-4FD1-809B-C0508950839D}" destId="{4788FCB2-3828-42AD-9C38-205BCA40069F}" srcOrd="0" destOrd="0" presId="urn:microsoft.com/office/officeart/2005/8/layout/orgChart1"/>
    <dgm:cxn modelId="{D0C0A9EF-71A7-4279-8C84-00E03BA8EBDD}" type="presOf" srcId="{C0B1C341-4C08-4859-98A2-25AB0EB23596}" destId="{1C64F99C-F081-4669-851D-FAC49FCF83B2}" srcOrd="0" destOrd="0" presId="urn:microsoft.com/office/officeart/2005/8/layout/orgChart1"/>
    <dgm:cxn modelId="{5F6AB6EF-49D1-4C51-B52F-C74722E171F6}" srcId="{D8E4F52D-0D5D-4F4E-BB45-0C2DD069CA87}" destId="{EF52224E-21D1-4491-A3BF-16151D16D91F}" srcOrd="1" destOrd="0" parTransId="{88C51BA3-E3B5-4675-889A-65CB57AD3DC9}" sibTransId="{9BA80FAA-4A61-4370-B981-0ACF746EC23A}"/>
    <dgm:cxn modelId="{ACF5D9EF-BAF8-41D7-A9CC-8F1D48798BF0}" type="presOf" srcId="{BF839381-CC51-419B-8C1F-8BE77B0A854C}" destId="{DD4E6012-1800-4A04-BDBA-ED36CB1AA89C}" srcOrd="0" destOrd="0" presId="urn:microsoft.com/office/officeart/2005/8/layout/orgChart1"/>
    <dgm:cxn modelId="{C1F92FF0-5C02-45FA-9102-9DCC6DBA5E4B}" type="presOf" srcId="{92162928-B373-4802-B988-4C318FAE4B4C}" destId="{38710617-AD94-492E-877A-67DEA8A29246}" srcOrd="1" destOrd="0" presId="urn:microsoft.com/office/officeart/2005/8/layout/orgChart1"/>
    <dgm:cxn modelId="{E07765F0-F434-420F-A97D-014434F6436E}" srcId="{75DFC915-9462-4A30-AE1F-37CE18B3C6D2}" destId="{CD88A2CD-F5BF-4BD7-9A4B-860328F73501}" srcOrd="1" destOrd="0" parTransId="{9142E8A0-224B-4E01-A1E9-48A064437162}" sibTransId="{A2D9C540-636E-4934-88CD-FC3BD4859546}"/>
    <dgm:cxn modelId="{AF73C0F0-4476-46BA-948F-0591F3BA5E30}" type="presOf" srcId="{AEC2FFD7-2A1C-45F9-8A1D-AFE37AA5BA14}" destId="{3D633C59-7239-40BA-AB37-5435F78E66C2}" srcOrd="0" destOrd="0" presId="urn:microsoft.com/office/officeart/2005/8/layout/orgChart1"/>
    <dgm:cxn modelId="{228A0FF1-453B-4C6B-925C-8F40A469A94D}" type="presOf" srcId="{8B3DD3E5-3777-422B-82FA-D0A86022C98C}" destId="{6812073C-6BAA-4AEF-862F-0A7BF4AFF47F}" srcOrd="1" destOrd="0" presId="urn:microsoft.com/office/officeart/2005/8/layout/orgChart1"/>
    <dgm:cxn modelId="{95061BF1-1447-4542-B7DA-30CC404047AE}" type="presOf" srcId="{F97C641A-CDFD-4990-9902-7956CDBC2724}" destId="{618A373B-274B-4706-B34B-B313A11E4E13}" srcOrd="1" destOrd="0" presId="urn:microsoft.com/office/officeart/2005/8/layout/orgChart1"/>
    <dgm:cxn modelId="{A805CDF1-9C49-4508-8FED-28FCDC856F78}" type="presOf" srcId="{0533D63A-078C-49D6-A031-2939C4C98C63}" destId="{D402A32C-FED1-4688-8471-80B4FBD28771}" srcOrd="0" destOrd="0" presId="urn:microsoft.com/office/officeart/2005/8/layout/orgChart1"/>
    <dgm:cxn modelId="{A35A08F2-482E-4E1E-8996-B4C50F65D112}" type="presOf" srcId="{E381E2F3-0DA5-43A8-9097-A1F86D60B8FC}" destId="{3A995B98-1E84-48D9-A88C-BDD08C80A641}" srcOrd="1" destOrd="0" presId="urn:microsoft.com/office/officeart/2005/8/layout/orgChart1"/>
    <dgm:cxn modelId="{5AC1C0F2-2F39-458D-A078-F426AFFF742A}" type="presOf" srcId="{BB597B6E-7024-4223-8841-CF314646113A}" destId="{408FADC2-E07A-4992-BE7F-8DF9A21F6360}" srcOrd="0" destOrd="0" presId="urn:microsoft.com/office/officeart/2005/8/layout/orgChart1"/>
    <dgm:cxn modelId="{284180F3-54B8-4CE6-ACA7-BBE3FDA8908D}" type="presOf" srcId="{EF52224E-21D1-4491-A3BF-16151D16D91F}" destId="{314E03AD-B572-4319-A344-D7086B11FB13}" srcOrd="0" destOrd="0" presId="urn:microsoft.com/office/officeart/2005/8/layout/orgChart1"/>
    <dgm:cxn modelId="{F22DC9F7-7F25-4FEB-A20F-044A6672CD15}" type="presOf" srcId="{3BF46AEE-2B7F-47D2-8895-ACA63BBF056C}" destId="{3CBB3C8B-EDA8-443F-A753-B9F8C1290B13}" srcOrd="0" destOrd="0" presId="urn:microsoft.com/office/officeart/2005/8/layout/orgChart1"/>
    <dgm:cxn modelId="{745DB1F8-F455-492C-962A-899B7A9C5FEA}" type="presOf" srcId="{F97C641A-CDFD-4990-9902-7956CDBC2724}" destId="{9875EC1A-83F9-4E2A-BDAC-212FBA64CA45}" srcOrd="0" destOrd="0" presId="urn:microsoft.com/office/officeart/2005/8/layout/orgChart1"/>
    <dgm:cxn modelId="{15D566F9-F48C-45B4-B471-4478CC20D366}" type="presOf" srcId="{9D32F532-C24E-4B0D-9A77-E5C3937B67F6}" destId="{7575C765-7DE4-44F9-BE0B-A229F2199643}" srcOrd="0" destOrd="0" presId="urn:microsoft.com/office/officeart/2005/8/layout/orgChart1"/>
    <dgm:cxn modelId="{12FA49F9-77EF-4DAA-9960-C96DCBD51D3A}" type="presOf" srcId="{3C2B0496-9C29-4AC6-84A3-6B9040FC193D}" destId="{763EDFA5-9F0C-4F1B-912F-D8633AD70A8A}" srcOrd="0" destOrd="0" presId="urn:microsoft.com/office/officeart/2005/8/layout/orgChart1"/>
    <dgm:cxn modelId="{C269C7F9-0D19-4D9E-95BA-26012E468CA3}" type="presOf" srcId="{D8E4F52D-0D5D-4F4E-BB45-0C2DD069CA87}" destId="{A3EB5734-F426-4A10-8B5F-A9AA29F31741}" srcOrd="0" destOrd="0" presId="urn:microsoft.com/office/officeart/2005/8/layout/orgChart1"/>
    <dgm:cxn modelId="{9BDF1AFA-E473-431F-B6BF-5248FA75BF74}" type="presOf" srcId="{A2C09837-A26F-4CBF-A322-2B590273CC25}" destId="{0ECB2EB5-12AF-410C-9954-2879AC245192}" srcOrd="0" destOrd="0" presId="urn:microsoft.com/office/officeart/2005/8/layout/orgChart1"/>
    <dgm:cxn modelId="{A9E27DFA-72F5-4870-BF16-8B451E61C72D}" srcId="{0F02B370-286F-4E1B-80A8-B2AD40265B7C}" destId="{0C9040A8-BA72-4DD7-8063-4842E011A0DF}" srcOrd="1" destOrd="0" parTransId="{8B56DAED-FB8A-492E-B70D-07B9289798B8}" sibTransId="{989C64B9-E211-4BDA-8B72-36A6E157C45C}"/>
    <dgm:cxn modelId="{EE369CFA-BC7A-48D0-9E57-399B2CDF7184}" type="presOf" srcId="{CD88A2CD-F5BF-4BD7-9A4B-860328F73501}" destId="{47DECCF2-B8D7-415B-A58B-475F1777F574}" srcOrd="1" destOrd="0" presId="urn:microsoft.com/office/officeart/2005/8/layout/orgChart1"/>
    <dgm:cxn modelId="{D4530CFE-4A6F-49A8-AE4A-0894213418F2}" type="presOf" srcId="{04FEAC35-F121-4652-9CDA-D1A49A1EF939}" destId="{E5D197AC-BD31-403C-B8AC-5825A58111B5}" srcOrd="0" destOrd="0" presId="urn:microsoft.com/office/officeart/2005/8/layout/orgChart1"/>
    <dgm:cxn modelId="{F2974BFE-E613-4C4C-BFBF-FD59567DB011}" type="presOf" srcId="{CB4CCCC3-7370-4A48-B4F0-22A7925D32B5}" destId="{629ACA42-75A5-47A9-B63E-1B6A6425DD33}" srcOrd="0" destOrd="0" presId="urn:microsoft.com/office/officeart/2005/8/layout/orgChart1"/>
    <dgm:cxn modelId="{6779FCFE-B10B-427B-968D-D9DF6D9834BA}" type="presOf" srcId="{81454CAA-7E27-44F2-BE95-1D77DEDAC5EE}" destId="{E3C5FDA8-C025-41B8-89F7-464AA0DC96B5}" srcOrd="0" destOrd="0" presId="urn:microsoft.com/office/officeart/2005/8/layout/orgChart1"/>
    <dgm:cxn modelId="{54952AFF-C565-475E-B990-187F9DC6C98A}" type="presOf" srcId="{73F84634-D3CD-451B-A2F8-6E423801CF02}" destId="{1A7E5CD3-33AA-43EC-95A3-8639A04AF689}" srcOrd="0" destOrd="0" presId="urn:microsoft.com/office/officeart/2005/8/layout/orgChart1"/>
    <dgm:cxn modelId="{83F099FF-C1DF-4C04-B316-C140B14E584F}" srcId="{8121365C-0E5F-46FD-99B3-A0710F6DD8BD}" destId="{38B73073-B696-4315-BF7D-E54BB797CC75}" srcOrd="0" destOrd="0" parTransId="{41B833B6-0250-4B6F-9C6F-5FC5B5ACFCE0}" sibTransId="{FD1B8110-2DE2-4D7C-BF73-E7C86DED5E3A}"/>
    <dgm:cxn modelId="{4FBB667E-D212-4AD8-A78F-3AD440C9A23F}" type="presParOf" srcId="{CE01B670-1EEA-4848-90D3-DFD1C7C7F55F}" destId="{3AF247A6-5907-446E-AA6F-4BAC28FD9F2C}" srcOrd="0" destOrd="0" presId="urn:microsoft.com/office/officeart/2005/8/layout/orgChart1"/>
    <dgm:cxn modelId="{B51EDF9A-6B3F-49B3-9E70-F599BA284602}" type="presParOf" srcId="{3AF247A6-5907-446E-AA6F-4BAC28FD9F2C}" destId="{FB8CCF8C-63A8-4B00-B8C6-A24AC6552628}" srcOrd="0" destOrd="0" presId="urn:microsoft.com/office/officeart/2005/8/layout/orgChart1"/>
    <dgm:cxn modelId="{AB6B622C-30AE-487E-BD45-29EEABE683CC}" type="presParOf" srcId="{FB8CCF8C-63A8-4B00-B8C6-A24AC6552628}" destId="{248530AC-F178-403E-A897-42E299E5ED21}" srcOrd="0" destOrd="0" presId="urn:microsoft.com/office/officeart/2005/8/layout/orgChart1"/>
    <dgm:cxn modelId="{89B38AC4-F895-460E-946E-C92EA9F04CDE}" type="presParOf" srcId="{FB8CCF8C-63A8-4B00-B8C6-A24AC6552628}" destId="{BD047E60-9F9C-4B43-B9EF-1A7F5A8327BA}" srcOrd="1" destOrd="0" presId="urn:microsoft.com/office/officeart/2005/8/layout/orgChart1"/>
    <dgm:cxn modelId="{C546A49E-E79A-418A-A73E-1581E13165E6}" type="presParOf" srcId="{3AF247A6-5907-446E-AA6F-4BAC28FD9F2C}" destId="{9098D234-D388-4106-B539-B7C38DD6D81C}" srcOrd="1" destOrd="0" presId="urn:microsoft.com/office/officeart/2005/8/layout/orgChart1"/>
    <dgm:cxn modelId="{42B5EA5A-BF01-46C1-994D-9C67E1CFA12F}" type="presParOf" srcId="{9098D234-D388-4106-B539-B7C38DD6D81C}" destId="{A6E2B9B1-B808-4C3E-9CA4-FDBFEB7C6E12}" srcOrd="0" destOrd="0" presId="urn:microsoft.com/office/officeart/2005/8/layout/orgChart1"/>
    <dgm:cxn modelId="{0DCB0726-C602-4F0E-8B1B-6E4CFC537C0C}" type="presParOf" srcId="{9098D234-D388-4106-B539-B7C38DD6D81C}" destId="{842694ED-63FE-41F5-8205-A2D2ED7AB622}" srcOrd="1" destOrd="0" presId="urn:microsoft.com/office/officeart/2005/8/layout/orgChart1"/>
    <dgm:cxn modelId="{0BF29A8D-CBD7-4762-903E-34602380AFBA}" type="presParOf" srcId="{842694ED-63FE-41F5-8205-A2D2ED7AB622}" destId="{156B7B81-9C4B-4435-88FA-61CD1E94F7AC}" srcOrd="0" destOrd="0" presId="urn:microsoft.com/office/officeart/2005/8/layout/orgChart1"/>
    <dgm:cxn modelId="{60AE490E-F7DC-4BFD-B7AF-442AA3AE4033}" type="presParOf" srcId="{156B7B81-9C4B-4435-88FA-61CD1E94F7AC}" destId="{E053A169-9C0A-4979-A9C3-739101C47B4F}" srcOrd="0" destOrd="0" presId="urn:microsoft.com/office/officeart/2005/8/layout/orgChart1"/>
    <dgm:cxn modelId="{018258FC-8590-4AF5-9C2C-2A90498A52BC}" type="presParOf" srcId="{156B7B81-9C4B-4435-88FA-61CD1E94F7AC}" destId="{38710617-AD94-492E-877A-67DEA8A29246}" srcOrd="1" destOrd="0" presId="urn:microsoft.com/office/officeart/2005/8/layout/orgChart1"/>
    <dgm:cxn modelId="{C40A958F-4CAA-493E-980C-E8890AA28881}" type="presParOf" srcId="{842694ED-63FE-41F5-8205-A2D2ED7AB622}" destId="{EE25FEE9-C0A4-43A3-BC29-09C1DC02735B}" srcOrd="1" destOrd="0" presId="urn:microsoft.com/office/officeart/2005/8/layout/orgChart1"/>
    <dgm:cxn modelId="{4976C45E-F427-4796-B55D-576984C07040}" type="presParOf" srcId="{EE25FEE9-C0A4-43A3-BC29-09C1DC02735B}" destId="{FF67444D-5ED3-41ED-A347-24C2B0E04B90}" srcOrd="0" destOrd="0" presId="urn:microsoft.com/office/officeart/2005/8/layout/orgChart1"/>
    <dgm:cxn modelId="{20893E06-AF97-478C-A459-3B59BD2572B9}" type="presParOf" srcId="{EE25FEE9-C0A4-43A3-BC29-09C1DC02735B}" destId="{67069403-27C9-4B09-AD7C-8A1167E44667}" srcOrd="1" destOrd="0" presId="urn:microsoft.com/office/officeart/2005/8/layout/orgChart1"/>
    <dgm:cxn modelId="{E7C33082-8671-42D5-A344-217AA3A4F4FD}" type="presParOf" srcId="{67069403-27C9-4B09-AD7C-8A1167E44667}" destId="{4D794320-4186-47CA-A5FA-20BCB322B121}" srcOrd="0" destOrd="0" presId="urn:microsoft.com/office/officeart/2005/8/layout/orgChart1"/>
    <dgm:cxn modelId="{8333FB05-9C75-4572-BF2E-3369DC6787AC}" type="presParOf" srcId="{4D794320-4186-47CA-A5FA-20BCB322B121}" destId="{601B3886-2D32-435C-87C1-3436C1456A52}" srcOrd="0" destOrd="0" presId="urn:microsoft.com/office/officeart/2005/8/layout/orgChart1"/>
    <dgm:cxn modelId="{3ECED439-D13C-4E19-A4A8-E735F044843A}" type="presParOf" srcId="{4D794320-4186-47CA-A5FA-20BCB322B121}" destId="{6812073C-6BAA-4AEF-862F-0A7BF4AFF47F}" srcOrd="1" destOrd="0" presId="urn:microsoft.com/office/officeart/2005/8/layout/orgChart1"/>
    <dgm:cxn modelId="{07DCF7CC-7754-4040-9E21-A3A73B9C9AEB}" type="presParOf" srcId="{67069403-27C9-4B09-AD7C-8A1167E44667}" destId="{1896803C-71C5-4D60-9F36-BBF8CA8B2A93}" srcOrd="1" destOrd="0" presId="urn:microsoft.com/office/officeart/2005/8/layout/orgChart1"/>
    <dgm:cxn modelId="{CD108D96-9B26-40F7-AFF0-24E21870D182}" type="presParOf" srcId="{1896803C-71C5-4D60-9F36-BBF8CA8B2A93}" destId="{B48A9124-E1D9-4C7D-AC30-90578C915185}" srcOrd="0" destOrd="0" presId="urn:microsoft.com/office/officeart/2005/8/layout/orgChart1"/>
    <dgm:cxn modelId="{8CCA8B3B-A898-45F7-A1AA-A3AF1D5F9CE1}" type="presParOf" srcId="{1896803C-71C5-4D60-9F36-BBF8CA8B2A93}" destId="{A40CA4BC-AE5D-42FF-9AF9-C94A43B0382A}" srcOrd="1" destOrd="0" presId="urn:microsoft.com/office/officeart/2005/8/layout/orgChart1"/>
    <dgm:cxn modelId="{BEDBF766-C025-41FB-9C0D-2F9A2C7B363B}" type="presParOf" srcId="{A40CA4BC-AE5D-42FF-9AF9-C94A43B0382A}" destId="{1F0EB76A-BC02-4E50-B3AC-6968710BAE16}" srcOrd="0" destOrd="0" presId="urn:microsoft.com/office/officeart/2005/8/layout/orgChart1"/>
    <dgm:cxn modelId="{E02C83B6-FAC6-469F-813C-C53592829D9D}" type="presParOf" srcId="{1F0EB76A-BC02-4E50-B3AC-6968710BAE16}" destId="{24C2DBF2-97E6-4B49-9630-04CBA346167D}" srcOrd="0" destOrd="0" presId="urn:microsoft.com/office/officeart/2005/8/layout/orgChart1"/>
    <dgm:cxn modelId="{5E31CCA5-99E2-4769-9CE4-CBA5EB508433}" type="presParOf" srcId="{1F0EB76A-BC02-4E50-B3AC-6968710BAE16}" destId="{C3BC293B-643C-4232-9C24-31D47E87EE0A}" srcOrd="1" destOrd="0" presId="urn:microsoft.com/office/officeart/2005/8/layout/orgChart1"/>
    <dgm:cxn modelId="{9A2834A4-B0F1-4A59-BA39-E31E4B5B8374}" type="presParOf" srcId="{A40CA4BC-AE5D-42FF-9AF9-C94A43B0382A}" destId="{8115FC8D-9447-4119-BD4A-5463FE9D9386}" srcOrd="1" destOrd="0" presId="urn:microsoft.com/office/officeart/2005/8/layout/orgChart1"/>
    <dgm:cxn modelId="{B9CFB63B-52A1-432C-A024-7497FE5AC58C}" type="presParOf" srcId="{A40CA4BC-AE5D-42FF-9AF9-C94A43B0382A}" destId="{67DAE0B7-3BE9-4DBE-A852-6DE4ED1D7902}" srcOrd="2" destOrd="0" presId="urn:microsoft.com/office/officeart/2005/8/layout/orgChart1"/>
    <dgm:cxn modelId="{49A52105-581D-45D5-AC87-3BB7E205F86A}" type="presParOf" srcId="{1896803C-71C5-4D60-9F36-BBF8CA8B2A93}" destId="{816A8EDC-C3FC-4279-8F55-111E4C85F016}" srcOrd="2" destOrd="0" presId="urn:microsoft.com/office/officeart/2005/8/layout/orgChart1"/>
    <dgm:cxn modelId="{21C951E7-E34E-4784-80E2-E9E88976B135}" type="presParOf" srcId="{1896803C-71C5-4D60-9F36-BBF8CA8B2A93}" destId="{CEAF53CD-A9FA-4640-94F6-EF8D3A1873B5}" srcOrd="3" destOrd="0" presId="urn:microsoft.com/office/officeart/2005/8/layout/orgChart1"/>
    <dgm:cxn modelId="{EEF3B020-5B96-4EBC-9795-3BD082CE7D26}" type="presParOf" srcId="{CEAF53CD-A9FA-4640-94F6-EF8D3A1873B5}" destId="{4135741E-D4CB-4E74-9573-E15A47BC66C5}" srcOrd="0" destOrd="0" presId="urn:microsoft.com/office/officeart/2005/8/layout/orgChart1"/>
    <dgm:cxn modelId="{B48C8C92-1CBA-4936-A943-AC7B9E28C4C0}" type="presParOf" srcId="{4135741E-D4CB-4E74-9573-E15A47BC66C5}" destId="{37F60180-1B26-4DFE-9DCB-DA7129A4AA9A}" srcOrd="0" destOrd="0" presId="urn:microsoft.com/office/officeart/2005/8/layout/orgChart1"/>
    <dgm:cxn modelId="{D6ED2448-03BE-4748-9603-B85B07005F16}" type="presParOf" srcId="{4135741E-D4CB-4E74-9573-E15A47BC66C5}" destId="{44846056-2235-4502-A8E1-56298C852BDC}" srcOrd="1" destOrd="0" presId="urn:microsoft.com/office/officeart/2005/8/layout/orgChart1"/>
    <dgm:cxn modelId="{27DC1FE4-CF1B-46A7-BD5B-13B9FF75489C}" type="presParOf" srcId="{CEAF53CD-A9FA-4640-94F6-EF8D3A1873B5}" destId="{673DD296-73FB-43BB-8CAA-E8F3CC1E5E24}" srcOrd="1" destOrd="0" presId="urn:microsoft.com/office/officeart/2005/8/layout/orgChart1"/>
    <dgm:cxn modelId="{3F2581A3-7B3B-4598-9CE2-FABF713773FB}" type="presParOf" srcId="{CEAF53CD-A9FA-4640-94F6-EF8D3A1873B5}" destId="{EAEF8C69-6E73-4C9D-BBBF-8A380134FA96}" srcOrd="2" destOrd="0" presId="urn:microsoft.com/office/officeart/2005/8/layout/orgChart1"/>
    <dgm:cxn modelId="{AB824B77-E876-412B-94D5-B991D81D95BA}" type="presParOf" srcId="{67069403-27C9-4B09-AD7C-8A1167E44667}" destId="{4C225888-A2FB-45FE-9CBB-82F69E1BED88}" srcOrd="2" destOrd="0" presId="urn:microsoft.com/office/officeart/2005/8/layout/orgChart1"/>
    <dgm:cxn modelId="{4C86561F-65AF-4B35-A2B3-22DFE9A7C7CA}" type="presParOf" srcId="{EE25FEE9-C0A4-43A3-BC29-09C1DC02735B}" destId="{48483E4C-0B9A-4D68-8798-5B0CB4F90371}" srcOrd="2" destOrd="0" presId="urn:microsoft.com/office/officeart/2005/8/layout/orgChart1"/>
    <dgm:cxn modelId="{4490BC15-2C12-4348-9D72-DBE13E3BE986}" type="presParOf" srcId="{EE25FEE9-C0A4-43A3-BC29-09C1DC02735B}" destId="{85B4BE6B-B777-498C-939E-205E40C8A6C2}" srcOrd="3" destOrd="0" presId="urn:microsoft.com/office/officeart/2005/8/layout/orgChart1"/>
    <dgm:cxn modelId="{D55039A7-6F38-4053-B52C-A5A4F695EDDF}" type="presParOf" srcId="{85B4BE6B-B777-498C-939E-205E40C8A6C2}" destId="{774A073F-A5E4-4A29-B633-DE003CAB103D}" srcOrd="0" destOrd="0" presId="urn:microsoft.com/office/officeart/2005/8/layout/orgChart1"/>
    <dgm:cxn modelId="{72CA1F27-F5F9-46E4-A07F-FAF5DE2E5D30}" type="presParOf" srcId="{774A073F-A5E4-4A29-B633-DE003CAB103D}" destId="{87A6AD60-4F0F-491E-9176-F0A64ECD9127}" srcOrd="0" destOrd="0" presId="urn:microsoft.com/office/officeart/2005/8/layout/orgChart1"/>
    <dgm:cxn modelId="{02CEAB3B-51B2-42AC-8E81-F4FD6843215D}" type="presParOf" srcId="{774A073F-A5E4-4A29-B633-DE003CAB103D}" destId="{2BB57BE5-C9B3-4F09-A4E0-A364549C1780}" srcOrd="1" destOrd="0" presId="urn:microsoft.com/office/officeart/2005/8/layout/orgChart1"/>
    <dgm:cxn modelId="{E5A7371D-2540-4759-BEB7-8CAFFF909940}" type="presParOf" srcId="{85B4BE6B-B777-498C-939E-205E40C8A6C2}" destId="{8E744277-6CD1-490D-8CAE-481EA70CBAF9}" srcOrd="1" destOrd="0" presId="urn:microsoft.com/office/officeart/2005/8/layout/orgChart1"/>
    <dgm:cxn modelId="{858F0416-21C0-44E5-9B41-B7900FFB957B}" type="presParOf" srcId="{8E744277-6CD1-490D-8CAE-481EA70CBAF9}" destId="{D763DC6F-A63F-462A-B585-7F1D8AC58970}" srcOrd="0" destOrd="0" presId="urn:microsoft.com/office/officeart/2005/8/layout/orgChart1"/>
    <dgm:cxn modelId="{DFBC2948-E9D7-4417-9101-4C5FCD3C7DB8}" type="presParOf" srcId="{8E744277-6CD1-490D-8CAE-481EA70CBAF9}" destId="{B29C53BF-1E8A-4E5A-AACC-870465C2D3E5}" srcOrd="1" destOrd="0" presId="urn:microsoft.com/office/officeart/2005/8/layout/orgChart1"/>
    <dgm:cxn modelId="{FC434D4C-3CB5-46B2-B86D-BCFB65A33B93}" type="presParOf" srcId="{B29C53BF-1E8A-4E5A-AACC-870465C2D3E5}" destId="{3DDE6A10-46F0-4FC4-AEC8-1C392535B24A}" srcOrd="0" destOrd="0" presId="urn:microsoft.com/office/officeart/2005/8/layout/orgChart1"/>
    <dgm:cxn modelId="{5D1FF562-EA1A-4EFB-B217-DA42D63512DA}" type="presParOf" srcId="{3DDE6A10-46F0-4FC4-AEC8-1C392535B24A}" destId="{C434C31E-CD18-49CF-8AE0-F0816E30BB31}" srcOrd="0" destOrd="0" presId="urn:microsoft.com/office/officeart/2005/8/layout/orgChart1"/>
    <dgm:cxn modelId="{8A5AFB1E-1E03-4B00-A72B-5278F51AAC1E}" type="presParOf" srcId="{3DDE6A10-46F0-4FC4-AEC8-1C392535B24A}" destId="{B1395563-D0FE-462C-A639-255538DE3DFC}" srcOrd="1" destOrd="0" presId="urn:microsoft.com/office/officeart/2005/8/layout/orgChart1"/>
    <dgm:cxn modelId="{240331BB-4AD3-4AE9-B65B-38FA32E796AA}" type="presParOf" srcId="{B29C53BF-1E8A-4E5A-AACC-870465C2D3E5}" destId="{B069B77A-4077-47C4-ABBA-4D7637EFA54A}" srcOrd="1" destOrd="0" presId="urn:microsoft.com/office/officeart/2005/8/layout/orgChart1"/>
    <dgm:cxn modelId="{EE311B5B-28ED-4310-BCBC-BFA2ED69D681}" type="presParOf" srcId="{B29C53BF-1E8A-4E5A-AACC-870465C2D3E5}" destId="{557C45F1-04BD-45F1-819E-7B82EA7707B9}" srcOrd="2" destOrd="0" presId="urn:microsoft.com/office/officeart/2005/8/layout/orgChart1"/>
    <dgm:cxn modelId="{91055985-6120-4C83-BE14-520F390AE1E9}" type="presParOf" srcId="{8E744277-6CD1-490D-8CAE-481EA70CBAF9}" destId="{8876B364-8864-4955-9019-ECA6C3EC0665}" srcOrd="2" destOrd="0" presId="urn:microsoft.com/office/officeart/2005/8/layout/orgChart1"/>
    <dgm:cxn modelId="{7A6926A7-3B0E-4DBE-BEE4-804DEB6020AA}" type="presParOf" srcId="{8E744277-6CD1-490D-8CAE-481EA70CBAF9}" destId="{CC97D09D-D232-4A11-862A-4D90122B57F1}" srcOrd="3" destOrd="0" presId="urn:microsoft.com/office/officeart/2005/8/layout/orgChart1"/>
    <dgm:cxn modelId="{6DD3DB07-D0C0-4394-BD38-0F4DEC040E6D}" type="presParOf" srcId="{CC97D09D-D232-4A11-862A-4D90122B57F1}" destId="{CC75050C-5E5F-46F5-BA39-2874186EE69F}" srcOrd="0" destOrd="0" presId="urn:microsoft.com/office/officeart/2005/8/layout/orgChart1"/>
    <dgm:cxn modelId="{C724A365-6D95-4F5F-AE79-751AA6514291}" type="presParOf" srcId="{CC75050C-5E5F-46F5-BA39-2874186EE69F}" destId="{AE95BAB7-52A9-40B2-80E7-9D22FE08CB71}" srcOrd="0" destOrd="0" presId="urn:microsoft.com/office/officeart/2005/8/layout/orgChart1"/>
    <dgm:cxn modelId="{82EE7C9B-E46C-4833-B45A-91BD3CF1BF64}" type="presParOf" srcId="{CC75050C-5E5F-46F5-BA39-2874186EE69F}" destId="{9C6E9520-2120-457B-93DB-98E5E14A710B}" srcOrd="1" destOrd="0" presId="urn:microsoft.com/office/officeart/2005/8/layout/orgChart1"/>
    <dgm:cxn modelId="{8EE49BCF-5E22-40BF-9E68-8A6595BB8BB0}" type="presParOf" srcId="{CC97D09D-D232-4A11-862A-4D90122B57F1}" destId="{EDCE0484-A433-4090-8CBD-8FE543C19B6B}" srcOrd="1" destOrd="0" presId="urn:microsoft.com/office/officeart/2005/8/layout/orgChart1"/>
    <dgm:cxn modelId="{A3DA4916-DF20-4C4D-ABD1-F974E6D7137A}" type="presParOf" srcId="{CC97D09D-D232-4A11-862A-4D90122B57F1}" destId="{97B88D6D-DEDE-4F9A-9DF8-46F1327FC786}" srcOrd="2" destOrd="0" presId="urn:microsoft.com/office/officeart/2005/8/layout/orgChart1"/>
    <dgm:cxn modelId="{51AD6593-BDAC-4975-A7AF-CDA7D56B0EFA}" type="presParOf" srcId="{85B4BE6B-B777-498C-939E-205E40C8A6C2}" destId="{F0D80707-018A-47CB-B172-FB7D8D4105D2}" srcOrd="2" destOrd="0" presId="urn:microsoft.com/office/officeart/2005/8/layout/orgChart1"/>
    <dgm:cxn modelId="{5F13F635-F6FD-439B-9F69-4628B76028E4}" type="presParOf" srcId="{EE25FEE9-C0A4-43A3-BC29-09C1DC02735B}" destId="{5586953E-4383-4BBE-A9B0-D6F54FA11493}" srcOrd="4" destOrd="0" presId="urn:microsoft.com/office/officeart/2005/8/layout/orgChart1"/>
    <dgm:cxn modelId="{2527D6B1-CBFB-4688-BA79-F28C5D577F7F}" type="presParOf" srcId="{EE25FEE9-C0A4-43A3-BC29-09C1DC02735B}" destId="{E663E818-7F4E-4D0C-B83C-C3142F593B59}" srcOrd="5" destOrd="0" presId="urn:microsoft.com/office/officeart/2005/8/layout/orgChart1"/>
    <dgm:cxn modelId="{6BDAEEBD-722C-49D8-9317-3BB5E5A10697}" type="presParOf" srcId="{E663E818-7F4E-4D0C-B83C-C3142F593B59}" destId="{61D14A3E-58DD-4685-8D03-30823BE52A88}" srcOrd="0" destOrd="0" presId="urn:microsoft.com/office/officeart/2005/8/layout/orgChart1"/>
    <dgm:cxn modelId="{13AAC424-4483-41CE-9497-E9BEDF7F02E3}" type="presParOf" srcId="{61D14A3E-58DD-4685-8D03-30823BE52A88}" destId="{07C71433-0FF8-4BC8-9B31-E04309C87F10}" srcOrd="0" destOrd="0" presId="urn:microsoft.com/office/officeart/2005/8/layout/orgChart1"/>
    <dgm:cxn modelId="{FFBAE2A3-A8B4-4B5F-AA5D-B052F375C8CE}" type="presParOf" srcId="{61D14A3E-58DD-4685-8D03-30823BE52A88}" destId="{14AE4B2D-DBC4-44DD-B29C-CECB2DCE6325}" srcOrd="1" destOrd="0" presId="urn:microsoft.com/office/officeart/2005/8/layout/orgChart1"/>
    <dgm:cxn modelId="{03DEEE15-584E-4B0A-9AC3-066095FB633C}" type="presParOf" srcId="{E663E818-7F4E-4D0C-B83C-C3142F593B59}" destId="{414F74D7-A6CD-4CBE-923B-841E29F8823F}" srcOrd="1" destOrd="0" presId="urn:microsoft.com/office/officeart/2005/8/layout/orgChart1"/>
    <dgm:cxn modelId="{5BE8847E-7541-4628-A4FE-DB71F88C665A}" type="presParOf" srcId="{414F74D7-A6CD-4CBE-923B-841E29F8823F}" destId="{DFE2558B-2422-4EFF-AD47-78733478CFD1}" srcOrd="0" destOrd="0" presId="urn:microsoft.com/office/officeart/2005/8/layout/orgChart1"/>
    <dgm:cxn modelId="{FBD86829-74C6-4160-BB7F-C83B2FCC1A25}" type="presParOf" srcId="{414F74D7-A6CD-4CBE-923B-841E29F8823F}" destId="{B9F3A535-4713-495C-B7C3-6E4EEE53D73B}" srcOrd="1" destOrd="0" presId="urn:microsoft.com/office/officeart/2005/8/layout/orgChart1"/>
    <dgm:cxn modelId="{2CC62CFA-E34E-42D3-B542-B21F9172B53E}" type="presParOf" srcId="{B9F3A535-4713-495C-B7C3-6E4EEE53D73B}" destId="{191BDBAF-9F3C-4C4F-A854-64F02BF8812F}" srcOrd="0" destOrd="0" presId="urn:microsoft.com/office/officeart/2005/8/layout/orgChart1"/>
    <dgm:cxn modelId="{B3999C50-F0C4-49CA-814A-D1C10C014314}" type="presParOf" srcId="{191BDBAF-9F3C-4C4F-A854-64F02BF8812F}" destId="{789861EB-947C-4155-89A8-671983BE8599}" srcOrd="0" destOrd="0" presId="urn:microsoft.com/office/officeart/2005/8/layout/orgChart1"/>
    <dgm:cxn modelId="{FB12F034-279C-4CD0-AC42-6832F698B861}" type="presParOf" srcId="{191BDBAF-9F3C-4C4F-A854-64F02BF8812F}" destId="{C1A80B9E-7599-4FD9-B121-09D71FF3AB8F}" srcOrd="1" destOrd="0" presId="urn:microsoft.com/office/officeart/2005/8/layout/orgChart1"/>
    <dgm:cxn modelId="{1E62A9FF-F232-4910-8872-E43D2D848843}" type="presParOf" srcId="{B9F3A535-4713-495C-B7C3-6E4EEE53D73B}" destId="{2722DE2B-3C1B-480B-BEEC-991A48490889}" srcOrd="1" destOrd="0" presId="urn:microsoft.com/office/officeart/2005/8/layout/orgChart1"/>
    <dgm:cxn modelId="{E34CE3F4-C21F-4B14-A28B-8DF386295049}" type="presParOf" srcId="{B9F3A535-4713-495C-B7C3-6E4EEE53D73B}" destId="{BC54E901-7913-4829-BFAD-BB4FEEEC7860}" srcOrd="2" destOrd="0" presId="urn:microsoft.com/office/officeart/2005/8/layout/orgChart1"/>
    <dgm:cxn modelId="{F723E09E-3A7B-4910-89A5-851165C93874}" type="presParOf" srcId="{414F74D7-A6CD-4CBE-923B-841E29F8823F}" destId="{0A73BEFC-60B3-448B-B26D-9AA124476CE8}" srcOrd="2" destOrd="0" presId="urn:microsoft.com/office/officeart/2005/8/layout/orgChart1"/>
    <dgm:cxn modelId="{B673B254-9B11-40E4-B75D-DAE966A262CF}" type="presParOf" srcId="{414F74D7-A6CD-4CBE-923B-841E29F8823F}" destId="{021426FD-C754-4BB0-8870-42BB7FB8D103}" srcOrd="3" destOrd="0" presId="urn:microsoft.com/office/officeart/2005/8/layout/orgChart1"/>
    <dgm:cxn modelId="{90B29AD0-B9F7-4558-87BB-CBD18B7259FB}" type="presParOf" srcId="{021426FD-C754-4BB0-8870-42BB7FB8D103}" destId="{1FD1095D-9ABD-409F-A2DA-02F0DDB6B6B0}" srcOrd="0" destOrd="0" presId="urn:microsoft.com/office/officeart/2005/8/layout/orgChart1"/>
    <dgm:cxn modelId="{8DB5E0FC-9444-49CF-A875-D6E0AD07ADB0}" type="presParOf" srcId="{1FD1095D-9ABD-409F-A2DA-02F0DDB6B6B0}" destId="{1D95F98B-2259-4689-96B2-F8F958A827F9}" srcOrd="0" destOrd="0" presId="urn:microsoft.com/office/officeart/2005/8/layout/orgChart1"/>
    <dgm:cxn modelId="{40DF8A0C-31F2-4DD1-B4C8-04E290191004}" type="presParOf" srcId="{1FD1095D-9ABD-409F-A2DA-02F0DDB6B6B0}" destId="{449684D4-4B52-4A03-880D-7C09234CFDA9}" srcOrd="1" destOrd="0" presId="urn:microsoft.com/office/officeart/2005/8/layout/orgChart1"/>
    <dgm:cxn modelId="{ABB1B6BB-22C8-49EF-BE7A-2E901DBEC4C4}" type="presParOf" srcId="{021426FD-C754-4BB0-8870-42BB7FB8D103}" destId="{1F2D1B99-8FBA-4F2F-B26B-417F1B226217}" srcOrd="1" destOrd="0" presId="urn:microsoft.com/office/officeart/2005/8/layout/orgChart1"/>
    <dgm:cxn modelId="{5F4D3822-9824-4F21-8895-B269032A6BF4}" type="presParOf" srcId="{021426FD-C754-4BB0-8870-42BB7FB8D103}" destId="{A1DAB88A-E7F2-4CD9-8D69-FF9055F95493}" srcOrd="2" destOrd="0" presId="urn:microsoft.com/office/officeart/2005/8/layout/orgChart1"/>
    <dgm:cxn modelId="{402B9368-4ED8-4A95-86C9-926E09460014}" type="presParOf" srcId="{E663E818-7F4E-4D0C-B83C-C3142F593B59}" destId="{161C4E2C-1932-4061-B996-CC31507D9B24}" srcOrd="2" destOrd="0" presId="urn:microsoft.com/office/officeart/2005/8/layout/orgChart1"/>
    <dgm:cxn modelId="{B2D1986E-8F54-4EEF-A169-6E2DAEA5194D}" type="presParOf" srcId="{EE25FEE9-C0A4-43A3-BC29-09C1DC02735B}" destId="{206B6B56-098A-42DE-88C2-958A5D5C75D5}" srcOrd="6" destOrd="0" presId="urn:microsoft.com/office/officeart/2005/8/layout/orgChart1"/>
    <dgm:cxn modelId="{1ECCCC9A-A29F-4BC5-8429-30ABFCE4AB9B}" type="presParOf" srcId="{EE25FEE9-C0A4-43A3-BC29-09C1DC02735B}" destId="{8155D36B-03E4-4951-BFA7-E0ED83B75BC2}" srcOrd="7" destOrd="0" presId="urn:microsoft.com/office/officeart/2005/8/layout/orgChart1"/>
    <dgm:cxn modelId="{2999E3F8-0D7C-4EB9-B5E9-82FF10FE29F5}" type="presParOf" srcId="{8155D36B-03E4-4951-BFA7-E0ED83B75BC2}" destId="{C7F07879-0015-47A6-AA02-9351E8BB2F06}" srcOrd="0" destOrd="0" presId="urn:microsoft.com/office/officeart/2005/8/layout/orgChart1"/>
    <dgm:cxn modelId="{174D5544-202E-4671-8FE1-83BF3A669799}" type="presParOf" srcId="{C7F07879-0015-47A6-AA02-9351E8BB2F06}" destId="{A50C351E-75D0-427A-85F2-6A352551E6E2}" srcOrd="0" destOrd="0" presId="urn:microsoft.com/office/officeart/2005/8/layout/orgChart1"/>
    <dgm:cxn modelId="{47AF9BF0-9E06-4C41-ABBC-6E349F4854FB}" type="presParOf" srcId="{C7F07879-0015-47A6-AA02-9351E8BB2F06}" destId="{673A25FF-E5E3-4786-BC8C-33D2AEBF4F4F}" srcOrd="1" destOrd="0" presId="urn:microsoft.com/office/officeart/2005/8/layout/orgChart1"/>
    <dgm:cxn modelId="{A109AD32-748A-4E7A-A322-1B02BE75F24C}" type="presParOf" srcId="{8155D36B-03E4-4951-BFA7-E0ED83B75BC2}" destId="{C71A9C1E-580C-4AF9-A53F-6EEF90D6DF2D}" srcOrd="1" destOrd="0" presId="urn:microsoft.com/office/officeart/2005/8/layout/orgChart1"/>
    <dgm:cxn modelId="{E71E45FF-E81B-40A0-A164-865615DB8E6A}" type="presParOf" srcId="{C71A9C1E-580C-4AF9-A53F-6EEF90D6DF2D}" destId="{A661F0CB-02A5-44BC-802B-160AEE8859DA}" srcOrd="0" destOrd="0" presId="urn:microsoft.com/office/officeart/2005/8/layout/orgChart1"/>
    <dgm:cxn modelId="{D0EE3381-DB49-4F37-A68A-9338C12C7467}" type="presParOf" srcId="{C71A9C1E-580C-4AF9-A53F-6EEF90D6DF2D}" destId="{2619DD18-0422-41D0-8A17-804455AA10A5}" srcOrd="1" destOrd="0" presId="urn:microsoft.com/office/officeart/2005/8/layout/orgChart1"/>
    <dgm:cxn modelId="{E6590FA4-B4EB-4BDC-A221-E0DEA64590C6}" type="presParOf" srcId="{2619DD18-0422-41D0-8A17-804455AA10A5}" destId="{60FDFAB0-5107-44B7-9DB7-92420DCC7237}" srcOrd="0" destOrd="0" presId="urn:microsoft.com/office/officeart/2005/8/layout/orgChart1"/>
    <dgm:cxn modelId="{A4CC7BD5-6BF4-4DC5-9879-70772AABF07A}" type="presParOf" srcId="{60FDFAB0-5107-44B7-9DB7-92420DCC7237}" destId="{6F3F0949-ABBE-4B1F-A83F-947AF15AC17D}" srcOrd="0" destOrd="0" presId="urn:microsoft.com/office/officeart/2005/8/layout/orgChart1"/>
    <dgm:cxn modelId="{DE6E9658-99D9-43D5-926A-90723DA3F6A8}" type="presParOf" srcId="{60FDFAB0-5107-44B7-9DB7-92420DCC7237}" destId="{3BBB93A3-EC02-4122-BF23-869E5760C83C}" srcOrd="1" destOrd="0" presId="urn:microsoft.com/office/officeart/2005/8/layout/orgChart1"/>
    <dgm:cxn modelId="{CAB8F3B0-B5F2-45F9-8D1B-14E48A6A1644}" type="presParOf" srcId="{2619DD18-0422-41D0-8A17-804455AA10A5}" destId="{1DAACE40-F598-4BE3-BE62-91BC33995C14}" srcOrd="1" destOrd="0" presId="urn:microsoft.com/office/officeart/2005/8/layout/orgChart1"/>
    <dgm:cxn modelId="{5FD65723-8553-4A13-B5F9-DDC0AD5B8199}" type="presParOf" srcId="{2619DD18-0422-41D0-8A17-804455AA10A5}" destId="{F3F2E171-AE73-4A15-AD3E-5FE58757D608}" srcOrd="2" destOrd="0" presId="urn:microsoft.com/office/officeart/2005/8/layout/orgChart1"/>
    <dgm:cxn modelId="{7FE72A0B-505F-4163-A7FC-CA860EF1FDC0}" type="presParOf" srcId="{8155D36B-03E4-4951-BFA7-E0ED83B75BC2}" destId="{AAD84083-932A-4630-A8F8-52E366976A82}" srcOrd="2" destOrd="0" presId="urn:microsoft.com/office/officeart/2005/8/layout/orgChart1"/>
    <dgm:cxn modelId="{F4AC80A2-8E45-49B8-A4AD-81E4DA9E1A35}" type="presParOf" srcId="{842694ED-63FE-41F5-8205-A2D2ED7AB622}" destId="{7AE4D891-AFDF-47CA-AE12-C9E64E4BC610}" srcOrd="2" destOrd="0" presId="urn:microsoft.com/office/officeart/2005/8/layout/orgChart1"/>
    <dgm:cxn modelId="{967796E2-3E3B-4CCE-8E31-DA5ECCCF3D67}" type="presParOf" srcId="{9098D234-D388-4106-B539-B7C38DD6D81C}" destId="{AB1F82AE-D204-494B-90C7-632A99586039}" srcOrd="2" destOrd="0" presId="urn:microsoft.com/office/officeart/2005/8/layout/orgChart1"/>
    <dgm:cxn modelId="{2B0EACE1-C9DE-489F-BE92-99BC3445CC46}" type="presParOf" srcId="{9098D234-D388-4106-B539-B7C38DD6D81C}" destId="{DC0B2FDF-D839-45FE-9E9A-D22897A1B887}" srcOrd="3" destOrd="0" presId="urn:microsoft.com/office/officeart/2005/8/layout/orgChart1"/>
    <dgm:cxn modelId="{32526F69-3672-4B6E-976F-265A34E7498E}" type="presParOf" srcId="{DC0B2FDF-D839-45FE-9E9A-D22897A1B887}" destId="{1B76E2B1-AF57-455C-83AC-6048046D1721}" srcOrd="0" destOrd="0" presId="urn:microsoft.com/office/officeart/2005/8/layout/orgChart1"/>
    <dgm:cxn modelId="{1F139FA7-CDD7-408B-B0E8-4F7EC916E026}" type="presParOf" srcId="{1B76E2B1-AF57-455C-83AC-6048046D1721}" destId="{78F581A2-A236-4AAE-9594-81595AF744C3}" srcOrd="0" destOrd="0" presId="urn:microsoft.com/office/officeart/2005/8/layout/orgChart1"/>
    <dgm:cxn modelId="{B2C9282E-5BA1-43E1-A875-14EA99C7049D}" type="presParOf" srcId="{1B76E2B1-AF57-455C-83AC-6048046D1721}" destId="{45497D4B-7384-4409-B2DD-8111D10AE21C}" srcOrd="1" destOrd="0" presId="urn:microsoft.com/office/officeart/2005/8/layout/orgChart1"/>
    <dgm:cxn modelId="{347E6146-2FAB-43AF-B1C7-EA2717D74034}" type="presParOf" srcId="{DC0B2FDF-D839-45FE-9E9A-D22897A1B887}" destId="{7655522E-218E-4AD1-9853-C6F4EBC0DDEE}" srcOrd="1" destOrd="0" presId="urn:microsoft.com/office/officeart/2005/8/layout/orgChart1"/>
    <dgm:cxn modelId="{C96180F7-8241-4AD7-A127-7823B8213B00}" type="presParOf" srcId="{7655522E-218E-4AD1-9853-C6F4EBC0DDEE}" destId="{352B39FC-4241-48EA-A60D-FD5CF27E73CC}" srcOrd="0" destOrd="0" presId="urn:microsoft.com/office/officeart/2005/8/layout/orgChart1"/>
    <dgm:cxn modelId="{569F913F-81AE-4D54-BE2C-417A7B5DFCCA}" type="presParOf" srcId="{7655522E-218E-4AD1-9853-C6F4EBC0DDEE}" destId="{E5750CB1-90B3-4AC9-AF1A-2368DDCEEA82}" srcOrd="1" destOrd="0" presId="urn:microsoft.com/office/officeart/2005/8/layout/orgChart1"/>
    <dgm:cxn modelId="{BB647890-A846-4048-9917-05F91265EA53}" type="presParOf" srcId="{E5750CB1-90B3-4AC9-AF1A-2368DDCEEA82}" destId="{5C249C49-928A-4138-9A74-172206017094}" srcOrd="0" destOrd="0" presId="urn:microsoft.com/office/officeart/2005/8/layout/orgChart1"/>
    <dgm:cxn modelId="{2BDAB2C8-5E8F-4DAB-A64F-F3646A5FCB07}" type="presParOf" srcId="{5C249C49-928A-4138-9A74-172206017094}" destId="{5E0F8C5D-0E8E-4980-84F1-F6E2CDF05BB9}" srcOrd="0" destOrd="0" presId="urn:microsoft.com/office/officeart/2005/8/layout/orgChart1"/>
    <dgm:cxn modelId="{3B08AAE4-3C7C-496C-AC95-84A05BFF5975}" type="presParOf" srcId="{5C249C49-928A-4138-9A74-172206017094}" destId="{9374E3D3-1DB6-496C-93B1-5E820CE5DDA9}" srcOrd="1" destOrd="0" presId="urn:microsoft.com/office/officeart/2005/8/layout/orgChart1"/>
    <dgm:cxn modelId="{181A5FC3-8553-4064-97D1-2FC2DEF14A19}" type="presParOf" srcId="{E5750CB1-90B3-4AC9-AF1A-2368DDCEEA82}" destId="{11BFAD24-8510-4296-BC36-9A40F315B6EB}" srcOrd="1" destOrd="0" presId="urn:microsoft.com/office/officeart/2005/8/layout/orgChart1"/>
    <dgm:cxn modelId="{D15E5FE3-40ED-4505-8E23-C5A9447DED6C}" type="presParOf" srcId="{11BFAD24-8510-4296-BC36-9A40F315B6EB}" destId="{3834C626-4DAE-4CA2-9111-824AE723186B}" srcOrd="0" destOrd="0" presId="urn:microsoft.com/office/officeart/2005/8/layout/orgChart1"/>
    <dgm:cxn modelId="{75BDC83F-4762-43DD-9ED1-729494B95632}" type="presParOf" srcId="{11BFAD24-8510-4296-BC36-9A40F315B6EB}" destId="{93C93DE5-CD06-4FA0-8F9A-DC1C14B5E230}" srcOrd="1" destOrd="0" presId="urn:microsoft.com/office/officeart/2005/8/layout/orgChart1"/>
    <dgm:cxn modelId="{8444332C-14EB-40E0-866C-BFE8B373A85C}" type="presParOf" srcId="{93C93DE5-CD06-4FA0-8F9A-DC1C14B5E230}" destId="{516EEE2D-FCE9-4DB0-8AF9-BC04852F2676}" srcOrd="0" destOrd="0" presId="urn:microsoft.com/office/officeart/2005/8/layout/orgChart1"/>
    <dgm:cxn modelId="{5E4C7157-5A50-4979-A606-CEDE325C2F94}" type="presParOf" srcId="{516EEE2D-FCE9-4DB0-8AF9-BC04852F2676}" destId="{A3EB5734-F426-4A10-8B5F-A9AA29F31741}" srcOrd="0" destOrd="0" presId="urn:microsoft.com/office/officeart/2005/8/layout/orgChart1"/>
    <dgm:cxn modelId="{1598B77F-6235-41AA-9985-DE297B5268E5}" type="presParOf" srcId="{516EEE2D-FCE9-4DB0-8AF9-BC04852F2676}" destId="{2A2D824B-CA65-4C8D-8AF9-44E9B2589983}" srcOrd="1" destOrd="0" presId="urn:microsoft.com/office/officeart/2005/8/layout/orgChart1"/>
    <dgm:cxn modelId="{C74DAB13-E817-4DE4-BC09-BCB769F32054}" type="presParOf" srcId="{93C93DE5-CD06-4FA0-8F9A-DC1C14B5E230}" destId="{6A33D8AA-DE30-4476-A39D-5AE1B1A093C5}" srcOrd="1" destOrd="0" presId="urn:microsoft.com/office/officeart/2005/8/layout/orgChart1"/>
    <dgm:cxn modelId="{7DB111C7-3AF0-4E13-B2F3-64DBDD00D28D}" type="presParOf" srcId="{6A33D8AA-DE30-4476-A39D-5AE1B1A093C5}" destId="{720B9081-3F4D-4C1B-B1D9-442CDD28E1F7}" srcOrd="0" destOrd="0" presId="urn:microsoft.com/office/officeart/2005/8/layout/orgChart1"/>
    <dgm:cxn modelId="{72938FB8-C391-430A-8881-5BC119726D8A}" type="presParOf" srcId="{6A33D8AA-DE30-4476-A39D-5AE1B1A093C5}" destId="{2D648677-DC90-4312-B220-46B52EC13291}" srcOrd="1" destOrd="0" presId="urn:microsoft.com/office/officeart/2005/8/layout/orgChart1"/>
    <dgm:cxn modelId="{C4F8D196-4400-408E-885E-DDC80D3BDE49}" type="presParOf" srcId="{2D648677-DC90-4312-B220-46B52EC13291}" destId="{7ED4CB24-BE10-41DB-9DBF-2EEA82634938}" srcOrd="0" destOrd="0" presId="urn:microsoft.com/office/officeart/2005/8/layout/orgChart1"/>
    <dgm:cxn modelId="{1A69DBB4-2D85-4968-8192-B2B2368C5BD1}" type="presParOf" srcId="{7ED4CB24-BE10-41DB-9DBF-2EEA82634938}" destId="{3A325660-294D-4A7D-BD1A-745FFA88BD01}" srcOrd="0" destOrd="0" presId="urn:microsoft.com/office/officeart/2005/8/layout/orgChart1"/>
    <dgm:cxn modelId="{DECE9BFB-296A-4BAC-8749-BECBFB113E69}" type="presParOf" srcId="{7ED4CB24-BE10-41DB-9DBF-2EEA82634938}" destId="{7047D2F8-56BE-4AF5-8D6A-DA401EA05558}" srcOrd="1" destOrd="0" presId="urn:microsoft.com/office/officeart/2005/8/layout/orgChart1"/>
    <dgm:cxn modelId="{34B793FC-DB3E-48B4-84C7-765C13A8495C}" type="presParOf" srcId="{2D648677-DC90-4312-B220-46B52EC13291}" destId="{C5F5C055-878E-45C6-99DF-02571F12E821}" srcOrd="1" destOrd="0" presId="urn:microsoft.com/office/officeart/2005/8/layout/orgChart1"/>
    <dgm:cxn modelId="{1BC68423-C79A-452C-A83F-328F2A5659BB}" type="presParOf" srcId="{2D648677-DC90-4312-B220-46B52EC13291}" destId="{5BAA112E-5B33-4EBE-B65A-3084E847BD76}" srcOrd="2" destOrd="0" presId="urn:microsoft.com/office/officeart/2005/8/layout/orgChart1"/>
    <dgm:cxn modelId="{1AB6F8BE-6069-4D84-A85B-4E6A8503100E}" type="presParOf" srcId="{6A33D8AA-DE30-4476-A39D-5AE1B1A093C5}" destId="{E53F20DB-BE1C-43BF-813E-0301F729BAEC}" srcOrd="2" destOrd="0" presId="urn:microsoft.com/office/officeart/2005/8/layout/orgChart1"/>
    <dgm:cxn modelId="{A583DFF7-B7B3-4502-AED2-0DB9DF1A4541}" type="presParOf" srcId="{6A33D8AA-DE30-4476-A39D-5AE1B1A093C5}" destId="{1368E70D-D549-4A19-B416-22EF3C3FE9F4}" srcOrd="3" destOrd="0" presId="urn:microsoft.com/office/officeart/2005/8/layout/orgChart1"/>
    <dgm:cxn modelId="{75CEF618-A76B-4C4D-9E52-533AB436E965}" type="presParOf" srcId="{1368E70D-D549-4A19-B416-22EF3C3FE9F4}" destId="{4043E3DD-DCC2-408F-B2A8-D47BFCE40E6D}" srcOrd="0" destOrd="0" presId="urn:microsoft.com/office/officeart/2005/8/layout/orgChart1"/>
    <dgm:cxn modelId="{E47E1DD4-EE95-4868-838D-3465BDBB2AFC}" type="presParOf" srcId="{4043E3DD-DCC2-408F-B2A8-D47BFCE40E6D}" destId="{314E03AD-B572-4319-A344-D7086B11FB13}" srcOrd="0" destOrd="0" presId="urn:microsoft.com/office/officeart/2005/8/layout/orgChart1"/>
    <dgm:cxn modelId="{7CD3EBF6-EA82-4B13-AB4E-71EEE7740FBC}" type="presParOf" srcId="{4043E3DD-DCC2-408F-B2A8-D47BFCE40E6D}" destId="{2E438C9D-6724-418F-AB3F-B049CC9817E3}" srcOrd="1" destOrd="0" presId="urn:microsoft.com/office/officeart/2005/8/layout/orgChart1"/>
    <dgm:cxn modelId="{7FBEB94B-CE66-4EBD-8C61-EA1C51C51F5D}" type="presParOf" srcId="{1368E70D-D549-4A19-B416-22EF3C3FE9F4}" destId="{BA421789-7359-4283-B529-AA3D76AECF5C}" srcOrd="1" destOrd="0" presId="urn:microsoft.com/office/officeart/2005/8/layout/orgChart1"/>
    <dgm:cxn modelId="{9A151B38-A0BE-452B-A243-CBEFFD2B005D}" type="presParOf" srcId="{1368E70D-D549-4A19-B416-22EF3C3FE9F4}" destId="{8B9622A6-50BA-4A5F-94A5-C3864776847D}" srcOrd="2" destOrd="0" presId="urn:microsoft.com/office/officeart/2005/8/layout/orgChart1"/>
    <dgm:cxn modelId="{750AD913-D330-457A-94A3-F0C88DD47D97}" type="presParOf" srcId="{93C93DE5-CD06-4FA0-8F9A-DC1C14B5E230}" destId="{0DE4BB90-75B5-4720-A045-6D3A7ED0B184}" srcOrd="2" destOrd="0" presId="urn:microsoft.com/office/officeart/2005/8/layout/orgChart1"/>
    <dgm:cxn modelId="{31A8A79A-3544-41A5-8076-09D8FFBBCB09}" type="presParOf" srcId="{11BFAD24-8510-4296-BC36-9A40F315B6EB}" destId="{26CB4C77-0714-4DD2-BAF4-09A376FDE558}" srcOrd="2" destOrd="0" presId="urn:microsoft.com/office/officeart/2005/8/layout/orgChart1"/>
    <dgm:cxn modelId="{AB058653-B1EC-448F-B50E-96DB97CD33EE}" type="presParOf" srcId="{11BFAD24-8510-4296-BC36-9A40F315B6EB}" destId="{54B9CC16-3A90-4646-83BE-26AA283D5DE8}" srcOrd="3" destOrd="0" presId="urn:microsoft.com/office/officeart/2005/8/layout/orgChart1"/>
    <dgm:cxn modelId="{E5AE76D3-1082-4EBD-81F2-6FC6E6EED03C}" type="presParOf" srcId="{54B9CC16-3A90-4646-83BE-26AA283D5DE8}" destId="{8B0EFCC8-6AE5-48AB-9729-74C2AFEF1041}" srcOrd="0" destOrd="0" presId="urn:microsoft.com/office/officeart/2005/8/layout/orgChart1"/>
    <dgm:cxn modelId="{C6A4A6A3-7D97-4E0B-8B9C-81F017C54213}" type="presParOf" srcId="{8B0EFCC8-6AE5-48AB-9729-74C2AFEF1041}" destId="{5118ED6B-3A65-47EF-992B-308CE90D4708}" srcOrd="0" destOrd="0" presId="urn:microsoft.com/office/officeart/2005/8/layout/orgChart1"/>
    <dgm:cxn modelId="{1C454856-EDF2-4EEE-A040-390D6FD943C9}" type="presParOf" srcId="{8B0EFCC8-6AE5-48AB-9729-74C2AFEF1041}" destId="{4B3D6AE8-D84A-4602-BBC3-82AF2CC0CE5C}" srcOrd="1" destOrd="0" presId="urn:microsoft.com/office/officeart/2005/8/layout/orgChart1"/>
    <dgm:cxn modelId="{4B0873D9-9570-41CA-96A4-C446A2E6AF3F}" type="presParOf" srcId="{54B9CC16-3A90-4646-83BE-26AA283D5DE8}" destId="{10C174BD-ABAA-4AEA-B0F1-91203DF75D92}" srcOrd="1" destOrd="0" presId="urn:microsoft.com/office/officeart/2005/8/layout/orgChart1"/>
    <dgm:cxn modelId="{9CC6A479-A009-47D7-B629-3E4809D304C2}" type="presParOf" srcId="{10C174BD-ABAA-4AEA-B0F1-91203DF75D92}" destId="{3D384A3B-FFCC-48F0-8551-AAC61336945B}" srcOrd="0" destOrd="0" presId="urn:microsoft.com/office/officeart/2005/8/layout/orgChart1"/>
    <dgm:cxn modelId="{1EC1A78B-FCB5-4046-A0AE-84BDE8B3B7B7}" type="presParOf" srcId="{10C174BD-ABAA-4AEA-B0F1-91203DF75D92}" destId="{9EC322B5-590E-464F-B635-66205385892D}" srcOrd="1" destOrd="0" presId="urn:microsoft.com/office/officeart/2005/8/layout/orgChart1"/>
    <dgm:cxn modelId="{37116F83-C0BF-4132-9FB1-FF5D456343F0}" type="presParOf" srcId="{9EC322B5-590E-464F-B635-66205385892D}" destId="{13547494-9421-4AB6-9546-DD275CE8DA7C}" srcOrd="0" destOrd="0" presId="urn:microsoft.com/office/officeart/2005/8/layout/orgChart1"/>
    <dgm:cxn modelId="{4B649220-DF9E-48A8-A0AA-10265EAD9F97}" type="presParOf" srcId="{13547494-9421-4AB6-9546-DD275CE8DA7C}" destId="{5146D6D1-D55F-4791-B168-4FA00883F38A}" srcOrd="0" destOrd="0" presId="urn:microsoft.com/office/officeart/2005/8/layout/orgChart1"/>
    <dgm:cxn modelId="{5DCBE931-7579-4062-907A-6F466B9C3669}" type="presParOf" srcId="{13547494-9421-4AB6-9546-DD275CE8DA7C}" destId="{DD5AC17D-54DE-4D5C-B480-CFEE828C5D4D}" srcOrd="1" destOrd="0" presId="urn:microsoft.com/office/officeart/2005/8/layout/orgChart1"/>
    <dgm:cxn modelId="{37AF8222-601C-4152-ABF6-9A706AB95E20}" type="presParOf" srcId="{9EC322B5-590E-464F-B635-66205385892D}" destId="{8E59AD8A-A8D2-4A13-92FA-FBBE4D3B263C}" srcOrd="1" destOrd="0" presId="urn:microsoft.com/office/officeart/2005/8/layout/orgChart1"/>
    <dgm:cxn modelId="{91CDCD7D-2F92-41F7-85C0-06F947E0ECB5}" type="presParOf" srcId="{9EC322B5-590E-464F-B635-66205385892D}" destId="{AA3F409D-72AA-4278-BED1-A7E21F75C38F}" srcOrd="2" destOrd="0" presId="urn:microsoft.com/office/officeart/2005/8/layout/orgChart1"/>
    <dgm:cxn modelId="{63BD2BBB-A776-4605-A32E-E2EFA2FB38B3}" type="presParOf" srcId="{10C174BD-ABAA-4AEA-B0F1-91203DF75D92}" destId="{1D22872B-A537-4CCA-BF53-7698457E4B5E}" srcOrd="2" destOrd="0" presId="urn:microsoft.com/office/officeart/2005/8/layout/orgChart1"/>
    <dgm:cxn modelId="{78EF40A0-EAD5-4BB6-BB47-5E5796634A4C}" type="presParOf" srcId="{10C174BD-ABAA-4AEA-B0F1-91203DF75D92}" destId="{02FA222A-EECB-430F-9AEB-44EF2E1C420B}" srcOrd="3" destOrd="0" presId="urn:microsoft.com/office/officeart/2005/8/layout/orgChart1"/>
    <dgm:cxn modelId="{3FF5F2F5-9603-4270-97F0-970A669992A5}" type="presParOf" srcId="{02FA222A-EECB-430F-9AEB-44EF2E1C420B}" destId="{A383BB0A-C154-43EC-855D-BAB13F932D66}" srcOrd="0" destOrd="0" presId="urn:microsoft.com/office/officeart/2005/8/layout/orgChart1"/>
    <dgm:cxn modelId="{07DEBAC1-3037-4FEB-9A8C-6ACF9C7EED65}" type="presParOf" srcId="{A383BB0A-C154-43EC-855D-BAB13F932D66}" destId="{3D633C59-7239-40BA-AB37-5435F78E66C2}" srcOrd="0" destOrd="0" presId="urn:microsoft.com/office/officeart/2005/8/layout/orgChart1"/>
    <dgm:cxn modelId="{6F7BA6AC-9799-43FF-8BDB-CD61B7B5FFFC}" type="presParOf" srcId="{A383BB0A-C154-43EC-855D-BAB13F932D66}" destId="{EAC976B2-B0DD-47FC-A4C4-30263AE53B86}" srcOrd="1" destOrd="0" presId="urn:microsoft.com/office/officeart/2005/8/layout/orgChart1"/>
    <dgm:cxn modelId="{322589AB-E1EC-4A9E-85DF-FFA14D9552EE}" type="presParOf" srcId="{02FA222A-EECB-430F-9AEB-44EF2E1C420B}" destId="{8039A9BA-188F-4293-8F51-EA8EC58BB68C}" srcOrd="1" destOrd="0" presId="urn:microsoft.com/office/officeart/2005/8/layout/orgChart1"/>
    <dgm:cxn modelId="{18233448-0DE5-4CE4-A3F0-B1F3FE177469}" type="presParOf" srcId="{02FA222A-EECB-430F-9AEB-44EF2E1C420B}" destId="{CD4637B5-8CC5-4639-B417-1CF1F3D69DF7}" srcOrd="2" destOrd="0" presId="urn:microsoft.com/office/officeart/2005/8/layout/orgChart1"/>
    <dgm:cxn modelId="{B0E3DA4D-0F85-4A0F-8EF6-23362964FD09}" type="presParOf" srcId="{54B9CC16-3A90-4646-83BE-26AA283D5DE8}" destId="{D2F8FDB4-4FDD-40E5-B794-9EDC3F12629D}" srcOrd="2" destOrd="0" presId="urn:microsoft.com/office/officeart/2005/8/layout/orgChart1"/>
    <dgm:cxn modelId="{7263DC9A-32AC-4EA7-A60A-49E82F034E4A}" type="presParOf" srcId="{11BFAD24-8510-4296-BC36-9A40F315B6EB}" destId="{23688D8C-0375-480E-ADAE-3D8E2AFEB62D}" srcOrd="4" destOrd="0" presId="urn:microsoft.com/office/officeart/2005/8/layout/orgChart1"/>
    <dgm:cxn modelId="{B74C75BF-5809-4464-92CE-3DA5788C8AC8}" type="presParOf" srcId="{11BFAD24-8510-4296-BC36-9A40F315B6EB}" destId="{73DFB4FE-B109-438E-B4C9-85A033411691}" srcOrd="5" destOrd="0" presId="urn:microsoft.com/office/officeart/2005/8/layout/orgChart1"/>
    <dgm:cxn modelId="{C2923D21-CDAF-498E-B4D5-F83D19825164}" type="presParOf" srcId="{73DFB4FE-B109-438E-B4C9-85A033411691}" destId="{17B26CC1-5610-4A9C-B19A-68B640AB8017}" srcOrd="0" destOrd="0" presId="urn:microsoft.com/office/officeart/2005/8/layout/orgChart1"/>
    <dgm:cxn modelId="{8A05CCAC-B3B2-4B6B-826F-9B7907D6DFF2}" type="presParOf" srcId="{17B26CC1-5610-4A9C-B19A-68B640AB8017}" destId="{15DEB91B-B3C1-4DA0-9D06-5E456E5D6D74}" srcOrd="0" destOrd="0" presId="urn:microsoft.com/office/officeart/2005/8/layout/orgChart1"/>
    <dgm:cxn modelId="{729D08DB-2AD4-409F-99A9-334232F43AB8}" type="presParOf" srcId="{17B26CC1-5610-4A9C-B19A-68B640AB8017}" destId="{8D2243F6-C359-496A-B58A-D47E8D7C28E4}" srcOrd="1" destOrd="0" presId="urn:microsoft.com/office/officeart/2005/8/layout/orgChart1"/>
    <dgm:cxn modelId="{A4B93DF4-5C60-4154-BA1B-3FE253B81A8D}" type="presParOf" srcId="{73DFB4FE-B109-438E-B4C9-85A033411691}" destId="{9E6E0DB3-4690-42B1-84CE-89FF0B538229}" srcOrd="1" destOrd="0" presId="urn:microsoft.com/office/officeart/2005/8/layout/orgChart1"/>
    <dgm:cxn modelId="{F59B385D-40D5-42D8-BFE0-66A55B3F95B5}" type="presParOf" srcId="{9E6E0DB3-4690-42B1-84CE-89FF0B538229}" destId="{B26A00FD-C71D-4F53-B511-3D2707B66CA5}" srcOrd="0" destOrd="0" presId="urn:microsoft.com/office/officeart/2005/8/layout/orgChart1"/>
    <dgm:cxn modelId="{0138A154-DB52-4F26-8027-1CBD4C036F91}" type="presParOf" srcId="{9E6E0DB3-4690-42B1-84CE-89FF0B538229}" destId="{4398D81B-861C-4061-93ED-2337839C4098}" srcOrd="1" destOrd="0" presId="urn:microsoft.com/office/officeart/2005/8/layout/orgChart1"/>
    <dgm:cxn modelId="{943717C3-B1AB-48F4-BBD0-56D776C94B70}" type="presParOf" srcId="{4398D81B-861C-4061-93ED-2337839C4098}" destId="{F824062B-34F1-40EB-BD8C-8A0250B6358E}" srcOrd="0" destOrd="0" presId="urn:microsoft.com/office/officeart/2005/8/layout/orgChart1"/>
    <dgm:cxn modelId="{4583AB91-7242-4427-A9C0-999447A1C812}" type="presParOf" srcId="{F824062B-34F1-40EB-BD8C-8A0250B6358E}" destId="{C2D14DB2-9FC7-4123-8BFA-2AD6898342E5}" srcOrd="0" destOrd="0" presId="urn:microsoft.com/office/officeart/2005/8/layout/orgChart1"/>
    <dgm:cxn modelId="{C1A7142A-D595-4589-BC72-5549984480A2}" type="presParOf" srcId="{F824062B-34F1-40EB-BD8C-8A0250B6358E}" destId="{F7B38426-9C1B-49F9-A801-3F11986B0077}" srcOrd="1" destOrd="0" presId="urn:microsoft.com/office/officeart/2005/8/layout/orgChart1"/>
    <dgm:cxn modelId="{D49E34FD-9E6E-4817-B7F3-A5ED366B82A8}" type="presParOf" srcId="{4398D81B-861C-4061-93ED-2337839C4098}" destId="{7AFF1789-DB3B-41A5-89E0-9EBA8DEFB9BA}" srcOrd="1" destOrd="0" presId="urn:microsoft.com/office/officeart/2005/8/layout/orgChart1"/>
    <dgm:cxn modelId="{5BE3FB21-F160-49AA-B24C-F15CB1D8FEED}" type="presParOf" srcId="{4398D81B-861C-4061-93ED-2337839C4098}" destId="{057448B9-FABA-4B80-9BB1-50C96B1B265F}" srcOrd="2" destOrd="0" presId="urn:microsoft.com/office/officeart/2005/8/layout/orgChart1"/>
    <dgm:cxn modelId="{67CEABE3-97AB-4990-A8DF-B4EAE004D4EF}" type="presParOf" srcId="{9E6E0DB3-4690-42B1-84CE-89FF0B538229}" destId="{103DD793-B805-4F78-BB84-3128570E69AA}" srcOrd="2" destOrd="0" presId="urn:microsoft.com/office/officeart/2005/8/layout/orgChart1"/>
    <dgm:cxn modelId="{DFCA6785-4988-4C83-884A-F96FBD834441}" type="presParOf" srcId="{9E6E0DB3-4690-42B1-84CE-89FF0B538229}" destId="{2B26DF2B-89DF-40D6-83EC-8AA5D6B7C7B2}" srcOrd="3" destOrd="0" presId="urn:microsoft.com/office/officeart/2005/8/layout/orgChart1"/>
    <dgm:cxn modelId="{CD0561AD-203C-4C66-B4B4-AC2FE452C43F}" type="presParOf" srcId="{2B26DF2B-89DF-40D6-83EC-8AA5D6B7C7B2}" destId="{1B0AA3FC-49A5-42F1-A873-76F80BD9E3EF}" srcOrd="0" destOrd="0" presId="urn:microsoft.com/office/officeart/2005/8/layout/orgChart1"/>
    <dgm:cxn modelId="{E13DE366-D8DD-40BE-94E9-9CA7326F889F}" type="presParOf" srcId="{1B0AA3FC-49A5-42F1-A873-76F80BD9E3EF}" destId="{D402A32C-FED1-4688-8471-80B4FBD28771}" srcOrd="0" destOrd="0" presId="urn:microsoft.com/office/officeart/2005/8/layout/orgChart1"/>
    <dgm:cxn modelId="{1198512A-7007-4310-9E28-D1FDE657F2D7}" type="presParOf" srcId="{1B0AA3FC-49A5-42F1-A873-76F80BD9E3EF}" destId="{54EE4ED2-987E-451E-A3AE-1FF4C4FC58C7}" srcOrd="1" destOrd="0" presId="urn:microsoft.com/office/officeart/2005/8/layout/orgChart1"/>
    <dgm:cxn modelId="{438DB6E4-FC31-45B1-A143-0075B44C449A}" type="presParOf" srcId="{2B26DF2B-89DF-40D6-83EC-8AA5D6B7C7B2}" destId="{19EFBBEE-2ACD-457B-9F34-C5B2D20A941C}" srcOrd="1" destOrd="0" presId="urn:microsoft.com/office/officeart/2005/8/layout/orgChart1"/>
    <dgm:cxn modelId="{43FBC168-B156-48D4-93E4-372C49E4FEB8}" type="presParOf" srcId="{2B26DF2B-89DF-40D6-83EC-8AA5D6B7C7B2}" destId="{F6790816-EA52-45C2-B7F2-EB4D0C394EA8}" srcOrd="2" destOrd="0" presId="urn:microsoft.com/office/officeart/2005/8/layout/orgChart1"/>
    <dgm:cxn modelId="{C6B838F2-803A-4193-A389-3E3C38763A0F}" type="presParOf" srcId="{73DFB4FE-B109-438E-B4C9-85A033411691}" destId="{06727CF3-E1B5-47E5-90C2-0062F554E5EF}" srcOrd="2" destOrd="0" presId="urn:microsoft.com/office/officeart/2005/8/layout/orgChart1"/>
    <dgm:cxn modelId="{6DACBE6E-30E2-46B2-9881-4BECC54AED19}" type="presParOf" srcId="{E5750CB1-90B3-4AC9-AF1A-2368DDCEEA82}" destId="{FC45EE77-E300-4C17-8D03-D4B744218005}" srcOrd="2" destOrd="0" presId="urn:microsoft.com/office/officeart/2005/8/layout/orgChart1"/>
    <dgm:cxn modelId="{EC5A387C-625F-45CA-AAF1-13B3F854F62A}" type="presParOf" srcId="{7655522E-218E-4AD1-9853-C6F4EBC0DDEE}" destId="{FC5A20E4-2CCD-4E6B-992E-EC209C065068}" srcOrd="2" destOrd="0" presId="urn:microsoft.com/office/officeart/2005/8/layout/orgChart1"/>
    <dgm:cxn modelId="{3A255CFF-5815-481F-AE8E-6A98C0D0D21F}" type="presParOf" srcId="{7655522E-218E-4AD1-9853-C6F4EBC0DDEE}" destId="{B77BAE82-A705-4992-B378-85E63D2007FD}" srcOrd="3" destOrd="0" presId="urn:microsoft.com/office/officeart/2005/8/layout/orgChart1"/>
    <dgm:cxn modelId="{655806C8-3482-45EA-A743-DB00816D67C1}" type="presParOf" srcId="{B77BAE82-A705-4992-B378-85E63D2007FD}" destId="{9C8AE037-D4CB-4AB2-934F-642BE5D0D2F9}" srcOrd="0" destOrd="0" presId="urn:microsoft.com/office/officeart/2005/8/layout/orgChart1"/>
    <dgm:cxn modelId="{CE2E5077-C8B3-4DE4-9881-BF63A115A3E6}" type="presParOf" srcId="{9C8AE037-D4CB-4AB2-934F-642BE5D0D2F9}" destId="{3C2FE568-6E92-4C38-8DA3-11CA79E7A172}" srcOrd="0" destOrd="0" presId="urn:microsoft.com/office/officeart/2005/8/layout/orgChart1"/>
    <dgm:cxn modelId="{E702C84C-F1FA-4D2B-ACB1-5B7E55E4F41B}" type="presParOf" srcId="{9C8AE037-D4CB-4AB2-934F-642BE5D0D2F9}" destId="{134A9739-8D4C-43E4-9639-06DAF7EE6EE7}" srcOrd="1" destOrd="0" presId="urn:microsoft.com/office/officeart/2005/8/layout/orgChart1"/>
    <dgm:cxn modelId="{9F7973BA-0C9C-4D97-9664-9785D3EAA4EF}" type="presParOf" srcId="{B77BAE82-A705-4992-B378-85E63D2007FD}" destId="{9F4A8AA4-7441-4AB8-A0E1-853907C0A531}" srcOrd="1" destOrd="0" presId="urn:microsoft.com/office/officeart/2005/8/layout/orgChart1"/>
    <dgm:cxn modelId="{74B461F2-FF0F-47CE-938E-907D3B0C0832}" type="presParOf" srcId="{9F4A8AA4-7441-4AB8-A0E1-853907C0A531}" destId="{C2D9D54C-18DC-4A47-9ADA-5183EE522D5C}" srcOrd="0" destOrd="0" presId="urn:microsoft.com/office/officeart/2005/8/layout/orgChart1"/>
    <dgm:cxn modelId="{F538900C-A41C-4472-8163-B440CF52874B}" type="presParOf" srcId="{9F4A8AA4-7441-4AB8-A0E1-853907C0A531}" destId="{92340619-4C69-406F-B373-C677E0D46131}" srcOrd="1" destOrd="0" presId="urn:microsoft.com/office/officeart/2005/8/layout/orgChart1"/>
    <dgm:cxn modelId="{AAC2AD2F-9F4A-4903-894D-B298D8C992E2}" type="presParOf" srcId="{92340619-4C69-406F-B373-C677E0D46131}" destId="{93DE288B-9D96-4CF4-9642-66ACE3E155DB}" srcOrd="0" destOrd="0" presId="urn:microsoft.com/office/officeart/2005/8/layout/orgChart1"/>
    <dgm:cxn modelId="{8F22111F-B5A1-4251-A015-0B45F9466A6D}" type="presParOf" srcId="{93DE288B-9D96-4CF4-9642-66ACE3E155DB}" destId="{7F1C2EBA-6293-4D00-87F5-A42806579EDC}" srcOrd="0" destOrd="0" presId="urn:microsoft.com/office/officeart/2005/8/layout/orgChart1"/>
    <dgm:cxn modelId="{5AD12320-DA63-4FF6-A41C-DB88C4732C5A}" type="presParOf" srcId="{93DE288B-9D96-4CF4-9642-66ACE3E155DB}" destId="{0FC861C3-37B6-4BBF-8FC4-DA4CD2C4782D}" srcOrd="1" destOrd="0" presId="urn:microsoft.com/office/officeart/2005/8/layout/orgChart1"/>
    <dgm:cxn modelId="{FD302B94-622B-4D66-8D57-8A6F897185C2}" type="presParOf" srcId="{92340619-4C69-406F-B373-C677E0D46131}" destId="{15B0F605-FF5B-4330-9047-5AEFFB5681B5}" srcOrd="1" destOrd="0" presId="urn:microsoft.com/office/officeart/2005/8/layout/orgChart1"/>
    <dgm:cxn modelId="{63A29F4A-43CF-4999-B0E8-21CB7C65E59B}" type="presParOf" srcId="{92340619-4C69-406F-B373-C677E0D46131}" destId="{9E28425C-FFF9-418F-9E19-8C23A0EDB2B8}" srcOrd="2" destOrd="0" presId="urn:microsoft.com/office/officeart/2005/8/layout/orgChart1"/>
    <dgm:cxn modelId="{0485047F-7F43-4220-A75C-92045B75CBC7}" type="presParOf" srcId="{9F4A8AA4-7441-4AB8-A0E1-853907C0A531}" destId="{1D7BCA2B-08D2-4A7F-97A2-8E6A1926F318}" srcOrd="2" destOrd="0" presId="urn:microsoft.com/office/officeart/2005/8/layout/orgChart1"/>
    <dgm:cxn modelId="{05CAA285-5753-4F28-978F-B053249F695F}" type="presParOf" srcId="{9F4A8AA4-7441-4AB8-A0E1-853907C0A531}" destId="{7555542B-0F1B-46D9-8669-4F4900B306F5}" srcOrd="3" destOrd="0" presId="urn:microsoft.com/office/officeart/2005/8/layout/orgChart1"/>
    <dgm:cxn modelId="{06BEB5DC-8C5A-4B28-8D74-DBF926FABADC}" type="presParOf" srcId="{7555542B-0F1B-46D9-8669-4F4900B306F5}" destId="{12A1C8B1-B687-4550-8D2E-D983259F33BE}" srcOrd="0" destOrd="0" presId="urn:microsoft.com/office/officeart/2005/8/layout/orgChart1"/>
    <dgm:cxn modelId="{472F532C-D82D-43B0-80B9-E3810CC211CF}" type="presParOf" srcId="{12A1C8B1-B687-4550-8D2E-D983259F33BE}" destId="{E9CD37CA-93C4-4ECF-9682-BAEA4789D719}" srcOrd="0" destOrd="0" presId="urn:microsoft.com/office/officeart/2005/8/layout/orgChart1"/>
    <dgm:cxn modelId="{113D3F69-5000-445D-96FD-9B72082C89A6}" type="presParOf" srcId="{12A1C8B1-B687-4550-8D2E-D983259F33BE}" destId="{C3EE5DE1-1A54-49B3-89C2-A76CDD98036B}" srcOrd="1" destOrd="0" presId="urn:microsoft.com/office/officeart/2005/8/layout/orgChart1"/>
    <dgm:cxn modelId="{7F90B724-79BC-47FF-91F4-3403E3F5F1B4}" type="presParOf" srcId="{7555542B-0F1B-46D9-8669-4F4900B306F5}" destId="{7BC3F2A5-DB4B-40DF-9A70-F1DE2CC05248}" srcOrd="1" destOrd="0" presId="urn:microsoft.com/office/officeart/2005/8/layout/orgChart1"/>
    <dgm:cxn modelId="{478C4BD9-5218-4461-A7A2-9807CCD671A4}" type="presParOf" srcId="{7555542B-0F1B-46D9-8669-4F4900B306F5}" destId="{7173EC51-3C60-40D9-B949-0BF69D6D411C}" srcOrd="2" destOrd="0" presId="urn:microsoft.com/office/officeart/2005/8/layout/orgChart1"/>
    <dgm:cxn modelId="{86D71517-9714-4E3D-A616-F2192565FDF1}" type="presParOf" srcId="{B77BAE82-A705-4992-B378-85E63D2007FD}" destId="{C3D5ECB9-E8C0-44FF-B1A1-48D0651EED18}" srcOrd="2" destOrd="0" presId="urn:microsoft.com/office/officeart/2005/8/layout/orgChart1"/>
    <dgm:cxn modelId="{4F8FA928-C875-476A-A296-E30899AE018E}" type="presParOf" srcId="{7655522E-218E-4AD1-9853-C6F4EBC0DDEE}" destId="{38B8FA32-F349-46FA-A218-D69EE6EFFCEC}" srcOrd="4" destOrd="0" presId="urn:microsoft.com/office/officeart/2005/8/layout/orgChart1"/>
    <dgm:cxn modelId="{F7F3E848-18C8-4485-BC65-1B0BB8E47E22}" type="presParOf" srcId="{7655522E-218E-4AD1-9853-C6F4EBC0DDEE}" destId="{DC592974-882A-427C-94A1-538A512874BA}" srcOrd="5" destOrd="0" presId="urn:microsoft.com/office/officeart/2005/8/layout/orgChart1"/>
    <dgm:cxn modelId="{6C486F16-64D7-414B-BAF4-D4FEB5F2D790}" type="presParOf" srcId="{DC592974-882A-427C-94A1-538A512874BA}" destId="{C4F1113F-005E-4359-AD81-12451BD8B24D}" srcOrd="0" destOrd="0" presId="urn:microsoft.com/office/officeart/2005/8/layout/orgChart1"/>
    <dgm:cxn modelId="{64A0D7EC-00D1-4574-B463-3ADAE2301469}" type="presParOf" srcId="{C4F1113F-005E-4359-AD81-12451BD8B24D}" destId="{A8D466AB-DEC8-488B-8149-AB7E4E70149C}" srcOrd="0" destOrd="0" presId="urn:microsoft.com/office/officeart/2005/8/layout/orgChart1"/>
    <dgm:cxn modelId="{EBB30BF1-C29D-40C2-99EC-68A9A73F604D}" type="presParOf" srcId="{C4F1113F-005E-4359-AD81-12451BD8B24D}" destId="{4DFB5DE8-8924-43A1-9226-8604C6A4E4AD}" srcOrd="1" destOrd="0" presId="urn:microsoft.com/office/officeart/2005/8/layout/orgChart1"/>
    <dgm:cxn modelId="{B2FB54C0-B2FD-4D77-A02D-B8C2BA4F06E9}" type="presParOf" srcId="{DC592974-882A-427C-94A1-538A512874BA}" destId="{16E2CC47-0A0D-4FC6-9A7A-928B0437F798}" srcOrd="1" destOrd="0" presId="urn:microsoft.com/office/officeart/2005/8/layout/orgChart1"/>
    <dgm:cxn modelId="{5DC1525F-CC1E-4786-864D-F6DD3119D2E2}" type="presParOf" srcId="{16E2CC47-0A0D-4FC6-9A7A-928B0437F798}" destId="{B300BECC-0987-42C3-8C6A-15382A380D3A}" srcOrd="0" destOrd="0" presId="urn:microsoft.com/office/officeart/2005/8/layout/orgChart1"/>
    <dgm:cxn modelId="{F7C11F99-1505-4BCE-B3C0-E4341420A6DA}" type="presParOf" srcId="{16E2CC47-0A0D-4FC6-9A7A-928B0437F798}" destId="{31D37AC1-AFFB-4E28-9B3D-1A7971A7543B}" srcOrd="1" destOrd="0" presId="urn:microsoft.com/office/officeart/2005/8/layout/orgChart1"/>
    <dgm:cxn modelId="{8084EADA-6414-4983-81D1-CCF86CC63243}" type="presParOf" srcId="{31D37AC1-AFFB-4E28-9B3D-1A7971A7543B}" destId="{5A3A9E9A-7698-4474-9DE6-866892FFCC57}" srcOrd="0" destOrd="0" presId="urn:microsoft.com/office/officeart/2005/8/layout/orgChart1"/>
    <dgm:cxn modelId="{99A99427-A749-4FA1-9402-FB86594B1225}" type="presParOf" srcId="{5A3A9E9A-7698-4474-9DE6-866892FFCC57}" destId="{58F3909C-645F-4C86-9910-B531E582B5D5}" srcOrd="0" destOrd="0" presId="urn:microsoft.com/office/officeart/2005/8/layout/orgChart1"/>
    <dgm:cxn modelId="{27F81560-54A2-4124-A445-CA6D61C1D0D4}" type="presParOf" srcId="{5A3A9E9A-7698-4474-9DE6-866892FFCC57}" destId="{6AADBD05-4C99-4AFB-A944-D0D7C9C24245}" srcOrd="1" destOrd="0" presId="urn:microsoft.com/office/officeart/2005/8/layout/orgChart1"/>
    <dgm:cxn modelId="{E2E76DE6-F14D-423A-9F75-9ECE6842A20D}" type="presParOf" srcId="{31D37AC1-AFFB-4E28-9B3D-1A7971A7543B}" destId="{89ECABC2-6379-4A1D-A49B-B1C85F646E71}" srcOrd="1" destOrd="0" presId="urn:microsoft.com/office/officeart/2005/8/layout/orgChart1"/>
    <dgm:cxn modelId="{9556A30D-300A-420B-B8EA-560F2A042189}" type="presParOf" srcId="{31D37AC1-AFFB-4E28-9B3D-1A7971A7543B}" destId="{A8676C4E-7F91-4CF3-93FB-2948BF68AA07}" srcOrd="2" destOrd="0" presId="urn:microsoft.com/office/officeart/2005/8/layout/orgChart1"/>
    <dgm:cxn modelId="{849EC4B4-0D18-4077-B8B4-DB734B1AFC6F}" type="presParOf" srcId="{16E2CC47-0A0D-4FC6-9A7A-928B0437F798}" destId="{D3C4C37F-F6A5-4C0A-9578-A4CC72454B4F}" srcOrd="2" destOrd="0" presId="urn:microsoft.com/office/officeart/2005/8/layout/orgChart1"/>
    <dgm:cxn modelId="{DC1AD686-6C7C-45C2-896C-F6136C734600}" type="presParOf" srcId="{16E2CC47-0A0D-4FC6-9A7A-928B0437F798}" destId="{9E3B6330-69C8-44C1-A680-8E32F70CD879}" srcOrd="3" destOrd="0" presId="urn:microsoft.com/office/officeart/2005/8/layout/orgChart1"/>
    <dgm:cxn modelId="{5B3C91B8-B26F-47CA-8CB5-581310B458BE}" type="presParOf" srcId="{9E3B6330-69C8-44C1-A680-8E32F70CD879}" destId="{51AD2BE7-ED6B-4B44-8FA8-C89FFACE49B6}" srcOrd="0" destOrd="0" presId="urn:microsoft.com/office/officeart/2005/8/layout/orgChart1"/>
    <dgm:cxn modelId="{D667ED32-13A4-4CCD-A95E-42EA1AC22B32}" type="presParOf" srcId="{51AD2BE7-ED6B-4B44-8FA8-C89FFACE49B6}" destId="{8FA32649-A993-4BEA-B225-087A732F4FE0}" srcOrd="0" destOrd="0" presId="urn:microsoft.com/office/officeart/2005/8/layout/orgChart1"/>
    <dgm:cxn modelId="{160D9A17-10E5-43BA-A740-7F941B379538}" type="presParOf" srcId="{51AD2BE7-ED6B-4B44-8FA8-C89FFACE49B6}" destId="{56D57ECE-27AB-419C-B9D8-791FFFEF7147}" srcOrd="1" destOrd="0" presId="urn:microsoft.com/office/officeart/2005/8/layout/orgChart1"/>
    <dgm:cxn modelId="{4BF09891-707A-4A11-8E8C-F94E4FDF6D81}" type="presParOf" srcId="{9E3B6330-69C8-44C1-A680-8E32F70CD879}" destId="{E6AF332F-03DE-4A47-8ADE-4C43F116F1AA}" srcOrd="1" destOrd="0" presId="urn:microsoft.com/office/officeart/2005/8/layout/orgChart1"/>
    <dgm:cxn modelId="{ABC7FDB3-A56B-499D-856B-065B8660266F}" type="presParOf" srcId="{9E3B6330-69C8-44C1-A680-8E32F70CD879}" destId="{E434B011-5776-4F8A-B030-B9A62F8EAEA6}" srcOrd="2" destOrd="0" presId="urn:microsoft.com/office/officeart/2005/8/layout/orgChart1"/>
    <dgm:cxn modelId="{5A33AAB7-2C54-4523-A31A-279E88872B63}" type="presParOf" srcId="{DC592974-882A-427C-94A1-538A512874BA}" destId="{A62E712A-4A9F-45CA-9421-0F5EDFF7DBCE}" srcOrd="2" destOrd="0" presId="urn:microsoft.com/office/officeart/2005/8/layout/orgChart1"/>
    <dgm:cxn modelId="{18A08188-510C-4B2D-A4C7-B1B9187BEAFE}" type="presParOf" srcId="{7655522E-218E-4AD1-9853-C6F4EBC0DDEE}" destId="{ADC7D9D8-2FFD-43EE-B134-DD6BED8A2F3C}" srcOrd="6" destOrd="0" presId="urn:microsoft.com/office/officeart/2005/8/layout/orgChart1"/>
    <dgm:cxn modelId="{88993482-9D69-4C38-8658-E5689B0F70A8}" type="presParOf" srcId="{7655522E-218E-4AD1-9853-C6F4EBC0DDEE}" destId="{FB6EF435-54DB-4899-AE71-824D32EB2679}" srcOrd="7" destOrd="0" presId="urn:microsoft.com/office/officeart/2005/8/layout/orgChart1"/>
    <dgm:cxn modelId="{EBEB79C7-044C-4330-B473-A27C5A2B0D37}" type="presParOf" srcId="{FB6EF435-54DB-4899-AE71-824D32EB2679}" destId="{25C3A0FC-1779-47E8-B80F-6F5084CF0613}" srcOrd="0" destOrd="0" presId="urn:microsoft.com/office/officeart/2005/8/layout/orgChart1"/>
    <dgm:cxn modelId="{649280AD-044D-4E95-979E-813E9E924777}" type="presParOf" srcId="{25C3A0FC-1779-47E8-B80F-6F5084CF0613}" destId="{FC410583-4B4F-4CD1-BEAF-03CB0EBEBCD4}" srcOrd="0" destOrd="0" presId="urn:microsoft.com/office/officeart/2005/8/layout/orgChart1"/>
    <dgm:cxn modelId="{7E8B192A-6063-4155-91B8-5A7EC16FECAD}" type="presParOf" srcId="{25C3A0FC-1779-47E8-B80F-6F5084CF0613}" destId="{910B4C64-72B5-4A2E-A1AB-1A9D19AEF6F3}" srcOrd="1" destOrd="0" presId="urn:microsoft.com/office/officeart/2005/8/layout/orgChart1"/>
    <dgm:cxn modelId="{CAA1C819-B92D-4E77-BE7C-3E7F0FEEB31E}" type="presParOf" srcId="{FB6EF435-54DB-4899-AE71-824D32EB2679}" destId="{7BDC997A-AE93-4221-8EE3-29AD688E698A}" srcOrd="1" destOrd="0" presId="urn:microsoft.com/office/officeart/2005/8/layout/orgChart1"/>
    <dgm:cxn modelId="{76F80F7E-8D1A-4260-B93C-75049B124415}" type="presParOf" srcId="{7BDC997A-AE93-4221-8EE3-29AD688E698A}" destId="{22A0D6CE-24DC-4C96-9E27-AB53866D8503}" srcOrd="0" destOrd="0" presId="urn:microsoft.com/office/officeart/2005/8/layout/orgChart1"/>
    <dgm:cxn modelId="{DF99E87E-AD6A-4EC7-A355-845B0AE7E438}" type="presParOf" srcId="{7BDC997A-AE93-4221-8EE3-29AD688E698A}" destId="{23C1B628-12E8-4DF9-8F3D-3EA0FEDECAFB}" srcOrd="1" destOrd="0" presId="urn:microsoft.com/office/officeart/2005/8/layout/orgChart1"/>
    <dgm:cxn modelId="{A9C383BE-BEE7-4700-951B-76A4461136F5}" type="presParOf" srcId="{23C1B628-12E8-4DF9-8F3D-3EA0FEDECAFB}" destId="{E6E5DD10-21E8-4FA8-8E54-A2253A5F4365}" srcOrd="0" destOrd="0" presId="urn:microsoft.com/office/officeart/2005/8/layout/orgChart1"/>
    <dgm:cxn modelId="{989B7B60-2F57-4747-ACCE-3DF5B57D8008}" type="presParOf" srcId="{E6E5DD10-21E8-4FA8-8E54-A2253A5F4365}" destId="{06C72C29-81DF-41DD-B756-C7719DC2E4D2}" srcOrd="0" destOrd="0" presId="urn:microsoft.com/office/officeart/2005/8/layout/orgChart1"/>
    <dgm:cxn modelId="{0157541F-CA11-4446-80B3-A998F72AC9D9}" type="presParOf" srcId="{E6E5DD10-21E8-4FA8-8E54-A2253A5F4365}" destId="{BEBDDD14-F491-45D4-9950-738D36228453}" srcOrd="1" destOrd="0" presId="urn:microsoft.com/office/officeart/2005/8/layout/orgChart1"/>
    <dgm:cxn modelId="{B9B184E7-F02F-4EF6-9BD4-855F1E54DC11}" type="presParOf" srcId="{23C1B628-12E8-4DF9-8F3D-3EA0FEDECAFB}" destId="{F47CC5BD-C554-4EF1-9132-FA6523E56481}" srcOrd="1" destOrd="0" presId="urn:microsoft.com/office/officeart/2005/8/layout/orgChart1"/>
    <dgm:cxn modelId="{76A3C6EC-D957-476C-8A77-DAF61CE0DAD7}" type="presParOf" srcId="{23C1B628-12E8-4DF9-8F3D-3EA0FEDECAFB}" destId="{85EA3435-CAFB-4D3C-B31D-568CC6D7C2CC}" srcOrd="2" destOrd="0" presId="urn:microsoft.com/office/officeart/2005/8/layout/orgChart1"/>
    <dgm:cxn modelId="{9CA7199D-0444-43D0-8DB2-33D26DFC9026}" type="presParOf" srcId="{7BDC997A-AE93-4221-8EE3-29AD688E698A}" destId="{F74BE60C-DAF3-41F4-8E59-A9F5F5B2D4D2}" srcOrd="2" destOrd="0" presId="urn:microsoft.com/office/officeart/2005/8/layout/orgChart1"/>
    <dgm:cxn modelId="{37F74259-DC3C-412E-B2B2-83F6FF24FD3F}" type="presParOf" srcId="{7BDC997A-AE93-4221-8EE3-29AD688E698A}" destId="{E0545ED1-DC3A-41CF-AD1A-F18F72705A87}" srcOrd="3" destOrd="0" presId="urn:microsoft.com/office/officeart/2005/8/layout/orgChart1"/>
    <dgm:cxn modelId="{6F54D876-01D5-46CE-AB6B-DD0F4FCEA032}" type="presParOf" srcId="{E0545ED1-DC3A-41CF-AD1A-F18F72705A87}" destId="{8EDCFE23-21B7-4246-B273-C5205FA92CFA}" srcOrd="0" destOrd="0" presId="urn:microsoft.com/office/officeart/2005/8/layout/orgChart1"/>
    <dgm:cxn modelId="{6E693171-8AA9-47FD-80B8-F4DDE3FB32BA}" type="presParOf" srcId="{8EDCFE23-21B7-4246-B273-C5205FA92CFA}" destId="{2DEC323C-89F0-4A71-8EB7-6D30E599EF94}" srcOrd="0" destOrd="0" presId="urn:microsoft.com/office/officeart/2005/8/layout/orgChart1"/>
    <dgm:cxn modelId="{D4FB4E4F-8716-41A3-950F-5417F69BDDD0}" type="presParOf" srcId="{8EDCFE23-21B7-4246-B273-C5205FA92CFA}" destId="{42593832-9396-4D50-BF2B-266D59617FFE}" srcOrd="1" destOrd="0" presId="urn:microsoft.com/office/officeart/2005/8/layout/orgChart1"/>
    <dgm:cxn modelId="{6BC8E530-96AF-4C6D-8D7A-AFC47569743E}" type="presParOf" srcId="{E0545ED1-DC3A-41CF-AD1A-F18F72705A87}" destId="{B2FF29A1-4B73-4DDB-A029-CA2428871815}" srcOrd="1" destOrd="0" presId="urn:microsoft.com/office/officeart/2005/8/layout/orgChart1"/>
    <dgm:cxn modelId="{461978D9-DC12-48E5-B1E7-BC7826044CDC}" type="presParOf" srcId="{E0545ED1-DC3A-41CF-AD1A-F18F72705A87}" destId="{5D5753F6-10F3-4266-B93D-E4550BA53D1C}" srcOrd="2" destOrd="0" presId="urn:microsoft.com/office/officeart/2005/8/layout/orgChart1"/>
    <dgm:cxn modelId="{EA39A778-53DF-4C8D-9D4B-4FA15E5850E6}" type="presParOf" srcId="{FB6EF435-54DB-4899-AE71-824D32EB2679}" destId="{03E6BBDE-5FFC-4C85-BB8F-C84C3AF4299B}" srcOrd="2" destOrd="0" presId="urn:microsoft.com/office/officeart/2005/8/layout/orgChart1"/>
    <dgm:cxn modelId="{78FD61C4-0744-42D2-A675-10C55341183E}" type="presParOf" srcId="{DC0B2FDF-D839-45FE-9E9A-D22897A1B887}" destId="{67DAF67C-13D5-4345-A3A2-7B8725F07673}" srcOrd="2" destOrd="0" presId="urn:microsoft.com/office/officeart/2005/8/layout/orgChart1"/>
    <dgm:cxn modelId="{1226C14C-7F1F-4983-BF93-A21CE347FB22}" type="presParOf" srcId="{9098D234-D388-4106-B539-B7C38DD6D81C}" destId="{727B956F-D72C-4AE4-8D9E-D5EAAA044204}" srcOrd="4" destOrd="0" presId="urn:microsoft.com/office/officeart/2005/8/layout/orgChart1"/>
    <dgm:cxn modelId="{4E3EA350-EAF1-4526-9CA5-D2CC10DE9C59}" type="presParOf" srcId="{9098D234-D388-4106-B539-B7C38DD6D81C}" destId="{3F0D928F-C5C6-4209-89C7-2DC22F440C9A}" srcOrd="5" destOrd="0" presId="urn:microsoft.com/office/officeart/2005/8/layout/orgChart1"/>
    <dgm:cxn modelId="{2717CE35-81F0-4A60-95B7-C231CED94C78}" type="presParOf" srcId="{3F0D928F-C5C6-4209-89C7-2DC22F440C9A}" destId="{89A646BC-328E-41A9-8DF1-DCDA6CC3C425}" srcOrd="0" destOrd="0" presId="urn:microsoft.com/office/officeart/2005/8/layout/orgChart1"/>
    <dgm:cxn modelId="{2D23661C-4E63-4B01-8483-052FC3BCD968}" type="presParOf" srcId="{89A646BC-328E-41A9-8DF1-DCDA6CC3C425}" destId="{016EC23A-2D0E-41F6-A49C-4A8A9AA629EE}" srcOrd="0" destOrd="0" presId="urn:microsoft.com/office/officeart/2005/8/layout/orgChart1"/>
    <dgm:cxn modelId="{70E0F40B-B039-460D-8C28-F9407D8882F5}" type="presParOf" srcId="{89A646BC-328E-41A9-8DF1-DCDA6CC3C425}" destId="{CBB73073-E2BE-4561-B51B-94EBAD9E9723}" srcOrd="1" destOrd="0" presId="urn:microsoft.com/office/officeart/2005/8/layout/orgChart1"/>
    <dgm:cxn modelId="{BC2EB7CD-B0F5-4022-B025-A784BFB511B3}" type="presParOf" srcId="{3F0D928F-C5C6-4209-89C7-2DC22F440C9A}" destId="{A2D7CAED-0941-4B4F-8DD4-28606AD9D38D}" srcOrd="1" destOrd="0" presId="urn:microsoft.com/office/officeart/2005/8/layout/orgChart1"/>
    <dgm:cxn modelId="{41782481-1670-4C83-BB46-A80D121A08C7}" type="presParOf" srcId="{A2D7CAED-0941-4B4F-8DD4-28606AD9D38D}" destId="{7A667988-FD62-4271-A7E4-A99556F8B087}" srcOrd="0" destOrd="0" presId="urn:microsoft.com/office/officeart/2005/8/layout/orgChart1"/>
    <dgm:cxn modelId="{509A7E96-179E-4C8B-8C29-AC68E1B892B9}" type="presParOf" srcId="{A2D7CAED-0941-4B4F-8DD4-28606AD9D38D}" destId="{F6968760-A333-4BA1-B93C-8F073A261611}" srcOrd="1" destOrd="0" presId="urn:microsoft.com/office/officeart/2005/8/layout/orgChart1"/>
    <dgm:cxn modelId="{C2097350-D83A-45CC-90E0-6BDFBD84C3FB}" type="presParOf" srcId="{F6968760-A333-4BA1-B93C-8F073A261611}" destId="{854A221D-7669-47D4-AA08-04B16163EBF2}" srcOrd="0" destOrd="0" presId="urn:microsoft.com/office/officeart/2005/8/layout/orgChart1"/>
    <dgm:cxn modelId="{DEDADB23-B171-4C82-9A23-8A2F6F464203}" type="presParOf" srcId="{854A221D-7669-47D4-AA08-04B16163EBF2}" destId="{F44AD20D-9B10-4090-ADC4-FA073122B034}" srcOrd="0" destOrd="0" presId="urn:microsoft.com/office/officeart/2005/8/layout/orgChart1"/>
    <dgm:cxn modelId="{FA492118-895B-4920-9C94-A7B777B4708C}" type="presParOf" srcId="{854A221D-7669-47D4-AA08-04B16163EBF2}" destId="{45C2E303-644F-4177-ABAB-296F5DCB3F63}" srcOrd="1" destOrd="0" presId="urn:microsoft.com/office/officeart/2005/8/layout/orgChart1"/>
    <dgm:cxn modelId="{1C4B7D7E-5453-45AE-9615-85E5877243BE}" type="presParOf" srcId="{F6968760-A333-4BA1-B93C-8F073A261611}" destId="{0B9A184C-E920-4CD9-BC8D-4F3D8B780A35}" srcOrd="1" destOrd="0" presId="urn:microsoft.com/office/officeart/2005/8/layout/orgChart1"/>
    <dgm:cxn modelId="{F3DF7DE0-B37A-455D-B8F4-C3F6D19F9024}" type="presParOf" srcId="{0B9A184C-E920-4CD9-BC8D-4F3D8B780A35}" destId="{CC2B6004-C4F0-40E6-94FC-B867FB12B646}" srcOrd="0" destOrd="0" presId="urn:microsoft.com/office/officeart/2005/8/layout/orgChart1"/>
    <dgm:cxn modelId="{5FC74551-83F3-4FF7-B2A8-312C1C912B4F}" type="presParOf" srcId="{0B9A184C-E920-4CD9-BC8D-4F3D8B780A35}" destId="{5907C9A5-0BE6-4276-BE62-C799794E88FC}" srcOrd="1" destOrd="0" presId="urn:microsoft.com/office/officeart/2005/8/layout/orgChart1"/>
    <dgm:cxn modelId="{8EAF9283-A5A0-4779-8B78-10478E6E3081}" type="presParOf" srcId="{5907C9A5-0BE6-4276-BE62-C799794E88FC}" destId="{066182B2-02C4-439F-AD32-48BE1C3ED178}" srcOrd="0" destOrd="0" presId="urn:microsoft.com/office/officeart/2005/8/layout/orgChart1"/>
    <dgm:cxn modelId="{B4DD8CB5-F357-4223-9A9D-DA3C30BD85C5}" type="presParOf" srcId="{066182B2-02C4-439F-AD32-48BE1C3ED178}" destId="{408FADC2-E07A-4992-BE7F-8DF9A21F6360}" srcOrd="0" destOrd="0" presId="urn:microsoft.com/office/officeart/2005/8/layout/orgChart1"/>
    <dgm:cxn modelId="{6B16332F-3C15-43F1-924D-B6D7AF3A9E02}" type="presParOf" srcId="{066182B2-02C4-439F-AD32-48BE1C3ED178}" destId="{4934B193-E1A2-445A-AAFF-821AA5325476}" srcOrd="1" destOrd="0" presId="urn:microsoft.com/office/officeart/2005/8/layout/orgChart1"/>
    <dgm:cxn modelId="{99D05071-10DD-479C-94C9-E2A17A673AFE}" type="presParOf" srcId="{5907C9A5-0BE6-4276-BE62-C799794E88FC}" destId="{A1FCDA66-CD10-463C-9976-811F00520545}" srcOrd="1" destOrd="0" presId="urn:microsoft.com/office/officeart/2005/8/layout/orgChart1"/>
    <dgm:cxn modelId="{D1BAFBC3-351C-4008-9DE7-E10207606F69}" type="presParOf" srcId="{5907C9A5-0BE6-4276-BE62-C799794E88FC}" destId="{1F5B3DE3-8430-4CD7-AEE6-A3A6617043A5}" srcOrd="2" destOrd="0" presId="urn:microsoft.com/office/officeart/2005/8/layout/orgChart1"/>
    <dgm:cxn modelId="{81F563F3-7C28-4370-82D1-AF8AFC269FCA}" type="presParOf" srcId="{0B9A184C-E920-4CD9-BC8D-4F3D8B780A35}" destId="{961BDF14-87BE-4AE5-8EDD-265A0E1CB283}" srcOrd="2" destOrd="0" presId="urn:microsoft.com/office/officeart/2005/8/layout/orgChart1"/>
    <dgm:cxn modelId="{A1AF4AE2-62EB-4B01-BAFE-AEEDC74ACCD8}" type="presParOf" srcId="{0B9A184C-E920-4CD9-BC8D-4F3D8B780A35}" destId="{F69FD965-15FC-4CB2-8E06-BBA39FEC71D5}" srcOrd="3" destOrd="0" presId="urn:microsoft.com/office/officeart/2005/8/layout/orgChart1"/>
    <dgm:cxn modelId="{033B4941-18AE-4374-AF78-44BEE7750B49}" type="presParOf" srcId="{F69FD965-15FC-4CB2-8E06-BBA39FEC71D5}" destId="{FB1B5E2E-211A-455D-AB2E-F72B42158B45}" srcOrd="0" destOrd="0" presId="urn:microsoft.com/office/officeart/2005/8/layout/orgChart1"/>
    <dgm:cxn modelId="{2C6F4B27-9075-4EDE-9748-142DA2B44151}" type="presParOf" srcId="{FB1B5E2E-211A-455D-AB2E-F72B42158B45}" destId="{763EDFA5-9F0C-4F1B-912F-D8633AD70A8A}" srcOrd="0" destOrd="0" presId="urn:microsoft.com/office/officeart/2005/8/layout/orgChart1"/>
    <dgm:cxn modelId="{76618AF1-3518-474F-89AB-F5B734E063C9}" type="presParOf" srcId="{FB1B5E2E-211A-455D-AB2E-F72B42158B45}" destId="{B47F2156-E6C0-4001-9E85-0DB69F72A6FE}" srcOrd="1" destOrd="0" presId="urn:microsoft.com/office/officeart/2005/8/layout/orgChart1"/>
    <dgm:cxn modelId="{7E1CAC67-7D2B-4F29-990D-F4D0C86E13DD}" type="presParOf" srcId="{F69FD965-15FC-4CB2-8E06-BBA39FEC71D5}" destId="{D73B001E-E539-4B30-898F-E0AB0A958ED6}" srcOrd="1" destOrd="0" presId="urn:microsoft.com/office/officeart/2005/8/layout/orgChart1"/>
    <dgm:cxn modelId="{B5171F29-4833-454A-AC57-AA8D65BA0B57}" type="presParOf" srcId="{F69FD965-15FC-4CB2-8E06-BBA39FEC71D5}" destId="{78ECA2DB-1361-49DC-8BBF-DEBF2F710C25}" srcOrd="2" destOrd="0" presId="urn:microsoft.com/office/officeart/2005/8/layout/orgChart1"/>
    <dgm:cxn modelId="{0D214A49-58D1-4183-8DF8-6E6C4957BB9F}" type="presParOf" srcId="{F6968760-A333-4BA1-B93C-8F073A261611}" destId="{028EDB15-6DB2-48A1-9DB8-CE90AF22C366}" srcOrd="2" destOrd="0" presId="urn:microsoft.com/office/officeart/2005/8/layout/orgChart1"/>
    <dgm:cxn modelId="{50187602-AAD4-4FDE-AE35-67AD7DBC3E96}" type="presParOf" srcId="{A2D7CAED-0941-4B4F-8DD4-28606AD9D38D}" destId="{CF5056B5-8551-456B-ADDD-172A82571A09}" srcOrd="2" destOrd="0" presId="urn:microsoft.com/office/officeart/2005/8/layout/orgChart1"/>
    <dgm:cxn modelId="{59391E6B-38CB-487D-BBDB-FD9D457D6056}" type="presParOf" srcId="{A2D7CAED-0941-4B4F-8DD4-28606AD9D38D}" destId="{D0DC5082-C07E-4DB8-8F36-40D55BF804DD}" srcOrd="3" destOrd="0" presId="urn:microsoft.com/office/officeart/2005/8/layout/orgChart1"/>
    <dgm:cxn modelId="{ED2C6C11-46BC-4A35-955C-7728D975E551}" type="presParOf" srcId="{D0DC5082-C07E-4DB8-8F36-40D55BF804DD}" destId="{D0342674-33B5-4217-A8C7-67D49714F34E}" srcOrd="0" destOrd="0" presId="urn:microsoft.com/office/officeart/2005/8/layout/orgChart1"/>
    <dgm:cxn modelId="{E43C777E-CBEC-4C73-8BC0-14841FC68D95}" type="presParOf" srcId="{D0342674-33B5-4217-A8C7-67D49714F34E}" destId="{9AB20978-08CF-4AAB-B144-0305DE5CA8BA}" srcOrd="0" destOrd="0" presId="urn:microsoft.com/office/officeart/2005/8/layout/orgChart1"/>
    <dgm:cxn modelId="{E33955AF-BDD1-481D-A474-34BC07CDDDF7}" type="presParOf" srcId="{D0342674-33B5-4217-A8C7-67D49714F34E}" destId="{DC6F336E-1CA9-44AC-82E9-07790781CCBA}" srcOrd="1" destOrd="0" presId="urn:microsoft.com/office/officeart/2005/8/layout/orgChart1"/>
    <dgm:cxn modelId="{082FD435-16FD-4191-A8B7-7368B1C32949}" type="presParOf" srcId="{D0DC5082-C07E-4DB8-8F36-40D55BF804DD}" destId="{2D4F6C11-F321-463F-A1D2-6F819D6E9D95}" srcOrd="1" destOrd="0" presId="urn:microsoft.com/office/officeart/2005/8/layout/orgChart1"/>
    <dgm:cxn modelId="{C7D19521-C3EA-4DAF-B52F-FD193844E6D6}" type="presParOf" srcId="{2D4F6C11-F321-463F-A1D2-6F819D6E9D95}" destId="{E5861480-B4E2-48AE-A0E2-82D0CA04DC12}" srcOrd="0" destOrd="0" presId="urn:microsoft.com/office/officeart/2005/8/layout/orgChart1"/>
    <dgm:cxn modelId="{4FBEA81F-83C8-470E-BB64-256DEE66C210}" type="presParOf" srcId="{2D4F6C11-F321-463F-A1D2-6F819D6E9D95}" destId="{80BBD102-A272-43A8-B370-187BF0B7588E}" srcOrd="1" destOrd="0" presId="urn:microsoft.com/office/officeart/2005/8/layout/orgChart1"/>
    <dgm:cxn modelId="{8259620D-9EC7-4D4A-AC09-D069993DB612}" type="presParOf" srcId="{80BBD102-A272-43A8-B370-187BF0B7588E}" destId="{26FDA239-7296-45EB-AE67-FE747CA921CA}" srcOrd="0" destOrd="0" presId="urn:microsoft.com/office/officeart/2005/8/layout/orgChart1"/>
    <dgm:cxn modelId="{4AC1B1A3-1802-4158-9813-F40DF9A7A966}" type="presParOf" srcId="{26FDA239-7296-45EB-AE67-FE747CA921CA}" destId="{7BC6389E-30F7-4DA4-9B52-5847F61CD7B9}" srcOrd="0" destOrd="0" presId="urn:microsoft.com/office/officeart/2005/8/layout/orgChart1"/>
    <dgm:cxn modelId="{B83BDCB9-60D5-419A-8F45-B1A0A5A14928}" type="presParOf" srcId="{26FDA239-7296-45EB-AE67-FE747CA921CA}" destId="{82AD5AB2-0508-43EE-AD50-1B0D6F097C25}" srcOrd="1" destOrd="0" presId="urn:microsoft.com/office/officeart/2005/8/layout/orgChart1"/>
    <dgm:cxn modelId="{9196D948-B701-4FEF-A340-D3FBB1EBE8BA}" type="presParOf" srcId="{80BBD102-A272-43A8-B370-187BF0B7588E}" destId="{9ECD00A9-7677-4C71-9E72-17E0FECEA9B1}" srcOrd="1" destOrd="0" presId="urn:microsoft.com/office/officeart/2005/8/layout/orgChart1"/>
    <dgm:cxn modelId="{6D99A345-7581-4E59-9A84-D85A4800595F}" type="presParOf" srcId="{80BBD102-A272-43A8-B370-187BF0B7588E}" destId="{E77A68F2-1E47-415F-A1B1-B478E881E4A2}" srcOrd="2" destOrd="0" presId="urn:microsoft.com/office/officeart/2005/8/layout/orgChart1"/>
    <dgm:cxn modelId="{4ED3DDE3-A2E7-4C81-92DB-CB50E97BEA3A}" type="presParOf" srcId="{2D4F6C11-F321-463F-A1D2-6F819D6E9D95}" destId="{C2037483-83E6-4EBE-B693-FF7EA43A7EAB}" srcOrd="2" destOrd="0" presId="urn:microsoft.com/office/officeart/2005/8/layout/orgChart1"/>
    <dgm:cxn modelId="{8E008D10-BFF3-4491-AD0F-C916329EFA80}" type="presParOf" srcId="{2D4F6C11-F321-463F-A1D2-6F819D6E9D95}" destId="{56C55617-DB9A-4384-9587-FCD499365EC9}" srcOrd="3" destOrd="0" presId="urn:microsoft.com/office/officeart/2005/8/layout/orgChart1"/>
    <dgm:cxn modelId="{247875D3-7116-4488-ADA4-42B8DB726A11}" type="presParOf" srcId="{56C55617-DB9A-4384-9587-FCD499365EC9}" destId="{47A4FBF2-163C-4FDA-950A-1BE4A74D98FF}" srcOrd="0" destOrd="0" presId="urn:microsoft.com/office/officeart/2005/8/layout/orgChart1"/>
    <dgm:cxn modelId="{7CA3AB7D-993E-4920-A567-79A218EDD3A0}" type="presParOf" srcId="{47A4FBF2-163C-4FDA-950A-1BE4A74D98FF}" destId="{C26F7271-6AA6-41B7-91BE-85B6404AE37F}" srcOrd="0" destOrd="0" presId="urn:microsoft.com/office/officeart/2005/8/layout/orgChart1"/>
    <dgm:cxn modelId="{9F040988-6A7D-4E6A-A8DE-BC310D251B29}" type="presParOf" srcId="{47A4FBF2-163C-4FDA-950A-1BE4A74D98FF}" destId="{D5FA499A-6EA1-4F19-A798-9D1B8CC9D040}" srcOrd="1" destOrd="0" presId="urn:microsoft.com/office/officeart/2005/8/layout/orgChart1"/>
    <dgm:cxn modelId="{A564E683-94E3-4209-9F39-FEF763558CDD}" type="presParOf" srcId="{56C55617-DB9A-4384-9587-FCD499365EC9}" destId="{082A05A6-B39E-42DF-9DE6-56934A4A9476}" srcOrd="1" destOrd="0" presId="urn:microsoft.com/office/officeart/2005/8/layout/orgChart1"/>
    <dgm:cxn modelId="{9F122515-F307-4B2E-B6E9-3DBC5DABD1CD}" type="presParOf" srcId="{56C55617-DB9A-4384-9587-FCD499365EC9}" destId="{2E006DD2-F28E-4A71-BD92-B857145621FF}" srcOrd="2" destOrd="0" presId="urn:microsoft.com/office/officeart/2005/8/layout/orgChart1"/>
    <dgm:cxn modelId="{2BB2C055-A9EA-485A-AD23-F82280A34A5C}" type="presParOf" srcId="{D0DC5082-C07E-4DB8-8F36-40D55BF804DD}" destId="{8DE0A00B-158F-4C5C-9D33-0C22D6FD3504}" srcOrd="2" destOrd="0" presId="urn:microsoft.com/office/officeart/2005/8/layout/orgChart1"/>
    <dgm:cxn modelId="{83FC6E01-3AC2-44FE-83B1-D9B04CF4E2FB}" type="presParOf" srcId="{A2D7CAED-0941-4B4F-8DD4-28606AD9D38D}" destId="{CB62A8FC-2B11-4BB6-B878-8EA266DA7A64}" srcOrd="4" destOrd="0" presId="urn:microsoft.com/office/officeart/2005/8/layout/orgChart1"/>
    <dgm:cxn modelId="{FE04574D-EB30-4649-BA80-211DBE4545BC}" type="presParOf" srcId="{A2D7CAED-0941-4B4F-8DD4-28606AD9D38D}" destId="{DAB84EFB-2EB8-4DD8-A792-F7D4BE92B436}" srcOrd="5" destOrd="0" presId="urn:microsoft.com/office/officeart/2005/8/layout/orgChart1"/>
    <dgm:cxn modelId="{B5AF0DFA-5801-448B-89E7-121D32D7D5B4}" type="presParOf" srcId="{DAB84EFB-2EB8-4DD8-A792-F7D4BE92B436}" destId="{2E5F364B-C3D0-4962-9C5D-24D4CCA5B2CE}" srcOrd="0" destOrd="0" presId="urn:microsoft.com/office/officeart/2005/8/layout/orgChart1"/>
    <dgm:cxn modelId="{1903C63D-E134-4923-9A86-657CF5BF8A99}" type="presParOf" srcId="{2E5F364B-C3D0-4962-9C5D-24D4CCA5B2CE}" destId="{7575C765-7DE4-44F9-BE0B-A229F2199643}" srcOrd="0" destOrd="0" presId="urn:microsoft.com/office/officeart/2005/8/layout/orgChart1"/>
    <dgm:cxn modelId="{77948556-91B9-481B-A05E-6E2AD8FAF66F}" type="presParOf" srcId="{2E5F364B-C3D0-4962-9C5D-24D4CCA5B2CE}" destId="{F691B78D-80BA-4D53-8B5D-88DB6D1D78B2}" srcOrd="1" destOrd="0" presId="urn:microsoft.com/office/officeart/2005/8/layout/orgChart1"/>
    <dgm:cxn modelId="{F15AA8E4-6665-467C-A8BE-40C565A81FA0}" type="presParOf" srcId="{DAB84EFB-2EB8-4DD8-A792-F7D4BE92B436}" destId="{B392670D-B60C-4244-BC14-316F236F5ECD}" srcOrd="1" destOrd="0" presId="urn:microsoft.com/office/officeart/2005/8/layout/orgChart1"/>
    <dgm:cxn modelId="{08B0BBDB-73A7-4114-B0B4-C9E2AB5457A4}" type="presParOf" srcId="{B392670D-B60C-4244-BC14-316F236F5ECD}" destId="{76F901B1-4792-42CD-B913-5537CB3A5166}" srcOrd="0" destOrd="0" presId="urn:microsoft.com/office/officeart/2005/8/layout/orgChart1"/>
    <dgm:cxn modelId="{260DA959-1FD4-40C1-8676-26C3F5C3D2CD}" type="presParOf" srcId="{B392670D-B60C-4244-BC14-316F236F5ECD}" destId="{CBEB7928-882C-47FF-B1D1-FECAF46F6668}" srcOrd="1" destOrd="0" presId="urn:microsoft.com/office/officeart/2005/8/layout/orgChart1"/>
    <dgm:cxn modelId="{DE98890B-C142-466A-B7D2-5183559230DB}" type="presParOf" srcId="{CBEB7928-882C-47FF-B1D1-FECAF46F6668}" destId="{FCA891B0-E62C-474C-B061-DDFF65A7923A}" srcOrd="0" destOrd="0" presId="urn:microsoft.com/office/officeart/2005/8/layout/orgChart1"/>
    <dgm:cxn modelId="{6B10DA60-BDDA-4E69-8527-FE443BC03833}" type="presParOf" srcId="{FCA891B0-E62C-474C-B061-DDFF65A7923A}" destId="{923A9858-DE5E-429F-B3C4-FF7523CF9B66}" srcOrd="0" destOrd="0" presId="urn:microsoft.com/office/officeart/2005/8/layout/orgChart1"/>
    <dgm:cxn modelId="{495F1FA6-6C91-400A-9058-37FC18A5F6C5}" type="presParOf" srcId="{FCA891B0-E62C-474C-B061-DDFF65A7923A}" destId="{241C24CF-A61C-4098-AA83-D00C9670571C}" srcOrd="1" destOrd="0" presId="urn:microsoft.com/office/officeart/2005/8/layout/orgChart1"/>
    <dgm:cxn modelId="{38B451CA-4608-4D9C-B206-A52FA57D4408}" type="presParOf" srcId="{CBEB7928-882C-47FF-B1D1-FECAF46F6668}" destId="{F704F2F7-AC1B-4112-BB65-1692AA8ED203}" srcOrd="1" destOrd="0" presId="urn:microsoft.com/office/officeart/2005/8/layout/orgChart1"/>
    <dgm:cxn modelId="{7993F89C-EF67-4B42-BADB-70BC4B757D6F}" type="presParOf" srcId="{CBEB7928-882C-47FF-B1D1-FECAF46F6668}" destId="{88672526-15A6-438F-8F34-54FA70DD0A71}" srcOrd="2" destOrd="0" presId="urn:microsoft.com/office/officeart/2005/8/layout/orgChart1"/>
    <dgm:cxn modelId="{12FDFC08-D1DE-41B8-A2EC-90CFF8B0F1C2}" type="presParOf" srcId="{B392670D-B60C-4244-BC14-316F236F5ECD}" destId="{7A04F79D-1B39-45C4-BCCD-F08254B9ABB8}" srcOrd="2" destOrd="0" presId="urn:microsoft.com/office/officeart/2005/8/layout/orgChart1"/>
    <dgm:cxn modelId="{A47AA8FE-2145-4902-8556-E8626A60EA1B}" type="presParOf" srcId="{B392670D-B60C-4244-BC14-316F236F5ECD}" destId="{FCDD4086-DCF4-4538-A88B-D6A54009768F}" srcOrd="3" destOrd="0" presId="urn:microsoft.com/office/officeart/2005/8/layout/orgChart1"/>
    <dgm:cxn modelId="{4428C157-F2F9-43E0-A81C-B00201F71C9D}" type="presParOf" srcId="{FCDD4086-DCF4-4538-A88B-D6A54009768F}" destId="{6EA22F96-E54D-4C28-9744-B31CBA947F9F}" srcOrd="0" destOrd="0" presId="urn:microsoft.com/office/officeart/2005/8/layout/orgChart1"/>
    <dgm:cxn modelId="{182F7712-3E8B-4E8A-9BB8-4DFB9C0A353D}" type="presParOf" srcId="{6EA22F96-E54D-4C28-9744-B31CBA947F9F}" destId="{63535B4A-B8F0-4DD2-BE74-69B06C2F956D}" srcOrd="0" destOrd="0" presId="urn:microsoft.com/office/officeart/2005/8/layout/orgChart1"/>
    <dgm:cxn modelId="{B8615F2F-4057-4451-89A4-FDED4C905CDE}" type="presParOf" srcId="{6EA22F96-E54D-4C28-9744-B31CBA947F9F}" destId="{3A6892E1-BA04-4D43-B3E2-EFC9DB668838}" srcOrd="1" destOrd="0" presId="urn:microsoft.com/office/officeart/2005/8/layout/orgChart1"/>
    <dgm:cxn modelId="{475E7DA2-5CF3-4F1F-9EB1-9E4681994FF4}" type="presParOf" srcId="{FCDD4086-DCF4-4538-A88B-D6A54009768F}" destId="{1DF7C79B-E431-4137-AE90-8DD1861C167D}" srcOrd="1" destOrd="0" presId="urn:microsoft.com/office/officeart/2005/8/layout/orgChart1"/>
    <dgm:cxn modelId="{F4BF0916-0475-46BA-B5C5-5C4C5C98E149}" type="presParOf" srcId="{FCDD4086-DCF4-4538-A88B-D6A54009768F}" destId="{EEBFD01C-B959-4ACE-9D38-F252B2B08165}" srcOrd="2" destOrd="0" presId="urn:microsoft.com/office/officeart/2005/8/layout/orgChart1"/>
    <dgm:cxn modelId="{2AB23BF7-94A3-435A-8952-AACC12D09F7E}" type="presParOf" srcId="{DAB84EFB-2EB8-4DD8-A792-F7D4BE92B436}" destId="{2F9349A1-2569-4BA6-BD7B-BE88356A62BF}" srcOrd="2" destOrd="0" presId="urn:microsoft.com/office/officeart/2005/8/layout/orgChart1"/>
    <dgm:cxn modelId="{975660E3-1704-4D3F-BC35-1015BC68A8FE}" type="presParOf" srcId="{A2D7CAED-0941-4B4F-8DD4-28606AD9D38D}" destId="{D08CAB0F-7844-4830-9CF8-EB0EAA103225}" srcOrd="6" destOrd="0" presId="urn:microsoft.com/office/officeart/2005/8/layout/orgChart1"/>
    <dgm:cxn modelId="{B9FCF782-5856-4740-8F98-BDD5009D42C5}" type="presParOf" srcId="{A2D7CAED-0941-4B4F-8DD4-28606AD9D38D}" destId="{453A89D1-93D9-402E-9E53-21BA89A6111A}" srcOrd="7" destOrd="0" presId="urn:microsoft.com/office/officeart/2005/8/layout/orgChart1"/>
    <dgm:cxn modelId="{8DA043DF-D4E1-48C4-A90D-C3A8F9CC9B8E}" type="presParOf" srcId="{453A89D1-93D9-402E-9E53-21BA89A6111A}" destId="{51060265-4BD8-412E-BD21-01F8693B3830}" srcOrd="0" destOrd="0" presId="urn:microsoft.com/office/officeart/2005/8/layout/orgChart1"/>
    <dgm:cxn modelId="{945040F6-2B38-42B6-A0C1-927C2D8EC79B}" type="presParOf" srcId="{51060265-4BD8-412E-BD21-01F8693B3830}" destId="{9FD396D8-C5CE-41B9-8E02-C70E3E1E7A6C}" srcOrd="0" destOrd="0" presId="urn:microsoft.com/office/officeart/2005/8/layout/orgChart1"/>
    <dgm:cxn modelId="{1D234059-89A6-4A47-B098-4BFC0C362067}" type="presParOf" srcId="{51060265-4BD8-412E-BD21-01F8693B3830}" destId="{47D695C1-088A-4985-BF4A-B79190DB6214}" srcOrd="1" destOrd="0" presId="urn:microsoft.com/office/officeart/2005/8/layout/orgChart1"/>
    <dgm:cxn modelId="{20CC5978-42A9-4675-BA3C-CB2A6182DC24}" type="presParOf" srcId="{453A89D1-93D9-402E-9E53-21BA89A6111A}" destId="{8D62BB19-0161-41BD-8753-53F4A1F634C8}" srcOrd="1" destOrd="0" presId="urn:microsoft.com/office/officeart/2005/8/layout/orgChart1"/>
    <dgm:cxn modelId="{E5CC3749-ADF1-4CD8-B74B-8F1DD2133C00}" type="presParOf" srcId="{8D62BB19-0161-41BD-8753-53F4A1F634C8}" destId="{99BDFE2F-F48D-4C55-9473-5DFF624E6318}" srcOrd="0" destOrd="0" presId="urn:microsoft.com/office/officeart/2005/8/layout/orgChart1"/>
    <dgm:cxn modelId="{53AA13D2-098F-4286-978A-DD1F352FC28B}" type="presParOf" srcId="{8D62BB19-0161-41BD-8753-53F4A1F634C8}" destId="{9D3C8182-886B-4C39-9335-F7FDDAF75F73}" srcOrd="1" destOrd="0" presId="urn:microsoft.com/office/officeart/2005/8/layout/orgChart1"/>
    <dgm:cxn modelId="{429032E8-00FD-4BB0-9558-C196D8C3857E}" type="presParOf" srcId="{9D3C8182-886B-4C39-9335-F7FDDAF75F73}" destId="{BBD5E8CD-D8EF-40C3-B525-F7778BE246AE}" srcOrd="0" destOrd="0" presId="urn:microsoft.com/office/officeart/2005/8/layout/orgChart1"/>
    <dgm:cxn modelId="{FC0A69E8-9275-435C-9971-7F7788863FFA}" type="presParOf" srcId="{BBD5E8CD-D8EF-40C3-B525-F7778BE246AE}" destId="{28D4EFCA-81EE-49AA-969A-85495936DC30}" srcOrd="0" destOrd="0" presId="urn:microsoft.com/office/officeart/2005/8/layout/orgChart1"/>
    <dgm:cxn modelId="{6AF9738A-0DA2-40BD-8AA5-04A0BE3FCFB9}" type="presParOf" srcId="{BBD5E8CD-D8EF-40C3-B525-F7778BE246AE}" destId="{CEA95375-9389-4D60-B712-46D262E3C1AB}" srcOrd="1" destOrd="0" presId="urn:microsoft.com/office/officeart/2005/8/layout/orgChart1"/>
    <dgm:cxn modelId="{90355C38-B03D-4D0A-9D85-FE78E64B030F}" type="presParOf" srcId="{9D3C8182-886B-4C39-9335-F7FDDAF75F73}" destId="{0E8082C2-A576-4C91-87CC-65904281C583}" srcOrd="1" destOrd="0" presId="urn:microsoft.com/office/officeart/2005/8/layout/orgChart1"/>
    <dgm:cxn modelId="{0FC1E42D-216D-457E-859D-606211DDDE7E}" type="presParOf" srcId="{9D3C8182-886B-4C39-9335-F7FDDAF75F73}" destId="{FF645BA1-9457-4865-822A-DBA3363B463C}" srcOrd="2" destOrd="0" presId="urn:microsoft.com/office/officeart/2005/8/layout/orgChart1"/>
    <dgm:cxn modelId="{FA2951E3-417E-4EA1-97BA-A227056AAD3F}" type="presParOf" srcId="{453A89D1-93D9-402E-9E53-21BA89A6111A}" destId="{3123A82B-A82B-4307-940A-A09BEE31D9D5}" srcOrd="2" destOrd="0" presId="urn:microsoft.com/office/officeart/2005/8/layout/orgChart1"/>
    <dgm:cxn modelId="{8E61FE00-7549-4FFF-B42D-E6FDEFADBEDB}" type="presParOf" srcId="{3F0D928F-C5C6-4209-89C7-2DC22F440C9A}" destId="{06DD9A92-3EBE-4509-A0B6-B94B2A043EB1}" srcOrd="2" destOrd="0" presId="urn:microsoft.com/office/officeart/2005/8/layout/orgChart1"/>
    <dgm:cxn modelId="{EFAD5D39-7417-41A6-B5D2-49BD4D08BBDC}" type="presParOf" srcId="{9098D234-D388-4106-B539-B7C38DD6D81C}" destId="{B67FA171-3DC1-4B30-B97D-AAB0EE775448}" srcOrd="6" destOrd="0" presId="urn:microsoft.com/office/officeart/2005/8/layout/orgChart1"/>
    <dgm:cxn modelId="{3025C0F6-BA82-4374-B988-CA8B395D9F0B}" type="presParOf" srcId="{9098D234-D388-4106-B539-B7C38DD6D81C}" destId="{9050899D-C12D-433D-BA67-5366AE2099EB}" srcOrd="7" destOrd="0" presId="urn:microsoft.com/office/officeart/2005/8/layout/orgChart1"/>
    <dgm:cxn modelId="{BD9BE360-27CC-406E-A589-2145966D708E}" type="presParOf" srcId="{9050899D-C12D-433D-BA67-5366AE2099EB}" destId="{FA4CBB32-6DC4-463A-97E6-6F6C874672E4}" srcOrd="0" destOrd="0" presId="urn:microsoft.com/office/officeart/2005/8/layout/orgChart1"/>
    <dgm:cxn modelId="{F6272C10-9391-4A80-9DBC-59F681DCF6B8}" type="presParOf" srcId="{FA4CBB32-6DC4-463A-97E6-6F6C874672E4}" destId="{858CCC95-E4CA-427E-8CC5-EA54BE327E50}" srcOrd="0" destOrd="0" presId="urn:microsoft.com/office/officeart/2005/8/layout/orgChart1"/>
    <dgm:cxn modelId="{0461FAF8-A61D-4F5B-998B-868E1BDB4B35}" type="presParOf" srcId="{FA4CBB32-6DC4-463A-97E6-6F6C874672E4}" destId="{6F0642B5-C6D2-460F-8B0D-117246BD79FD}" srcOrd="1" destOrd="0" presId="urn:microsoft.com/office/officeart/2005/8/layout/orgChart1"/>
    <dgm:cxn modelId="{C9F28F80-50F7-4455-A873-4039BC655EFD}" type="presParOf" srcId="{9050899D-C12D-433D-BA67-5366AE2099EB}" destId="{212E254B-8521-46A2-8B27-60BF05F6C21C}" srcOrd="1" destOrd="0" presId="urn:microsoft.com/office/officeart/2005/8/layout/orgChart1"/>
    <dgm:cxn modelId="{B4389822-6443-4075-AA45-931353D4891F}" type="presParOf" srcId="{212E254B-8521-46A2-8B27-60BF05F6C21C}" destId="{27480C38-F788-44D0-8BD2-BD48D0A99F72}" srcOrd="0" destOrd="0" presId="urn:microsoft.com/office/officeart/2005/8/layout/orgChart1"/>
    <dgm:cxn modelId="{35997C72-6F60-4794-9BCE-83532FC847BE}" type="presParOf" srcId="{212E254B-8521-46A2-8B27-60BF05F6C21C}" destId="{E1E5B2E3-3616-45A2-8592-EB3E8F3F1F11}" srcOrd="1" destOrd="0" presId="urn:microsoft.com/office/officeart/2005/8/layout/orgChart1"/>
    <dgm:cxn modelId="{51156037-73C9-4434-AAD0-1FB3A8EB8AD2}" type="presParOf" srcId="{E1E5B2E3-3616-45A2-8592-EB3E8F3F1F11}" destId="{8A1D0950-BF9E-4D62-AEAE-A69C1E0A6A7A}" srcOrd="0" destOrd="0" presId="urn:microsoft.com/office/officeart/2005/8/layout/orgChart1"/>
    <dgm:cxn modelId="{51F2C412-8A96-4D31-9336-D951BCA652DB}" type="presParOf" srcId="{8A1D0950-BF9E-4D62-AEAE-A69C1E0A6A7A}" destId="{4D18FC79-1D32-4A57-8194-C37CE7939140}" srcOrd="0" destOrd="0" presId="urn:microsoft.com/office/officeart/2005/8/layout/orgChart1"/>
    <dgm:cxn modelId="{6A8AFAEB-794F-4BAB-BE89-21E327B01B1A}" type="presParOf" srcId="{8A1D0950-BF9E-4D62-AEAE-A69C1E0A6A7A}" destId="{B4C9AB85-2A2D-4373-8413-B56F93CE0A6F}" srcOrd="1" destOrd="0" presId="urn:microsoft.com/office/officeart/2005/8/layout/orgChart1"/>
    <dgm:cxn modelId="{4B3F7ED5-56CE-4AA1-BABA-8857801350CE}" type="presParOf" srcId="{E1E5B2E3-3616-45A2-8592-EB3E8F3F1F11}" destId="{32433B4F-9ED2-4F65-BCB0-2D5E6B3705AB}" srcOrd="1" destOrd="0" presId="urn:microsoft.com/office/officeart/2005/8/layout/orgChart1"/>
    <dgm:cxn modelId="{37D7F28D-0767-4C2C-8BAF-542063243F07}" type="presParOf" srcId="{32433B4F-9ED2-4F65-BCB0-2D5E6B3705AB}" destId="{6CC9C9C5-306D-4EC9-A425-A6D034386F99}" srcOrd="0" destOrd="0" presId="urn:microsoft.com/office/officeart/2005/8/layout/orgChart1"/>
    <dgm:cxn modelId="{A745DD13-8F2F-4446-8B15-5E0232468DD6}" type="presParOf" srcId="{32433B4F-9ED2-4F65-BCB0-2D5E6B3705AB}" destId="{4A1FB8A6-A17B-4EE1-B000-A109E3B25F87}" srcOrd="1" destOrd="0" presId="urn:microsoft.com/office/officeart/2005/8/layout/orgChart1"/>
    <dgm:cxn modelId="{A034A582-B5F9-4C4A-BE32-1AE7CFE77F00}" type="presParOf" srcId="{4A1FB8A6-A17B-4EE1-B000-A109E3B25F87}" destId="{BE08BFA1-2D81-4BA4-8946-41EEF5EF40C5}" srcOrd="0" destOrd="0" presId="urn:microsoft.com/office/officeart/2005/8/layout/orgChart1"/>
    <dgm:cxn modelId="{0C96CA06-55FD-4C82-AAEC-9763AD9602C5}" type="presParOf" srcId="{BE08BFA1-2D81-4BA4-8946-41EEF5EF40C5}" destId="{BC3B0EDD-05E0-4C7C-845B-15D4DB15CF90}" srcOrd="0" destOrd="0" presId="urn:microsoft.com/office/officeart/2005/8/layout/orgChart1"/>
    <dgm:cxn modelId="{C7652BCB-F455-4F59-AA52-A5A973B5505C}" type="presParOf" srcId="{BE08BFA1-2D81-4BA4-8946-41EEF5EF40C5}" destId="{185B0F3C-968F-46CC-A667-9B9D5EA57236}" srcOrd="1" destOrd="0" presId="urn:microsoft.com/office/officeart/2005/8/layout/orgChart1"/>
    <dgm:cxn modelId="{D50F0622-B139-431D-A911-187835F77644}" type="presParOf" srcId="{4A1FB8A6-A17B-4EE1-B000-A109E3B25F87}" destId="{C478C2A6-A819-47C9-B14D-B23F6802FE0C}" srcOrd="1" destOrd="0" presId="urn:microsoft.com/office/officeart/2005/8/layout/orgChart1"/>
    <dgm:cxn modelId="{D4F952B1-7434-4F25-B0B6-525361CD223E}" type="presParOf" srcId="{4A1FB8A6-A17B-4EE1-B000-A109E3B25F87}" destId="{5387DA74-06DC-4E11-B9F2-072EA55968A9}" srcOrd="2" destOrd="0" presId="urn:microsoft.com/office/officeart/2005/8/layout/orgChart1"/>
    <dgm:cxn modelId="{A7AC04C8-1296-418E-9C57-8E540EBC162F}" type="presParOf" srcId="{32433B4F-9ED2-4F65-BCB0-2D5E6B3705AB}" destId="{BE2CAD42-DF86-47B5-AEAC-231D90AC8B24}" srcOrd="2" destOrd="0" presId="urn:microsoft.com/office/officeart/2005/8/layout/orgChart1"/>
    <dgm:cxn modelId="{8C6BC5D8-2E2F-4B7E-A150-112DCE229C59}" type="presParOf" srcId="{32433B4F-9ED2-4F65-BCB0-2D5E6B3705AB}" destId="{291F58EC-2806-4569-9E48-E31E16D70DC6}" srcOrd="3" destOrd="0" presId="urn:microsoft.com/office/officeart/2005/8/layout/orgChart1"/>
    <dgm:cxn modelId="{2626F8E9-C409-4FD3-B409-28387175E190}" type="presParOf" srcId="{291F58EC-2806-4569-9E48-E31E16D70DC6}" destId="{D190A875-D513-404A-81FF-0CDA3CA26EAC}" srcOrd="0" destOrd="0" presId="urn:microsoft.com/office/officeart/2005/8/layout/orgChart1"/>
    <dgm:cxn modelId="{F9887C69-B62F-413D-B168-E302FE703143}" type="presParOf" srcId="{D190A875-D513-404A-81FF-0CDA3CA26EAC}" destId="{F4967D4D-B14F-49FF-A0AA-2369B9BC0184}" srcOrd="0" destOrd="0" presId="urn:microsoft.com/office/officeart/2005/8/layout/orgChart1"/>
    <dgm:cxn modelId="{84D647B9-1389-40A1-B7AB-FB79F30485CD}" type="presParOf" srcId="{D190A875-D513-404A-81FF-0CDA3CA26EAC}" destId="{179848DC-4D09-48F4-9827-8038EA756E85}" srcOrd="1" destOrd="0" presId="urn:microsoft.com/office/officeart/2005/8/layout/orgChart1"/>
    <dgm:cxn modelId="{03EFCFEC-30A7-430D-A3B4-5C02F8CA34BD}" type="presParOf" srcId="{291F58EC-2806-4569-9E48-E31E16D70DC6}" destId="{3109A6A2-321C-4982-A101-1438F47AFE30}" srcOrd="1" destOrd="0" presId="urn:microsoft.com/office/officeart/2005/8/layout/orgChart1"/>
    <dgm:cxn modelId="{76D14687-06D6-4BE2-B692-E01045E93E5D}" type="presParOf" srcId="{291F58EC-2806-4569-9E48-E31E16D70DC6}" destId="{7EDD69E9-3808-432E-9BB5-4C2F6A7BEC7F}" srcOrd="2" destOrd="0" presId="urn:microsoft.com/office/officeart/2005/8/layout/orgChart1"/>
    <dgm:cxn modelId="{6563BF7E-9C65-4DD2-B0EB-9BBF5B4DF255}" type="presParOf" srcId="{32433B4F-9ED2-4F65-BCB0-2D5E6B3705AB}" destId="{902F6DD7-BF52-40C4-AED9-7E5A123E0B9D}" srcOrd="4" destOrd="0" presId="urn:microsoft.com/office/officeart/2005/8/layout/orgChart1"/>
    <dgm:cxn modelId="{F5AFB29C-9588-4D04-9E05-80C08887E3A5}" type="presParOf" srcId="{32433B4F-9ED2-4F65-BCB0-2D5E6B3705AB}" destId="{46E29256-E005-411E-860C-F71446F965C8}" srcOrd="5" destOrd="0" presId="urn:microsoft.com/office/officeart/2005/8/layout/orgChart1"/>
    <dgm:cxn modelId="{E13F7D5A-D5A5-48C4-A7BC-5F166078A96C}" type="presParOf" srcId="{46E29256-E005-411E-860C-F71446F965C8}" destId="{B1548B4E-EA36-4F8D-9242-C58EF1B76C5F}" srcOrd="0" destOrd="0" presId="urn:microsoft.com/office/officeart/2005/8/layout/orgChart1"/>
    <dgm:cxn modelId="{1513314C-7740-403F-9F34-6CA8C1C906A3}" type="presParOf" srcId="{B1548B4E-EA36-4F8D-9242-C58EF1B76C5F}" destId="{0B55BB63-917A-4C1F-8C9C-87551C1719C3}" srcOrd="0" destOrd="0" presId="urn:microsoft.com/office/officeart/2005/8/layout/orgChart1"/>
    <dgm:cxn modelId="{DA773881-5F60-4DA9-929F-9E599D351E73}" type="presParOf" srcId="{B1548B4E-EA36-4F8D-9242-C58EF1B76C5F}" destId="{ECA04075-D55D-4001-9A17-DC6020451BA6}" srcOrd="1" destOrd="0" presId="urn:microsoft.com/office/officeart/2005/8/layout/orgChart1"/>
    <dgm:cxn modelId="{16A2758C-A691-4B7E-8AB7-C60CEF69F2A1}" type="presParOf" srcId="{46E29256-E005-411E-860C-F71446F965C8}" destId="{9DF8C26B-96A7-42EE-8915-C7DBE0360275}" srcOrd="1" destOrd="0" presId="urn:microsoft.com/office/officeart/2005/8/layout/orgChart1"/>
    <dgm:cxn modelId="{0C9141F0-3664-4D00-A302-ACE83364AA66}" type="presParOf" srcId="{46E29256-E005-411E-860C-F71446F965C8}" destId="{4518F050-3D87-49F0-A97C-E08411F78AE0}" srcOrd="2" destOrd="0" presId="urn:microsoft.com/office/officeart/2005/8/layout/orgChart1"/>
    <dgm:cxn modelId="{7B83F0C5-5822-4CF3-A660-9A7D1C29F71C}" type="presParOf" srcId="{E1E5B2E3-3616-45A2-8592-EB3E8F3F1F11}" destId="{0F0E3A4D-45B1-4096-9BBC-3C9354AB1F97}" srcOrd="2" destOrd="0" presId="urn:microsoft.com/office/officeart/2005/8/layout/orgChart1"/>
    <dgm:cxn modelId="{2BC80FDC-62A6-4FCD-BD20-8E560F2A32E9}" type="presParOf" srcId="{212E254B-8521-46A2-8B27-60BF05F6C21C}" destId="{9B3E5AE3-F174-4FF5-94C2-F98BD1DE49CA}" srcOrd="2" destOrd="0" presId="urn:microsoft.com/office/officeart/2005/8/layout/orgChart1"/>
    <dgm:cxn modelId="{3C94E930-85AC-4DB2-8432-29DF13BC4F43}" type="presParOf" srcId="{212E254B-8521-46A2-8B27-60BF05F6C21C}" destId="{A5C682F9-6950-43BA-88C9-D0F487E5BB79}" srcOrd="3" destOrd="0" presId="urn:microsoft.com/office/officeart/2005/8/layout/orgChart1"/>
    <dgm:cxn modelId="{2E446CA5-A018-49A8-A13D-8F0878EE897B}" type="presParOf" srcId="{A5C682F9-6950-43BA-88C9-D0F487E5BB79}" destId="{A9FA76A9-5A15-4BDF-A408-E2EB1E1139C6}" srcOrd="0" destOrd="0" presId="urn:microsoft.com/office/officeart/2005/8/layout/orgChart1"/>
    <dgm:cxn modelId="{6BFE238A-2D06-4243-9B66-C7FE083A4838}" type="presParOf" srcId="{A9FA76A9-5A15-4BDF-A408-E2EB1E1139C6}" destId="{6F255A7A-696D-4CB9-BAAA-BD4B147C9278}" srcOrd="0" destOrd="0" presId="urn:microsoft.com/office/officeart/2005/8/layout/orgChart1"/>
    <dgm:cxn modelId="{E5308D7A-6E82-4B3F-8A00-8B912EC5B8D1}" type="presParOf" srcId="{A9FA76A9-5A15-4BDF-A408-E2EB1E1139C6}" destId="{47DECCF2-B8D7-415B-A58B-475F1777F574}" srcOrd="1" destOrd="0" presId="urn:microsoft.com/office/officeart/2005/8/layout/orgChart1"/>
    <dgm:cxn modelId="{E4CBBA18-ACF4-4A2D-BFF1-7F56B6C3F8E6}" type="presParOf" srcId="{A5C682F9-6950-43BA-88C9-D0F487E5BB79}" destId="{204498CD-F54E-4550-93D9-309D8EFCBC9C}" srcOrd="1" destOrd="0" presId="urn:microsoft.com/office/officeart/2005/8/layout/orgChart1"/>
    <dgm:cxn modelId="{A964E883-2B5E-4169-AA4F-94D5EF290CD3}" type="presParOf" srcId="{204498CD-F54E-4550-93D9-309D8EFCBC9C}" destId="{78A2D681-A6A1-4BBE-8B7B-C4C8B76D1703}" srcOrd="0" destOrd="0" presId="urn:microsoft.com/office/officeart/2005/8/layout/orgChart1"/>
    <dgm:cxn modelId="{C6FAF28D-37E2-41BE-B001-8A32EABF4270}" type="presParOf" srcId="{204498CD-F54E-4550-93D9-309D8EFCBC9C}" destId="{DBAE0512-FC55-43D5-B282-7E6D06BD3EB6}" srcOrd="1" destOrd="0" presId="urn:microsoft.com/office/officeart/2005/8/layout/orgChart1"/>
    <dgm:cxn modelId="{3C40C01A-FC61-4B3B-9F22-B7A01CD719BD}" type="presParOf" srcId="{DBAE0512-FC55-43D5-B282-7E6D06BD3EB6}" destId="{32777202-3519-4FC9-8B6C-9431F01C60EC}" srcOrd="0" destOrd="0" presId="urn:microsoft.com/office/officeart/2005/8/layout/orgChart1"/>
    <dgm:cxn modelId="{E13C8CCD-011F-4286-8DD1-40ABA08397E2}" type="presParOf" srcId="{32777202-3519-4FC9-8B6C-9431F01C60EC}" destId="{04DEA00F-E439-4173-AE94-21F222FFF7E2}" srcOrd="0" destOrd="0" presId="urn:microsoft.com/office/officeart/2005/8/layout/orgChart1"/>
    <dgm:cxn modelId="{5DC2111A-CA6C-4449-A186-E2CAFCDEE611}" type="presParOf" srcId="{32777202-3519-4FC9-8B6C-9431F01C60EC}" destId="{3C8C031A-91E2-4F2C-BD3A-6E51E00F8037}" srcOrd="1" destOrd="0" presId="urn:microsoft.com/office/officeart/2005/8/layout/orgChart1"/>
    <dgm:cxn modelId="{F56239A0-A522-4D5C-80A7-82D6B1E73C85}" type="presParOf" srcId="{DBAE0512-FC55-43D5-B282-7E6D06BD3EB6}" destId="{588D0B9D-EFE3-4937-9061-98E0F6789B92}" srcOrd="1" destOrd="0" presId="urn:microsoft.com/office/officeart/2005/8/layout/orgChart1"/>
    <dgm:cxn modelId="{3435FE1F-5FFD-44FB-BF4E-BFC09C27F44B}" type="presParOf" srcId="{DBAE0512-FC55-43D5-B282-7E6D06BD3EB6}" destId="{69A7E83F-3AEC-4DF6-B45B-86DA78895F31}" srcOrd="2" destOrd="0" presId="urn:microsoft.com/office/officeart/2005/8/layout/orgChart1"/>
    <dgm:cxn modelId="{4C12B9F1-DAA7-4304-9CDB-31F85D714038}" type="presParOf" srcId="{204498CD-F54E-4550-93D9-309D8EFCBC9C}" destId="{8D9BF300-017C-465B-980B-5725BD89179F}" srcOrd="2" destOrd="0" presId="urn:microsoft.com/office/officeart/2005/8/layout/orgChart1"/>
    <dgm:cxn modelId="{87D22498-BF19-48E6-ADA2-DB635F09F4A2}" type="presParOf" srcId="{204498CD-F54E-4550-93D9-309D8EFCBC9C}" destId="{BC51B30A-6FD9-4A65-AC68-05D57FEBF072}" srcOrd="3" destOrd="0" presId="urn:microsoft.com/office/officeart/2005/8/layout/orgChart1"/>
    <dgm:cxn modelId="{7AAEFF9A-A55F-4A28-A9F4-BCF6E88602C1}" type="presParOf" srcId="{BC51B30A-6FD9-4A65-AC68-05D57FEBF072}" destId="{28489AB7-BFE6-4875-BAC9-DDDF4D95C06E}" srcOrd="0" destOrd="0" presId="urn:microsoft.com/office/officeart/2005/8/layout/orgChart1"/>
    <dgm:cxn modelId="{6461FA64-E32B-43FE-A94E-105C5CFF05A0}" type="presParOf" srcId="{28489AB7-BFE6-4875-BAC9-DDDF4D95C06E}" destId="{A3BD5DFB-D161-4688-8846-FA7FBF648219}" srcOrd="0" destOrd="0" presId="urn:microsoft.com/office/officeart/2005/8/layout/orgChart1"/>
    <dgm:cxn modelId="{DA469F83-BF9E-40F3-91FB-EDA82683118E}" type="presParOf" srcId="{28489AB7-BFE6-4875-BAC9-DDDF4D95C06E}" destId="{3D7E6432-DA9B-4BDA-A658-5FA69518A400}" srcOrd="1" destOrd="0" presId="urn:microsoft.com/office/officeart/2005/8/layout/orgChart1"/>
    <dgm:cxn modelId="{06190D80-B97B-4D76-800D-90C11F65FD62}" type="presParOf" srcId="{BC51B30A-6FD9-4A65-AC68-05D57FEBF072}" destId="{F5FCE605-2A15-4828-AA85-23BC46E7D17F}" srcOrd="1" destOrd="0" presId="urn:microsoft.com/office/officeart/2005/8/layout/orgChart1"/>
    <dgm:cxn modelId="{C0CFE07B-7DF0-4ABB-A4EE-67F84CD68692}" type="presParOf" srcId="{BC51B30A-6FD9-4A65-AC68-05D57FEBF072}" destId="{33E1070A-17A8-48A9-9649-5521BF11924C}" srcOrd="2" destOrd="0" presId="urn:microsoft.com/office/officeart/2005/8/layout/orgChart1"/>
    <dgm:cxn modelId="{BEDF22F2-CE91-486B-BB7C-F70D992EA770}" type="presParOf" srcId="{A5C682F9-6950-43BA-88C9-D0F487E5BB79}" destId="{2BEFC4CD-A8A7-4990-B687-9EE9FFA5B0DE}" srcOrd="2" destOrd="0" presId="urn:microsoft.com/office/officeart/2005/8/layout/orgChart1"/>
    <dgm:cxn modelId="{959FC154-01AF-4E9B-95C8-39A59E0C153E}" type="presParOf" srcId="{212E254B-8521-46A2-8B27-60BF05F6C21C}" destId="{4788FCB2-3828-42AD-9C38-205BCA40069F}" srcOrd="4" destOrd="0" presId="urn:microsoft.com/office/officeart/2005/8/layout/orgChart1"/>
    <dgm:cxn modelId="{A25291C7-92F7-47E1-A3E4-B3D581C03F69}" type="presParOf" srcId="{212E254B-8521-46A2-8B27-60BF05F6C21C}" destId="{D4BEFBC2-2767-4F85-868B-561459E250D4}" srcOrd="5" destOrd="0" presId="urn:microsoft.com/office/officeart/2005/8/layout/orgChart1"/>
    <dgm:cxn modelId="{19AB82FE-BED6-4ADA-A315-F7E6079A9A81}" type="presParOf" srcId="{D4BEFBC2-2767-4F85-868B-561459E250D4}" destId="{C2ADF7E1-1DDF-491B-B941-8897884BF256}" srcOrd="0" destOrd="0" presId="urn:microsoft.com/office/officeart/2005/8/layout/orgChart1"/>
    <dgm:cxn modelId="{C2FD6653-B575-45FD-9301-28A9454E5E93}" type="presParOf" srcId="{C2ADF7E1-1DDF-491B-B941-8897884BF256}" destId="{A1B3F0DA-598D-4D5B-A3B7-03AA84C20428}" srcOrd="0" destOrd="0" presId="urn:microsoft.com/office/officeart/2005/8/layout/orgChart1"/>
    <dgm:cxn modelId="{6157F93A-7646-4AC1-B0B2-1142858F4831}" type="presParOf" srcId="{C2ADF7E1-1DDF-491B-B941-8897884BF256}" destId="{13B5F22A-003B-45DF-90F6-0489D0025457}" srcOrd="1" destOrd="0" presId="urn:microsoft.com/office/officeart/2005/8/layout/orgChart1"/>
    <dgm:cxn modelId="{B487DDEE-E4F2-4F90-B9B3-C508EDAAE7DB}" type="presParOf" srcId="{D4BEFBC2-2767-4F85-868B-561459E250D4}" destId="{15D004D1-DCA0-4C79-AD32-02C71298D440}" srcOrd="1" destOrd="0" presId="urn:microsoft.com/office/officeart/2005/8/layout/orgChart1"/>
    <dgm:cxn modelId="{5691E25D-692D-416D-B202-36717AB70852}" type="presParOf" srcId="{15D004D1-DCA0-4C79-AD32-02C71298D440}" destId="{0ECB2EB5-12AF-410C-9954-2879AC245192}" srcOrd="0" destOrd="0" presId="urn:microsoft.com/office/officeart/2005/8/layout/orgChart1"/>
    <dgm:cxn modelId="{D22CF90D-2380-420C-AD4D-C88F7BD6C9BE}" type="presParOf" srcId="{15D004D1-DCA0-4C79-AD32-02C71298D440}" destId="{52F03F90-4D52-480F-9F01-D96A7DFEEF2A}" srcOrd="1" destOrd="0" presId="urn:microsoft.com/office/officeart/2005/8/layout/orgChart1"/>
    <dgm:cxn modelId="{62EBBF3F-24D5-4C04-B9AC-AD6D595986DB}" type="presParOf" srcId="{52F03F90-4D52-480F-9F01-D96A7DFEEF2A}" destId="{994E632C-7B70-465F-9ED1-11A18B99211D}" srcOrd="0" destOrd="0" presId="urn:microsoft.com/office/officeart/2005/8/layout/orgChart1"/>
    <dgm:cxn modelId="{63554C8F-056C-4C61-A488-963F229D0FD7}" type="presParOf" srcId="{994E632C-7B70-465F-9ED1-11A18B99211D}" destId="{BC3F6A8A-9DC0-440D-83E2-DA65D7DF2C76}" srcOrd="0" destOrd="0" presId="urn:microsoft.com/office/officeart/2005/8/layout/orgChart1"/>
    <dgm:cxn modelId="{5A3AC759-47F1-4CDB-B980-ECE32AF4980C}" type="presParOf" srcId="{994E632C-7B70-465F-9ED1-11A18B99211D}" destId="{7CD78E98-65DD-4543-9C12-53923445BFD1}" srcOrd="1" destOrd="0" presId="urn:microsoft.com/office/officeart/2005/8/layout/orgChart1"/>
    <dgm:cxn modelId="{1FB91733-0B2E-40D7-8BF6-03114B923F16}" type="presParOf" srcId="{52F03F90-4D52-480F-9F01-D96A7DFEEF2A}" destId="{7C3DB6EC-C36F-4ABE-8932-E4F92A41B715}" srcOrd="1" destOrd="0" presId="urn:microsoft.com/office/officeart/2005/8/layout/orgChart1"/>
    <dgm:cxn modelId="{85BF0D47-F15E-4012-B7E4-FF1F944212F4}" type="presParOf" srcId="{52F03F90-4D52-480F-9F01-D96A7DFEEF2A}" destId="{E09C8510-CF92-4504-9CDA-3340CCCFE60A}" srcOrd="2" destOrd="0" presId="urn:microsoft.com/office/officeart/2005/8/layout/orgChart1"/>
    <dgm:cxn modelId="{BB396108-4E6F-4CA7-9EEE-0D45C0B94C47}" type="presParOf" srcId="{15D004D1-DCA0-4C79-AD32-02C71298D440}" destId="{D4509C77-C95F-45FA-B69B-76BEEC1A43DC}" srcOrd="2" destOrd="0" presId="urn:microsoft.com/office/officeart/2005/8/layout/orgChart1"/>
    <dgm:cxn modelId="{AAD5FD1D-F8C4-42CD-9F3D-233D63C5FCC9}" type="presParOf" srcId="{15D004D1-DCA0-4C79-AD32-02C71298D440}" destId="{9C0AA045-C794-4147-8D9A-B4CABADF80CE}" srcOrd="3" destOrd="0" presId="urn:microsoft.com/office/officeart/2005/8/layout/orgChart1"/>
    <dgm:cxn modelId="{C4BC9BB5-9AFF-440B-B398-D778E7F383E2}" type="presParOf" srcId="{9C0AA045-C794-4147-8D9A-B4CABADF80CE}" destId="{08818E6E-FCB5-4748-81A8-8AE21D248547}" srcOrd="0" destOrd="0" presId="urn:microsoft.com/office/officeart/2005/8/layout/orgChart1"/>
    <dgm:cxn modelId="{C31DD981-77AA-40D0-BE5E-647ACFCAE632}" type="presParOf" srcId="{08818E6E-FCB5-4748-81A8-8AE21D248547}" destId="{9433E3C4-19AD-4AF8-8A87-A91E98B56445}" srcOrd="0" destOrd="0" presId="urn:microsoft.com/office/officeart/2005/8/layout/orgChart1"/>
    <dgm:cxn modelId="{4F12CEBF-8AC2-438C-A162-BE88A9550063}" type="presParOf" srcId="{08818E6E-FCB5-4748-81A8-8AE21D248547}" destId="{7738394C-7D6E-4F23-B438-C81160AFDE75}" srcOrd="1" destOrd="0" presId="urn:microsoft.com/office/officeart/2005/8/layout/orgChart1"/>
    <dgm:cxn modelId="{AFBE0EF8-F414-4186-BF99-A997E794CD72}" type="presParOf" srcId="{9C0AA045-C794-4147-8D9A-B4CABADF80CE}" destId="{0F6125A5-D93D-44C7-8D39-58D1CA54C4FC}" srcOrd="1" destOrd="0" presId="urn:microsoft.com/office/officeart/2005/8/layout/orgChart1"/>
    <dgm:cxn modelId="{79FD32B1-3DE2-4492-B81E-B917E8D3563C}" type="presParOf" srcId="{9C0AA045-C794-4147-8D9A-B4CABADF80CE}" destId="{58354463-A7B0-43BE-84C0-E4A4BC4A0865}" srcOrd="2" destOrd="0" presId="urn:microsoft.com/office/officeart/2005/8/layout/orgChart1"/>
    <dgm:cxn modelId="{C0F872AB-FA8E-4D7D-84C4-B10319B34519}" type="presParOf" srcId="{D4BEFBC2-2767-4F85-868B-561459E250D4}" destId="{D2A1E133-885D-46CC-BFF9-BA54EDBFC6C7}" srcOrd="2" destOrd="0" presId="urn:microsoft.com/office/officeart/2005/8/layout/orgChart1"/>
    <dgm:cxn modelId="{20BB9684-255D-459D-A0D8-4A5A5DC0B4CC}" type="presParOf" srcId="{212E254B-8521-46A2-8B27-60BF05F6C21C}" destId="{0816FF1F-BD67-434F-AAE7-A3188766367B}" srcOrd="6" destOrd="0" presId="urn:microsoft.com/office/officeart/2005/8/layout/orgChart1"/>
    <dgm:cxn modelId="{00B4D8D9-ACFB-4A44-915D-FADF8270B66B}" type="presParOf" srcId="{212E254B-8521-46A2-8B27-60BF05F6C21C}" destId="{D9210176-87F9-48BB-B44D-5DFDD27FF88A}" srcOrd="7" destOrd="0" presId="urn:microsoft.com/office/officeart/2005/8/layout/orgChart1"/>
    <dgm:cxn modelId="{836B5F94-7E1E-4419-9146-F81F0E627CF5}" type="presParOf" srcId="{D9210176-87F9-48BB-B44D-5DFDD27FF88A}" destId="{5F6638B6-14E2-4536-93C3-6F3ADCDA687F}" srcOrd="0" destOrd="0" presId="urn:microsoft.com/office/officeart/2005/8/layout/orgChart1"/>
    <dgm:cxn modelId="{DEF1D189-5160-4B90-8184-D71FC8B49E3F}" type="presParOf" srcId="{5F6638B6-14E2-4536-93C3-6F3ADCDA687F}" destId="{0E670987-08DA-4622-939C-396D12FDF6ED}" srcOrd="0" destOrd="0" presId="urn:microsoft.com/office/officeart/2005/8/layout/orgChart1"/>
    <dgm:cxn modelId="{E9ACDD4B-1A75-43FF-8FD1-A976A3838488}" type="presParOf" srcId="{5F6638B6-14E2-4536-93C3-6F3ADCDA687F}" destId="{A1163A42-91CA-4E06-8124-E0DE0AFCB442}" srcOrd="1" destOrd="0" presId="urn:microsoft.com/office/officeart/2005/8/layout/orgChart1"/>
    <dgm:cxn modelId="{128202E6-524C-401F-914A-03CB96846B13}" type="presParOf" srcId="{D9210176-87F9-48BB-B44D-5DFDD27FF88A}" destId="{56A223A7-AE1D-4FDD-BF46-EEE2BA006822}" srcOrd="1" destOrd="0" presId="urn:microsoft.com/office/officeart/2005/8/layout/orgChart1"/>
    <dgm:cxn modelId="{85D94C56-0009-4DFA-BCED-99BD35897327}" type="presParOf" srcId="{56A223A7-AE1D-4FDD-BF46-EEE2BA006822}" destId="{A866B0F3-8F2D-4EC0-A91D-4A8AAA031967}" srcOrd="0" destOrd="0" presId="urn:microsoft.com/office/officeart/2005/8/layout/orgChart1"/>
    <dgm:cxn modelId="{D6A14BC6-A4DC-4E72-B8AB-19A3A487E288}" type="presParOf" srcId="{56A223A7-AE1D-4FDD-BF46-EEE2BA006822}" destId="{B0EC6683-32E7-4519-9582-CA821E692CDA}" srcOrd="1" destOrd="0" presId="urn:microsoft.com/office/officeart/2005/8/layout/orgChart1"/>
    <dgm:cxn modelId="{C20B984B-4602-444F-B0F7-2CC70228C1DA}" type="presParOf" srcId="{B0EC6683-32E7-4519-9582-CA821E692CDA}" destId="{242E2B4D-2D0F-4F8F-BC14-7D6A16FD18F8}" srcOrd="0" destOrd="0" presId="urn:microsoft.com/office/officeart/2005/8/layout/orgChart1"/>
    <dgm:cxn modelId="{4579EA30-2640-4852-BCB0-C0E623E36362}" type="presParOf" srcId="{242E2B4D-2D0F-4F8F-BC14-7D6A16FD18F8}" destId="{EF94F646-6C99-42C2-B70A-469F369E8C42}" srcOrd="0" destOrd="0" presId="urn:microsoft.com/office/officeart/2005/8/layout/orgChart1"/>
    <dgm:cxn modelId="{C910A892-F52F-4933-BE5E-3F6E2D04F647}" type="presParOf" srcId="{242E2B4D-2D0F-4F8F-BC14-7D6A16FD18F8}" destId="{68801438-A73D-4E38-A2A1-B0FDE41979D8}" srcOrd="1" destOrd="0" presId="urn:microsoft.com/office/officeart/2005/8/layout/orgChart1"/>
    <dgm:cxn modelId="{2F23FED3-69C8-45BD-BA5F-1687E82C091D}" type="presParOf" srcId="{B0EC6683-32E7-4519-9582-CA821E692CDA}" destId="{E64C9C43-895F-46F7-BBB0-B1E4558E90EB}" srcOrd="1" destOrd="0" presId="urn:microsoft.com/office/officeart/2005/8/layout/orgChart1"/>
    <dgm:cxn modelId="{CF537DA1-05E4-4B45-835D-557BA37312E7}" type="presParOf" srcId="{B0EC6683-32E7-4519-9582-CA821E692CDA}" destId="{36153736-C86E-4327-BFB5-71FD0CF327E0}" srcOrd="2" destOrd="0" presId="urn:microsoft.com/office/officeart/2005/8/layout/orgChart1"/>
    <dgm:cxn modelId="{F13F90C3-8ED9-4F9B-84B0-69ACE1D6F807}" type="presParOf" srcId="{D9210176-87F9-48BB-B44D-5DFDD27FF88A}" destId="{3F20223D-BC5A-4698-8E50-C9BF08B70A24}" srcOrd="2" destOrd="0" presId="urn:microsoft.com/office/officeart/2005/8/layout/orgChart1"/>
    <dgm:cxn modelId="{D12B89C3-2D86-4B61-AEFD-3CE1B9D3EAA8}" type="presParOf" srcId="{9050899D-C12D-433D-BA67-5366AE2099EB}" destId="{EE5F734F-9F36-4C79-A3BC-220E7FAA674E}" srcOrd="2" destOrd="0" presId="urn:microsoft.com/office/officeart/2005/8/layout/orgChart1"/>
    <dgm:cxn modelId="{6AE71160-4EEB-4834-9E2D-2BBC754FB233}" type="presParOf" srcId="{9098D234-D388-4106-B539-B7C38DD6D81C}" destId="{BCDC2B85-A8D5-4593-867F-DC0483840EB2}" srcOrd="8" destOrd="0" presId="urn:microsoft.com/office/officeart/2005/8/layout/orgChart1"/>
    <dgm:cxn modelId="{213211EC-51EA-49D7-AD4B-A1D87236101D}" type="presParOf" srcId="{9098D234-D388-4106-B539-B7C38DD6D81C}" destId="{5737F07D-3BAB-48F7-A08D-31C96ABB745A}" srcOrd="9" destOrd="0" presId="urn:microsoft.com/office/officeart/2005/8/layout/orgChart1"/>
    <dgm:cxn modelId="{DDF7A3E1-D0A2-462E-B2CD-5D0D8C2E850B}" type="presParOf" srcId="{5737F07D-3BAB-48F7-A08D-31C96ABB745A}" destId="{400E70F2-206E-4207-9BAE-AA4950AB067D}" srcOrd="0" destOrd="0" presId="urn:microsoft.com/office/officeart/2005/8/layout/orgChart1"/>
    <dgm:cxn modelId="{F0A9A0F5-245C-40C9-B261-935E26D36362}" type="presParOf" srcId="{400E70F2-206E-4207-9BAE-AA4950AB067D}" destId="{B6882BBA-C028-45B6-AA74-004B50941257}" srcOrd="0" destOrd="0" presId="urn:microsoft.com/office/officeart/2005/8/layout/orgChart1"/>
    <dgm:cxn modelId="{EB93E375-D8FC-448C-89D2-F11751223370}" type="presParOf" srcId="{400E70F2-206E-4207-9BAE-AA4950AB067D}" destId="{566DBE28-CF1C-4D21-A527-ACA2FA65BB5E}" srcOrd="1" destOrd="0" presId="urn:microsoft.com/office/officeart/2005/8/layout/orgChart1"/>
    <dgm:cxn modelId="{6CD7C2C7-B5B5-4CCD-83C8-3CD0BFFE39C6}" type="presParOf" srcId="{5737F07D-3BAB-48F7-A08D-31C96ABB745A}" destId="{03CD7D9C-8C3B-4156-87BC-15BE577EF0F1}" srcOrd="1" destOrd="0" presId="urn:microsoft.com/office/officeart/2005/8/layout/orgChart1"/>
    <dgm:cxn modelId="{B485249A-2B52-421D-87AB-1AE3760CA28E}" type="presParOf" srcId="{03CD7D9C-8C3B-4156-87BC-15BE577EF0F1}" destId="{E2985616-1ED6-4366-80A9-6009A2942E9D}" srcOrd="0" destOrd="0" presId="urn:microsoft.com/office/officeart/2005/8/layout/orgChart1"/>
    <dgm:cxn modelId="{6E99E3CD-99F5-40F1-9BF5-8C759D976665}" type="presParOf" srcId="{03CD7D9C-8C3B-4156-87BC-15BE577EF0F1}" destId="{7043A876-B2AC-48D3-9176-DEF87EBCBFC9}" srcOrd="1" destOrd="0" presId="urn:microsoft.com/office/officeart/2005/8/layout/orgChart1"/>
    <dgm:cxn modelId="{A2D18294-7EF9-4A5B-9F1D-721AC49AEC36}" type="presParOf" srcId="{7043A876-B2AC-48D3-9176-DEF87EBCBFC9}" destId="{F42918BC-F82F-489B-BD8B-269E5D3ECDB8}" srcOrd="0" destOrd="0" presId="urn:microsoft.com/office/officeart/2005/8/layout/orgChart1"/>
    <dgm:cxn modelId="{56EEF9EF-4ACE-4187-B51D-8EFCA7000B5B}" type="presParOf" srcId="{F42918BC-F82F-489B-BD8B-269E5D3ECDB8}" destId="{877CA1CD-EE42-45B1-B6A0-23D6C72D87D2}" srcOrd="0" destOrd="0" presId="urn:microsoft.com/office/officeart/2005/8/layout/orgChart1"/>
    <dgm:cxn modelId="{39322057-7AD1-424F-A1D2-46182EE63FB6}" type="presParOf" srcId="{F42918BC-F82F-489B-BD8B-269E5D3ECDB8}" destId="{5CE5A0EE-AEBE-4F26-A92C-A02F4C3C403C}" srcOrd="1" destOrd="0" presId="urn:microsoft.com/office/officeart/2005/8/layout/orgChart1"/>
    <dgm:cxn modelId="{D6470FB9-E4DE-4D2F-9902-048557D5EBAB}" type="presParOf" srcId="{7043A876-B2AC-48D3-9176-DEF87EBCBFC9}" destId="{DF1FD2D3-FD27-4A92-A6E2-82F291C1EAFA}" srcOrd="1" destOrd="0" presId="urn:microsoft.com/office/officeart/2005/8/layout/orgChart1"/>
    <dgm:cxn modelId="{6FACDC54-7AFF-45F0-A898-212E1E5F9A64}" type="presParOf" srcId="{DF1FD2D3-FD27-4A92-A6E2-82F291C1EAFA}" destId="{E3C5FDA8-C025-41B8-89F7-464AA0DC96B5}" srcOrd="0" destOrd="0" presId="urn:microsoft.com/office/officeart/2005/8/layout/orgChart1"/>
    <dgm:cxn modelId="{7744BECC-9E59-45B8-ACEB-937D845C4882}" type="presParOf" srcId="{DF1FD2D3-FD27-4A92-A6E2-82F291C1EAFA}" destId="{F344777C-DE4C-4D0F-AE70-91B536975DA8}" srcOrd="1" destOrd="0" presId="urn:microsoft.com/office/officeart/2005/8/layout/orgChart1"/>
    <dgm:cxn modelId="{16A8F632-B331-4B32-B5BC-C37CF7B173EB}" type="presParOf" srcId="{F344777C-DE4C-4D0F-AE70-91B536975DA8}" destId="{9DC0F62E-5713-4B82-A9F9-C94221765580}" srcOrd="0" destOrd="0" presId="urn:microsoft.com/office/officeart/2005/8/layout/orgChart1"/>
    <dgm:cxn modelId="{E07F237E-8865-4295-B389-E6C596133DEF}" type="presParOf" srcId="{9DC0F62E-5713-4B82-A9F9-C94221765580}" destId="{0D31323D-9216-4D65-B896-EFFD98189BD2}" srcOrd="0" destOrd="0" presId="urn:microsoft.com/office/officeart/2005/8/layout/orgChart1"/>
    <dgm:cxn modelId="{7FEC9E38-A3F6-4C2D-9C79-3824A593B94E}" type="presParOf" srcId="{9DC0F62E-5713-4B82-A9F9-C94221765580}" destId="{0060088E-7B49-47C1-9521-950A918BB476}" srcOrd="1" destOrd="0" presId="urn:microsoft.com/office/officeart/2005/8/layout/orgChart1"/>
    <dgm:cxn modelId="{49D2706B-906C-41A6-BEB7-D09A422CBD67}" type="presParOf" srcId="{F344777C-DE4C-4D0F-AE70-91B536975DA8}" destId="{D2AF6B03-64AE-4E2A-960F-076B0F479B58}" srcOrd="1" destOrd="0" presId="urn:microsoft.com/office/officeart/2005/8/layout/orgChart1"/>
    <dgm:cxn modelId="{0B4673B7-2822-48C8-9129-2953E3D5DF2A}" type="presParOf" srcId="{F344777C-DE4C-4D0F-AE70-91B536975DA8}" destId="{A6D1CA11-0854-49FB-80C8-478C2C3C5478}" srcOrd="2" destOrd="0" presId="urn:microsoft.com/office/officeart/2005/8/layout/orgChart1"/>
    <dgm:cxn modelId="{F400CFDB-9C0C-432A-9B36-57E37795FCDA}" type="presParOf" srcId="{DF1FD2D3-FD27-4A92-A6E2-82F291C1EAFA}" destId="{CFE859EC-4A19-4D1E-8DD8-2BB982B2B6C8}" srcOrd="2" destOrd="0" presId="urn:microsoft.com/office/officeart/2005/8/layout/orgChart1"/>
    <dgm:cxn modelId="{720EDDC3-D975-4154-A999-77CC9DC89DE9}" type="presParOf" srcId="{DF1FD2D3-FD27-4A92-A6E2-82F291C1EAFA}" destId="{193707BA-806E-4A0D-8611-89A3898E5DB3}" srcOrd="3" destOrd="0" presId="urn:microsoft.com/office/officeart/2005/8/layout/orgChart1"/>
    <dgm:cxn modelId="{5C86FB6A-E13C-4A8D-B57E-0D990A7A20F1}" type="presParOf" srcId="{193707BA-806E-4A0D-8611-89A3898E5DB3}" destId="{36D6938E-F504-4B2A-AA29-5C6D13B9659D}" srcOrd="0" destOrd="0" presId="urn:microsoft.com/office/officeart/2005/8/layout/orgChart1"/>
    <dgm:cxn modelId="{1A7DD55C-3FCB-4242-A065-8AB40D44AAB3}" type="presParOf" srcId="{36D6938E-F504-4B2A-AA29-5C6D13B9659D}" destId="{D94E3F59-9A68-4F4D-BEEE-B7B7E0CCD4F1}" srcOrd="0" destOrd="0" presId="urn:microsoft.com/office/officeart/2005/8/layout/orgChart1"/>
    <dgm:cxn modelId="{3E4234AC-571E-4B22-B4D8-448CEFB76543}" type="presParOf" srcId="{36D6938E-F504-4B2A-AA29-5C6D13B9659D}" destId="{067299FF-CA97-4A6A-AD19-769F247D4691}" srcOrd="1" destOrd="0" presId="urn:microsoft.com/office/officeart/2005/8/layout/orgChart1"/>
    <dgm:cxn modelId="{331FDA8C-5AD0-46BE-9052-8016D42E0895}" type="presParOf" srcId="{193707BA-806E-4A0D-8611-89A3898E5DB3}" destId="{84D380AB-454B-4B32-8F11-5B9FF6A57BC7}" srcOrd="1" destOrd="0" presId="urn:microsoft.com/office/officeart/2005/8/layout/orgChart1"/>
    <dgm:cxn modelId="{CC26D4D9-21CC-4D5D-B901-F34B1CA67DCD}" type="presParOf" srcId="{193707BA-806E-4A0D-8611-89A3898E5DB3}" destId="{1F573B65-261D-4D6C-987A-D90BCB8BB854}" srcOrd="2" destOrd="0" presId="urn:microsoft.com/office/officeart/2005/8/layout/orgChart1"/>
    <dgm:cxn modelId="{71B19372-B4E0-4E2B-855F-36AA818F4017}" type="presParOf" srcId="{7043A876-B2AC-48D3-9176-DEF87EBCBFC9}" destId="{BE42C145-4B16-429B-B15E-A15103B4DB8B}" srcOrd="2" destOrd="0" presId="urn:microsoft.com/office/officeart/2005/8/layout/orgChart1"/>
    <dgm:cxn modelId="{9F5D1809-8D98-4FE8-A5C6-C0B7BFF636D0}" type="presParOf" srcId="{03CD7D9C-8C3B-4156-87BC-15BE577EF0F1}" destId="{3CBB3C8B-EDA8-443F-A753-B9F8C1290B13}" srcOrd="2" destOrd="0" presId="urn:microsoft.com/office/officeart/2005/8/layout/orgChart1"/>
    <dgm:cxn modelId="{4EBCB899-BCE7-4D1E-A482-97A33AE1F24F}" type="presParOf" srcId="{03CD7D9C-8C3B-4156-87BC-15BE577EF0F1}" destId="{DB0B8790-1253-4435-8F8E-64AE8AD86574}" srcOrd="3" destOrd="0" presId="urn:microsoft.com/office/officeart/2005/8/layout/orgChart1"/>
    <dgm:cxn modelId="{8EE78126-7737-48A1-9083-0A18EC06F7E0}" type="presParOf" srcId="{DB0B8790-1253-4435-8F8E-64AE8AD86574}" destId="{C0F2763A-8911-47AB-8769-55BC544D2BF8}" srcOrd="0" destOrd="0" presId="urn:microsoft.com/office/officeart/2005/8/layout/orgChart1"/>
    <dgm:cxn modelId="{E022DDF3-75D9-4B96-8C40-C5A12273CB23}" type="presParOf" srcId="{C0F2763A-8911-47AB-8769-55BC544D2BF8}" destId="{7BFDFDA9-0E96-458B-AB70-D87709AE2675}" srcOrd="0" destOrd="0" presId="urn:microsoft.com/office/officeart/2005/8/layout/orgChart1"/>
    <dgm:cxn modelId="{5CD748D7-B444-4A4B-B9E9-94CCF957DE90}" type="presParOf" srcId="{C0F2763A-8911-47AB-8769-55BC544D2BF8}" destId="{1EEC46A2-0F29-439A-B4F4-76B02D257297}" srcOrd="1" destOrd="0" presId="urn:microsoft.com/office/officeart/2005/8/layout/orgChart1"/>
    <dgm:cxn modelId="{E075E156-7CBD-4E1A-8D9C-050820F9F995}" type="presParOf" srcId="{DB0B8790-1253-4435-8F8E-64AE8AD86574}" destId="{7558E39A-5908-41F3-8DC1-7AE5464A6791}" srcOrd="1" destOrd="0" presId="urn:microsoft.com/office/officeart/2005/8/layout/orgChart1"/>
    <dgm:cxn modelId="{4B892D0D-9291-4736-A8A5-C9D7C9A1F5A0}" type="presParOf" srcId="{7558E39A-5908-41F3-8DC1-7AE5464A6791}" destId="{16538F28-638D-4D39-8185-7F2AB1C112D2}" srcOrd="0" destOrd="0" presId="urn:microsoft.com/office/officeart/2005/8/layout/orgChart1"/>
    <dgm:cxn modelId="{AEDFEBF3-6641-4221-BACE-CF047461F0B0}" type="presParOf" srcId="{7558E39A-5908-41F3-8DC1-7AE5464A6791}" destId="{20F0896C-10E8-4891-A5CC-8D70762702F7}" srcOrd="1" destOrd="0" presId="urn:microsoft.com/office/officeart/2005/8/layout/orgChart1"/>
    <dgm:cxn modelId="{1BBC7C80-90D6-4783-9B4A-4DD85A65B8E8}" type="presParOf" srcId="{20F0896C-10E8-4891-A5CC-8D70762702F7}" destId="{EE210A32-4ABF-4390-9E80-90ADC68C2C9D}" srcOrd="0" destOrd="0" presId="urn:microsoft.com/office/officeart/2005/8/layout/orgChart1"/>
    <dgm:cxn modelId="{30F31221-C196-4FED-B16E-3C55B3B4FE8E}" type="presParOf" srcId="{EE210A32-4ABF-4390-9E80-90ADC68C2C9D}" destId="{A63312FB-8520-4EB2-A936-A69216B96C6C}" srcOrd="0" destOrd="0" presId="urn:microsoft.com/office/officeart/2005/8/layout/orgChart1"/>
    <dgm:cxn modelId="{59CC8FD7-633C-4D0C-9555-4A6B461520E5}" type="presParOf" srcId="{EE210A32-4ABF-4390-9E80-90ADC68C2C9D}" destId="{459AB962-065B-4F76-AEDB-E1A9E4F99B65}" srcOrd="1" destOrd="0" presId="urn:microsoft.com/office/officeart/2005/8/layout/orgChart1"/>
    <dgm:cxn modelId="{32DB7242-1327-49F5-9C32-AD8601486214}" type="presParOf" srcId="{20F0896C-10E8-4891-A5CC-8D70762702F7}" destId="{A806ADD5-65E4-4204-9B80-8CFBB87027FB}" srcOrd="1" destOrd="0" presId="urn:microsoft.com/office/officeart/2005/8/layout/orgChart1"/>
    <dgm:cxn modelId="{AFEFB5AC-D9BE-4EB8-84E0-7865129D7665}" type="presParOf" srcId="{20F0896C-10E8-4891-A5CC-8D70762702F7}" destId="{290D9C2B-7D21-4FB3-A07C-E3DF30C3EDE6}" srcOrd="2" destOrd="0" presId="urn:microsoft.com/office/officeart/2005/8/layout/orgChart1"/>
    <dgm:cxn modelId="{5B9BD76C-D2BE-4210-9B38-B1CB3510DF67}" type="presParOf" srcId="{DB0B8790-1253-4435-8F8E-64AE8AD86574}" destId="{5968F5E0-47FD-4EBC-B75C-5CD4E3453887}" srcOrd="2" destOrd="0" presId="urn:microsoft.com/office/officeart/2005/8/layout/orgChart1"/>
    <dgm:cxn modelId="{68C47CA7-5B01-4B7C-8716-FB38DC8334BD}" type="presParOf" srcId="{03CD7D9C-8C3B-4156-87BC-15BE577EF0F1}" destId="{9AF28BEA-AC06-4E70-B109-AA3C284FD172}" srcOrd="4" destOrd="0" presId="urn:microsoft.com/office/officeart/2005/8/layout/orgChart1"/>
    <dgm:cxn modelId="{A510B996-A71A-4D71-A8F5-AFC105DBAEA1}" type="presParOf" srcId="{03CD7D9C-8C3B-4156-87BC-15BE577EF0F1}" destId="{0319A3CC-F660-42A3-91FE-194C9F27B63B}" srcOrd="5" destOrd="0" presId="urn:microsoft.com/office/officeart/2005/8/layout/orgChart1"/>
    <dgm:cxn modelId="{57B8D281-9187-4B9D-9085-3A577200D6A2}" type="presParOf" srcId="{0319A3CC-F660-42A3-91FE-194C9F27B63B}" destId="{435CE1FF-C711-4EB0-B4F6-F1C03BD84A0F}" srcOrd="0" destOrd="0" presId="urn:microsoft.com/office/officeart/2005/8/layout/orgChart1"/>
    <dgm:cxn modelId="{A95B3E79-6B74-4ACE-AE40-6FED658930D9}" type="presParOf" srcId="{435CE1FF-C711-4EB0-B4F6-F1C03BD84A0F}" destId="{6DB20552-0B3B-4D12-B06C-E2F8E7440FB1}" srcOrd="0" destOrd="0" presId="urn:microsoft.com/office/officeart/2005/8/layout/orgChart1"/>
    <dgm:cxn modelId="{7A94102F-666F-405C-91C6-0DADAE438274}" type="presParOf" srcId="{435CE1FF-C711-4EB0-B4F6-F1C03BD84A0F}" destId="{4EAE3A71-081D-4ACC-8FFF-727BE0B1B5EF}" srcOrd="1" destOrd="0" presId="urn:microsoft.com/office/officeart/2005/8/layout/orgChart1"/>
    <dgm:cxn modelId="{A85DA171-247A-4CAF-AB41-9A8F96E34B5A}" type="presParOf" srcId="{0319A3CC-F660-42A3-91FE-194C9F27B63B}" destId="{00DCE0C9-8DED-414B-99BC-6DFAFB4B6966}" srcOrd="1" destOrd="0" presId="urn:microsoft.com/office/officeart/2005/8/layout/orgChart1"/>
    <dgm:cxn modelId="{93CB48D8-C9AF-4656-9FEC-A58AF19D0061}" type="presParOf" srcId="{00DCE0C9-8DED-414B-99BC-6DFAFB4B6966}" destId="{E5D197AC-BD31-403C-B8AC-5825A58111B5}" srcOrd="0" destOrd="0" presId="urn:microsoft.com/office/officeart/2005/8/layout/orgChart1"/>
    <dgm:cxn modelId="{CA6028E5-FFC5-4358-9DAF-703F089AA25E}" type="presParOf" srcId="{00DCE0C9-8DED-414B-99BC-6DFAFB4B6966}" destId="{602B2F27-05BA-46E2-B7E0-750124BB3685}" srcOrd="1" destOrd="0" presId="urn:microsoft.com/office/officeart/2005/8/layout/orgChart1"/>
    <dgm:cxn modelId="{3B0790CB-FAF0-412F-B235-E430960BF872}" type="presParOf" srcId="{602B2F27-05BA-46E2-B7E0-750124BB3685}" destId="{4EA358B4-7E8E-438E-A874-CBFB4B13EC66}" srcOrd="0" destOrd="0" presId="urn:microsoft.com/office/officeart/2005/8/layout/orgChart1"/>
    <dgm:cxn modelId="{23305F88-5073-4046-9A80-B13C62641303}" type="presParOf" srcId="{4EA358B4-7E8E-438E-A874-CBFB4B13EC66}" destId="{E6786B7D-22AA-4B5E-BC02-AB342F68E6C2}" srcOrd="0" destOrd="0" presId="urn:microsoft.com/office/officeart/2005/8/layout/orgChart1"/>
    <dgm:cxn modelId="{E96C415D-5D1E-4A15-AF2F-965E58B5F483}" type="presParOf" srcId="{4EA358B4-7E8E-438E-A874-CBFB4B13EC66}" destId="{BCCF36B6-891A-41E9-B509-5F2398B412B3}" srcOrd="1" destOrd="0" presId="urn:microsoft.com/office/officeart/2005/8/layout/orgChart1"/>
    <dgm:cxn modelId="{4768843D-D2E6-4928-83C6-749DBC9FF950}" type="presParOf" srcId="{602B2F27-05BA-46E2-B7E0-750124BB3685}" destId="{3D8EB446-20B9-482F-AB1D-ED2E68EF91B9}" srcOrd="1" destOrd="0" presId="urn:microsoft.com/office/officeart/2005/8/layout/orgChart1"/>
    <dgm:cxn modelId="{6C63B8FF-4484-449A-AE99-106BBDF21D99}" type="presParOf" srcId="{602B2F27-05BA-46E2-B7E0-750124BB3685}" destId="{320B5756-F8DD-41B2-9CDF-7E368C159125}" srcOrd="2" destOrd="0" presId="urn:microsoft.com/office/officeart/2005/8/layout/orgChart1"/>
    <dgm:cxn modelId="{9EF9CDA5-9B86-4B6C-B2AA-26A1CE363E90}" type="presParOf" srcId="{0319A3CC-F660-42A3-91FE-194C9F27B63B}" destId="{094A2C3D-D57F-4DE1-900B-556D01BBE84C}" srcOrd="2" destOrd="0" presId="urn:microsoft.com/office/officeart/2005/8/layout/orgChart1"/>
    <dgm:cxn modelId="{783A351D-9DD3-4D16-8DAE-886468BDE9F1}" type="presParOf" srcId="{03CD7D9C-8C3B-4156-87BC-15BE577EF0F1}" destId="{91CB7192-2F65-45C0-9B26-F8AD4329482F}" srcOrd="6" destOrd="0" presId="urn:microsoft.com/office/officeart/2005/8/layout/orgChart1"/>
    <dgm:cxn modelId="{659F8808-2D06-4F57-A2D5-F8FFEF2F6FF0}" type="presParOf" srcId="{03CD7D9C-8C3B-4156-87BC-15BE577EF0F1}" destId="{28EB0886-86CB-4127-98AD-45DC11782271}" srcOrd="7" destOrd="0" presId="urn:microsoft.com/office/officeart/2005/8/layout/orgChart1"/>
    <dgm:cxn modelId="{AD992C4D-A643-47FE-8DE2-02895B2ADA9C}" type="presParOf" srcId="{28EB0886-86CB-4127-98AD-45DC11782271}" destId="{9DC8F4A0-AB66-402C-906A-6948C5B44860}" srcOrd="0" destOrd="0" presId="urn:microsoft.com/office/officeart/2005/8/layout/orgChart1"/>
    <dgm:cxn modelId="{C2515B29-4C67-48FD-BB51-B3D97FD60E58}" type="presParOf" srcId="{9DC8F4A0-AB66-402C-906A-6948C5B44860}" destId="{DFB8174E-455C-4CF9-9AEE-51F5904C2D9F}" srcOrd="0" destOrd="0" presId="urn:microsoft.com/office/officeart/2005/8/layout/orgChart1"/>
    <dgm:cxn modelId="{A95DAADC-8A6B-4CB2-9BBC-B91D881D8950}" type="presParOf" srcId="{9DC8F4A0-AB66-402C-906A-6948C5B44860}" destId="{D84A4E54-984E-4250-B008-3F8A85336EC8}" srcOrd="1" destOrd="0" presId="urn:microsoft.com/office/officeart/2005/8/layout/orgChart1"/>
    <dgm:cxn modelId="{BDFBCB82-023A-41BB-92FE-B3F579009151}" type="presParOf" srcId="{28EB0886-86CB-4127-98AD-45DC11782271}" destId="{4BB8D887-337A-4310-926C-1DE49E78F7E7}" srcOrd="1" destOrd="0" presId="urn:microsoft.com/office/officeart/2005/8/layout/orgChart1"/>
    <dgm:cxn modelId="{7FD36594-EE8D-46BE-A530-E3015E5143A7}" type="presParOf" srcId="{4BB8D887-337A-4310-926C-1DE49E78F7E7}" destId="{CDA80BB9-1DC9-4636-B22B-FF27DAB6114B}" srcOrd="0" destOrd="0" presId="urn:microsoft.com/office/officeart/2005/8/layout/orgChart1"/>
    <dgm:cxn modelId="{37805366-FF81-4C0F-8170-E9BEB4F28E81}" type="presParOf" srcId="{4BB8D887-337A-4310-926C-1DE49E78F7E7}" destId="{F73AC8D2-2E6B-477F-A31B-CD15115DE464}" srcOrd="1" destOrd="0" presId="urn:microsoft.com/office/officeart/2005/8/layout/orgChart1"/>
    <dgm:cxn modelId="{CD809416-173C-4BCD-BC60-FC77190D84E9}" type="presParOf" srcId="{F73AC8D2-2E6B-477F-A31B-CD15115DE464}" destId="{09B2063C-090C-4329-ACEA-D863573810BD}" srcOrd="0" destOrd="0" presId="urn:microsoft.com/office/officeart/2005/8/layout/orgChart1"/>
    <dgm:cxn modelId="{4200360C-1C16-4BC2-B08C-813E893A3CC1}" type="presParOf" srcId="{09B2063C-090C-4329-ACEA-D863573810BD}" destId="{1C64F99C-F081-4669-851D-FAC49FCF83B2}" srcOrd="0" destOrd="0" presId="urn:microsoft.com/office/officeart/2005/8/layout/orgChart1"/>
    <dgm:cxn modelId="{6A067A8C-CF7A-4A25-A105-09D5552B09D8}" type="presParOf" srcId="{09B2063C-090C-4329-ACEA-D863573810BD}" destId="{E0C832CB-CE41-47BD-87A1-47ABC5F18FCA}" srcOrd="1" destOrd="0" presId="urn:microsoft.com/office/officeart/2005/8/layout/orgChart1"/>
    <dgm:cxn modelId="{156D3662-DE99-4ADE-9013-D7B1F4DC9B28}" type="presParOf" srcId="{F73AC8D2-2E6B-477F-A31B-CD15115DE464}" destId="{1C159DA7-B4FB-45D7-B32C-307B578C8618}" srcOrd="1" destOrd="0" presId="urn:microsoft.com/office/officeart/2005/8/layout/orgChart1"/>
    <dgm:cxn modelId="{73482081-6E59-4EB5-8255-E6E0CE685DB3}" type="presParOf" srcId="{F73AC8D2-2E6B-477F-A31B-CD15115DE464}" destId="{F44704C5-D13F-4F72-A319-F69BF345FE0D}" srcOrd="2" destOrd="0" presId="urn:microsoft.com/office/officeart/2005/8/layout/orgChart1"/>
    <dgm:cxn modelId="{632DDAA4-AC33-4D67-BEB6-1E41DD3CBCAD}" type="presParOf" srcId="{28EB0886-86CB-4127-98AD-45DC11782271}" destId="{12F4EF7E-573B-400F-A73C-AF6019E21A16}" srcOrd="2" destOrd="0" presId="urn:microsoft.com/office/officeart/2005/8/layout/orgChart1"/>
    <dgm:cxn modelId="{F4DB5365-E017-44DB-94AE-7729E4F2BDFF}" type="presParOf" srcId="{5737F07D-3BAB-48F7-A08D-31C96ABB745A}" destId="{FD21FF1C-F2CA-4171-8B6E-255BBCDFCAB3}" srcOrd="2" destOrd="0" presId="urn:microsoft.com/office/officeart/2005/8/layout/orgChart1"/>
    <dgm:cxn modelId="{A0A7FE6C-C35E-4A01-853B-7080A6711F06}" type="presParOf" srcId="{9098D234-D388-4106-B539-B7C38DD6D81C}" destId="{DF3304B9-2D35-4617-A0C0-EEA5ED4D896F}" srcOrd="10" destOrd="0" presId="urn:microsoft.com/office/officeart/2005/8/layout/orgChart1"/>
    <dgm:cxn modelId="{27478845-9485-4098-97FE-6B2EB7F6D8FC}" type="presParOf" srcId="{9098D234-D388-4106-B539-B7C38DD6D81C}" destId="{290F9BD2-314A-40EC-8F8C-7C2C30AE1C4C}" srcOrd="11" destOrd="0" presId="urn:microsoft.com/office/officeart/2005/8/layout/orgChart1"/>
    <dgm:cxn modelId="{0CB65060-EA8E-47C2-AB1C-278DE3AFD0B4}" type="presParOf" srcId="{290F9BD2-314A-40EC-8F8C-7C2C30AE1C4C}" destId="{CCBA5961-DC64-4685-A2D2-BD491EC926C9}" srcOrd="0" destOrd="0" presId="urn:microsoft.com/office/officeart/2005/8/layout/orgChart1"/>
    <dgm:cxn modelId="{42843BCC-7320-4E83-970D-C4DB120C7BCC}" type="presParOf" srcId="{CCBA5961-DC64-4685-A2D2-BD491EC926C9}" destId="{949025D6-383D-4129-B503-AA9F63878290}" srcOrd="0" destOrd="0" presId="urn:microsoft.com/office/officeart/2005/8/layout/orgChart1"/>
    <dgm:cxn modelId="{D23AEBF2-AFEC-48FD-A844-356D2CEFCAED}" type="presParOf" srcId="{CCBA5961-DC64-4685-A2D2-BD491EC926C9}" destId="{9782DF0C-0A54-406B-939A-B78411C5F682}" srcOrd="1" destOrd="0" presId="urn:microsoft.com/office/officeart/2005/8/layout/orgChart1"/>
    <dgm:cxn modelId="{95EA91BB-0F40-4AA2-BC13-0FA18C739F0F}" type="presParOf" srcId="{290F9BD2-314A-40EC-8F8C-7C2C30AE1C4C}" destId="{11E5094F-32B3-4FF1-947A-92A564B90629}" srcOrd="1" destOrd="0" presId="urn:microsoft.com/office/officeart/2005/8/layout/orgChart1"/>
    <dgm:cxn modelId="{222E919A-6870-4955-900E-1533B87B358B}" type="presParOf" srcId="{11E5094F-32B3-4FF1-947A-92A564B90629}" destId="{D29E7901-C25F-4B55-BCD3-8DE905D92833}" srcOrd="0" destOrd="0" presId="urn:microsoft.com/office/officeart/2005/8/layout/orgChart1"/>
    <dgm:cxn modelId="{4681CF22-2DA9-4FBB-B9B1-C4A35DCCA7B8}" type="presParOf" srcId="{11E5094F-32B3-4FF1-947A-92A564B90629}" destId="{12FAEC07-BD21-4AED-9831-02EEE083C9D4}" srcOrd="1" destOrd="0" presId="urn:microsoft.com/office/officeart/2005/8/layout/orgChart1"/>
    <dgm:cxn modelId="{BDE233F0-163E-4AD4-B49B-9AF415A2F777}" type="presParOf" srcId="{12FAEC07-BD21-4AED-9831-02EEE083C9D4}" destId="{B3DDBEE3-6474-4911-BFE9-489386C4052A}" srcOrd="0" destOrd="0" presId="urn:microsoft.com/office/officeart/2005/8/layout/orgChart1"/>
    <dgm:cxn modelId="{A0357984-2B9C-4760-B806-E4D2082DFDE7}" type="presParOf" srcId="{B3DDBEE3-6474-4911-BFE9-489386C4052A}" destId="{629ACA42-75A5-47A9-B63E-1B6A6425DD33}" srcOrd="0" destOrd="0" presId="urn:microsoft.com/office/officeart/2005/8/layout/orgChart1"/>
    <dgm:cxn modelId="{B7681414-5BD8-429A-A4E4-58DF214596D5}" type="presParOf" srcId="{B3DDBEE3-6474-4911-BFE9-489386C4052A}" destId="{1A76D733-6FD3-44DD-9CB9-531DA70C2DDE}" srcOrd="1" destOrd="0" presId="urn:microsoft.com/office/officeart/2005/8/layout/orgChart1"/>
    <dgm:cxn modelId="{7F54DCBF-DF47-4CFF-B9E1-3C60872A038B}" type="presParOf" srcId="{12FAEC07-BD21-4AED-9831-02EEE083C9D4}" destId="{C1324E59-4EB7-4F06-85AA-C39F5406F90C}" srcOrd="1" destOrd="0" presId="urn:microsoft.com/office/officeart/2005/8/layout/orgChart1"/>
    <dgm:cxn modelId="{1CE05897-B976-49CA-8AE9-BAE7F4385DC9}" type="presParOf" srcId="{C1324E59-4EB7-4F06-85AA-C39F5406F90C}" destId="{A978789E-B037-460D-A97E-2E91E409BDFC}" srcOrd="0" destOrd="0" presId="urn:microsoft.com/office/officeart/2005/8/layout/orgChart1"/>
    <dgm:cxn modelId="{DCB83D20-D1C8-4656-BAA3-C3BA9B62F485}" type="presParOf" srcId="{C1324E59-4EB7-4F06-85AA-C39F5406F90C}" destId="{8E5346E3-132D-4B47-BFC7-B1DC5632A7D4}" srcOrd="1" destOrd="0" presId="urn:microsoft.com/office/officeart/2005/8/layout/orgChart1"/>
    <dgm:cxn modelId="{20996435-8A3A-4104-9A42-CA490FF28B89}" type="presParOf" srcId="{8E5346E3-132D-4B47-BFC7-B1DC5632A7D4}" destId="{472820A0-26C1-42D4-BC9A-9C2061CF2475}" srcOrd="0" destOrd="0" presId="urn:microsoft.com/office/officeart/2005/8/layout/orgChart1"/>
    <dgm:cxn modelId="{C6CB222D-2BFF-4649-8F3E-77ED93A34B72}" type="presParOf" srcId="{472820A0-26C1-42D4-BC9A-9C2061CF2475}" destId="{DD4E6012-1800-4A04-BDBA-ED36CB1AA89C}" srcOrd="0" destOrd="0" presId="urn:microsoft.com/office/officeart/2005/8/layout/orgChart1"/>
    <dgm:cxn modelId="{CC6B1768-F3C7-4FAF-9982-54511D3B3AC4}" type="presParOf" srcId="{472820A0-26C1-42D4-BC9A-9C2061CF2475}" destId="{3E875B12-15AC-4620-868F-C827909CAED7}" srcOrd="1" destOrd="0" presId="urn:microsoft.com/office/officeart/2005/8/layout/orgChart1"/>
    <dgm:cxn modelId="{D98A8195-454A-42CD-B4F9-A6BA5C24F315}" type="presParOf" srcId="{8E5346E3-132D-4B47-BFC7-B1DC5632A7D4}" destId="{B5ED530A-DB1C-44F9-A41F-41BD67E6AC72}" srcOrd="1" destOrd="0" presId="urn:microsoft.com/office/officeart/2005/8/layout/orgChart1"/>
    <dgm:cxn modelId="{E6B641CA-6E97-4B6F-9B44-A290E8A39574}" type="presParOf" srcId="{8E5346E3-132D-4B47-BFC7-B1DC5632A7D4}" destId="{9E84A2BD-565E-44EF-885F-799803850621}" srcOrd="2" destOrd="0" presId="urn:microsoft.com/office/officeart/2005/8/layout/orgChart1"/>
    <dgm:cxn modelId="{33000307-5526-40DC-B8B2-5728D776778A}" type="presParOf" srcId="{C1324E59-4EB7-4F06-85AA-C39F5406F90C}" destId="{27729E47-CD9C-48D4-B852-98530D1DFEE0}" srcOrd="2" destOrd="0" presId="urn:microsoft.com/office/officeart/2005/8/layout/orgChart1"/>
    <dgm:cxn modelId="{E03F4801-1352-4B3C-94A1-CFFBF8DAC139}" type="presParOf" srcId="{C1324E59-4EB7-4F06-85AA-C39F5406F90C}" destId="{2D5C16F1-9AF8-4074-B776-24C43E26EAF9}" srcOrd="3" destOrd="0" presId="urn:microsoft.com/office/officeart/2005/8/layout/orgChart1"/>
    <dgm:cxn modelId="{48E80089-0AB1-49B1-B16A-E96DD6277BFC}" type="presParOf" srcId="{2D5C16F1-9AF8-4074-B776-24C43E26EAF9}" destId="{D0E1CB68-FA98-4F2B-A6BE-186A21627ECD}" srcOrd="0" destOrd="0" presId="urn:microsoft.com/office/officeart/2005/8/layout/orgChart1"/>
    <dgm:cxn modelId="{C3850004-D183-497D-BCD4-B8CEB88F632A}" type="presParOf" srcId="{D0E1CB68-FA98-4F2B-A6BE-186A21627ECD}" destId="{28B1E166-94F4-4E9F-B85C-AC9382C64788}" srcOrd="0" destOrd="0" presId="urn:microsoft.com/office/officeart/2005/8/layout/orgChart1"/>
    <dgm:cxn modelId="{6D890C37-CC02-443D-8D58-F0384E2F4C8F}" type="presParOf" srcId="{D0E1CB68-FA98-4F2B-A6BE-186A21627ECD}" destId="{A267FBFB-8D54-4F9A-892D-288B17DB5B5B}" srcOrd="1" destOrd="0" presId="urn:microsoft.com/office/officeart/2005/8/layout/orgChart1"/>
    <dgm:cxn modelId="{BF8D7117-4018-4AF8-9C99-3FD1646A21B1}" type="presParOf" srcId="{2D5C16F1-9AF8-4074-B776-24C43E26EAF9}" destId="{A447E814-CD85-48F9-A3B1-1A5626BE3883}" srcOrd="1" destOrd="0" presId="urn:microsoft.com/office/officeart/2005/8/layout/orgChart1"/>
    <dgm:cxn modelId="{5A214698-54AD-42F1-BB22-1CCCA463C3C0}" type="presParOf" srcId="{2D5C16F1-9AF8-4074-B776-24C43E26EAF9}" destId="{46E0BF6B-541E-453C-B5D5-1A10D17D208D}" srcOrd="2" destOrd="0" presId="urn:microsoft.com/office/officeart/2005/8/layout/orgChart1"/>
    <dgm:cxn modelId="{63AC71F0-5B50-441E-BB77-470750357268}" type="presParOf" srcId="{12FAEC07-BD21-4AED-9831-02EEE083C9D4}" destId="{613995BA-B8E7-483B-AE55-241B950D5AEC}" srcOrd="2" destOrd="0" presId="urn:microsoft.com/office/officeart/2005/8/layout/orgChart1"/>
    <dgm:cxn modelId="{0F3D77A5-7F2B-47D7-A178-B407B1FF4CE7}" type="presParOf" srcId="{11E5094F-32B3-4FF1-947A-92A564B90629}" destId="{350FEEAE-D250-4EE0-8B1D-6FD31EB2E96C}" srcOrd="2" destOrd="0" presId="urn:microsoft.com/office/officeart/2005/8/layout/orgChart1"/>
    <dgm:cxn modelId="{9E34BCB1-51E6-48FB-976B-B04945FA11D2}" type="presParOf" srcId="{11E5094F-32B3-4FF1-947A-92A564B90629}" destId="{C9E13905-A154-430A-8A00-3D2E83A165AD}" srcOrd="3" destOrd="0" presId="urn:microsoft.com/office/officeart/2005/8/layout/orgChart1"/>
    <dgm:cxn modelId="{913E470B-2CB9-4E2C-A2F3-4B2DC1A0DE08}" type="presParOf" srcId="{C9E13905-A154-430A-8A00-3D2E83A165AD}" destId="{8653BD5E-5186-4A3B-B179-9DE6C6C7196C}" srcOrd="0" destOrd="0" presId="urn:microsoft.com/office/officeart/2005/8/layout/orgChart1"/>
    <dgm:cxn modelId="{474D9EAC-39F9-481F-9DBF-7BED74BBE16B}" type="presParOf" srcId="{8653BD5E-5186-4A3B-B179-9DE6C6C7196C}" destId="{1A7E5CD3-33AA-43EC-95A3-8639A04AF689}" srcOrd="0" destOrd="0" presId="urn:microsoft.com/office/officeart/2005/8/layout/orgChart1"/>
    <dgm:cxn modelId="{780F7054-65D8-4CD6-88CE-DCA948CEAB94}" type="presParOf" srcId="{8653BD5E-5186-4A3B-B179-9DE6C6C7196C}" destId="{3E1F7D43-1786-444D-9DEF-BC8A35304D46}" srcOrd="1" destOrd="0" presId="urn:microsoft.com/office/officeart/2005/8/layout/orgChart1"/>
    <dgm:cxn modelId="{B8E43B91-7C03-451D-B403-0B387B3D8EF0}" type="presParOf" srcId="{C9E13905-A154-430A-8A00-3D2E83A165AD}" destId="{178DE31E-BF85-4B6E-8775-AF7913A00924}" srcOrd="1" destOrd="0" presId="urn:microsoft.com/office/officeart/2005/8/layout/orgChart1"/>
    <dgm:cxn modelId="{D7A82B25-5815-4B5F-AC14-629A1F61A8B4}" type="presParOf" srcId="{178DE31E-BF85-4B6E-8775-AF7913A00924}" destId="{23D20400-6DF5-4E42-A102-D9A6B994A758}" srcOrd="0" destOrd="0" presId="urn:microsoft.com/office/officeart/2005/8/layout/orgChart1"/>
    <dgm:cxn modelId="{69E58ABA-13E6-439C-962A-5C81DEF7634A}" type="presParOf" srcId="{178DE31E-BF85-4B6E-8775-AF7913A00924}" destId="{02CE2CD7-5BC5-4CAB-AF4D-66C4CD410E2F}" srcOrd="1" destOrd="0" presId="urn:microsoft.com/office/officeart/2005/8/layout/orgChart1"/>
    <dgm:cxn modelId="{7B034016-E80F-4CC3-91FE-527C8BA44E76}" type="presParOf" srcId="{02CE2CD7-5BC5-4CAB-AF4D-66C4CD410E2F}" destId="{942F9B4F-054B-4E49-ABAB-8004517F13F3}" srcOrd="0" destOrd="0" presId="urn:microsoft.com/office/officeart/2005/8/layout/orgChart1"/>
    <dgm:cxn modelId="{0BF48DF3-C894-4FEA-A0CD-6C5605A22C9B}" type="presParOf" srcId="{942F9B4F-054B-4E49-ABAB-8004517F13F3}" destId="{2A875F4B-5553-4F6F-B89F-457AA5382C80}" srcOrd="0" destOrd="0" presId="urn:microsoft.com/office/officeart/2005/8/layout/orgChart1"/>
    <dgm:cxn modelId="{1222B539-6090-4106-9733-691936596608}" type="presParOf" srcId="{942F9B4F-054B-4E49-ABAB-8004517F13F3}" destId="{D3DC632B-3807-475E-B46D-7E5A0BA4095F}" srcOrd="1" destOrd="0" presId="urn:microsoft.com/office/officeart/2005/8/layout/orgChart1"/>
    <dgm:cxn modelId="{927E24B4-BC18-4282-A9FF-355FF74C8D2D}" type="presParOf" srcId="{02CE2CD7-5BC5-4CAB-AF4D-66C4CD410E2F}" destId="{3E48FA29-02BC-4232-A0FD-89ADBBE73849}" srcOrd="1" destOrd="0" presId="urn:microsoft.com/office/officeart/2005/8/layout/orgChart1"/>
    <dgm:cxn modelId="{A6A6F1E8-B9EF-4EDF-921E-3563F34EE580}" type="presParOf" srcId="{02CE2CD7-5BC5-4CAB-AF4D-66C4CD410E2F}" destId="{C059D6DC-5B94-4019-AE78-FEF1FAF47425}" srcOrd="2" destOrd="0" presId="urn:microsoft.com/office/officeart/2005/8/layout/orgChart1"/>
    <dgm:cxn modelId="{8C19C9E0-A181-49A3-80C6-7BC5B60413DD}" type="presParOf" srcId="{C9E13905-A154-430A-8A00-3D2E83A165AD}" destId="{2097504B-AEC0-45BE-9A4C-FC6549BF32A1}" srcOrd="2" destOrd="0" presId="urn:microsoft.com/office/officeart/2005/8/layout/orgChart1"/>
    <dgm:cxn modelId="{4E89E43E-0CBD-427C-8CB1-0FF0A14CB55B}" type="presParOf" srcId="{11E5094F-32B3-4FF1-947A-92A564B90629}" destId="{CC5951CB-377D-4A09-9F2E-2FA0E357924C}" srcOrd="4" destOrd="0" presId="urn:microsoft.com/office/officeart/2005/8/layout/orgChart1"/>
    <dgm:cxn modelId="{E576A211-A8B8-4405-801B-1179E3F67E7B}" type="presParOf" srcId="{11E5094F-32B3-4FF1-947A-92A564B90629}" destId="{AF2B67EB-A1CE-4A78-9C5A-163DC08BA27B}" srcOrd="5" destOrd="0" presId="urn:microsoft.com/office/officeart/2005/8/layout/orgChart1"/>
    <dgm:cxn modelId="{22400040-41AC-4E74-9CB9-EBE29543A2EF}" type="presParOf" srcId="{AF2B67EB-A1CE-4A78-9C5A-163DC08BA27B}" destId="{083CC7C1-0215-4372-8646-5785A92A9927}" srcOrd="0" destOrd="0" presId="urn:microsoft.com/office/officeart/2005/8/layout/orgChart1"/>
    <dgm:cxn modelId="{2F02FC6D-DCD9-4AB8-B72C-525CE67ADE28}" type="presParOf" srcId="{083CC7C1-0215-4372-8646-5785A92A9927}" destId="{9875EC1A-83F9-4E2A-BDAC-212FBA64CA45}" srcOrd="0" destOrd="0" presId="urn:microsoft.com/office/officeart/2005/8/layout/orgChart1"/>
    <dgm:cxn modelId="{C424A1A9-42F4-488A-B315-744830E16981}" type="presParOf" srcId="{083CC7C1-0215-4372-8646-5785A92A9927}" destId="{618A373B-274B-4706-B34B-B313A11E4E13}" srcOrd="1" destOrd="0" presId="urn:microsoft.com/office/officeart/2005/8/layout/orgChart1"/>
    <dgm:cxn modelId="{952C2260-B21E-4453-B96E-A0DEFC6519BB}" type="presParOf" srcId="{AF2B67EB-A1CE-4A78-9C5A-163DC08BA27B}" destId="{A3F10D07-D82D-4061-82E2-269DC105CDF3}" srcOrd="1" destOrd="0" presId="urn:microsoft.com/office/officeart/2005/8/layout/orgChart1"/>
    <dgm:cxn modelId="{D9ED0952-441A-4418-9109-092A7A8E588D}" type="presParOf" srcId="{A3F10D07-D82D-4061-82E2-269DC105CDF3}" destId="{4F23D680-6277-422F-9429-790505951AF8}" srcOrd="0" destOrd="0" presId="urn:microsoft.com/office/officeart/2005/8/layout/orgChart1"/>
    <dgm:cxn modelId="{A5455B9C-C8B3-4FAB-8376-357A90B2FFA1}" type="presParOf" srcId="{A3F10D07-D82D-4061-82E2-269DC105CDF3}" destId="{73B90B03-64FC-499E-B31B-F74B8A413C66}" srcOrd="1" destOrd="0" presId="urn:microsoft.com/office/officeart/2005/8/layout/orgChart1"/>
    <dgm:cxn modelId="{3515F1BC-D208-47D9-9F64-FB177472D48B}" type="presParOf" srcId="{73B90B03-64FC-499E-B31B-F74B8A413C66}" destId="{A7A49C23-8BDF-4E2C-80FF-5634C2ABBDCA}" srcOrd="0" destOrd="0" presId="urn:microsoft.com/office/officeart/2005/8/layout/orgChart1"/>
    <dgm:cxn modelId="{D6DC5DB9-A7B8-45BB-823F-7D0601F3E1B5}" type="presParOf" srcId="{A7A49C23-8BDF-4E2C-80FF-5634C2ABBDCA}" destId="{3219AA4B-32C7-43F9-B287-9E88B5733F56}" srcOrd="0" destOrd="0" presId="urn:microsoft.com/office/officeart/2005/8/layout/orgChart1"/>
    <dgm:cxn modelId="{64B9701B-A354-4C13-9623-20921F46ED76}" type="presParOf" srcId="{A7A49C23-8BDF-4E2C-80FF-5634C2ABBDCA}" destId="{98FAD758-673C-4C7F-88E7-792670C04255}" srcOrd="1" destOrd="0" presId="urn:microsoft.com/office/officeart/2005/8/layout/orgChart1"/>
    <dgm:cxn modelId="{CCB145CD-FA6A-456F-9C3F-942ACDE944F6}" type="presParOf" srcId="{73B90B03-64FC-499E-B31B-F74B8A413C66}" destId="{284E8A97-7720-4578-82F4-427A2FE76EE1}" srcOrd="1" destOrd="0" presId="urn:microsoft.com/office/officeart/2005/8/layout/orgChart1"/>
    <dgm:cxn modelId="{275DFC7A-E2F2-4777-AA3E-D27635918263}" type="presParOf" srcId="{73B90B03-64FC-499E-B31B-F74B8A413C66}" destId="{B3EBC11F-2E68-495A-9E0F-D51C1335F578}" srcOrd="2" destOrd="0" presId="urn:microsoft.com/office/officeart/2005/8/layout/orgChart1"/>
    <dgm:cxn modelId="{55F54638-7040-4A23-83FB-EF330A0CEEDE}" type="presParOf" srcId="{AF2B67EB-A1CE-4A78-9C5A-163DC08BA27B}" destId="{A6FFAE11-5EDE-4560-BF7E-EB9417A4CA5D}" srcOrd="2" destOrd="0" presId="urn:microsoft.com/office/officeart/2005/8/layout/orgChart1"/>
    <dgm:cxn modelId="{373EEEA9-0935-4C47-BC27-25E4EFB414B5}" type="presParOf" srcId="{11E5094F-32B3-4FF1-947A-92A564B90629}" destId="{0D5A564A-1FAA-4AFE-812C-FAE70B7914D7}" srcOrd="6" destOrd="0" presId="urn:microsoft.com/office/officeart/2005/8/layout/orgChart1"/>
    <dgm:cxn modelId="{C107155B-C41B-4FF6-8BAC-F8C69A3BC25D}" type="presParOf" srcId="{11E5094F-32B3-4FF1-947A-92A564B90629}" destId="{EF792D58-5457-4FCD-A08E-89051C2BE941}" srcOrd="7" destOrd="0" presId="urn:microsoft.com/office/officeart/2005/8/layout/orgChart1"/>
    <dgm:cxn modelId="{FD8FBD9E-FF00-4FA1-B246-B3A69D102611}" type="presParOf" srcId="{EF792D58-5457-4FCD-A08E-89051C2BE941}" destId="{CE9F5B3E-BD66-44B4-BA14-EB6DD1DD82B8}" srcOrd="0" destOrd="0" presId="urn:microsoft.com/office/officeart/2005/8/layout/orgChart1"/>
    <dgm:cxn modelId="{11BE2B79-8530-46AE-AFAF-AEFC8DA1C345}" type="presParOf" srcId="{CE9F5B3E-BD66-44B4-BA14-EB6DD1DD82B8}" destId="{5096A1FA-0A49-4219-B877-B96A0469C595}" srcOrd="0" destOrd="0" presId="urn:microsoft.com/office/officeart/2005/8/layout/orgChart1"/>
    <dgm:cxn modelId="{8BF803C1-B8E7-4A92-B21D-5A7A7FA01DED}" type="presParOf" srcId="{CE9F5B3E-BD66-44B4-BA14-EB6DD1DD82B8}" destId="{3A995B98-1E84-48D9-A88C-BDD08C80A641}" srcOrd="1" destOrd="0" presId="urn:microsoft.com/office/officeart/2005/8/layout/orgChart1"/>
    <dgm:cxn modelId="{0F44DFBF-1A06-4B7E-A3FE-4D3C328B0F07}" type="presParOf" srcId="{EF792D58-5457-4FCD-A08E-89051C2BE941}" destId="{AB7E9459-0436-4DB0-8811-E745C8D8665F}" srcOrd="1" destOrd="0" presId="urn:microsoft.com/office/officeart/2005/8/layout/orgChart1"/>
    <dgm:cxn modelId="{9FC47935-B175-4D68-A7C4-180F6093BA27}" type="presParOf" srcId="{AB7E9459-0436-4DB0-8811-E745C8D8665F}" destId="{01EB417F-51FD-4140-BEE2-A13BB2308D07}" srcOrd="0" destOrd="0" presId="urn:microsoft.com/office/officeart/2005/8/layout/orgChart1"/>
    <dgm:cxn modelId="{413AE39B-A0F4-4DC0-8434-EB954E585484}" type="presParOf" srcId="{AB7E9459-0436-4DB0-8811-E745C8D8665F}" destId="{6C3C5343-F21B-46AD-B2E6-488FC2A59C26}" srcOrd="1" destOrd="0" presId="urn:microsoft.com/office/officeart/2005/8/layout/orgChart1"/>
    <dgm:cxn modelId="{60FF4550-4678-4E91-A449-38E06D963367}" type="presParOf" srcId="{6C3C5343-F21B-46AD-B2E6-488FC2A59C26}" destId="{9785B36D-59A0-4B91-9D48-DE0CDF09827E}" srcOrd="0" destOrd="0" presId="urn:microsoft.com/office/officeart/2005/8/layout/orgChart1"/>
    <dgm:cxn modelId="{4D9CD428-5413-4BE1-9DE0-24EB3310A923}" type="presParOf" srcId="{9785B36D-59A0-4B91-9D48-DE0CDF09827E}" destId="{681E5B5E-104A-4A57-8B21-4135179EE09C}" srcOrd="0" destOrd="0" presId="urn:microsoft.com/office/officeart/2005/8/layout/orgChart1"/>
    <dgm:cxn modelId="{C1A4D189-8058-4269-97FE-1865ED61438E}" type="presParOf" srcId="{9785B36D-59A0-4B91-9D48-DE0CDF09827E}" destId="{B981CFF1-34C9-43E8-A85B-F50AFCD53F3F}" srcOrd="1" destOrd="0" presId="urn:microsoft.com/office/officeart/2005/8/layout/orgChart1"/>
    <dgm:cxn modelId="{716EEB79-8DDB-4239-B904-D0424A1D6386}" type="presParOf" srcId="{6C3C5343-F21B-46AD-B2E6-488FC2A59C26}" destId="{D9BD16FB-CD3E-4243-AC10-CA8105AED553}" srcOrd="1" destOrd="0" presId="urn:microsoft.com/office/officeart/2005/8/layout/orgChart1"/>
    <dgm:cxn modelId="{79FE37B1-AA2B-421B-B476-CC06DCE68D8D}" type="presParOf" srcId="{6C3C5343-F21B-46AD-B2E6-488FC2A59C26}" destId="{2701E0C0-E7AA-4009-9D49-C9405EF24292}" srcOrd="2" destOrd="0" presId="urn:microsoft.com/office/officeart/2005/8/layout/orgChart1"/>
    <dgm:cxn modelId="{50492EAD-0A50-438D-802A-21CBA8B547B9}" type="presParOf" srcId="{EF792D58-5457-4FCD-A08E-89051C2BE941}" destId="{9E5A1D94-91C1-4E7E-B02E-15DD57D36EC1}" srcOrd="2" destOrd="0" presId="urn:microsoft.com/office/officeart/2005/8/layout/orgChart1"/>
    <dgm:cxn modelId="{95654B7B-6928-42FD-8937-B62DCB4D3A02}" type="presParOf" srcId="{290F9BD2-314A-40EC-8F8C-7C2C30AE1C4C}" destId="{5787E037-33E1-483B-984F-39E55A9FCF03}" srcOrd="2" destOrd="0" presId="urn:microsoft.com/office/officeart/2005/8/layout/orgChart1"/>
    <dgm:cxn modelId="{B1F64BBE-0E4B-4DB0-BED0-E85B49F92B04}" type="presParOf" srcId="{3AF247A6-5907-446E-AA6F-4BAC28FD9F2C}" destId="{6192D81C-FD83-484A-8948-A0EBD03E85B6}"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0922304-28F5-4E2F-ADAE-87C9769F258D}"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7F4AE3D8-8860-4667-964B-1EB4F2C3B185}">
      <dgm:prSet/>
      <dgm:spPr/>
      <dgm:t>
        <a:bodyPr/>
        <a:lstStyle/>
        <a:p>
          <a:r>
            <a:rPr lang="en-AU"/>
            <a:t>Modernised NEVDIS Integrations</a:t>
          </a:r>
          <a:endParaRPr lang="en-US"/>
        </a:p>
      </dgm:t>
    </dgm:pt>
    <dgm:pt modelId="{2E0F26D7-A18D-454E-844C-93CE5CCBF1FB}" type="parTrans" cxnId="{375233D0-93B9-479D-A482-77B1919282D7}">
      <dgm:prSet/>
      <dgm:spPr/>
      <dgm:t>
        <a:bodyPr/>
        <a:lstStyle/>
        <a:p>
          <a:endParaRPr lang="en-US"/>
        </a:p>
      </dgm:t>
    </dgm:pt>
    <dgm:pt modelId="{1384A73B-B854-4EF5-8831-8CB57385C6E5}" type="sibTrans" cxnId="{375233D0-93B9-479D-A482-77B1919282D7}">
      <dgm:prSet/>
      <dgm:spPr/>
      <dgm:t>
        <a:bodyPr/>
        <a:lstStyle/>
        <a:p>
          <a:endParaRPr lang="en-US"/>
        </a:p>
      </dgm:t>
    </dgm:pt>
    <dgm:pt modelId="{571FD965-9BBC-4C90-8CE9-DDC677ED86FA}">
      <dgm:prSet/>
      <dgm:spPr/>
      <dgm:t>
        <a:bodyPr/>
        <a:lstStyle/>
        <a:p>
          <a:r>
            <a:rPr lang="en-AU"/>
            <a:t>NHVR</a:t>
          </a:r>
          <a:endParaRPr lang="en-US"/>
        </a:p>
      </dgm:t>
    </dgm:pt>
    <dgm:pt modelId="{A9DBD920-66B2-4A3C-AB5D-C9C32B866828}" type="parTrans" cxnId="{14AA7D56-9BB2-46B5-9102-E4E97F382825}">
      <dgm:prSet/>
      <dgm:spPr/>
      <dgm:t>
        <a:bodyPr/>
        <a:lstStyle/>
        <a:p>
          <a:endParaRPr lang="en-US"/>
        </a:p>
      </dgm:t>
    </dgm:pt>
    <dgm:pt modelId="{0184E1C5-1958-4D45-9E17-AA5978DED2A6}" type="sibTrans" cxnId="{14AA7D56-9BB2-46B5-9102-E4E97F382825}">
      <dgm:prSet/>
      <dgm:spPr/>
      <dgm:t>
        <a:bodyPr/>
        <a:lstStyle/>
        <a:p>
          <a:endParaRPr lang="en-US"/>
        </a:p>
      </dgm:t>
    </dgm:pt>
    <dgm:pt modelId="{D8061FE5-A3D7-4C37-AE1D-6A715FA945FE}">
      <dgm:prSet/>
      <dgm:spPr/>
      <dgm:t>
        <a:bodyPr/>
        <a:lstStyle/>
        <a:p>
          <a:r>
            <a:rPr lang="en-AU"/>
            <a:t>NDFLRS</a:t>
          </a:r>
          <a:endParaRPr lang="en-US"/>
        </a:p>
      </dgm:t>
    </dgm:pt>
    <dgm:pt modelId="{4B02EFE2-EB8D-447F-9495-827F176C2F91}" type="parTrans" cxnId="{51F8789D-20F3-4316-BDE0-69883CDA8C5A}">
      <dgm:prSet/>
      <dgm:spPr/>
      <dgm:t>
        <a:bodyPr/>
        <a:lstStyle/>
        <a:p>
          <a:endParaRPr lang="en-US"/>
        </a:p>
      </dgm:t>
    </dgm:pt>
    <dgm:pt modelId="{A3EF0350-5D0A-4B24-85FD-2A270FD43124}" type="sibTrans" cxnId="{51F8789D-20F3-4316-BDE0-69883CDA8C5A}">
      <dgm:prSet/>
      <dgm:spPr/>
      <dgm:t>
        <a:bodyPr/>
        <a:lstStyle/>
        <a:p>
          <a:endParaRPr lang="en-US"/>
        </a:p>
      </dgm:t>
    </dgm:pt>
    <dgm:pt modelId="{198E6693-6F31-48C9-A548-E48CC9528119}" type="pres">
      <dgm:prSet presAssocID="{E0922304-28F5-4E2F-ADAE-87C9769F258D}" presName="linear" presStyleCnt="0">
        <dgm:presLayoutVars>
          <dgm:animLvl val="lvl"/>
          <dgm:resizeHandles val="exact"/>
        </dgm:presLayoutVars>
      </dgm:prSet>
      <dgm:spPr/>
    </dgm:pt>
    <dgm:pt modelId="{7E9F980D-1625-4680-A60F-669D153BD48C}" type="pres">
      <dgm:prSet presAssocID="{7F4AE3D8-8860-4667-964B-1EB4F2C3B185}" presName="parentText" presStyleLbl="node1" presStyleIdx="0" presStyleCnt="3">
        <dgm:presLayoutVars>
          <dgm:chMax val="0"/>
          <dgm:bulletEnabled val="1"/>
        </dgm:presLayoutVars>
      </dgm:prSet>
      <dgm:spPr/>
    </dgm:pt>
    <dgm:pt modelId="{221DB597-6CEC-485A-88C9-1DAEC5943272}" type="pres">
      <dgm:prSet presAssocID="{1384A73B-B854-4EF5-8831-8CB57385C6E5}" presName="spacer" presStyleCnt="0"/>
      <dgm:spPr/>
    </dgm:pt>
    <dgm:pt modelId="{A467622C-4471-4284-A909-3057EF570ECD}" type="pres">
      <dgm:prSet presAssocID="{571FD965-9BBC-4C90-8CE9-DDC677ED86FA}" presName="parentText" presStyleLbl="node1" presStyleIdx="1" presStyleCnt="3">
        <dgm:presLayoutVars>
          <dgm:chMax val="0"/>
          <dgm:bulletEnabled val="1"/>
        </dgm:presLayoutVars>
      </dgm:prSet>
      <dgm:spPr/>
    </dgm:pt>
    <dgm:pt modelId="{A889697D-740F-48DB-92A3-5CF31DC0F57D}" type="pres">
      <dgm:prSet presAssocID="{0184E1C5-1958-4D45-9E17-AA5978DED2A6}" presName="spacer" presStyleCnt="0"/>
      <dgm:spPr/>
    </dgm:pt>
    <dgm:pt modelId="{CAECEB6B-BCBE-4898-934C-FFD403FDA405}" type="pres">
      <dgm:prSet presAssocID="{D8061FE5-A3D7-4C37-AE1D-6A715FA945FE}" presName="parentText" presStyleLbl="node1" presStyleIdx="2" presStyleCnt="3">
        <dgm:presLayoutVars>
          <dgm:chMax val="0"/>
          <dgm:bulletEnabled val="1"/>
        </dgm:presLayoutVars>
      </dgm:prSet>
      <dgm:spPr/>
    </dgm:pt>
  </dgm:ptLst>
  <dgm:cxnLst>
    <dgm:cxn modelId="{F2AE7F1F-4E93-4DD1-A6D4-B03A8354048B}" type="presOf" srcId="{7F4AE3D8-8860-4667-964B-1EB4F2C3B185}" destId="{7E9F980D-1625-4680-A60F-669D153BD48C}" srcOrd="0" destOrd="0" presId="urn:microsoft.com/office/officeart/2005/8/layout/vList2"/>
    <dgm:cxn modelId="{C35DF45C-7E4D-416A-94F0-BA58CF8A902E}" type="presOf" srcId="{D8061FE5-A3D7-4C37-AE1D-6A715FA945FE}" destId="{CAECEB6B-BCBE-4898-934C-FFD403FDA405}" srcOrd="0" destOrd="0" presId="urn:microsoft.com/office/officeart/2005/8/layout/vList2"/>
    <dgm:cxn modelId="{42279D42-468A-4011-9E55-6D4E83C2468B}" type="presOf" srcId="{571FD965-9BBC-4C90-8CE9-DDC677ED86FA}" destId="{A467622C-4471-4284-A909-3057EF570ECD}" srcOrd="0" destOrd="0" presId="urn:microsoft.com/office/officeart/2005/8/layout/vList2"/>
    <dgm:cxn modelId="{14AA7D56-9BB2-46B5-9102-E4E97F382825}" srcId="{E0922304-28F5-4E2F-ADAE-87C9769F258D}" destId="{571FD965-9BBC-4C90-8CE9-DDC677ED86FA}" srcOrd="1" destOrd="0" parTransId="{A9DBD920-66B2-4A3C-AB5D-C9C32B866828}" sibTransId="{0184E1C5-1958-4D45-9E17-AA5978DED2A6}"/>
    <dgm:cxn modelId="{51F8789D-20F3-4316-BDE0-69883CDA8C5A}" srcId="{E0922304-28F5-4E2F-ADAE-87C9769F258D}" destId="{D8061FE5-A3D7-4C37-AE1D-6A715FA945FE}" srcOrd="2" destOrd="0" parTransId="{4B02EFE2-EB8D-447F-9495-827F176C2F91}" sibTransId="{A3EF0350-5D0A-4B24-85FD-2A270FD43124}"/>
    <dgm:cxn modelId="{93954BB3-D48E-4C97-8C21-E0658AE3B46B}" type="presOf" srcId="{E0922304-28F5-4E2F-ADAE-87C9769F258D}" destId="{198E6693-6F31-48C9-A548-E48CC9528119}" srcOrd="0" destOrd="0" presId="urn:microsoft.com/office/officeart/2005/8/layout/vList2"/>
    <dgm:cxn modelId="{375233D0-93B9-479D-A482-77B1919282D7}" srcId="{E0922304-28F5-4E2F-ADAE-87C9769F258D}" destId="{7F4AE3D8-8860-4667-964B-1EB4F2C3B185}" srcOrd="0" destOrd="0" parTransId="{2E0F26D7-A18D-454E-844C-93CE5CCBF1FB}" sibTransId="{1384A73B-B854-4EF5-8831-8CB57385C6E5}"/>
    <dgm:cxn modelId="{6DDAA43C-5591-45C1-87AD-B9CB02BB2B61}" type="presParOf" srcId="{198E6693-6F31-48C9-A548-E48CC9528119}" destId="{7E9F980D-1625-4680-A60F-669D153BD48C}" srcOrd="0" destOrd="0" presId="urn:microsoft.com/office/officeart/2005/8/layout/vList2"/>
    <dgm:cxn modelId="{65E52C6D-E577-472F-9DC3-2CEEBBC2F5A1}" type="presParOf" srcId="{198E6693-6F31-48C9-A548-E48CC9528119}" destId="{221DB597-6CEC-485A-88C9-1DAEC5943272}" srcOrd="1" destOrd="0" presId="urn:microsoft.com/office/officeart/2005/8/layout/vList2"/>
    <dgm:cxn modelId="{13506B15-8B31-4F8F-9F37-6848DBAA1B23}" type="presParOf" srcId="{198E6693-6F31-48C9-A548-E48CC9528119}" destId="{A467622C-4471-4284-A909-3057EF570ECD}" srcOrd="2" destOrd="0" presId="urn:microsoft.com/office/officeart/2005/8/layout/vList2"/>
    <dgm:cxn modelId="{497806CF-F4EE-481C-8B3A-8064BF8E8A78}" type="presParOf" srcId="{198E6693-6F31-48C9-A548-E48CC9528119}" destId="{A889697D-740F-48DB-92A3-5CF31DC0F57D}" srcOrd="3" destOrd="0" presId="urn:microsoft.com/office/officeart/2005/8/layout/vList2"/>
    <dgm:cxn modelId="{5ADAA1EB-F209-4B5A-A12F-8B83578BAD1F}" type="presParOf" srcId="{198E6693-6F31-48C9-A548-E48CC9528119}" destId="{CAECEB6B-BCBE-4898-934C-FFD403FDA40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DBEA68D6-E158-4934-BAF2-CD3B153353BA}" type="doc">
      <dgm:prSet loTypeId="urn:microsoft.com/office/officeart/2005/8/layout/orgChart1" loCatId="hierarchy" qsTypeId="urn:microsoft.com/office/officeart/2005/8/quickstyle/simple2" qsCatId="simple" csTypeId="urn:microsoft.com/office/officeart/2005/8/colors/accent0_3" csCatId="mainScheme" phldr="1"/>
      <dgm:spPr/>
      <dgm:t>
        <a:bodyPr/>
        <a:lstStyle/>
        <a:p>
          <a:endParaRPr lang="en-AU"/>
        </a:p>
      </dgm:t>
    </dgm:pt>
    <dgm:pt modelId="{10A0EA3D-3AD4-4A16-AC66-3525B6400D15}">
      <dgm:prSet phldrT="[Text]" phldr="0" custT="1"/>
      <dgm:spPr>
        <a:solidFill>
          <a:srgbClr val="002060"/>
        </a:solidFill>
      </dgm:spPr>
      <dgm:t>
        <a:bodyPr/>
        <a:lstStyle/>
        <a:p>
          <a:r>
            <a:rPr lang="en-AU" sz="2400"/>
            <a:t>Partner Exchange</a:t>
          </a:r>
        </a:p>
      </dgm:t>
    </dgm:pt>
    <dgm:pt modelId="{C9D49A3E-3F67-4AE3-9FDA-6F9BB1AF9BD8}" type="parTrans" cxnId="{16F7F54E-B0C2-4129-B92D-8DE372385E3B}">
      <dgm:prSet/>
      <dgm:spPr/>
      <dgm:t>
        <a:bodyPr/>
        <a:lstStyle/>
        <a:p>
          <a:endParaRPr lang="en-AU"/>
        </a:p>
      </dgm:t>
    </dgm:pt>
    <dgm:pt modelId="{E0ACF1AB-2B68-4A49-8ADA-3E481ED4AF09}" type="sibTrans" cxnId="{16F7F54E-B0C2-4129-B92D-8DE372385E3B}">
      <dgm:prSet/>
      <dgm:spPr/>
      <dgm:t>
        <a:bodyPr/>
        <a:lstStyle/>
        <a:p>
          <a:endParaRPr lang="en-AU"/>
        </a:p>
      </dgm:t>
    </dgm:pt>
    <dgm:pt modelId="{145D55AA-61E0-495C-8F2D-EE36475B0338}">
      <dgm:prSet phldrT="[Text]" phldr="0"/>
      <dgm:spPr>
        <a:solidFill>
          <a:schemeClr val="tx2">
            <a:lumMod val="75000"/>
            <a:lumOff val="25000"/>
          </a:schemeClr>
        </a:solidFill>
      </dgm:spPr>
      <dgm:t>
        <a:bodyPr/>
        <a:lstStyle/>
        <a:p>
          <a:r>
            <a:rPr lang="en-AU"/>
            <a:t>Business Process &amp; Operating Model</a:t>
          </a:r>
        </a:p>
      </dgm:t>
    </dgm:pt>
    <dgm:pt modelId="{0C9BCA1A-676D-4632-848E-0829D4E5185A}" type="parTrans" cxnId="{B122E7C2-6E03-4A33-83BE-FB576B3891B7}">
      <dgm:prSet/>
      <dgm:spPr/>
      <dgm:t>
        <a:bodyPr/>
        <a:lstStyle/>
        <a:p>
          <a:endParaRPr lang="en-AU"/>
        </a:p>
      </dgm:t>
    </dgm:pt>
    <dgm:pt modelId="{DE2925A3-7D6A-483F-AED9-5E2A830936B3}" type="sibTrans" cxnId="{B122E7C2-6E03-4A33-83BE-FB576B3891B7}">
      <dgm:prSet/>
      <dgm:spPr/>
      <dgm:t>
        <a:bodyPr/>
        <a:lstStyle/>
        <a:p>
          <a:endParaRPr lang="en-AU"/>
        </a:p>
      </dgm:t>
    </dgm:pt>
    <dgm:pt modelId="{C5037945-930F-4B75-858B-B894823169CF}">
      <dgm:prSet/>
      <dgm:spPr>
        <a:solidFill>
          <a:schemeClr val="tx2">
            <a:lumMod val="75000"/>
            <a:lumOff val="25000"/>
          </a:schemeClr>
        </a:solidFill>
      </dgm:spPr>
      <dgm:t>
        <a:bodyPr/>
        <a:lstStyle/>
        <a:p>
          <a:r>
            <a:rPr lang="en-AU"/>
            <a:t>Product Management &amp; Governance</a:t>
          </a:r>
        </a:p>
      </dgm:t>
    </dgm:pt>
    <dgm:pt modelId="{D4470D27-09CC-41EB-BA1A-CCC1BA5C0E27}" type="parTrans" cxnId="{01E80BCF-1ECB-430D-A350-FE3C8C51032F}">
      <dgm:prSet/>
      <dgm:spPr/>
      <dgm:t>
        <a:bodyPr/>
        <a:lstStyle/>
        <a:p>
          <a:endParaRPr lang="en-AU"/>
        </a:p>
      </dgm:t>
    </dgm:pt>
    <dgm:pt modelId="{1E8234E8-902F-4E23-8B68-776EF1344419}" type="sibTrans" cxnId="{01E80BCF-1ECB-430D-A350-FE3C8C51032F}">
      <dgm:prSet/>
      <dgm:spPr/>
      <dgm:t>
        <a:bodyPr/>
        <a:lstStyle/>
        <a:p>
          <a:endParaRPr lang="en-AU"/>
        </a:p>
      </dgm:t>
    </dgm:pt>
    <dgm:pt modelId="{26763262-632B-46CC-BA82-DA9DFC8A319D}">
      <dgm:prSet/>
      <dgm:spPr>
        <a:solidFill>
          <a:schemeClr val="tx2">
            <a:lumMod val="75000"/>
            <a:lumOff val="25000"/>
          </a:schemeClr>
        </a:solidFill>
      </dgm:spPr>
      <dgm:t>
        <a:bodyPr/>
        <a:lstStyle/>
        <a:p>
          <a:r>
            <a:rPr lang="en-AU"/>
            <a:t>Requirements &amp; Design</a:t>
          </a:r>
        </a:p>
      </dgm:t>
    </dgm:pt>
    <dgm:pt modelId="{33FD4574-5FBE-445D-A451-69994E30F552}" type="parTrans" cxnId="{CBD31DC1-FA84-4991-BF96-345E844ED7E9}">
      <dgm:prSet/>
      <dgm:spPr/>
      <dgm:t>
        <a:bodyPr/>
        <a:lstStyle/>
        <a:p>
          <a:endParaRPr lang="en-AU"/>
        </a:p>
      </dgm:t>
    </dgm:pt>
    <dgm:pt modelId="{84C37D61-B689-4A7F-B29B-92B77CD3E11A}" type="sibTrans" cxnId="{CBD31DC1-FA84-4991-BF96-345E844ED7E9}">
      <dgm:prSet/>
      <dgm:spPr/>
      <dgm:t>
        <a:bodyPr/>
        <a:lstStyle/>
        <a:p>
          <a:endParaRPr lang="en-AU"/>
        </a:p>
      </dgm:t>
    </dgm:pt>
    <dgm:pt modelId="{75DFC915-9462-4A30-AE1F-37CE18B3C6D2}">
      <dgm:prSet phldrT="[Text]" phldr="0"/>
      <dgm:spPr>
        <a:solidFill>
          <a:schemeClr val="tx2">
            <a:lumMod val="75000"/>
            <a:lumOff val="25000"/>
          </a:schemeClr>
        </a:solidFill>
      </dgm:spPr>
      <dgm:t>
        <a:bodyPr/>
        <a:lstStyle/>
        <a:p>
          <a:r>
            <a:rPr lang="en-AU"/>
            <a:t>Change Impact &amp; Business Readiness</a:t>
          </a:r>
        </a:p>
      </dgm:t>
    </dgm:pt>
    <dgm:pt modelId="{F8130828-F801-48B7-A83D-32C060147E31}" type="parTrans" cxnId="{5F5F20C9-F4E0-4374-8747-B7F46FEC88D8}">
      <dgm:prSet/>
      <dgm:spPr/>
      <dgm:t>
        <a:bodyPr/>
        <a:lstStyle/>
        <a:p>
          <a:endParaRPr lang="en-AU"/>
        </a:p>
      </dgm:t>
    </dgm:pt>
    <dgm:pt modelId="{727CFFC1-D6CC-4121-8182-E56D6E59AF3A}" type="sibTrans" cxnId="{5F5F20C9-F4E0-4374-8747-B7F46FEC88D8}">
      <dgm:prSet/>
      <dgm:spPr/>
      <dgm:t>
        <a:bodyPr/>
        <a:lstStyle/>
        <a:p>
          <a:endParaRPr lang="en-AU"/>
        </a:p>
      </dgm:t>
    </dgm:pt>
    <dgm:pt modelId="{CFBF96BE-57AC-4278-BEE8-4529105B485E}">
      <dgm:prSet phldrT="[Text]" phldr="0"/>
      <dgm:spPr>
        <a:solidFill>
          <a:schemeClr val="tx2">
            <a:lumMod val="75000"/>
            <a:lumOff val="25000"/>
          </a:schemeClr>
        </a:solidFill>
      </dgm:spPr>
      <dgm:t>
        <a:bodyPr/>
        <a:lstStyle/>
        <a:p>
          <a:r>
            <a:rPr lang="en-AU"/>
            <a:t>Benefits Realisation</a:t>
          </a:r>
        </a:p>
      </dgm:t>
    </dgm:pt>
    <dgm:pt modelId="{E93B594F-0000-4F1E-9B42-4CBD54251AE9}" type="parTrans" cxnId="{EFCDE451-2354-4EFE-B526-56B196DC5C32}">
      <dgm:prSet/>
      <dgm:spPr/>
      <dgm:t>
        <a:bodyPr/>
        <a:lstStyle/>
        <a:p>
          <a:endParaRPr lang="en-AU"/>
        </a:p>
      </dgm:t>
    </dgm:pt>
    <dgm:pt modelId="{193FE8D6-E354-43F8-A281-6AE4CE481BEC}" type="sibTrans" cxnId="{EFCDE451-2354-4EFE-B526-56B196DC5C32}">
      <dgm:prSet/>
      <dgm:spPr/>
      <dgm:t>
        <a:bodyPr/>
        <a:lstStyle/>
        <a:p>
          <a:endParaRPr lang="en-AU"/>
        </a:p>
      </dgm:t>
    </dgm:pt>
    <dgm:pt modelId="{950DF26E-17D9-4CD6-BA22-3B12B191F0B1}">
      <dgm:prSet phldrT="[Text]" phldr="0"/>
      <dgm:spPr>
        <a:solidFill>
          <a:schemeClr val="bg2">
            <a:lumMod val="25000"/>
          </a:schemeClr>
        </a:solidFill>
      </dgm:spPr>
      <dgm:t>
        <a:bodyPr/>
        <a:lstStyle/>
        <a:p>
          <a:r>
            <a:rPr lang="en-AU"/>
            <a:t>Planning &amp; Control</a:t>
          </a:r>
        </a:p>
      </dgm:t>
    </dgm:pt>
    <dgm:pt modelId="{8B435217-472D-41FB-B90A-51F67EEBBD13}" type="parTrans" cxnId="{18BCA797-5F65-49B1-8AEA-2FB4844D84F8}">
      <dgm:prSet/>
      <dgm:spPr/>
      <dgm:t>
        <a:bodyPr/>
        <a:lstStyle/>
        <a:p>
          <a:endParaRPr lang="en-AU"/>
        </a:p>
      </dgm:t>
    </dgm:pt>
    <dgm:pt modelId="{3496055C-9922-4C65-AC08-2AF91F9C60B6}" type="sibTrans" cxnId="{18BCA797-5F65-49B1-8AEA-2FB4844D84F8}">
      <dgm:prSet/>
      <dgm:spPr/>
      <dgm:t>
        <a:bodyPr/>
        <a:lstStyle/>
        <a:p>
          <a:endParaRPr lang="en-AU"/>
        </a:p>
      </dgm:t>
    </dgm:pt>
    <dgm:pt modelId="{4ED5C0B1-92B0-476D-A064-D707F3607BE3}">
      <dgm:prSet phldrT="[Text]" phldr="0"/>
      <dgm:spPr>
        <a:solidFill>
          <a:schemeClr val="bg2">
            <a:lumMod val="75000"/>
          </a:schemeClr>
        </a:solidFill>
      </dgm:spPr>
      <dgm:t>
        <a:bodyPr/>
        <a:lstStyle/>
        <a:p>
          <a:r>
            <a:rPr lang="en-AU"/>
            <a:t>Product Description</a:t>
          </a:r>
        </a:p>
      </dgm:t>
    </dgm:pt>
    <dgm:pt modelId="{17C83013-93B6-4299-822D-850CD1F8E1C4}" type="parTrans" cxnId="{8CFD9902-76DB-4D53-91D0-7D582C045FF2}">
      <dgm:prSet/>
      <dgm:spPr/>
      <dgm:t>
        <a:bodyPr/>
        <a:lstStyle/>
        <a:p>
          <a:endParaRPr lang="en-AU"/>
        </a:p>
      </dgm:t>
    </dgm:pt>
    <dgm:pt modelId="{A5A166A9-7ADF-4C77-893B-1E0CB3D4B3BB}" type="sibTrans" cxnId="{8CFD9902-76DB-4D53-91D0-7D582C045FF2}">
      <dgm:prSet/>
      <dgm:spPr/>
      <dgm:t>
        <a:bodyPr/>
        <a:lstStyle/>
        <a:p>
          <a:endParaRPr lang="en-AU"/>
        </a:p>
      </dgm:t>
    </dgm:pt>
    <dgm:pt modelId="{92162928-B373-4802-B988-4C318FAE4B4C}">
      <dgm:prSet phldrT="[Text]" phldr="0"/>
      <dgm:spPr>
        <a:solidFill>
          <a:schemeClr val="bg2">
            <a:lumMod val="25000"/>
          </a:schemeClr>
        </a:solidFill>
      </dgm:spPr>
      <dgm:t>
        <a:bodyPr/>
        <a:lstStyle/>
        <a:p>
          <a:r>
            <a:rPr lang="en-AU"/>
            <a:t>Risk, Issue &amp; Assurance</a:t>
          </a:r>
        </a:p>
      </dgm:t>
    </dgm:pt>
    <dgm:pt modelId="{691118F6-AAF5-40E0-AD6D-235FADC018C0}" type="parTrans" cxnId="{49A02DA8-92BB-429F-A755-417A2EC3E9B9}">
      <dgm:prSet/>
      <dgm:spPr/>
      <dgm:t>
        <a:bodyPr/>
        <a:lstStyle/>
        <a:p>
          <a:endParaRPr lang="en-AU"/>
        </a:p>
      </dgm:t>
    </dgm:pt>
    <dgm:pt modelId="{7F58E25C-EE12-4CC1-9C39-BC755918B106}" type="sibTrans" cxnId="{49A02DA8-92BB-429F-A755-417A2EC3E9B9}">
      <dgm:prSet/>
      <dgm:spPr/>
      <dgm:t>
        <a:bodyPr/>
        <a:lstStyle/>
        <a:p>
          <a:endParaRPr lang="en-AU"/>
        </a:p>
      </dgm:t>
    </dgm:pt>
    <dgm:pt modelId="{986A668E-B947-4E9B-BC49-750AC65155F3}">
      <dgm:prSet phldrT="[Text]" phldr="0"/>
      <dgm:spPr>
        <a:solidFill>
          <a:schemeClr val="bg2">
            <a:lumMod val="25000"/>
          </a:schemeClr>
        </a:solidFill>
      </dgm:spPr>
      <dgm:t>
        <a:bodyPr/>
        <a:lstStyle/>
        <a:p>
          <a:r>
            <a:rPr lang="en-AU"/>
            <a:t>Change &amp; Configuration Control</a:t>
          </a:r>
        </a:p>
      </dgm:t>
    </dgm:pt>
    <dgm:pt modelId="{D05A1DE1-7189-4112-B5BB-9BF305C53705}" type="parTrans" cxnId="{CEEB7152-37E6-47BF-BC73-F208623103A5}">
      <dgm:prSet/>
      <dgm:spPr/>
      <dgm:t>
        <a:bodyPr/>
        <a:lstStyle/>
        <a:p>
          <a:endParaRPr lang="en-AU"/>
        </a:p>
      </dgm:t>
    </dgm:pt>
    <dgm:pt modelId="{E23EDDC4-137D-4726-B038-398AA676BF49}" type="sibTrans" cxnId="{CEEB7152-37E6-47BF-BC73-F208623103A5}">
      <dgm:prSet/>
      <dgm:spPr/>
      <dgm:t>
        <a:bodyPr/>
        <a:lstStyle/>
        <a:p>
          <a:endParaRPr lang="en-AU"/>
        </a:p>
      </dgm:t>
    </dgm:pt>
    <dgm:pt modelId="{A2074807-3C28-4B33-9EEB-412E5A1AA954}">
      <dgm:prSet phldrT="[Text]" phldr="0"/>
      <dgm:spPr>
        <a:solidFill>
          <a:schemeClr val="bg2">
            <a:lumMod val="25000"/>
          </a:schemeClr>
        </a:solidFill>
      </dgm:spPr>
      <dgm:t>
        <a:bodyPr/>
        <a:lstStyle/>
        <a:p>
          <a:r>
            <a:rPr lang="en-AU"/>
            <a:t>Closure &amp; Continuous Improvement</a:t>
          </a:r>
        </a:p>
      </dgm:t>
    </dgm:pt>
    <dgm:pt modelId="{CA54F505-FAAD-4FFF-AE99-F02D8805AA90}" type="parTrans" cxnId="{FF52CBED-35A2-4EC8-90B0-070F59F53CEF}">
      <dgm:prSet/>
      <dgm:spPr/>
      <dgm:t>
        <a:bodyPr/>
        <a:lstStyle/>
        <a:p>
          <a:endParaRPr lang="en-AU"/>
        </a:p>
      </dgm:t>
    </dgm:pt>
    <dgm:pt modelId="{C0480748-AD54-45DF-99A7-51B5C002D86D}" type="sibTrans" cxnId="{FF52CBED-35A2-4EC8-90B0-070F59F53CEF}">
      <dgm:prSet/>
      <dgm:spPr/>
      <dgm:t>
        <a:bodyPr/>
        <a:lstStyle/>
        <a:p>
          <a:endParaRPr lang="en-AU"/>
        </a:p>
      </dgm:t>
    </dgm:pt>
    <dgm:pt modelId="{54A214D2-D44C-4CCE-9AEB-B812186FBE9F}">
      <dgm:prSet phldrT="[Text]" phldr="0"/>
      <dgm:spPr>
        <a:solidFill>
          <a:schemeClr val="bg2">
            <a:lumMod val="25000"/>
          </a:schemeClr>
        </a:solidFill>
      </dgm:spPr>
      <dgm:t>
        <a:bodyPr/>
        <a:lstStyle/>
        <a:p>
          <a:r>
            <a:rPr lang="en-AU"/>
            <a:t>Current State &amp; Requirements</a:t>
          </a:r>
        </a:p>
      </dgm:t>
    </dgm:pt>
    <dgm:pt modelId="{C08DA14E-AC2A-41C9-8939-B45B3C4534E7}" type="parTrans" cxnId="{9F53E5A3-9B19-4FC1-8589-24E20C15421E}">
      <dgm:prSet/>
      <dgm:spPr/>
      <dgm:t>
        <a:bodyPr/>
        <a:lstStyle/>
        <a:p>
          <a:endParaRPr lang="en-AU"/>
        </a:p>
      </dgm:t>
    </dgm:pt>
    <dgm:pt modelId="{FBCA2515-4244-4CFE-A263-81F118C8D283}" type="sibTrans" cxnId="{9F53E5A3-9B19-4FC1-8589-24E20C15421E}">
      <dgm:prSet/>
      <dgm:spPr/>
      <dgm:t>
        <a:bodyPr/>
        <a:lstStyle/>
        <a:p>
          <a:endParaRPr lang="en-AU"/>
        </a:p>
      </dgm:t>
    </dgm:pt>
    <dgm:pt modelId="{E6F20497-E36F-4F26-9883-A4BC83ABA34F}">
      <dgm:prSet phldrT="[Text]" phldr="0"/>
      <dgm:spPr>
        <a:solidFill>
          <a:schemeClr val="bg2">
            <a:lumMod val="75000"/>
          </a:schemeClr>
        </a:solidFill>
      </dgm:spPr>
      <dgm:t>
        <a:bodyPr/>
        <a:lstStyle/>
        <a:p>
          <a:r>
            <a:rPr lang="en-AU"/>
            <a:t>Delivery Plan</a:t>
          </a:r>
        </a:p>
      </dgm:t>
    </dgm:pt>
    <dgm:pt modelId="{D0C79BF9-EA6A-470B-B112-99598FC4D66F}" type="parTrans" cxnId="{D300E039-74EF-424B-BEE3-74A835BF10D4}">
      <dgm:prSet/>
      <dgm:spPr/>
      <dgm:t>
        <a:bodyPr/>
        <a:lstStyle/>
        <a:p>
          <a:endParaRPr lang="en-AU"/>
        </a:p>
      </dgm:t>
    </dgm:pt>
    <dgm:pt modelId="{8F328C89-2759-432D-B287-2DED491F5A0E}" type="sibTrans" cxnId="{D300E039-74EF-424B-BEE3-74A835BF10D4}">
      <dgm:prSet/>
      <dgm:spPr/>
      <dgm:t>
        <a:bodyPr/>
        <a:lstStyle/>
        <a:p>
          <a:endParaRPr lang="en-AU"/>
        </a:p>
      </dgm:t>
    </dgm:pt>
    <dgm:pt modelId="{E670956E-23BE-4CCF-9CC8-C73CE9824EFC}">
      <dgm:prSet phldrT="[Text]" phldr="0"/>
      <dgm:spPr>
        <a:solidFill>
          <a:schemeClr val="bg2">
            <a:lumMod val="25000"/>
          </a:schemeClr>
        </a:solidFill>
      </dgm:spPr>
      <dgm:t>
        <a:bodyPr/>
        <a:lstStyle/>
        <a:p>
          <a:r>
            <a:rPr lang="en-AU"/>
            <a:t>Solution Design</a:t>
          </a:r>
        </a:p>
      </dgm:t>
    </dgm:pt>
    <dgm:pt modelId="{F03F1325-F889-4151-B190-44DECF7357FE}" type="parTrans" cxnId="{E903745C-04D3-47FF-938C-B6D4E7A3591C}">
      <dgm:prSet/>
      <dgm:spPr/>
      <dgm:t>
        <a:bodyPr/>
        <a:lstStyle/>
        <a:p>
          <a:endParaRPr lang="en-AU"/>
        </a:p>
      </dgm:t>
    </dgm:pt>
    <dgm:pt modelId="{D688AB0F-0A4C-420E-A0DD-5A1ABD285209}" type="sibTrans" cxnId="{E903745C-04D3-47FF-938C-B6D4E7A3591C}">
      <dgm:prSet/>
      <dgm:spPr/>
      <dgm:t>
        <a:bodyPr/>
        <a:lstStyle/>
        <a:p>
          <a:endParaRPr lang="en-AU"/>
        </a:p>
      </dgm:t>
    </dgm:pt>
    <dgm:pt modelId="{E72F02CF-18B3-473D-BA51-A3A921F54BCB}">
      <dgm:prSet phldrT="[Text]" phldr="0"/>
      <dgm:spPr>
        <a:solidFill>
          <a:schemeClr val="bg2">
            <a:lumMod val="25000"/>
          </a:schemeClr>
        </a:solidFill>
      </dgm:spPr>
      <dgm:t>
        <a:bodyPr/>
        <a:lstStyle/>
        <a:p>
          <a:r>
            <a:rPr lang="en-AU"/>
            <a:t>Process Design</a:t>
          </a:r>
        </a:p>
      </dgm:t>
    </dgm:pt>
    <dgm:pt modelId="{DAAB9B73-0654-44F2-BFB2-2A12E0C8324D}" type="parTrans" cxnId="{78316D8E-AFC5-47D8-AF85-1A8537C54658}">
      <dgm:prSet/>
      <dgm:spPr/>
      <dgm:t>
        <a:bodyPr/>
        <a:lstStyle/>
        <a:p>
          <a:endParaRPr lang="en-AU"/>
        </a:p>
      </dgm:t>
    </dgm:pt>
    <dgm:pt modelId="{97E97D14-2633-4446-81A4-AB6C3142C0CC}" type="sibTrans" cxnId="{78316D8E-AFC5-47D8-AF85-1A8537C54658}">
      <dgm:prSet/>
      <dgm:spPr/>
      <dgm:t>
        <a:bodyPr/>
        <a:lstStyle/>
        <a:p>
          <a:endParaRPr lang="en-AU"/>
        </a:p>
      </dgm:t>
    </dgm:pt>
    <dgm:pt modelId="{52C3973C-B7F3-447F-8C8A-6D0C97AC7D87}">
      <dgm:prSet phldrT="[Text]" phldr="0"/>
      <dgm:spPr>
        <a:solidFill>
          <a:schemeClr val="bg2">
            <a:lumMod val="25000"/>
          </a:schemeClr>
        </a:solidFill>
      </dgm:spPr>
      <dgm:t>
        <a:bodyPr/>
        <a:lstStyle/>
        <a:p>
          <a:r>
            <a:rPr lang="en-AU"/>
            <a:t>Policy, Structure &amp; Procedures</a:t>
          </a:r>
        </a:p>
      </dgm:t>
    </dgm:pt>
    <dgm:pt modelId="{CD9829E7-840B-4B2B-A393-F04E987952D6}" type="parTrans" cxnId="{8CF4515B-ECB6-46A2-BFB8-7C8714F6BF94}">
      <dgm:prSet/>
      <dgm:spPr/>
      <dgm:t>
        <a:bodyPr/>
        <a:lstStyle/>
        <a:p>
          <a:endParaRPr lang="en-AU"/>
        </a:p>
      </dgm:t>
    </dgm:pt>
    <dgm:pt modelId="{FD3C11DA-8337-4E02-AF54-1922BD386F80}" type="sibTrans" cxnId="{8CF4515B-ECB6-46A2-BFB8-7C8714F6BF94}">
      <dgm:prSet/>
      <dgm:spPr/>
      <dgm:t>
        <a:bodyPr/>
        <a:lstStyle/>
        <a:p>
          <a:endParaRPr lang="en-AU"/>
        </a:p>
      </dgm:t>
    </dgm:pt>
    <dgm:pt modelId="{05459587-4988-4521-A172-715582190CFB}">
      <dgm:prSet phldrT="[Text]" phldr="0"/>
      <dgm:spPr>
        <a:solidFill>
          <a:schemeClr val="bg2">
            <a:lumMod val="25000"/>
          </a:schemeClr>
        </a:solidFill>
      </dgm:spPr>
      <dgm:t>
        <a:bodyPr/>
        <a:lstStyle/>
        <a:p>
          <a:r>
            <a:rPr lang="en-AU"/>
            <a:t>Impact Assessment</a:t>
          </a:r>
        </a:p>
      </dgm:t>
    </dgm:pt>
    <dgm:pt modelId="{81DA8363-0B62-47BB-A1C0-276F95F61685}" type="parTrans" cxnId="{070420DA-0A98-4971-91C5-329C2B47EDBD}">
      <dgm:prSet/>
      <dgm:spPr/>
      <dgm:t>
        <a:bodyPr/>
        <a:lstStyle/>
        <a:p>
          <a:endParaRPr lang="en-AU"/>
        </a:p>
      </dgm:t>
    </dgm:pt>
    <dgm:pt modelId="{BB821CFB-ECAB-4AFD-84D7-F610E819B777}" type="sibTrans" cxnId="{070420DA-0A98-4971-91C5-329C2B47EDBD}">
      <dgm:prSet/>
      <dgm:spPr/>
      <dgm:t>
        <a:bodyPr/>
        <a:lstStyle/>
        <a:p>
          <a:endParaRPr lang="en-AU"/>
        </a:p>
      </dgm:t>
    </dgm:pt>
    <dgm:pt modelId="{1B6E74F3-B5A8-441C-AB65-775DCB44F666}">
      <dgm:prSet phldrT="[Text]" phldr="0"/>
      <dgm:spPr>
        <a:solidFill>
          <a:schemeClr val="bg2">
            <a:lumMod val="25000"/>
          </a:schemeClr>
        </a:solidFill>
      </dgm:spPr>
      <dgm:t>
        <a:bodyPr/>
        <a:lstStyle/>
        <a:p>
          <a:r>
            <a:rPr lang="en-AU"/>
            <a:t>Readiness &amp; Adoption</a:t>
          </a:r>
        </a:p>
      </dgm:t>
    </dgm:pt>
    <dgm:pt modelId="{3C79FE37-D072-433C-85E3-76D9529FB2A4}" type="parTrans" cxnId="{23B9B1D3-27DD-4CC3-A22E-88440AA4E8B1}">
      <dgm:prSet/>
      <dgm:spPr/>
      <dgm:t>
        <a:bodyPr/>
        <a:lstStyle/>
        <a:p>
          <a:endParaRPr lang="en-AU"/>
        </a:p>
      </dgm:t>
    </dgm:pt>
    <dgm:pt modelId="{43F121AF-991F-4E24-85F2-84A4E19BC598}" type="sibTrans" cxnId="{23B9B1D3-27DD-4CC3-A22E-88440AA4E8B1}">
      <dgm:prSet/>
      <dgm:spPr/>
      <dgm:t>
        <a:bodyPr/>
        <a:lstStyle/>
        <a:p>
          <a:endParaRPr lang="en-AU"/>
        </a:p>
      </dgm:t>
    </dgm:pt>
    <dgm:pt modelId="{435BDAA4-6C6D-4BA3-863B-6A6502930384}">
      <dgm:prSet phldrT="[Text]" phldr="0"/>
      <dgm:spPr>
        <a:solidFill>
          <a:schemeClr val="bg2">
            <a:lumMod val="25000"/>
          </a:schemeClr>
        </a:solidFill>
      </dgm:spPr>
      <dgm:t>
        <a:bodyPr/>
        <a:lstStyle/>
        <a:p>
          <a:r>
            <a:rPr lang="en-AU"/>
            <a:t>Benefits Planning</a:t>
          </a:r>
        </a:p>
      </dgm:t>
    </dgm:pt>
    <dgm:pt modelId="{B8FCF6F9-076B-4699-9E4E-2CA4C23B8C97}" type="parTrans" cxnId="{8B4D044C-C205-44CB-ABBF-D0B5206485D0}">
      <dgm:prSet/>
      <dgm:spPr/>
      <dgm:t>
        <a:bodyPr/>
        <a:lstStyle/>
        <a:p>
          <a:endParaRPr lang="en-AU"/>
        </a:p>
      </dgm:t>
    </dgm:pt>
    <dgm:pt modelId="{12E3D8B8-8157-4E1C-A5EB-5A67975F36DC}" type="sibTrans" cxnId="{8B4D044C-C205-44CB-ABBF-D0B5206485D0}">
      <dgm:prSet/>
      <dgm:spPr/>
      <dgm:t>
        <a:bodyPr/>
        <a:lstStyle/>
        <a:p>
          <a:endParaRPr lang="en-AU"/>
        </a:p>
      </dgm:t>
    </dgm:pt>
    <dgm:pt modelId="{148B9544-AAE4-4F82-A7BD-B12D32E93924}">
      <dgm:prSet/>
      <dgm:spPr>
        <a:solidFill>
          <a:schemeClr val="bg2">
            <a:lumMod val="75000"/>
          </a:schemeClr>
        </a:solidFill>
      </dgm:spPr>
      <dgm:t>
        <a:bodyPr/>
        <a:lstStyle/>
        <a:p>
          <a:r>
            <a:rPr lang="en-AU"/>
            <a:t>Risk Register</a:t>
          </a:r>
        </a:p>
      </dgm:t>
    </dgm:pt>
    <dgm:pt modelId="{4AB04E85-FE6A-4EA2-B818-06ED39A51C26}" type="parTrans" cxnId="{309B0C38-5738-4584-91AD-776BDC6BBA17}">
      <dgm:prSet/>
      <dgm:spPr/>
      <dgm:t>
        <a:bodyPr/>
        <a:lstStyle/>
        <a:p>
          <a:endParaRPr lang="en-AU"/>
        </a:p>
      </dgm:t>
    </dgm:pt>
    <dgm:pt modelId="{12357A0A-4A06-4BB5-AEEA-CDCA769E472E}" type="sibTrans" cxnId="{309B0C38-5738-4584-91AD-776BDC6BBA17}">
      <dgm:prSet/>
      <dgm:spPr/>
      <dgm:t>
        <a:bodyPr/>
        <a:lstStyle/>
        <a:p>
          <a:endParaRPr lang="en-AU"/>
        </a:p>
      </dgm:t>
    </dgm:pt>
    <dgm:pt modelId="{00AC022C-23A1-48BC-BDFF-3F7F28B476E7}">
      <dgm:prSet/>
      <dgm:spPr>
        <a:solidFill>
          <a:schemeClr val="bg2">
            <a:lumMod val="75000"/>
          </a:schemeClr>
        </a:solidFill>
      </dgm:spPr>
      <dgm:t>
        <a:bodyPr/>
        <a:lstStyle/>
        <a:p>
          <a:r>
            <a:rPr lang="en-AU"/>
            <a:t>Issue Register</a:t>
          </a:r>
        </a:p>
      </dgm:t>
    </dgm:pt>
    <dgm:pt modelId="{5AFEA85B-003E-4014-9827-C634609F3F12}" type="parTrans" cxnId="{DF2E5698-5B4A-4B41-9C80-E28878EDB7DF}">
      <dgm:prSet/>
      <dgm:spPr/>
      <dgm:t>
        <a:bodyPr/>
        <a:lstStyle/>
        <a:p>
          <a:endParaRPr lang="en-AU"/>
        </a:p>
      </dgm:t>
    </dgm:pt>
    <dgm:pt modelId="{88B58C69-EE3A-4081-B4A3-39CAD80B4C51}" type="sibTrans" cxnId="{DF2E5698-5B4A-4B41-9C80-E28878EDB7DF}">
      <dgm:prSet/>
      <dgm:spPr/>
      <dgm:t>
        <a:bodyPr/>
        <a:lstStyle/>
        <a:p>
          <a:endParaRPr lang="en-AU"/>
        </a:p>
      </dgm:t>
    </dgm:pt>
    <dgm:pt modelId="{176CD464-A480-4D5E-8CA9-ECC3F2A9DDFC}">
      <dgm:prSet/>
      <dgm:spPr>
        <a:solidFill>
          <a:schemeClr val="bg2">
            <a:lumMod val="75000"/>
          </a:schemeClr>
        </a:solidFill>
      </dgm:spPr>
      <dgm:t>
        <a:bodyPr/>
        <a:lstStyle/>
        <a:p>
          <a:r>
            <a:rPr lang="en-AU"/>
            <a:t>Quality Register</a:t>
          </a:r>
        </a:p>
      </dgm:t>
    </dgm:pt>
    <dgm:pt modelId="{9F4895CA-DAB9-4588-8D38-7BD099F5583E}" type="parTrans" cxnId="{7FCDE794-8304-44A3-A38E-F0FDF2DD2753}">
      <dgm:prSet/>
      <dgm:spPr/>
      <dgm:t>
        <a:bodyPr/>
        <a:lstStyle/>
        <a:p>
          <a:endParaRPr lang="en-AU"/>
        </a:p>
      </dgm:t>
    </dgm:pt>
    <dgm:pt modelId="{01A383FF-6FCA-4891-BA9D-7AD5E2B4EC2E}" type="sibTrans" cxnId="{7FCDE794-8304-44A3-A38E-F0FDF2DD2753}">
      <dgm:prSet/>
      <dgm:spPr/>
      <dgm:t>
        <a:bodyPr/>
        <a:lstStyle/>
        <a:p>
          <a:endParaRPr lang="en-AU"/>
        </a:p>
      </dgm:t>
    </dgm:pt>
    <dgm:pt modelId="{0C099BB8-4A5F-4B8A-B703-DCB7480DDD44}">
      <dgm:prSet/>
      <dgm:spPr>
        <a:solidFill>
          <a:schemeClr val="bg2">
            <a:lumMod val="75000"/>
          </a:schemeClr>
        </a:solidFill>
      </dgm:spPr>
      <dgm:t>
        <a:bodyPr/>
        <a:lstStyle/>
        <a:p>
          <a:r>
            <a:rPr lang="en-AU"/>
            <a:t>Assumptions Log</a:t>
          </a:r>
        </a:p>
      </dgm:t>
    </dgm:pt>
    <dgm:pt modelId="{9FADCBC3-F229-4620-B60A-FB762FF9A001}" type="parTrans" cxnId="{3B6E69F6-2D97-42FB-80C9-90F0D7B7D2A6}">
      <dgm:prSet/>
      <dgm:spPr/>
      <dgm:t>
        <a:bodyPr/>
        <a:lstStyle/>
        <a:p>
          <a:endParaRPr lang="en-AU"/>
        </a:p>
      </dgm:t>
    </dgm:pt>
    <dgm:pt modelId="{1247D2A4-C4C8-4C39-BE98-B29DD737739E}" type="sibTrans" cxnId="{3B6E69F6-2D97-42FB-80C9-90F0D7B7D2A6}">
      <dgm:prSet/>
      <dgm:spPr/>
      <dgm:t>
        <a:bodyPr/>
        <a:lstStyle/>
        <a:p>
          <a:endParaRPr lang="en-AU"/>
        </a:p>
      </dgm:t>
    </dgm:pt>
    <dgm:pt modelId="{ADAD034A-1C03-496E-B3DA-20F322473142}">
      <dgm:prSet/>
      <dgm:spPr>
        <a:solidFill>
          <a:schemeClr val="bg2">
            <a:lumMod val="75000"/>
          </a:schemeClr>
        </a:solidFill>
      </dgm:spPr>
      <dgm:t>
        <a:bodyPr/>
        <a:lstStyle/>
        <a:p>
          <a:pPr>
            <a:buNone/>
          </a:pPr>
          <a:r>
            <a:rPr lang="en-AU" b="0" i="0" u="none"/>
            <a:t>Configuration Item Record</a:t>
          </a:r>
          <a:r>
            <a:rPr lang="en-AU"/>
            <a:t> </a:t>
          </a:r>
        </a:p>
      </dgm:t>
    </dgm:pt>
    <dgm:pt modelId="{905C034C-7C39-4940-8EF1-996096FC5C92}" type="parTrans" cxnId="{1CB9ED65-78F7-4A03-8E9A-7C48AFF738D2}">
      <dgm:prSet/>
      <dgm:spPr/>
      <dgm:t>
        <a:bodyPr/>
        <a:lstStyle/>
        <a:p>
          <a:endParaRPr lang="en-AU"/>
        </a:p>
      </dgm:t>
    </dgm:pt>
    <dgm:pt modelId="{0D4CB279-A65C-4060-B37F-7BD7BA178BA0}" type="sibTrans" cxnId="{1CB9ED65-78F7-4A03-8E9A-7C48AFF738D2}">
      <dgm:prSet/>
      <dgm:spPr/>
      <dgm:t>
        <a:bodyPr/>
        <a:lstStyle/>
        <a:p>
          <a:endParaRPr lang="en-AU"/>
        </a:p>
      </dgm:t>
    </dgm:pt>
    <dgm:pt modelId="{9686FD60-0C64-4E7A-B65B-577F4EBB370B}">
      <dgm:prSet/>
      <dgm:spPr>
        <a:solidFill>
          <a:schemeClr val="bg2">
            <a:lumMod val="75000"/>
          </a:schemeClr>
        </a:solidFill>
      </dgm:spPr>
      <dgm:t>
        <a:bodyPr/>
        <a:lstStyle/>
        <a:p>
          <a:pPr>
            <a:buNone/>
          </a:pPr>
          <a:r>
            <a:rPr lang="en-AU" b="0" i="0" u="none"/>
            <a:t>Change Register</a:t>
          </a:r>
          <a:r>
            <a:rPr lang="en-AU"/>
            <a:t> </a:t>
          </a:r>
        </a:p>
      </dgm:t>
    </dgm:pt>
    <dgm:pt modelId="{871A2A53-1159-46DE-9E54-4CBCCDE56CC6}" type="parTrans" cxnId="{35F3BBF5-AA37-443A-BAA7-2249199E6C90}">
      <dgm:prSet/>
      <dgm:spPr/>
      <dgm:t>
        <a:bodyPr/>
        <a:lstStyle/>
        <a:p>
          <a:endParaRPr lang="en-AU"/>
        </a:p>
      </dgm:t>
    </dgm:pt>
    <dgm:pt modelId="{7AC05B58-F1D9-4A94-A86B-BF0C8A114FD0}" type="sibTrans" cxnId="{35F3BBF5-AA37-443A-BAA7-2249199E6C90}">
      <dgm:prSet/>
      <dgm:spPr/>
      <dgm:t>
        <a:bodyPr/>
        <a:lstStyle/>
        <a:p>
          <a:endParaRPr lang="en-AU"/>
        </a:p>
      </dgm:t>
    </dgm:pt>
    <dgm:pt modelId="{B34D544A-1EDE-483B-B4CE-765BD1DC6DC0}">
      <dgm:prSet/>
      <dgm:spPr>
        <a:solidFill>
          <a:schemeClr val="bg2">
            <a:lumMod val="75000"/>
          </a:schemeClr>
        </a:solidFill>
      </dgm:spPr>
      <dgm:t>
        <a:bodyPr/>
        <a:lstStyle/>
        <a:p>
          <a:r>
            <a:rPr lang="en-AU"/>
            <a:t>Acceptance / Sign-off Record</a:t>
          </a:r>
        </a:p>
      </dgm:t>
    </dgm:pt>
    <dgm:pt modelId="{3268CC1B-A8C4-48DA-9546-3CC229468C0D}" type="parTrans" cxnId="{A75BC499-0D7B-4D2D-ABD1-C71DE704BC6B}">
      <dgm:prSet/>
      <dgm:spPr/>
      <dgm:t>
        <a:bodyPr/>
        <a:lstStyle/>
        <a:p>
          <a:endParaRPr lang="en-AU"/>
        </a:p>
      </dgm:t>
    </dgm:pt>
    <dgm:pt modelId="{92F070E4-9A18-4EE5-A878-96774D9B6DF2}" type="sibTrans" cxnId="{A75BC499-0D7B-4D2D-ABD1-C71DE704BC6B}">
      <dgm:prSet/>
      <dgm:spPr/>
      <dgm:t>
        <a:bodyPr/>
        <a:lstStyle/>
        <a:p>
          <a:endParaRPr lang="en-AU"/>
        </a:p>
      </dgm:t>
    </dgm:pt>
    <dgm:pt modelId="{783A28AA-F493-4D52-B315-F24AFF5BD00E}">
      <dgm:prSet/>
      <dgm:spPr>
        <a:solidFill>
          <a:schemeClr val="bg2">
            <a:lumMod val="75000"/>
          </a:schemeClr>
        </a:solidFill>
      </dgm:spPr>
      <dgm:t>
        <a:bodyPr/>
        <a:lstStyle/>
        <a:p>
          <a:r>
            <a:rPr lang="en-AU"/>
            <a:t>Lessons Learned Log</a:t>
          </a:r>
        </a:p>
      </dgm:t>
    </dgm:pt>
    <dgm:pt modelId="{8EA19B09-4081-4C75-BE6F-B89FC9122F02}" type="parTrans" cxnId="{9F301A46-7973-4139-BE8B-3C19FAA8EFA3}">
      <dgm:prSet/>
      <dgm:spPr/>
      <dgm:t>
        <a:bodyPr/>
        <a:lstStyle/>
        <a:p>
          <a:endParaRPr lang="en-AU"/>
        </a:p>
      </dgm:t>
    </dgm:pt>
    <dgm:pt modelId="{7DE26770-A485-41B9-8439-C2200821D1D8}" type="sibTrans" cxnId="{9F301A46-7973-4139-BE8B-3C19FAA8EFA3}">
      <dgm:prSet/>
      <dgm:spPr/>
      <dgm:t>
        <a:bodyPr/>
        <a:lstStyle/>
        <a:p>
          <a:endParaRPr lang="en-AU"/>
        </a:p>
      </dgm:t>
    </dgm:pt>
    <dgm:pt modelId="{0F02B370-286F-4E1B-80A8-B2AD40265B7C}">
      <dgm:prSet/>
      <dgm:spPr>
        <a:solidFill>
          <a:schemeClr val="bg2">
            <a:lumMod val="75000"/>
          </a:schemeClr>
        </a:solidFill>
      </dgm:spPr>
      <dgm:t>
        <a:bodyPr/>
        <a:lstStyle/>
        <a:p>
          <a:r>
            <a:rPr lang="en-AU"/>
            <a:t>Current State Assessment</a:t>
          </a:r>
        </a:p>
      </dgm:t>
    </dgm:pt>
    <dgm:pt modelId="{F967AC73-60EA-4945-AEC1-1AE5D8629C87}" type="parTrans" cxnId="{BDFC4F4B-7595-4E87-A369-BB1EF6A5A005}">
      <dgm:prSet/>
      <dgm:spPr/>
      <dgm:t>
        <a:bodyPr/>
        <a:lstStyle/>
        <a:p>
          <a:endParaRPr lang="en-AU"/>
        </a:p>
      </dgm:t>
    </dgm:pt>
    <dgm:pt modelId="{50FF85E0-74FC-459E-B8CB-53E1D88D20DF}" type="sibTrans" cxnId="{BDFC4F4B-7595-4E87-A369-BB1EF6A5A005}">
      <dgm:prSet/>
      <dgm:spPr/>
      <dgm:t>
        <a:bodyPr/>
        <a:lstStyle/>
        <a:p>
          <a:endParaRPr lang="en-AU"/>
        </a:p>
      </dgm:t>
    </dgm:pt>
    <dgm:pt modelId="{52C3BCD1-2F5D-456B-ABDD-1FD281CCF16A}">
      <dgm:prSet/>
      <dgm:spPr>
        <a:solidFill>
          <a:schemeClr val="bg2">
            <a:lumMod val="75000"/>
          </a:schemeClr>
        </a:solidFill>
      </dgm:spPr>
      <dgm:t>
        <a:bodyPr/>
        <a:lstStyle/>
        <a:p>
          <a:r>
            <a:rPr lang="en-AU"/>
            <a:t>Business Requirements</a:t>
          </a:r>
        </a:p>
      </dgm:t>
    </dgm:pt>
    <dgm:pt modelId="{1FA59B25-B97D-4856-89A0-8C3B6E523A3D}" type="parTrans" cxnId="{174CD86A-A5D9-440E-8BFA-A913F11DC17E}">
      <dgm:prSet/>
      <dgm:spPr/>
      <dgm:t>
        <a:bodyPr/>
        <a:lstStyle/>
        <a:p>
          <a:endParaRPr lang="en-AU"/>
        </a:p>
      </dgm:t>
    </dgm:pt>
    <dgm:pt modelId="{5CFA36C9-87A7-4E3E-B018-4BB5568D455C}" type="sibTrans" cxnId="{174CD86A-A5D9-440E-8BFA-A913F11DC17E}">
      <dgm:prSet/>
      <dgm:spPr/>
      <dgm:t>
        <a:bodyPr/>
        <a:lstStyle/>
        <a:p>
          <a:endParaRPr lang="en-AU"/>
        </a:p>
      </dgm:t>
    </dgm:pt>
    <dgm:pt modelId="{044DC898-7245-4442-9BD3-48FE3ED2D3B1}">
      <dgm:prSet/>
      <dgm:spPr>
        <a:solidFill>
          <a:schemeClr val="bg2">
            <a:lumMod val="75000"/>
          </a:schemeClr>
        </a:solidFill>
      </dgm:spPr>
      <dgm:t>
        <a:bodyPr/>
        <a:lstStyle/>
        <a:p>
          <a:r>
            <a:rPr lang="en-AU"/>
            <a:t>Functional Specification</a:t>
          </a:r>
        </a:p>
      </dgm:t>
    </dgm:pt>
    <dgm:pt modelId="{7649E386-3A39-4F9D-919B-A92095CAA640}" type="parTrans" cxnId="{4D017340-DD0A-442C-BE3F-60121FF362E5}">
      <dgm:prSet/>
      <dgm:spPr/>
      <dgm:t>
        <a:bodyPr/>
        <a:lstStyle/>
        <a:p>
          <a:endParaRPr lang="en-AU"/>
        </a:p>
      </dgm:t>
    </dgm:pt>
    <dgm:pt modelId="{F321AB74-4AA7-4A03-AE8E-0006B8F869A1}" type="sibTrans" cxnId="{4D017340-DD0A-442C-BE3F-60121FF362E5}">
      <dgm:prSet/>
      <dgm:spPr/>
      <dgm:t>
        <a:bodyPr/>
        <a:lstStyle/>
        <a:p>
          <a:endParaRPr lang="en-AU"/>
        </a:p>
      </dgm:t>
    </dgm:pt>
    <dgm:pt modelId="{4DF2D60D-23A1-4D1B-9910-B7405AEF1AF9}">
      <dgm:prSet/>
      <dgm:spPr>
        <a:solidFill>
          <a:schemeClr val="bg2">
            <a:lumMod val="75000"/>
          </a:schemeClr>
        </a:solidFill>
      </dgm:spPr>
      <dgm:t>
        <a:bodyPr/>
        <a:lstStyle/>
        <a:p>
          <a:r>
            <a:rPr lang="en-AU"/>
            <a:t>Technical Specification</a:t>
          </a:r>
        </a:p>
      </dgm:t>
    </dgm:pt>
    <dgm:pt modelId="{C9029BB1-6D2B-4E61-AFD3-13881B4AF078}" type="parTrans" cxnId="{274E8A48-958B-4B2B-83B4-294A055EE3CD}">
      <dgm:prSet/>
      <dgm:spPr/>
      <dgm:t>
        <a:bodyPr/>
        <a:lstStyle/>
        <a:p>
          <a:endParaRPr lang="en-AU"/>
        </a:p>
      </dgm:t>
    </dgm:pt>
    <dgm:pt modelId="{FFCE032D-29BA-4D7E-B32A-80869A8FFBAF}" type="sibTrans" cxnId="{274E8A48-958B-4B2B-83B4-294A055EE3CD}">
      <dgm:prSet/>
      <dgm:spPr/>
      <dgm:t>
        <a:bodyPr/>
        <a:lstStyle/>
        <a:p>
          <a:endParaRPr lang="en-AU"/>
        </a:p>
      </dgm:t>
    </dgm:pt>
    <dgm:pt modelId="{DA630805-589F-40FE-B4A9-A3C7971583FB}">
      <dgm:prSet/>
      <dgm:spPr>
        <a:solidFill>
          <a:schemeClr val="bg2">
            <a:lumMod val="75000"/>
          </a:schemeClr>
        </a:solidFill>
      </dgm:spPr>
      <dgm:t>
        <a:bodyPr/>
        <a:lstStyle/>
        <a:p>
          <a:r>
            <a:rPr lang="en-AU"/>
            <a:t>Business Process Maps</a:t>
          </a:r>
        </a:p>
      </dgm:t>
    </dgm:pt>
    <dgm:pt modelId="{21D2D3E8-ED16-4668-8A50-BA9C625F6C75}" type="parTrans" cxnId="{0ECAC545-A10E-4A1D-9B83-461095219625}">
      <dgm:prSet/>
      <dgm:spPr/>
      <dgm:t>
        <a:bodyPr/>
        <a:lstStyle/>
        <a:p>
          <a:endParaRPr lang="en-AU"/>
        </a:p>
      </dgm:t>
    </dgm:pt>
    <dgm:pt modelId="{7DD32041-1F6D-43CF-86D9-B3A357D8B036}" type="sibTrans" cxnId="{0ECAC545-A10E-4A1D-9B83-461095219625}">
      <dgm:prSet/>
      <dgm:spPr/>
      <dgm:t>
        <a:bodyPr/>
        <a:lstStyle/>
        <a:p>
          <a:endParaRPr lang="en-AU"/>
        </a:p>
      </dgm:t>
    </dgm:pt>
    <dgm:pt modelId="{DF9E427A-F061-4D73-876E-50DFE6A2B7E5}">
      <dgm:prSet/>
      <dgm:spPr>
        <a:solidFill>
          <a:schemeClr val="bg2">
            <a:lumMod val="75000"/>
          </a:schemeClr>
        </a:solidFill>
      </dgm:spPr>
      <dgm:t>
        <a:bodyPr/>
        <a:lstStyle/>
        <a:p>
          <a:r>
            <a:rPr lang="en-AU"/>
            <a:t>Target Operating Model</a:t>
          </a:r>
        </a:p>
      </dgm:t>
    </dgm:pt>
    <dgm:pt modelId="{0A2748D7-A676-47D0-86C9-1C95FAEAC323}" type="parTrans" cxnId="{11EB690B-E4FE-4F67-AE1F-18BDE3A0C068}">
      <dgm:prSet/>
      <dgm:spPr/>
      <dgm:t>
        <a:bodyPr/>
        <a:lstStyle/>
        <a:p>
          <a:endParaRPr lang="en-AU"/>
        </a:p>
      </dgm:t>
    </dgm:pt>
    <dgm:pt modelId="{976951EB-5A6F-4FE6-946C-BA2364294F13}" type="sibTrans" cxnId="{11EB690B-E4FE-4F67-AE1F-18BDE3A0C068}">
      <dgm:prSet/>
      <dgm:spPr/>
      <dgm:t>
        <a:bodyPr/>
        <a:lstStyle/>
        <a:p>
          <a:endParaRPr lang="en-AU"/>
        </a:p>
      </dgm:t>
    </dgm:pt>
    <dgm:pt modelId="{6179B0DF-E47A-4DC1-A6E5-35A2A8035506}">
      <dgm:prSet/>
      <dgm:spPr>
        <a:solidFill>
          <a:schemeClr val="bg2">
            <a:lumMod val="75000"/>
          </a:schemeClr>
        </a:solidFill>
      </dgm:spPr>
      <dgm:t>
        <a:bodyPr/>
        <a:lstStyle/>
        <a:p>
          <a:r>
            <a:rPr lang="en-AU"/>
            <a:t>Revised Policies &amp; Procedures</a:t>
          </a:r>
        </a:p>
      </dgm:t>
    </dgm:pt>
    <dgm:pt modelId="{7503258F-CB4C-4821-9D8D-C5A58C1571DE}" type="parTrans" cxnId="{34555928-D684-4C54-88AD-6477A968AE47}">
      <dgm:prSet/>
      <dgm:spPr/>
      <dgm:t>
        <a:bodyPr/>
        <a:lstStyle/>
        <a:p>
          <a:endParaRPr lang="en-AU"/>
        </a:p>
      </dgm:t>
    </dgm:pt>
    <dgm:pt modelId="{4AA92FAA-660E-4451-AAED-C02C3ABD0A79}" type="sibTrans" cxnId="{34555928-D684-4C54-88AD-6477A968AE47}">
      <dgm:prSet/>
      <dgm:spPr/>
      <dgm:t>
        <a:bodyPr/>
        <a:lstStyle/>
        <a:p>
          <a:endParaRPr lang="en-AU"/>
        </a:p>
      </dgm:t>
    </dgm:pt>
    <dgm:pt modelId="{63C0A874-E3F2-452F-95FF-C800D865E671}">
      <dgm:prSet/>
      <dgm:spPr>
        <a:solidFill>
          <a:schemeClr val="bg2">
            <a:lumMod val="75000"/>
          </a:schemeClr>
        </a:solidFill>
      </dgm:spPr>
      <dgm:t>
        <a:bodyPr/>
        <a:lstStyle/>
        <a:p>
          <a:r>
            <a:rPr lang="en-AU"/>
            <a:t>Org Structure &amp; RACI Changes</a:t>
          </a:r>
        </a:p>
      </dgm:t>
    </dgm:pt>
    <dgm:pt modelId="{FB0EDD93-3471-4BEA-9C74-D18C3A65BE60}" type="parTrans" cxnId="{93913021-D7BD-48AB-A6A2-0520C516965E}">
      <dgm:prSet/>
      <dgm:spPr/>
      <dgm:t>
        <a:bodyPr/>
        <a:lstStyle/>
        <a:p>
          <a:endParaRPr lang="en-AU"/>
        </a:p>
      </dgm:t>
    </dgm:pt>
    <dgm:pt modelId="{006E42A9-4AAD-4565-A98E-A6F4AE99926A}" type="sibTrans" cxnId="{93913021-D7BD-48AB-A6A2-0520C516965E}">
      <dgm:prSet/>
      <dgm:spPr/>
      <dgm:t>
        <a:bodyPr/>
        <a:lstStyle/>
        <a:p>
          <a:endParaRPr lang="en-AU"/>
        </a:p>
      </dgm:t>
    </dgm:pt>
    <dgm:pt modelId="{64C84F6C-4C89-42C9-BBFB-E3A9FEECB53C}">
      <dgm:prSet/>
      <dgm:spPr>
        <a:solidFill>
          <a:schemeClr val="bg2">
            <a:lumMod val="75000"/>
          </a:schemeClr>
        </a:solidFill>
      </dgm:spPr>
      <dgm:t>
        <a:bodyPr/>
        <a:lstStyle/>
        <a:p>
          <a:r>
            <a:rPr lang="en-AU"/>
            <a:t>Change Impact Assessment</a:t>
          </a:r>
        </a:p>
      </dgm:t>
    </dgm:pt>
    <dgm:pt modelId="{2CEDF25F-6939-4F31-AEE1-81814F018153}" type="parTrans" cxnId="{9AC74D6E-DDE6-4625-B9D0-EC31B2E681A7}">
      <dgm:prSet/>
      <dgm:spPr/>
      <dgm:t>
        <a:bodyPr/>
        <a:lstStyle/>
        <a:p>
          <a:endParaRPr lang="en-AU"/>
        </a:p>
      </dgm:t>
    </dgm:pt>
    <dgm:pt modelId="{96EF7CCA-67E8-418B-B4A5-1515FA510C91}" type="sibTrans" cxnId="{9AC74D6E-DDE6-4625-B9D0-EC31B2E681A7}">
      <dgm:prSet/>
      <dgm:spPr/>
      <dgm:t>
        <a:bodyPr/>
        <a:lstStyle/>
        <a:p>
          <a:endParaRPr lang="en-AU"/>
        </a:p>
      </dgm:t>
    </dgm:pt>
    <dgm:pt modelId="{BB5616D0-CD6B-4AFA-914E-D4A64560E1D3}">
      <dgm:prSet/>
      <dgm:spPr>
        <a:solidFill>
          <a:schemeClr val="bg2">
            <a:lumMod val="75000"/>
          </a:schemeClr>
        </a:solidFill>
      </dgm:spPr>
      <dgm:t>
        <a:bodyPr/>
        <a:lstStyle/>
        <a:p>
          <a:r>
            <a:rPr lang="en-AU"/>
            <a:t>Business Readiness Assessment</a:t>
          </a:r>
        </a:p>
      </dgm:t>
    </dgm:pt>
    <dgm:pt modelId="{260C4ED7-3608-4DAA-8893-2CC8555D359C}" type="parTrans" cxnId="{5E53D053-18B7-4747-8CDF-101EB837E805}">
      <dgm:prSet/>
      <dgm:spPr/>
      <dgm:t>
        <a:bodyPr/>
        <a:lstStyle/>
        <a:p>
          <a:endParaRPr lang="en-AU"/>
        </a:p>
      </dgm:t>
    </dgm:pt>
    <dgm:pt modelId="{A13C9B28-DDD2-48E8-855B-074BBF92BA43}" type="sibTrans" cxnId="{5E53D053-18B7-4747-8CDF-101EB837E805}">
      <dgm:prSet/>
      <dgm:spPr/>
      <dgm:t>
        <a:bodyPr/>
        <a:lstStyle/>
        <a:p>
          <a:endParaRPr lang="en-AU"/>
        </a:p>
      </dgm:t>
    </dgm:pt>
    <dgm:pt modelId="{F35FFE74-4990-45D5-A4CB-80872A2AC027}">
      <dgm:prSet/>
      <dgm:spPr>
        <a:solidFill>
          <a:schemeClr val="bg2">
            <a:lumMod val="75000"/>
          </a:schemeClr>
        </a:solidFill>
      </dgm:spPr>
      <dgm:t>
        <a:bodyPr/>
        <a:lstStyle/>
        <a:p>
          <a:r>
            <a:rPr lang="en-AU"/>
            <a:t>User Work Instructions</a:t>
          </a:r>
        </a:p>
      </dgm:t>
    </dgm:pt>
    <dgm:pt modelId="{226E3F2A-149C-4E31-AF49-05035199D23B}" type="parTrans" cxnId="{ED169712-C172-4CBC-A84A-C637484FCFBB}">
      <dgm:prSet/>
      <dgm:spPr/>
      <dgm:t>
        <a:bodyPr/>
        <a:lstStyle/>
        <a:p>
          <a:endParaRPr lang="en-AU"/>
        </a:p>
      </dgm:t>
    </dgm:pt>
    <dgm:pt modelId="{BE5983D3-2057-400F-8490-A4413F6061A4}" type="sibTrans" cxnId="{ED169712-C172-4CBC-A84A-C637484FCFBB}">
      <dgm:prSet/>
      <dgm:spPr/>
      <dgm:t>
        <a:bodyPr/>
        <a:lstStyle/>
        <a:p>
          <a:endParaRPr lang="en-AU"/>
        </a:p>
      </dgm:t>
    </dgm:pt>
    <dgm:pt modelId="{6AE7F5F1-29A0-46DF-AACF-A442207EF17A}">
      <dgm:prSet/>
      <dgm:spPr>
        <a:solidFill>
          <a:schemeClr val="bg2">
            <a:lumMod val="75000"/>
          </a:schemeClr>
        </a:solidFill>
      </dgm:spPr>
      <dgm:t>
        <a:bodyPr/>
        <a:lstStyle/>
        <a:p>
          <a:r>
            <a:rPr lang="en-AU"/>
            <a:t>Benefits Realisation Plan</a:t>
          </a:r>
        </a:p>
      </dgm:t>
    </dgm:pt>
    <dgm:pt modelId="{20C93597-4DC1-4325-8363-E7CD2A9D1B4A}" type="parTrans" cxnId="{040CB06B-F1C0-4D6A-AE67-F6E6833EF74C}">
      <dgm:prSet/>
      <dgm:spPr/>
      <dgm:t>
        <a:bodyPr/>
        <a:lstStyle/>
        <a:p>
          <a:endParaRPr lang="en-AU"/>
        </a:p>
      </dgm:t>
    </dgm:pt>
    <dgm:pt modelId="{D236264C-7958-4241-9268-87FADE28B6BC}" type="sibTrans" cxnId="{040CB06B-F1C0-4D6A-AE67-F6E6833EF74C}">
      <dgm:prSet/>
      <dgm:spPr/>
      <dgm:t>
        <a:bodyPr/>
        <a:lstStyle/>
        <a:p>
          <a:endParaRPr lang="en-AU"/>
        </a:p>
      </dgm:t>
    </dgm:pt>
    <dgm:pt modelId="{E664B720-95DB-4E44-A34B-1E3CA7CEFE8A}" type="asst">
      <dgm:prSet phldrT="[Text]" phldr="0"/>
      <dgm:spPr>
        <a:solidFill>
          <a:schemeClr val="accent5">
            <a:lumMod val="40000"/>
            <a:lumOff val="60000"/>
          </a:schemeClr>
        </a:solidFill>
      </dgm:spPr>
      <dgm:t>
        <a:bodyPr/>
        <a:lstStyle/>
        <a:p>
          <a:r>
            <a:rPr lang="en-AU"/>
            <a:t>Modernised NEVDIS Integrations</a:t>
          </a:r>
        </a:p>
      </dgm:t>
    </dgm:pt>
    <dgm:pt modelId="{571ACF06-55FC-4374-937B-261F0EA52AD8}" type="parTrans" cxnId="{3A70FC92-A56B-4050-9F5A-202E9B2980C3}">
      <dgm:prSet/>
      <dgm:spPr/>
      <dgm:t>
        <a:bodyPr/>
        <a:lstStyle/>
        <a:p>
          <a:endParaRPr lang="en-AU"/>
        </a:p>
      </dgm:t>
    </dgm:pt>
    <dgm:pt modelId="{08204739-CB0F-454F-BF74-DDED9993D53A}" type="sibTrans" cxnId="{3A70FC92-A56B-4050-9F5A-202E9B2980C3}">
      <dgm:prSet/>
      <dgm:spPr/>
      <dgm:t>
        <a:bodyPr/>
        <a:lstStyle/>
        <a:p>
          <a:endParaRPr lang="en-AU"/>
        </a:p>
      </dgm:t>
    </dgm:pt>
    <dgm:pt modelId="{2DAB3FA9-2F8A-4327-845A-BCD6E05164EB}" type="asst">
      <dgm:prSet phldrT="[Text]" phldr="0"/>
      <dgm:spPr>
        <a:solidFill>
          <a:schemeClr val="accent5">
            <a:lumMod val="40000"/>
            <a:lumOff val="60000"/>
          </a:schemeClr>
        </a:solidFill>
      </dgm:spPr>
      <dgm:t>
        <a:bodyPr/>
        <a:lstStyle/>
        <a:p>
          <a:r>
            <a:rPr lang="en-AU"/>
            <a:t>NHVR Work</a:t>
          </a:r>
        </a:p>
      </dgm:t>
    </dgm:pt>
    <dgm:pt modelId="{B0D73427-0902-4295-A07B-0BD41778D480}" type="parTrans" cxnId="{06C12BCF-2EEB-4DA2-8A6C-0EC77A11FCA7}">
      <dgm:prSet/>
      <dgm:spPr/>
      <dgm:t>
        <a:bodyPr/>
        <a:lstStyle/>
        <a:p>
          <a:endParaRPr lang="en-AU"/>
        </a:p>
      </dgm:t>
    </dgm:pt>
    <dgm:pt modelId="{D1E73E38-9AED-4FEE-B071-6E7176120BF0}" type="sibTrans" cxnId="{06C12BCF-2EEB-4DA2-8A6C-0EC77A11FCA7}">
      <dgm:prSet/>
      <dgm:spPr/>
      <dgm:t>
        <a:bodyPr/>
        <a:lstStyle/>
        <a:p>
          <a:endParaRPr lang="en-AU"/>
        </a:p>
      </dgm:t>
    </dgm:pt>
    <dgm:pt modelId="{400DA91C-B56B-4B4A-B720-ACF45A469AA6}" type="asst">
      <dgm:prSet phldrT="[Text]" phldr="0"/>
      <dgm:spPr>
        <a:solidFill>
          <a:schemeClr val="accent5">
            <a:lumMod val="40000"/>
            <a:lumOff val="60000"/>
          </a:schemeClr>
        </a:solidFill>
      </dgm:spPr>
      <dgm:t>
        <a:bodyPr/>
        <a:lstStyle/>
        <a:p>
          <a:r>
            <a:rPr lang="en-AU"/>
            <a:t>NDFLRS</a:t>
          </a:r>
        </a:p>
      </dgm:t>
    </dgm:pt>
    <dgm:pt modelId="{FE19AF82-CCAD-4921-8A3F-56EE7BAB2895}" type="parTrans" cxnId="{068ED40D-F9E1-4A6B-8CFF-5D8658AA1A7C}">
      <dgm:prSet/>
      <dgm:spPr/>
      <dgm:t>
        <a:bodyPr/>
        <a:lstStyle/>
        <a:p>
          <a:endParaRPr lang="en-AU"/>
        </a:p>
      </dgm:t>
    </dgm:pt>
    <dgm:pt modelId="{204860D9-4E37-4482-A763-266FB4832037}" type="sibTrans" cxnId="{068ED40D-F9E1-4A6B-8CFF-5D8658AA1A7C}">
      <dgm:prSet/>
      <dgm:spPr/>
      <dgm:t>
        <a:bodyPr/>
        <a:lstStyle/>
        <a:p>
          <a:endParaRPr lang="en-AU"/>
        </a:p>
      </dgm:t>
    </dgm:pt>
    <dgm:pt modelId="{CE01B670-1EEA-4848-90D3-DFD1C7C7F55F}" type="pres">
      <dgm:prSet presAssocID="{DBEA68D6-E158-4934-BAF2-CD3B153353BA}" presName="hierChild1" presStyleCnt="0">
        <dgm:presLayoutVars>
          <dgm:orgChart val="1"/>
          <dgm:chPref val="1"/>
          <dgm:dir/>
          <dgm:animOne val="branch"/>
          <dgm:animLvl val="lvl"/>
          <dgm:resizeHandles/>
        </dgm:presLayoutVars>
      </dgm:prSet>
      <dgm:spPr/>
    </dgm:pt>
    <dgm:pt modelId="{90DD1432-594A-402F-BA90-BF3AD7D3805E}" type="pres">
      <dgm:prSet presAssocID="{10A0EA3D-3AD4-4A16-AC66-3525B6400D15}" presName="hierRoot1" presStyleCnt="0">
        <dgm:presLayoutVars>
          <dgm:hierBranch val="init"/>
        </dgm:presLayoutVars>
      </dgm:prSet>
      <dgm:spPr/>
    </dgm:pt>
    <dgm:pt modelId="{435A436E-4C62-4EA4-BCE3-82AF2D66BD97}" type="pres">
      <dgm:prSet presAssocID="{10A0EA3D-3AD4-4A16-AC66-3525B6400D15}" presName="rootComposite1" presStyleCnt="0"/>
      <dgm:spPr/>
    </dgm:pt>
    <dgm:pt modelId="{228A01CC-3BEE-415F-A2AB-98EE968D4C9E}" type="pres">
      <dgm:prSet presAssocID="{10A0EA3D-3AD4-4A16-AC66-3525B6400D15}" presName="rootText1" presStyleLbl="node0" presStyleIdx="0" presStyleCnt="1" custScaleX="1315402">
        <dgm:presLayoutVars>
          <dgm:chPref val="3"/>
        </dgm:presLayoutVars>
      </dgm:prSet>
      <dgm:spPr/>
    </dgm:pt>
    <dgm:pt modelId="{5265131C-4C0A-45D5-A034-D2AF2599472B}" type="pres">
      <dgm:prSet presAssocID="{10A0EA3D-3AD4-4A16-AC66-3525B6400D15}" presName="rootConnector1" presStyleLbl="node1" presStyleIdx="0" presStyleCnt="0"/>
      <dgm:spPr/>
    </dgm:pt>
    <dgm:pt modelId="{65D6C5B1-00A1-4204-9741-CA885FE72364}" type="pres">
      <dgm:prSet presAssocID="{10A0EA3D-3AD4-4A16-AC66-3525B6400D15}" presName="hierChild2" presStyleCnt="0"/>
      <dgm:spPr/>
    </dgm:pt>
    <dgm:pt modelId="{B9DD715D-069C-4BC2-A1E9-3705206A9E7E}" type="pres">
      <dgm:prSet presAssocID="{D4470D27-09CC-41EB-BA1A-CCC1BA5C0E27}" presName="Name37" presStyleLbl="parChTrans1D2" presStyleIdx="0" presStyleCnt="8"/>
      <dgm:spPr/>
    </dgm:pt>
    <dgm:pt modelId="{F7B2959F-C810-441E-ABAC-C79DB10C6809}" type="pres">
      <dgm:prSet presAssocID="{C5037945-930F-4B75-858B-B894823169CF}" presName="hierRoot2" presStyleCnt="0">
        <dgm:presLayoutVars>
          <dgm:hierBranch val="init"/>
        </dgm:presLayoutVars>
      </dgm:prSet>
      <dgm:spPr/>
    </dgm:pt>
    <dgm:pt modelId="{5D913086-3A8D-4E5B-903E-99ABE15D3392}" type="pres">
      <dgm:prSet presAssocID="{C5037945-930F-4B75-858B-B894823169CF}" presName="rootComposite" presStyleCnt="0"/>
      <dgm:spPr/>
    </dgm:pt>
    <dgm:pt modelId="{EF0DF732-FD85-4D52-8905-6DCB2A652547}" type="pres">
      <dgm:prSet presAssocID="{C5037945-930F-4B75-858B-B894823169CF}" presName="rootText" presStyleLbl="node2" presStyleIdx="0" presStyleCnt="5" custScaleX="455744">
        <dgm:presLayoutVars>
          <dgm:chPref val="3"/>
        </dgm:presLayoutVars>
      </dgm:prSet>
      <dgm:spPr/>
    </dgm:pt>
    <dgm:pt modelId="{B3034FE3-F479-4DF4-A8BF-8880E94D2217}" type="pres">
      <dgm:prSet presAssocID="{C5037945-930F-4B75-858B-B894823169CF}" presName="rootConnector" presStyleLbl="node2" presStyleIdx="0" presStyleCnt="5"/>
      <dgm:spPr/>
    </dgm:pt>
    <dgm:pt modelId="{D39E0032-FE8A-41E3-BCA2-2DD8ED595AFD}" type="pres">
      <dgm:prSet presAssocID="{C5037945-930F-4B75-858B-B894823169CF}" presName="hierChild4" presStyleCnt="0"/>
      <dgm:spPr/>
    </dgm:pt>
    <dgm:pt modelId="{7CA3097E-DF06-4306-90D8-092D17D517A3}" type="pres">
      <dgm:prSet presAssocID="{8B435217-472D-41FB-B90A-51F67EEBBD13}" presName="Name37" presStyleLbl="parChTrans1D3" presStyleIdx="0" presStyleCnt="11"/>
      <dgm:spPr/>
    </dgm:pt>
    <dgm:pt modelId="{AB3ECC90-3C57-44A5-937C-3ADE503D492D}" type="pres">
      <dgm:prSet presAssocID="{950DF26E-17D9-4CD6-BA22-3B12B191F0B1}" presName="hierRoot2" presStyleCnt="0">
        <dgm:presLayoutVars>
          <dgm:hierBranch val="init"/>
        </dgm:presLayoutVars>
      </dgm:prSet>
      <dgm:spPr/>
    </dgm:pt>
    <dgm:pt modelId="{C4524F9E-1F5E-4103-8C7B-1DD3B3E09CA6}" type="pres">
      <dgm:prSet presAssocID="{950DF26E-17D9-4CD6-BA22-3B12B191F0B1}" presName="rootComposite" presStyleCnt="0"/>
      <dgm:spPr/>
    </dgm:pt>
    <dgm:pt modelId="{D7DEFF10-285D-460F-B6C2-3621F12D5071}" type="pres">
      <dgm:prSet presAssocID="{950DF26E-17D9-4CD6-BA22-3B12B191F0B1}" presName="rootText" presStyleLbl="node3" presStyleIdx="0" presStyleCnt="11">
        <dgm:presLayoutVars>
          <dgm:chPref val="3"/>
        </dgm:presLayoutVars>
      </dgm:prSet>
      <dgm:spPr/>
    </dgm:pt>
    <dgm:pt modelId="{5218C1E6-A7C1-45B1-BD6C-50F3BFADC1B2}" type="pres">
      <dgm:prSet presAssocID="{950DF26E-17D9-4CD6-BA22-3B12B191F0B1}" presName="rootConnector" presStyleLbl="node3" presStyleIdx="0" presStyleCnt="11"/>
      <dgm:spPr/>
    </dgm:pt>
    <dgm:pt modelId="{B280554C-1ADC-4B1E-8EF4-81DC9F4A70AE}" type="pres">
      <dgm:prSet presAssocID="{950DF26E-17D9-4CD6-BA22-3B12B191F0B1}" presName="hierChild4" presStyleCnt="0"/>
      <dgm:spPr/>
    </dgm:pt>
    <dgm:pt modelId="{671179AC-5FAC-4A39-B7FF-0414C95E3528}" type="pres">
      <dgm:prSet presAssocID="{17C83013-93B6-4299-822D-850CD1F8E1C4}" presName="Name37" presStyleLbl="parChTrans1D4" presStyleIdx="0" presStyleCnt="22"/>
      <dgm:spPr/>
    </dgm:pt>
    <dgm:pt modelId="{0AB006A4-182D-4959-8DCB-18D7F1BAD9A9}" type="pres">
      <dgm:prSet presAssocID="{4ED5C0B1-92B0-476D-A064-D707F3607BE3}" presName="hierRoot2" presStyleCnt="0">
        <dgm:presLayoutVars>
          <dgm:hierBranch val="init"/>
        </dgm:presLayoutVars>
      </dgm:prSet>
      <dgm:spPr/>
    </dgm:pt>
    <dgm:pt modelId="{55AA2491-D4E2-4442-BAC2-BA16763FAF50}" type="pres">
      <dgm:prSet presAssocID="{4ED5C0B1-92B0-476D-A064-D707F3607BE3}" presName="rootComposite" presStyleCnt="0"/>
      <dgm:spPr/>
    </dgm:pt>
    <dgm:pt modelId="{88D6AF2A-AB2A-4DDC-9F25-5FEB13DE3F9A}" type="pres">
      <dgm:prSet presAssocID="{4ED5C0B1-92B0-476D-A064-D707F3607BE3}" presName="rootText" presStyleLbl="node4" presStyleIdx="0" presStyleCnt="22">
        <dgm:presLayoutVars>
          <dgm:chPref val="3"/>
        </dgm:presLayoutVars>
      </dgm:prSet>
      <dgm:spPr/>
    </dgm:pt>
    <dgm:pt modelId="{3E2E92DB-5C6F-4ED9-9583-E91717EC9D4B}" type="pres">
      <dgm:prSet presAssocID="{4ED5C0B1-92B0-476D-A064-D707F3607BE3}" presName="rootConnector" presStyleLbl="node4" presStyleIdx="0" presStyleCnt="22"/>
      <dgm:spPr/>
    </dgm:pt>
    <dgm:pt modelId="{A775A552-A598-4FF2-828D-28A777D8D49E}" type="pres">
      <dgm:prSet presAssocID="{4ED5C0B1-92B0-476D-A064-D707F3607BE3}" presName="hierChild4" presStyleCnt="0"/>
      <dgm:spPr/>
    </dgm:pt>
    <dgm:pt modelId="{4C841937-9171-47C2-B2B1-897C754EA2F9}" type="pres">
      <dgm:prSet presAssocID="{4ED5C0B1-92B0-476D-A064-D707F3607BE3}" presName="hierChild5" presStyleCnt="0"/>
      <dgm:spPr/>
    </dgm:pt>
    <dgm:pt modelId="{917A0AFA-0687-4CD7-A02C-2B5A2A29DC08}" type="pres">
      <dgm:prSet presAssocID="{D0C79BF9-EA6A-470B-B112-99598FC4D66F}" presName="Name37" presStyleLbl="parChTrans1D4" presStyleIdx="1" presStyleCnt="22"/>
      <dgm:spPr/>
    </dgm:pt>
    <dgm:pt modelId="{E20BA6D2-893E-487D-8683-EFAF9C9804F2}" type="pres">
      <dgm:prSet presAssocID="{E6F20497-E36F-4F26-9883-A4BC83ABA34F}" presName="hierRoot2" presStyleCnt="0">
        <dgm:presLayoutVars>
          <dgm:hierBranch val="init"/>
        </dgm:presLayoutVars>
      </dgm:prSet>
      <dgm:spPr/>
    </dgm:pt>
    <dgm:pt modelId="{427688FD-121D-47B8-8931-D5204B8647E1}" type="pres">
      <dgm:prSet presAssocID="{E6F20497-E36F-4F26-9883-A4BC83ABA34F}" presName="rootComposite" presStyleCnt="0"/>
      <dgm:spPr/>
    </dgm:pt>
    <dgm:pt modelId="{80857E5D-5A40-47FA-A4DC-63DCAE736606}" type="pres">
      <dgm:prSet presAssocID="{E6F20497-E36F-4F26-9883-A4BC83ABA34F}" presName="rootText" presStyleLbl="node4" presStyleIdx="1" presStyleCnt="22">
        <dgm:presLayoutVars>
          <dgm:chPref val="3"/>
        </dgm:presLayoutVars>
      </dgm:prSet>
      <dgm:spPr/>
    </dgm:pt>
    <dgm:pt modelId="{E84BCE6F-06E3-4BC8-871D-9A93C6044AE4}" type="pres">
      <dgm:prSet presAssocID="{E6F20497-E36F-4F26-9883-A4BC83ABA34F}" presName="rootConnector" presStyleLbl="node4" presStyleIdx="1" presStyleCnt="22"/>
      <dgm:spPr/>
    </dgm:pt>
    <dgm:pt modelId="{61E5CA6B-3955-4E6B-A536-8F209B0425DA}" type="pres">
      <dgm:prSet presAssocID="{E6F20497-E36F-4F26-9883-A4BC83ABA34F}" presName="hierChild4" presStyleCnt="0"/>
      <dgm:spPr/>
    </dgm:pt>
    <dgm:pt modelId="{90C2E34E-D962-4C76-984B-1AA560324FC7}" type="pres">
      <dgm:prSet presAssocID="{E6F20497-E36F-4F26-9883-A4BC83ABA34F}" presName="hierChild5" presStyleCnt="0"/>
      <dgm:spPr/>
    </dgm:pt>
    <dgm:pt modelId="{1420530A-1FB5-4E43-9A35-FF949B7D025C}" type="pres">
      <dgm:prSet presAssocID="{950DF26E-17D9-4CD6-BA22-3B12B191F0B1}" presName="hierChild5" presStyleCnt="0"/>
      <dgm:spPr/>
    </dgm:pt>
    <dgm:pt modelId="{A6E2B9B1-B808-4C3E-9CA4-FDBFEB7C6E12}" type="pres">
      <dgm:prSet presAssocID="{691118F6-AAF5-40E0-AD6D-235FADC018C0}" presName="Name37" presStyleLbl="parChTrans1D3" presStyleIdx="1" presStyleCnt="11"/>
      <dgm:spPr/>
    </dgm:pt>
    <dgm:pt modelId="{842694ED-63FE-41F5-8205-A2D2ED7AB622}" type="pres">
      <dgm:prSet presAssocID="{92162928-B373-4802-B988-4C318FAE4B4C}" presName="hierRoot2" presStyleCnt="0">
        <dgm:presLayoutVars>
          <dgm:hierBranch val="init"/>
        </dgm:presLayoutVars>
      </dgm:prSet>
      <dgm:spPr/>
    </dgm:pt>
    <dgm:pt modelId="{156B7B81-9C4B-4435-88FA-61CD1E94F7AC}" type="pres">
      <dgm:prSet presAssocID="{92162928-B373-4802-B988-4C318FAE4B4C}" presName="rootComposite" presStyleCnt="0"/>
      <dgm:spPr/>
    </dgm:pt>
    <dgm:pt modelId="{E053A169-9C0A-4979-A9C3-739101C47B4F}" type="pres">
      <dgm:prSet presAssocID="{92162928-B373-4802-B988-4C318FAE4B4C}" presName="rootText" presStyleLbl="node3" presStyleIdx="1" presStyleCnt="11">
        <dgm:presLayoutVars>
          <dgm:chPref val="3"/>
        </dgm:presLayoutVars>
      </dgm:prSet>
      <dgm:spPr/>
    </dgm:pt>
    <dgm:pt modelId="{38710617-AD94-492E-877A-67DEA8A29246}" type="pres">
      <dgm:prSet presAssocID="{92162928-B373-4802-B988-4C318FAE4B4C}" presName="rootConnector" presStyleLbl="node3" presStyleIdx="1" presStyleCnt="11"/>
      <dgm:spPr/>
    </dgm:pt>
    <dgm:pt modelId="{EE25FEE9-C0A4-43A3-BC29-09C1DC02735B}" type="pres">
      <dgm:prSet presAssocID="{92162928-B373-4802-B988-4C318FAE4B4C}" presName="hierChild4" presStyleCnt="0"/>
      <dgm:spPr/>
    </dgm:pt>
    <dgm:pt modelId="{C3BEE66D-DBFC-4B5B-824F-AE729B3E2A92}" type="pres">
      <dgm:prSet presAssocID="{4AB04E85-FE6A-4EA2-B818-06ED39A51C26}" presName="Name37" presStyleLbl="parChTrans1D4" presStyleIdx="2" presStyleCnt="22"/>
      <dgm:spPr/>
    </dgm:pt>
    <dgm:pt modelId="{A9CFCED3-6ECE-4576-ABCC-0C5B70059EB9}" type="pres">
      <dgm:prSet presAssocID="{148B9544-AAE4-4F82-A7BD-B12D32E93924}" presName="hierRoot2" presStyleCnt="0">
        <dgm:presLayoutVars>
          <dgm:hierBranch val="init"/>
        </dgm:presLayoutVars>
      </dgm:prSet>
      <dgm:spPr/>
    </dgm:pt>
    <dgm:pt modelId="{69DD92A3-402B-4486-B358-BBA3E344CCFB}" type="pres">
      <dgm:prSet presAssocID="{148B9544-AAE4-4F82-A7BD-B12D32E93924}" presName="rootComposite" presStyleCnt="0"/>
      <dgm:spPr/>
    </dgm:pt>
    <dgm:pt modelId="{9602321A-0529-41BB-8BDE-C5896B1187CD}" type="pres">
      <dgm:prSet presAssocID="{148B9544-AAE4-4F82-A7BD-B12D32E93924}" presName="rootText" presStyleLbl="node4" presStyleIdx="2" presStyleCnt="22">
        <dgm:presLayoutVars>
          <dgm:chPref val="3"/>
        </dgm:presLayoutVars>
      </dgm:prSet>
      <dgm:spPr/>
    </dgm:pt>
    <dgm:pt modelId="{15AE8028-70C7-4D5B-B57D-0B4DC8D041C5}" type="pres">
      <dgm:prSet presAssocID="{148B9544-AAE4-4F82-A7BD-B12D32E93924}" presName="rootConnector" presStyleLbl="node4" presStyleIdx="2" presStyleCnt="22"/>
      <dgm:spPr/>
    </dgm:pt>
    <dgm:pt modelId="{939275F3-B58F-45AC-8398-CC8AF1075322}" type="pres">
      <dgm:prSet presAssocID="{148B9544-AAE4-4F82-A7BD-B12D32E93924}" presName="hierChild4" presStyleCnt="0"/>
      <dgm:spPr/>
    </dgm:pt>
    <dgm:pt modelId="{7670B313-9F55-4FF1-B65A-9F20334A188C}" type="pres">
      <dgm:prSet presAssocID="{148B9544-AAE4-4F82-A7BD-B12D32E93924}" presName="hierChild5" presStyleCnt="0"/>
      <dgm:spPr/>
    </dgm:pt>
    <dgm:pt modelId="{8AE61498-7424-433C-B920-4C4E22FE37C9}" type="pres">
      <dgm:prSet presAssocID="{5AFEA85B-003E-4014-9827-C634609F3F12}" presName="Name37" presStyleLbl="parChTrans1D4" presStyleIdx="3" presStyleCnt="22"/>
      <dgm:spPr/>
    </dgm:pt>
    <dgm:pt modelId="{8CA74FDC-C221-4F1E-B367-D76A13DF6CEE}" type="pres">
      <dgm:prSet presAssocID="{00AC022C-23A1-48BC-BDFF-3F7F28B476E7}" presName="hierRoot2" presStyleCnt="0">
        <dgm:presLayoutVars>
          <dgm:hierBranch val="init"/>
        </dgm:presLayoutVars>
      </dgm:prSet>
      <dgm:spPr/>
    </dgm:pt>
    <dgm:pt modelId="{7F16C559-3AAD-4FA9-9616-85DB22A494CA}" type="pres">
      <dgm:prSet presAssocID="{00AC022C-23A1-48BC-BDFF-3F7F28B476E7}" presName="rootComposite" presStyleCnt="0"/>
      <dgm:spPr/>
    </dgm:pt>
    <dgm:pt modelId="{F4DC1B83-6C23-49DE-87E8-6B79DB8CBA59}" type="pres">
      <dgm:prSet presAssocID="{00AC022C-23A1-48BC-BDFF-3F7F28B476E7}" presName="rootText" presStyleLbl="node4" presStyleIdx="3" presStyleCnt="22">
        <dgm:presLayoutVars>
          <dgm:chPref val="3"/>
        </dgm:presLayoutVars>
      </dgm:prSet>
      <dgm:spPr/>
    </dgm:pt>
    <dgm:pt modelId="{2E89282F-DCA8-4DC6-A0AC-B3C141F66B5F}" type="pres">
      <dgm:prSet presAssocID="{00AC022C-23A1-48BC-BDFF-3F7F28B476E7}" presName="rootConnector" presStyleLbl="node4" presStyleIdx="3" presStyleCnt="22"/>
      <dgm:spPr/>
    </dgm:pt>
    <dgm:pt modelId="{F6E2F938-DD76-41F8-BE30-138493256B47}" type="pres">
      <dgm:prSet presAssocID="{00AC022C-23A1-48BC-BDFF-3F7F28B476E7}" presName="hierChild4" presStyleCnt="0"/>
      <dgm:spPr/>
    </dgm:pt>
    <dgm:pt modelId="{51C1861F-64E4-4F9E-A995-A36D30121CD2}" type="pres">
      <dgm:prSet presAssocID="{00AC022C-23A1-48BC-BDFF-3F7F28B476E7}" presName="hierChild5" presStyleCnt="0"/>
      <dgm:spPr/>
    </dgm:pt>
    <dgm:pt modelId="{819CF286-327E-4771-A756-F0B2B9DBDA4B}" type="pres">
      <dgm:prSet presAssocID="{9F4895CA-DAB9-4588-8D38-7BD099F5583E}" presName="Name37" presStyleLbl="parChTrans1D4" presStyleIdx="4" presStyleCnt="22"/>
      <dgm:spPr/>
    </dgm:pt>
    <dgm:pt modelId="{28A75BEE-EECD-45B3-B7B1-0467EFCD328F}" type="pres">
      <dgm:prSet presAssocID="{176CD464-A480-4D5E-8CA9-ECC3F2A9DDFC}" presName="hierRoot2" presStyleCnt="0">
        <dgm:presLayoutVars>
          <dgm:hierBranch val="init"/>
        </dgm:presLayoutVars>
      </dgm:prSet>
      <dgm:spPr/>
    </dgm:pt>
    <dgm:pt modelId="{9584EC4C-D6FC-4CDC-A75D-F1C3DAE1B3C2}" type="pres">
      <dgm:prSet presAssocID="{176CD464-A480-4D5E-8CA9-ECC3F2A9DDFC}" presName="rootComposite" presStyleCnt="0"/>
      <dgm:spPr/>
    </dgm:pt>
    <dgm:pt modelId="{81E07694-06DE-4DA4-BA15-F7FF4EF31C21}" type="pres">
      <dgm:prSet presAssocID="{176CD464-A480-4D5E-8CA9-ECC3F2A9DDFC}" presName="rootText" presStyleLbl="node4" presStyleIdx="4" presStyleCnt="22">
        <dgm:presLayoutVars>
          <dgm:chPref val="3"/>
        </dgm:presLayoutVars>
      </dgm:prSet>
      <dgm:spPr/>
    </dgm:pt>
    <dgm:pt modelId="{21450613-CA36-4454-85B4-AEB63CA49087}" type="pres">
      <dgm:prSet presAssocID="{176CD464-A480-4D5E-8CA9-ECC3F2A9DDFC}" presName="rootConnector" presStyleLbl="node4" presStyleIdx="4" presStyleCnt="22"/>
      <dgm:spPr/>
    </dgm:pt>
    <dgm:pt modelId="{89A8106A-14BF-491C-AA4E-9634881D0523}" type="pres">
      <dgm:prSet presAssocID="{176CD464-A480-4D5E-8CA9-ECC3F2A9DDFC}" presName="hierChild4" presStyleCnt="0"/>
      <dgm:spPr/>
    </dgm:pt>
    <dgm:pt modelId="{C338D44E-E4B3-49D9-AFCA-3D563E2FF749}" type="pres">
      <dgm:prSet presAssocID="{176CD464-A480-4D5E-8CA9-ECC3F2A9DDFC}" presName="hierChild5" presStyleCnt="0"/>
      <dgm:spPr/>
    </dgm:pt>
    <dgm:pt modelId="{F505519F-6ECB-4AAF-B47A-F3D32DB6B10C}" type="pres">
      <dgm:prSet presAssocID="{9FADCBC3-F229-4620-B60A-FB762FF9A001}" presName="Name37" presStyleLbl="parChTrans1D4" presStyleIdx="5" presStyleCnt="22"/>
      <dgm:spPr/>
    </dgm:pt>
    <dgm:pt modelId="{7242C606-06B1-4653-8213-8258E7030E80}" type="pres">
      <dgm:prSet presAssocID="{0C099BB8-4A5F-4B8A-B703-DCB7480DDD44}" presName="hierRoot2" presStyleCnt="0">
        <dgm:presLayoutVars>
          <dgm:hierBranch val="init"/>
        </dgm:presLayoutVars>
      </dgm:prSet>
      <dgm:spPr/>
    </dgm:pt>
    <dgm:pt modelId="{AA152A31-D95D-4EA6-B90E-65E324E927B1}" type="pres">
      <dgm:prSet presAssocID="{0C099BB8-4A5F-4B8A-B703-DCB7480DDD44}" presName="rootComposite" presStyleCnt="0"/>
      <dgm:spPr/>
    </dgm:pt>
    <dgm:pt modelId="{7B137947-D56C-407A-8B26-BA72901EA159}" type="pres">
      <dgm:prSet presAssocID="{0C099BB8-4A5F-4B8A-B703-DCB7480DDD44}" presName="rootText" presStyleLbl="node4" presStyleIdx="5" presStyleCnt="22">
        <dgm:presLayoutVars>
          <dgm:chPref val="3"/>
        </dgm:presLayoutVars>
      </dgm:prSet>
      <dgm:spPr/>
    </dgm:pt>
    <dgm:pt modelId="{865A16D1-A0D6-4099-A000-A45C27DFDD22}" type="pres">
      <dgm:prSet presAssocID="{0C099BB8-4A5F-4B8A-B703-DCB7480DDD44}" presName="rootConnector" presStyleLbl="node4" presStyleIdx="5" presStyleCnt="22"/>
      <dgm:spPr/>
    </dgm:pt>
    <dgm:pt modelId="{25096A2D-D848-4C90-A131-69BB291F338D}" type="pres">
      <dgm:prSet presAssocID="{0C099BB8-4A5F-4B8A-B703-DCB7480DDD44}" presName="hierChild4" presStyleCnt="0"/>
      <dgm:spPr/>
    </dgm:pt>
    <dgm:pt modelId="{B91ED09A-7BB0-46DB-AC80-8FC3BD077EFA}" type="pres">
      <dgm:prSet presAssocID="{0C099BB8-4A5F-4B8A-B703-DCB7480DDD44}" presName="hierChild5" presStyleCnt="0"/>
      <dgm:spPr/>
    </dgm:pt>
    <dgm:pt modelId="{7AE4D891-AFDF-47CA-AE12-C9E64E4BC610}" type="pres">
      <dgm:prSet presAssocID="{92162928-B373-4802-B988-4C318FAE4B4C}" presName="hierChild5" presStyleCnt="0"/>
      <dgm:spPr/>
    </dgm:pt>
    <dgm:pt modelId="{A282935C-36BA-42D1-9CF4-5DC857687C79}" type="pres">
      <dgm:prSet presAssocID="{D05A1DE1-7189-4112-B5BB-9BF305C53705}" presName="Name37" presStyleLbl="parChTrans1D3" presStyleIdx="2" presStyleCnt="11"/>
      <dgm:spPr/>
    </dgm:pt>
    <dgm:pt modelId="{96DA1DE3-8B59-4C2F-B5E8-2AC45D55F0E4}" type="pres">
      <dgm:prSet presAssocID="{986A668E-B947-4E9B-BC49-750AC65155F3}" presName="hierRoot2" presStyleCnt="0">
        <dgm:presLayoutVars>
          <dgm:hierBranch val="init"/>
        </dgm:presLayoutVars>
      </dgm:prSet>
      <dgm:spPr/>
    </dgm:pt>
    <dgm:pt modelId="{0B423B26-D597-4DBE-A6EA-088620DCC1DA}" type="pres">
      <dgm:prSet presAssocID="{986A668E-B947-4E9B-BC49-750AC65155F3}" presName="rootComposite" presStyleCnt="0"/>
      <dgm:spPr/>
    </dgm:pt>
    <dgm:pt modelId="{ED485508-0335-465D-B2BE-F208E31B5FAA}" type="pres">
      <dgm:prSet presAssocID="{986A668E-B947-4E9B-BC49-750AC65155F3}" presName="rootText" presStyleLbl="node3" presStyleIdx="2" presStyleCnt="11">
        <dgm:presLayoutVars>
          <dgm:chPref val="3"/>
        </dgm:presLayoutVars>
      </dgm:prSet>
      <dgm:spPr/>
    </dgm:pt>
    <dgm:pt modelId="{400FAEDA-F0C0-4E06-AA06-ADBB2A0021C6}" type="pres">
      <dgm:prSet presAssocID="{986A668E-B947-4E9B-BC49-750AC65155F3}" presName="rootConnector" presStyleLbl="node3" presStyleIdx="2" presStyleCnt="11"/>
      <dgm:spPr/>
    </dgm:pt>
    <dgm:pt modelId="{4300A973-2B08-4EB1-B340-A9AA8E2DBE0C}" type="pres">
      <dgm:prSet presAssocID="{986A668E-B947-4E9B-BC49-750AC65155F3}" presName="hierChild4" presStyleCnt="0"/>
      <dgm:spPr/>
    </dgm:pt>
    <dgm:pt modelId="{18F7C288-D6AB-4F4F-83B5-1D5B84952672}" type="pres">
      <dgm:prSet presAssocID="{905C034C-7C39-4940-8EF1-996096FC5C92}" presName="Name37" presStyleLbl="parChTrans1D4" presStyleIdx="6" presStyleCnt="22"/>
      <dgm:spPr/>
    </dgm:pt>
    <dgm:pt modelId="{3FEDDE94-F41F-4567-B18F-AE730BF824CF}" type="pres">
      <dgm:prSet presAssocID="{ADAD034A-1C03-496E-B3DA-20F322473142}" presName="hierRoot2" presStyleCnt="0">
        <dgm:presLayoutVars>
          <dgm:hierBranch val="init"/>
        </dgm:presLayoutVars>
      </dgm:prSet>
      <dgm:spPr/>
    </dgm:pt>
    <dgm:pt modelId="{CFAB2265-B5C0-4397-9D73-B5BB3EB3BB91}" type="pres">
      <dgm:prSet presAssocID="{ADAD034A-1C03-496E-B3DA-20F322473142}" presName="rootComposite" presStyleCnt="0"/>
      <dgm:spPr/>
    </dgm:pt>
    <dgm:pt modelId="{FB93CA0E-E6CE-4F14-88AC-8614787B9A43}" type="pres">
      <dgm:prSet presAssocID="{ADAD034A-1C03-496E-B3DA-20F322473142}" presName="rootText" presStyleLbl="node4" presStyleIdx="6" presStyleCnt="22">
        <dgm:presLayoutVars>
          <dgm:chPref val="3"/>
        </dgm:presLayoutVars>
      </dgm:prSet>
      <dgm:spPr/>
    </dgm:pt>
    <dgm:pt modelId="{1A2EC0AE-D90A-4773-915D-B6F0422675A8}" type="pres">
      <dgm:prSet presAssocID="{ADAD034A-1C03-496E-B3DA-20F322473142}" presName="rootConnector" presStyleLbl="node4" presStyleIdx="6" presStyleCnt="22"/>
      <dgm:spPr/>
    </dgm:pt>
    <dgm:pt modelId="{D3CC560C-81EA-4707-8E6E-80F946490B31}" type="pres">
      <dgm:prSet presAssocID="{ADAD034A-1C03-496E-B3DA-20F322473142}" presName="hierChild4" presStyleCnt="0"/>
      <dgm:spPr/>
    </dgm:pt>
    <dgm:pt modelId="{AA0426E7-12CE-405E-A6A6-A38BE7945BD9}" type="pres">
      <dgm:prSet presAssocID="{ADAD034A-1C03-496E-B3DA-20F322473142}" presName="hierChild5" presStyleCnt="0"/>
      <dgm:spPr/>
    </dgm:pt>
    <dgm:pt modelId="{12E2A867-31D4-403E-B790-54B802E39EC7}" type="pres">
      <dgm:prSet presAssocID="{871A2A53-1159-46DE-9E54-4CBCCDE56CC6}" presName="Name37" presStyleLbl="parChTrans1D4" presStyleIdx="7" presStyleCnt="22"/>
      <dgm:spPr/>
    </dgm:pt>
    <dgm:pt modelId="{66430474-734D-4BF5-9C47-A369FABD2E16}" type="pres">
      <dgm:prSet presAssocID="{9686FD60-0C64-4E7A-B65B-577F4EBB370B}" presName="hierRoot2" presStyleCnt="0">
        <dgm:presLayoutVars>
          <dgm:hierBranch val="init"/>
        </dgm:presLayoutVars>
      </dgm:prSet>
      <dgm:spPr/>
    </dgm:pt>
    <dgm:pt modelId="{28647268-E473-43EA-AEDF-864097B45DF7}" type="pres">
      <dgm:prSet presAssocID="{9686FD60-0C64-4E7A-B65B-577F4EBB370B}" presName="rootComposite" presStyleCnt="0"/>
      <dgm:spPr/>
    </dgm:pt>
    <dgm:pt modelId="{52B16FFE-364E-498E-A9B3-C43BC3B88381}" type="pres">
      <dgm:prSet presAssocID="{9686FD60-0C64-4E7A-B65B-577F4EBB370B}" presName="rootText" presStyleLbl="node4" presStyleIdx="7" presStyleCnt="22">
        <dgm:presLayoutVars>
          <dgm:chPref val="3"/>
        </dgm:presLayoutVars>
      </dgm:prSet>
      <dgm:spPr/>
    </dgm:pt>
    <dgm:pt modelId="{3D670B94-861A-4AB5-B9D1-C5CA0EF96F04}" type="pres">
      <dgm:prSet presAssocID="{9686FD60-0C64-4E7A-B65B-577F4EBB370B}" presName="rootConnector" presStyleLbl="node4" presStyleIdx="7" presStyleCnt="22"/>
      <dgm:spPr/>
    </dgm:pt>
    <dgm:pt modelId="{4B98BB0C-9B50-4156-86E7-767A7D39A13C}" type="pres">
      <dgm:prSet presAssocID="{9686FD60-0C64-4E7A-B65B-577F4EBB370B}" presName="hierChild4" presStyleCnt="0"/>
      <dgm:spPr/>
    </dgm:pt>
    <dgm:pt modelId="{332AF2F6-DD32-4C41-97F6-6DEAB07F1EC1}" type="pres">
      <dgm:prSet presAssocID="{9686FD60-0C64-4E7A-B65B-577F4EBB370B}" presName="hierChild5" presStyleCnt="0"/>
      <dgm:spPr/>
    </dgm:pt>
    <dgm:pt modelId="{1495BC48-44EF-4C9C-8AF3-32C6924E0572}" type="pres">
      <dgm:prSet presAssocID="{986A668E-B947-4E9B-BC49-750AC65155F3}" presName="hierChild5" presStyleCnt="0"/>
      <dgm:spPr/>
    </dgm:pt>
    <dgm:pt modelId="{CE3C7ECF-52B2-4972-B708-71595BC37092}" type="pres">
      <dgm:prSet presAssocID="{CA54F505-FAAD-4FFF-AE99-F02D8805AA90}" presName="Name37" presStyleLbl="parChTrans1D3" presStyleIdx="3" presStyleCnt="11"/>
      <dgm:spPr/>
    </dgm:pt>
    <dgm:pt modelId="{CF32D662-8EF9-493E-BFE9-EE51A8FF9E8A}" type="pres">
      <dgm:prSet presAssocID="{A2074807-3C28-4B33-9EEB-412E5A1AA954}" presName="hierRoot2" presStyleCnt="0">
        <dgm:presLayoutVars>
          <dgm:hierBranch val="init"/>
        </dgm:presLayoutVars>
      </dgm:prSet>
      <dgm:spPr/>
    </dgm:pt>
    <dgm:pt modelId="{BA387F9F-679B-445A-907E-AABA58DAF83C}" type="pres">
      <dgm:prSet presAssocID="{A2074807-3C28-4B33-9EEB-412E5A1AA954}" presName="rootComposite" presStyleCnt="0"/>
      <dgm:spPr/>
    </dgm:pt>
    <dgm:pt modelId="{BC5145C2-F5F8-4F0A-98B6-E0C52595BF1E}" type="pres">
      <dgm:prSet presAssocID="{A2074807-3C28-4B33-9EEB-412E5A1AA954}" presName="rootText" presStyleLbl="node3" presStyleIdx="3" presStyleCnt="11">
        <dgm:presLayoutVars>
          <dgm:chPref val="3"/>
        </dgm:presLayoutVars>
      </dgm:prSet>
      <dgm:spPr/>
    </dgm:pt>
    <dgm:pt modelId="{F87173C0-D18E-4424-B52E-3430A08B25BA}" type="pres">
      <dgm:prSet presAssocID="{A2074807-3C28-4B33-9EEB-412E5A1AA954}" presName="rootConnector" presStyleLbl="node3" presStyleIdx="3" presStyleCnt="11"/>
      <dgm:spPr/>
    </dgm:pt>
    <dgm:pt modelId="{58FFEC90-DCF9-453A-98C3-3D274BFB4E46}" type="pres">
      <dgm:prSet presAssocID="{A2074807-3C28-4B33-9EEB-412E5A1AA954}" presName="hierChild4" presStyleCnt="0"/>
      <dgm:spPr/>
    </dgm:pt>
    <dgm:pt modelId="{7E8EA941-22A2-4756-B568-D27A6756260D}" type="pres">
      <dgm:prSet presAssocID="{3268CC1B-A8C4-48DA-9546-3CC229468C0D}" presName="Name37" presStyleLbl="parChTrans1D4" presStyleIdx="8" presStyleCnt="22"/>
      <dgm:spPr/>
    </dgm:pt>
    <dgm:pt modelId="{799DB3D3-96AE-43F3-BCBD-E540ACD06C36}" type="pres">
      <dgm:prSet presAssocID="{B34D544A-1EDE-483B-B4CE-765BD1DC6DC0}" presName="hierRoot2" presStyleCnt="0">
        <dgm:presLayoutVars>
          <dgm:hierBranch val="init"/>
        </dgm:presLayoutVars>
      </dgm:prSet>
      <dgm:spPr/>
    </dgm:pt>
    <dgm:pt modelId="{5BFA1DF3-C46B-4562-8ED6-F040E7800CD4}" type="pres">
      <dgm:prSet presAssocID="{B34D544A-1EDE-483B-B4CE-765BD1DC6DC0}" presName="rootComposite" presStyleCnt="0"/>
      <dgm:spPr/>
    </dgm:pt>
    <dgm:pt modelId="{FDDCF144-34C8-47DC-8A61-AD413DD9A0C0}" type="pres">
      <dgm:prSet presAssocID="{B34D544A-1EDE-483B-B4CE-765BD1DC6DC0}" presName="rootText" presStyleLbl="node4" presStyleIdx="8" presStyleCnt="22">
        <dgm:presLayoutVars>
          <dgm:chPref val="3"/>
        </dgm:presLayoutVars>
      </dgm:prSet>
      <dgm:spPr/>
    </dgm:pt>
    <dgm:pt modelId="{EFDAD356-93A5-4C29-8F27-2EE36397AAF6}" type="pres">
      <dgm:prSet presAssocID="{B34D544A-1EDE-483B-B4CE-765BD1DC6DC0}" presName="rootConnector" presStyleLbl="node4" presStyleIdx="8" presStyleCnt="22"/>
      <dgm:spPr/>
    </dgm:pt>
    <dgm:pt modelId="{7D750AFA-9BC3-412D-A50C-0B633E0E5D7F}" type="pres">
      <dgm:prSet presAssocID="{B34D544A-1EDE-483B-B4CE-765BD1DC6DC0}" presName="hierChild4" presStyleCnt="0"/>
      <dgm:spPr/>
    </dgm:pt>
    <dgm:pt modelId="{C85D591D-0E1B-4BDF-9DA0-A2127C98C12A}" type="pres">
      <dgm:prSet presAssocID="{B34D544A-1EDE-483B-B4CE-765BD1DC6DC0}" presName="hierChild5" presStyleCnt="0"/>
      <dgm:spPr/>
    </dgm:pt>
    <dgm:pt modelId="{6BDBD7F3-6083-4497-968C-19145A3D4B38}" type="pres">
      <dgm:prSet presAssocID="{8EA19B09-4081-4C75-BE6F-B89FC9122F02}" presName="Name37" presStyleLbl="parChTrans1D4" presStyleIdx="9" presStyleCnt="22"/>
      <dgm:spPr/>
    </dgm:pt>
    <dgm:pt modelId="{64E86996-0DDE-491D-8CD9-15EB9435F40F}" type="pres">
      <dgm:prSet presAssocID="{783A28AA-F493-4D52-B315-F24AFF5BD00E}" presName="hierRoot2" presStyleCnt="0">
        <dgm:presLayoutVars>
          <dgm:hierBranch val="init"/>
        </dgm:presLayoutVars>
      </dgm:prSet>
      <dgm:spPr/>
    </dgm:pt>
    <dgm:pt modelId="{0B08CF44-242F-4DD2-AC0B-F870D7CE58BF}" type="pres">
      <dgm:prSet presAssocID="{783A28AA-F493-4D52-B315-F24AFF5BD00E}" presName="rootComposite" presStyleCnt="0"/>
      <dgm:spPr/>
    </dgm:pt>
    <dgm:pt modelId="{ABFB3F97-6CE9-4E52-918E-35F874A43BCD}" type="pres">
      <dgm:prSet presAssocID="{783A28AA-F493-4D52-B315-F24AFF5BD00E}" presName="rootText" presStyleLbl="node4" presStyleIdx="9" presStyleCnt="22">
        <dgm:presLayoutVars>
          <dgm:chPref val="3"/>
        </dgm:presLayoutVars>
      </dgm:prSet>
      <dgm:spPr/>
    </dgm:pt>
    <dgm:pt modelId="{DC80A068-6CF2-4B33-9C4A-C4CABD6579BF}" type="pres">
      <dgm:prSet presAssocID="{783A28AA-F493-4D52-B315-F24AFF5BD00E}" presName="rootConnector" presStyleLbl="node4" presStyleIdx="9" presStyleCnt="22"/>
      <dgm:spPr/>
    </dgm:pt>
    <dgm:pt modelId="{2970F0F2-EB68-4836-BB96-D6620232B2C8}" type="pres">
      <dgm:prSet presAssocID="{783A28AA-F493-4D52-B315-F24AFF5BD00E}" presName="hierChild4" presStyleCnt="0"/>
      <dgm:spPr/>
    </dgm:pt>
    <dgm:pt modelId="{B97849BF-01C7-4CD5-842A-6B07A0138C0F}" type="pres">
      <dgm:prSet presAssocID="{783A28AA-F493-4D52-B315-F24AFF5BD00E}" presName="hierChild5" presStyleCnt="0"/>
      <dgm:spPr/>
    </dgm:pt>
    <dgm:pt modelId="{9B1A0D9F-8972-4EA9-9E62-F3765FCC0B3B}" type="pres">
      <dgm:prSet presAssocID="{A2074807-3C28-4B33-9EEB-412E5A1AA954}" presName="hierChild5" presStyleCnt="0"/>
      <dgm:spPr/>
    </dgm:pt>
    <dgm:pt modelId="{3AD04F9E-2087-4B81-B04B-0A2617FA7735}" type="pres">
      <dgm:prSet presAssocID="{C5037945-930F-4B75-858B-B894823169CF}" presName="hierChild5" presStyleCnt="0"/>
      <dgm:spPr/>
    </dgm:pt>
    <dgm:pt modelId="{B7681CE4-8CA0-49DE-A9F3-C600278D7504}" type="pres">
      <dgm:prSet presAssocID="{33FD4574-5FBE-445D-A451-69994E30F552}" presName="Name37" presStyleLbl="parChTrans1D2" presStyleIdx="1" presStyleCnt="8"/>
      <dgm:spPr/>
    </dgm:pt>
    <dgm:pt modelId="{91803398-F222-4F6F-9FB9-9EE8C12FBCC2}" type="pres">
      <dgm:prSet presAssocID="{26763262-632B-46CC-BA82-DA9DFC8A319D}" presName="hierRoot2" presStyleCnt="0">
        <dgm:presLayoutVars>
          <dgm:hierBranch val="init"/>
        </dgm:presLayoutVars>
      </dgm:prSet>
      <dgm:spPr/>
    </dgm:pt>
    <dgm:pt modelId="{E9676D5F-E84E-4A51-8820-D92F19CB1465}" type="pres">
      <dgm:prSet presAssocID="{26763262-632B-46CC-BA82-DA9DFC8A319D}" presName="rootComposite" presStyleCnt="0"/>
      <dgm:spPr/>
    </dgm:pt>
    <dgm:pt modelId="{99F6D3EC-9833-4C01-AE72-D18361D51C5B}" type="pres">
      <dgm:prSet presAssocID="{26763262-632B-46CC-BA82-DA9DFC8A319D}" presName="rootText" presStyleLbl="node2" presStyleIdx="1" presStyleCnt="5" custScaleX="225192">
        <dgm:presLayoutVars>
          <dgm:chPref val="3"/>
        </dgm:presLayoutVars>
      </dgm:prSet>
      <dgm:spPr/>
    </dgm:pt>
    <dgm:pt modelId="{2746CEE6-A010-451F-B510-4FCDC2081F65}" type="pres">
      <dgm:prSet presAssocID="{26763262-632B-46CC-BA82-DA9DFC8A319D}" presName="rootConnector" presStyleLbl="node2" presStyleIdx="1" presStyleCnt="5"/>
      <dgm:spPr/>
    </dgm:pt>
    <dgm:pt modelId="{35408868-CFD5-48C4-A7F6-DCF16B910BAE}" type="pres">
      <dgm:prSet presAssocID="{26763262-632B-46CC-BA82-DA9DFC8A319D}" presName="hierChild4" presStyleCnt="0"/>
      <dgm:spPr/>
    </dgm:pt>
    <dgm:pt modelId="{1884A9FB-42E4-4FD9-8810-1F98F3262087}" type="pres">
      <dgm:prSet presAssocID="{C08DA14E-AC2A-41C9-8939-B45B3C4534E7}" presName="Name37" presStyleLbl="parChTrans1D3" presStyleIdx="4" presStyleCnt="11"/>
      <dgm:spPr/>
    </dgm:pt>
    <dgm:pt modelId="{35FA75DA-ADB8-4325-BAAC-83D6377699D2}" type="pres">
      <dgm:prSet presAssocID="{54A214D2-D44C-4CCE-9AEB-B812186FBE9F}" presName="hierRoot2" presStyleCnt="0">
        <dgm:presLayoutVars>
          <dgm:hierBranch val="init"/>
        </dgm:presLayoutVars>
      </dgm:prSet>
      <dgm:spPr/>
    </dgm:pt>
    <dgm:pt modelId="{AEB4B1A3-FB6D-41E9-9B48-D4468C98925F}" type="pres">
      <dgm:prSet presAssocID="{54A214D2-D44C-4CCE-9AEB-B812186FBE9F}" presName="rootComposite" presStyleCnt="0"/>
      <dgm:spPr/>
    </dgm:pt>
    <dgm:pt modelId="{CB02243B-C17F-4AA8-825F-D4F211D97915}" type="pres">
      <dgm:prSet presAssocID="{54A214D2-D44C-4CCE-9AEB-B812186FBE9F}" presName="rootText" presStyleLbl="node3" presStyleIdx="4" presStyleCnt="11">
        <dgm:presLayoutVars>
          <dgm:chPref val="3"/>
        </dgm:presLayoutVars>
      </dgm:prSet>
      <dgm:spPr/>
    </dgm:pt>
    <dgm:pt modelId="{91F9D075-7AAC-466E-8543-3BCFAC1AFA1F}" type="pres">
      <dgm:prSet presAssocID="{54A214D2-D44C-4CCE-9AEB-B812186FBE9F}" presName="rootConnector" presStyleLbl="node3" presStyleIdx="4" presStyleCnt="11"/>
      <dgm:spPr/>
    </dgm:pt>
    <dgm:pt modelId="{974E2D99-5862-4C7A-837C-FFEFCC8E79A7}" type="pres">
      <dgm:prSet presAssocID="{54A214D2-D44C-4CCE-9AEB-B812186FBE9F}" presName="hierChild4" presStyleCnt="0"/>
      <dgm:spPr/>
    </dgm:pt>
    <dgm:pt modelId="{AB1F82AE-D204-494B-90C7-632A99586039}" type="pres">
      <dgm:prSet presAssocID="{F967AC73-60EA-4945-AEC1-1AE5D8629C87}" presName="Name37" presStyleLbl="parChTrans1D4" presStyleIdx="10" presStyleCnt="22"/>
      <dgm:spPr/>
    </dgm:pt>
    <dgm:pt modelId="{DC0B2FDF-D839-45FE-9E9A-D22897A1B887}" type="pres">
      <dgm:prSet presAssocID="{0F02B370-286F-4E1B-80A8-B2AD40265B7C}" presName="hierRoot2" presStyleCnt="0">
        <dgm:presLayoutVars>
          <dgm:hierBranch val="init"/>
        </dgm:presLayoutVars>
      </dgm:prSet>
      <dgm:spPr/>
    </dgm:pt>
    <dgm:pt modelId="{1B76E2B1-AF57-455C-83AC-6048046D1721}" type="pres">
      <dgm:prSet presAssocID="{0F02B370-286F-4E1B-80A8-B2AD40265B7C}" presName="rootComposite" presStyleCnt="0"/>
      <dgm:spPr/>
    </dgm:pt>
    <dgm:pt modelId="{78F581A2-A236-4AAE-9594-81595AF744C3}" type="pres">
      <dgm:prSet presAssocID="{0F02B370-286F-4E1B-80A8-B2AD40265B7C}" presName="rootText" presStyleLbl="node4" presStyleIdx="10" presStyleCnt="22">
        <dgm:presLayoutVars>
          <dgm:chPref val="3"/>
        </dgm:presLayoutVars>
      </dgm:prSet>
      <dgm:spPr/>
    </dgm:pt>
    <dgm:pt modelId="{45497D4B-7384-4409-B2DD-8111D10AE21C}" type="pres">
      <dgm:prSet presAssocID="{0F02B370-286F-4E1B-80A8-B2AD40265B7C}" presName="rootConnector" presStyleLbl="node4" presStyleIdx="10" presStyleCnt="22"/>
      <dgm:spPr/>
    </dgm:pt>
    <dgm:pt modelId="{7655522E-218E-4AD1-9853-C6F4EBC0DDEE}" type="pres">
      <dgm:prSet presAssocID="{0F02B370-286F-4E1B-80A8-B2AD40265B7C}" presName="hierChild4" presStyleCnt="0"/>
      <dgm:spPr/>
    </dgm:pt>
    <dgm:pt modelId="{67DAF67C-13D5-4345-A3A2-7B8725F07673}" type="pres">
      <dgm:prSet presAssocID="{0F02B370-286F-4E1B-80A8-B2AD40265B7C}" presName="hierChild5" presStyleCnt="0"/>
      <dgm:spPr/>
    </dgm:pt>
    <dgm:pt modelId="{193E33AA-274E-4C00-AFCA-9DB6EDEE5D26}" type="pres">
      <dgm:prSet presAssocID="{1FA59B25-B97D-4856-89A0-8C3B6E523A3D}" presName="Name37" presStyleLbl="parChTrans1D4" presStyleIdx="11" presStyleCnt="22"/>
      <dgm:spPr/>
    </dgm:pt>
    <dgm:pt modelId="{F3D5026B-8448-41B2-BBBF-05FDED585D48}" type="pres">
      <dgm:prSet presAssocID="{52C3BCD1-2F5D-456B-ABDD-1FD281CCF16A}" presName="hierRoot2" presStyleCnt="0">
        <dgm:presLayoutVars>
          <dgm:hierBranch val="init"/>
        </dgm:presLayoutVars>
      </dgm:prSet>
      <dgm:spPr/>
    </dgm:pt>
    <dgm:pt modelId="{87ADBE72-D386-4625-9707-54E71DFACB84}" type="pres">
      <dgm:prSet presAssocID="{52C3BCD1-2F5D-456B-ABDD-1FD281CCF16A}" presName="rootComposite" presStyleCnt="0"/>
      <dgm:spPr/>
    </dgm:pt>
    <dgm:pt modelId="{5C7EA8F3-06B8-4CA9-AB03-BC7A37C3AC8C}" type="pres">
      <dgm:prSet presAssocID="{52C3BCD1-2F5D-456B-ABDD-1FD281CCF16A}" presName="rootText" presStyleLbl="node4" presStyleIdx="11" presStyleCnt="22">
        <dgm:presLayoutVars>
          <dgm:chPref val="3"/>
        </dgm:presLayoutVars>
      </dgm:prSet>
      <dgm:spPr/>
    </dgm:pt>
    <dgm:pt modelId="{F93A4A6C-8460-470A-B4C3-3D0A4371DE8F}" type="pres">
      <dgm:prSet presAssocID="{52C3BCD1-2F5D-456B-ABDD-1FD281CCF16A}" presName="rootConnector" presStyleLbl="node4" presStyleIdx="11" presStyleCnt="22"/>
      <dgm:spPr/>
    </dgm:pt>
    <dgm:pt modelId="{4B2B2C4B-2E0C-4D0B-B555-454D57BBCF30}" type="pres">
      <dgm:prSet presAssocID="{52C3BCD1-2F5D-456B-ABDD-1FD281CCF16A}" presName="hierChild4" presStyleCnt="0"/>
      <dgm:spPr/>
    </dgm:pt>
    <dgm:pt modelId="{11704B69-8EE7-4217-A30C-45E5EE7DC268}" type="pres">
      <dgm:prSet presAssocID="{52C3BCD1-2F5D-456B-ABDD-1FD281CCF16A}" presName="hierChild5" presStyleCnt="0"/>
      <dgm:spPr/>
    </dgm:pt>
    <dgm:pt modelId="{3517477E-EFCC-447B-B470-29BCB0F003B1}" type="pres">
      <dgm:prSet presAssocID="{54A214D2-D44C-4CCE-9AEB-B812186FBE9F}" presName="hierChild5" presStyleCnt="0"/>
      <dgm:spPr/>
    </dgm:pt>
    <dgm:pt modelId="{8947F22D-5100-4BE4-9D48-37CDC0BB22B8}" type="pres">
      <dgm:prSet presAssocID="{F03F1325-F889-4151-B190-44DECF7357FE}" presName="Name37" presStyleLbl="parChTrans1D3" presStyleIdx="5" presStyleCnt="11"/>
      <dgm:spPr/>
    </dgm:pt>
    <dgm:pt modelId="{4BF36BE8-74FF-4FEF-9027-0AE56F70059D}" type="pres">
      <dgm:prSet presAssocID="{E670956E-23BE-4CCF-9CC8-C73CE9824EFC}" presName="hierRoot2" presStyleCnt="0">
        <dgm:presLayoutVars>
          <dgm:hierBranch val="init"/>
        </dgm:presLayoutVars>
      </dgm:prSet>
      <dgm:spPr/>
    </dgm:pt>
    <dgm:pt modelId="{A19779A8-16D1-4670-8A5A-24A060717BEB}" type="pres">
      <dgm:prSet presAssocID="{E670956E-23BE-4CCF-9CC8-C73CE9824EFC}" presName="rootComposite" presStyleCnt="0"/>
      <dgm:spPr/>
    </dgm:pt>
    <dgm:pt modelId="{6AC24378-0A44-4A7E-8BBF-103B1AD48708}" type="pres">
      <dgm:prSet presAssocID="{E670956E-23BE-4CCF-9CC8-C73CE9824EFC}" presName="rootText" presStyleLbl="node3" presStyleIdx="5" presStyleCnt="11">
        <dgm:presLayoutVars>
          <dgm:chPref val="3"/>
        </dgm:presLayoutVars>
      </dgm:prSet>
      <dgm:spPr/>
    </dgm:pt>
    <dgm:pt modelId="{A6498950-CC80-4E3A-9EAB-0C3329627061}" type="pres">
      <dgm:prSet presAssocID="{E670956E-23BE-4CCF-9CC8-C73CE9824EFC}" presName="rootConnector" presStyleLbl="node3" presStyleIdx="5" presStyleCnt="11"/>
      <dgm:spPr/>
    </dgm:pt>
    <dgm:pt modelId="{E4A538C1-7024-4DC7-90AB-EEFBCC858ED7}" type="pres">
      <dgm:prSet presAssocID="{E670956E-23BE-4CCF-9CC8-C73CE9824EFC}" presName="hierChild4" presStyleCnt="0"/>
      <dgm:spPr/>
    </dgm:pt>
    <dgm:pt modelId="{833E2946-2059-42EA-A351-3111CB6D5C07}" type="pres">
      <dgm:prSet presAssocID="{7649E386-3A39-4F9D-919B-A92095CAA640}" presName="Name37" presStyleLbl="parChTrans1D4" presStyleIdx="12" presStyleCnt="22"/>
      <dgm:spPr/>
    </dgm:pt>
    <dgm:pt modelId="{C94FB3A5-F376-4A44-83C2-A79911CA9F77}" type="pres">
      <dgm:prSet presAssocID="{044DC898-7245-4442-9BD3-48FE3ED2D3B1}" presName="hierRoot2" presStyleCnt="0">
        <dgm:presLayoutVars>
          <dgm:hierBranch val="init"/>
        </dgm:presLayoutVars>
      </dgm:prSet>
      <dgm:spPr/>
    </dgm:pt>
    <dgm:pt modelId="{0BCDCD97-AB10-4AFD-B871-5EB9FB70FDB0}" type="pres">
      <dgm:prSet presAssocID="{044DC898-7245-4442-9BD3-48FE3ED2D3B1}" presName="rootComposite" presStyleCnt="0"/>
      <dgm:spPr/>
    </dgm:pt>
    <dgm:pt modelId="{B5BB71F7-A0FC-4F6C-B14D-D1D62FA86602}" type="pres">
      <dgm:prSet presAssocID="{044DC898-7245-4442-9BD3-48FE3ED2D3B1}" presName="rootText" presStyleLbl="node4" presStyleIdx="12" presStyleCnt="22">
        <dgm:presLayoutVars>
          <dgm:chPref val="3"/>
        </dgm:presLayoutVars>
      </dgm:prSet>
      <dgm:spPr/>
    </dgm:pt>
    <dgm:pt modelId="{96139B19-CD25-4309-8522-B05222DA49AC}" type="pres">
      <dgm:prSet presAssocID="{044DC898-7245-4442-9BD3-48FE3ED2D3B1}" presName="rootConnector" presStyleLbl="node4" presStyleIdx="12" presStyleCnt="22"/>
      <dgm:spPr/>
    </dgm:pt>
    <dgm:pt modelId="{9FB8DBF5-7864-44F4-BC39-E698385795C0}" type="pres">
      <dgm:prSet presAssocID="{044DC898-7245-4442-9BD3-48FE3ED2D3B1}" presName="hierChild4" presStyleCnt="0"/>
      <dgm:spPr/>
    </dgm:pt>
    <dgm:pt modelId="{B9A3F1E5-22AE-481A-B700-079CD100E0E4}" type="pres">
      <dgm:prSet presAssocID="{044DC898-7245-4442-9BD3-48FE3ED2D3B1}" presName="hierChild5" presStyleCnt="0"/>
      <dgm:spPr/>
    </dgm:pt>
    <dgm:pt modelId="{84330A31-E4B1-4DBE-8295-7FF2B6F93947}" type="pres">
      <dgm:prSet presAssocID="{C9029BB1-6D2B-4E61-AFD3-13881B4AF078}" presName="Name37" presStyleLbl="parChTrans1D4" presStyleIdx="13" presStyleCnt="22"/>
      <dgm:spPr/>
    </dgm:pt>
    <dgm:pt modelId="{B030A74C-EAC4-4E06-B773-B917FD88F6B0}" type="pres">
      <dgm:prSet presAssocID="{4DF2D60D-23A1-4D1B-9910-B7405AEF1AF9}" presName="hierRoot2" presStyleCnt="0">
        <dgm:presLayoutVars>
          <dgm:hierBranch val="init"/>
        </dgm:presLayoutVars>
      </dgm:prSet>
      <dgm:spPr/>
    </dgm:pt>
    <dgm:pt modelId="{94E64D73-3517-415F-9353-FA9DA513289B}" type="pres">
      <dgm:prSet presAssocID="{4DF2D60D-23A1-4D1B-9910-B7405AEF1AF9}" presName="rootComposite" presStyleCnt="0"/>
      <dgm:spPr/>
    </dgm:pt>
    <dgm:pt modelId="{821E3EC7-A6B7-46AC-8BCF-806121184152}" type="pres">
      <dgm:prSet presAssocID="{4DF2D60D-23A1-4D1B-9910-B7405AEF1AF9}" presName="rootText" presStyleLbl="node4" presStyleIdx="13" presStyleCnt="22">
        <dgm:presLayoutVars>
          <dgm:chPref val="3"/>
        </dgm:presLayoutVars>
      </dgm:prSet>
      <dgm:spPr/>
    </dgm:pt>
    <dgm:pt modelId="{485909FA-D8E2-48A7-A3D8-F9F0F5993200}" type="pres">
      <dgm:prSet presAssocID="{4DF2D60D-23A1-4D1B-9910-B7405AEF1AF9}" presName="rootConnector" presStyleLbl="node4" presStyleIdx="13" presStyleCnt="22"/>
      <dgm:spPr/>
    </dgm:pt>
    <dgm:pt modelId="{EAD9D589-190E-4765-A5F1-3FC6DAC2DB10}" type="pres">
      <dgm:prSet presAssocID="{4DF2D60D-23A1-4D1B-9910-B7405AEF1AF9}" presName="hierChild4" presStyleCnt="0"/>
      <dgm:spPr/>
    </dgm:pt>
    <dgm:pt modelId="{8F49FE73-9169-47B0-8E72-722235D51EA1}" type="pres">
      <dgm:prSet presAssocID="{4DF2D60D-23A1-4D1B-9910-B7405AEF1AF9}" presName="hierChild5" presStyleCnt="0"/>
      <dgm:spPr/>
    </dgm:pt>
    <dgm:pt modelId="{51AB98C4-CCEE-41E2-93A7-974FD5D4B5A3}" type="pres">
      <dgm:prSet presAssocID="{E670956E-23BE-4CCF-9CC8-C73CE9824EFC}" presName="hierChild5" presStyleCnt="0"/>
      <dgm:spPr/>
    </dgm:pt>
    <dgm:pt modelId="{A87F6928-E8F0-43AC-972A-1DA949F9B9CC}" type="pres">
      <dgm:prSet presAssocID="{26763262-632B-46CC-BA82-DA9DFC8A319D}" presName="hierChild5" presStyleCnt="0"/>
      <dgm:spPr/>
    </dgm:pt>
    <dgm:pt modelId="{80193982-A47D-4ECB-B6F6-8F1D6A7062BB}" type="pres">
      <dgm:prSet presAssocID="{0C9BCA1A-676D-4632-848E-0829D4E5185A}" presName="Name37" presStyleLbl="parChTrans1D2" presStyleIdx="2" presStyleCnt="8"/>
      <dgm:spPr/>
    </dgm:pt>
    <dgm:pt modelId="{47C7A62A-26D7-480A-862B-14A6FAE076B9}" type="pres">
      <dgm:prSet presAssocID="{145D55AA-61E0-495C-8F2D-EE36475B0338}" presName="hierRoot2" presStyleCnt="0">
        <dgm:presLayoutVars>
          <dgm:hierBranch val="init"/>
        </dgm:presLayoutVars>
      </dgm:prSet>
      <dgm:spPr/>
    </dgm:pt>
    <dgm:pt modelId="{736E4FB8-ED38-4446-BF60-94A535EE24CA}" type="pres">
      <dgm:prSet presAssocID="{145D55AA-61E0-495C-8F2D-EE36475B0338}" presName="rootComposite" presStyleCnt="0"/>
      <dgm:spPr/>
    </dgm:pt>
    <dgm:pt modelId="{2A36DFCF-50EA-4F73-AE79-4C68056A9760}" type="pres">
      <dgm:prSet presAssocID="{145D55AA-61E0-495C-8F2D-EE36475B0338}" presName="rootText" presStyleLbl="node2" presStyleIdx="2" presStyleCnt="5" custScaleX="224581">
        <dgm:presLayoutVars>
          <dgm:chPref val="3"/>
        </dgm:presLayoutVars>
      </dgm:prSet>
      <dgm:spPr/>
    </dgm:pt>
    <dgm:pt modelId="{692C7E62-0620-45DB-A27F-358647ADDB69}" type="pres">
      <dgm:prSet presAssocID="{145D55AA-61E0-495C-8F2D-EE36475B0338}" presName="rootConnector" presStyleLbl="node2" presStyleIdx="2" presStyleCnt="5"/>
      <dgm:spPr/>
    </dgm:pt>
    <dgm:pt modelId="{8917C416-59C1-4FCA-A445-2AF2CA10DE6D}" type="pres">
      <dgm:prSet presAssocID="{145D55AA-61E0-495C-8F2D-EE36475B0338}" presName="hierChild4" presStyleCnt="0"/>
      <dgm:spPr/>
    </dgm:pt>
    <dgm:pt modelId="{6EF5DE40-A613-44B8-8873-5CB179E71291}" type="pres">
      <dgm:prSet presAssocID="{DAAB9B73-0654-44F2-BFB2-2A12E0C8324D}" presName="Name37" presStyleLbl="parChTrans1D3" presStyleIdx="6" presStyleCnt="11"/>
      <dgm:spPr/>
    </dgm:pt>
    <dgm:pt modelId="{995B743B-13E9-4FE6-AF33-CC6E0550A40F}" type="pres">
      <dgm:prSet presAssocID="{E72F02CF-18B3-473D-BA51-A3A921F54BCB}" presName="hierRoot2" presStyleCnt="0">
        <dgm:presLayoutVars>
          <dgm:hierBranch val="init"/>
        </dgm:presLayoutVars>
      </dgm:prSet>
      <dgm:spPr/>
    </dgm:pt>
    <dgm:pt modelId="{41598615-3668-4A43-AE8A-CD604955CD2A}" type="pres">
      <dgm:prSet presAssocID="{E72F02CF-18B3-473D-BA51-A3A921F54BCB}" presName="rootComposite" presStyleCnt="0"/>
      <dgm:spPr/>
    </dgm:pt>
    <dgm:pt modelId="{9EA1F9B9-4D92-4870-BBD2-CB4F964CD17D}" type="pres">
      <dgm:prSet presAssocID="{E72F02CF-18B3-473D-BA51-A3A921F54BCB}" presName="rootText" presStyleLbl="node3" presStyleIdx="6" presStyleCnt="11">
        <dgm:presLayoutVars>
          <dgm:chPref val="3"/>
        </dgm:presLayoutVars>
      </dgm:prSet>
      <dgm:spPr/>
    </dgm:pt>
    <dgm:pt modelId="{F54654D8-6BF6-4CA2-A716-A88B477A9586}" type="pres">
      <dgm:prSet presAssocID="{E72F02CF-18B3-473D-BA51-A3A921F54BCB}" presName="rootConnector" presStyleLbl="node3" presStyleIdx="6" presStyleCnt="11"/>
      <dgm:spPr/>
    </dgm:pt>
    <dgm:pt modelId="{F0C89A3F-BB50-41A8-B81D-7B7989B05824}" type="pres">
      <dgm:prSet presAssocID="{E72F02CF-18B3-473D-BA51-A3A921F54BCB}" presName="hierChild4" presStyleCnt="0"/>
      <dgm:spPr/>
    </dgm:pt>
    <dgm:pt modelId="{B104FA65-B4C0-4B7B-8F35-47D7504F3B76}" type="pres">
      <dgm:prSet presAssocID="{21D2D3E8-ED16-4668-8A50-BA9C625F6C75}" presName="Name37" presStyleLbl="parChTrans1D4" presStyleIdx="14" presStyleCnt="22"/>
      <dgm:spPr/>
    </dgm:pt>
    <dgm:pt modelId="{5F7251BF-3067-4667-84F9-68638D50F081}" type="pres">
      <dgm:prSet presAssocID="{DA630805-589F-40FE-B4A9-A3C7971583FB}" presName="hierRoot2" presStyleCnt="0">
        <dgm:presLayoutVars>
          <dgm:hierBranch val="init"/>
        </dgm:presLayoutVars>
      </dgm:prSet>
      <dgm:spPr/>
    </dgm:pt>
    <dgm:pt modelId="{422B12DC-1F91-48C9-9290-016E18440677}" type="pres">
      <dgm:prSet presAssocID="{DA630805-589F-40FE-B4A9-A3C7971583FB}" presName="rootComposite" presStyleCnt="0"/>
      <dgm:spPr/>
    </dgm:pt>
    <dgm:pt modelId="{550D8D09-93EA-4A4E-97F1-95DB55475A48}" type="pres">
      <dgm:prSet presAssocID="{DA630805-589F-40FE-B4A9-A3C7971583FB}" presName="rootText" presStyleLbl="node4" presStyleIdx="14" presStyleCnt="22">
        <dgm:presLayoutVars>
          <dgm:chPref val="3"/>
        </dgm:presLayoutVars>
      </dgm:prSet>
      <dgm:spPr/>
    </dgm:pt>
    <dgm:pt modelId="{30979236-57DA-47DF-96D4-AB6AABBC538D}" type="pres">
      <dgm:prSet presAssocID="{DA630805-589F-40FE-B4A9-A3C7971583FB}" presName="rootConnector" presStyleLbl="node4" presStyleIdx="14" presStyleCnt="22"/>
      <dgm:spPr/>
    </dgm:pt>
    <dgm:pt modelId="{939B9510-C2F6-41B3-822A-A5BF47127E96}" type="pres">
      <dgm:prSet presAssocID="{DA630805-589F-40FE-B4A9-A3C7971583FB}" presName="hierChild4" presStyleCnt="0"/>
      <dgm:spPr/>
    </dgm:pt>
    <dgm:pt modelId="{692E8A60-CB90-424C-AFA8-2F1A403147AB}" type="pres">
      <dgm:prSet presAssocID="{DA630805-589F-40FE-B4A9-A3C7971583FB}" presName="hierChild5" presStyleCnt="0"/>
      <dgm:spPr/>
    </dgm:pt>
    <dgm:pt modelId="{727B956F-D72C-4AE4-8D9E-D5EAAA044204}" type="pres">
      <dgm:prSet presAssocID="{0A2748D7-A676-47D0-86C9-1C95FAEAC323}" presName="Name37" presStyleLbl="parChTrans1D4" presStyleIdx="15" presStyleCnt="22"/>
      <dgm:spPr/>
    </dgm:pt>
    <dgm:pt modelId="{3F0D928F-C5C6-4209-89C7-2DC22F440C9A}" type="pres">
      <dgm:prSet presAssocID="{DF9E427A-F061-4D73-876E-50DFE6A2B7E5}" presName="hierRoot2" presStyleCnt="0">
        <dgm:presLayoutVars>
          <dgm:hierBranch val="init"/>
        </dgm:presLayoutVars>
      </dgm:prSet>
      <dgm:spPr/>
    </dgm:pt>
    <dgm:pt modelId="{89A646BC-328E-41A9-8DF1-DCDA6CC3C425}" type="pres">
      <dgm:prSet presAssocID="{DF9E427A-F061-4D73-876E-50DFE6A2B7E5}" presName="rootComposite" presStyleCnt="0"/>
      <dgm:spPr/>
    </dgm:pt>
    <dgm:pt modelId="{016EC23A-2D0E-41F6-A49C-4A8A9AA629EE}" type="pres">
      <dgm:prSet presAssocID="{DF9E427A-F061-4D73-876E-50DFE6A2B7E5}" presName="rootText" presStyleLbl="node4" presStyleIdx="15" presStyleCnt="22">
        <dgm:presLayoutVars>
          <dgm:chPref val="3"/>
        </dgm:presLayoutVars>
      </dgm:prSet>
      <dgm:spPr/>
    </dgm:pt>
    <dgm:pt modelId="{CBB73073-E2BE-4561-B51B-94EBAD9E9723}" type="pres">
      <dgm:prSet presAssocID="{DF9E427A-F061-4D73-876E-50DFE6A2B7E5}" presName="rootConnector" presStyleLbl="node4" presStyleIdx="15" presStyleCnt="22"/>
      <dgm:spPr/>
    </dgm:pt>
    <dgm:pt modelId="{A2D7CAED-0941-4B4F-8DD4-28606AD9D38D}" type="pres">
      <dgm:prSet presAssocID="{DF9E427A-F061-4D73-876E-50DFE6A2B7E5}" presName="hierChild4" presStyleCnt="0"/>
      <dgm:spPr/>
    </dgm:pt>
    <dgm:pt modelId="{06DD9A92-3EBE-4509-A0B6-B94B2A043EB1}" type="pres">
      <dgm:prSet presAssocID="{DF9E427A-F061-4D73-876E-50DFE6A2B7E5}" presName="hierChild5" presStyleCnt="0"/>
      <dgm:spPr/>
    </dgm:pt>
    <dgm:pt modelId="{683892C0-C419-46BC-A3E0-860D73A40584}" type="pres">
      <dgm:prSet presAssocID="{E72F02CF-18B3-473D-BA51-A3A921F54BCB}" presName="hierChild5" presStyleCnt="0"/>
      <dgm:spPr/>
    </dgm:pt>
    <dgm:pt modelId="{F1396398-C9F6-48F4-AA4F-1E9F79E1591E}" type="pres">
      <dgm:prSet presAssocID="{CD9829E7-840B-4B2B-A393-F04E987952D6}" presName="Name37" presStyleLbl="parChTrans1D3" presStyleIdx="7" presStyleCnt="11"/>
      <dgm:spPr/>
    </dgm:pt>
    <dgm:pt modelId="{E5126307-494E-4B84-9F19-09827FC9D874}" type="pres">
      <dgm:prSet presAssocID="{52C3973C-B7F3-447F-8C8A-6D0C97AC7D87}" presName="hierRoot2" presStyleCnt="0">
        <dgm:presLayoutVars>
          <dgm:hierBranch val="init"/>
        </dgm:presLayoutVars>
      </dgm:prSet>
      <dgm:spPr/>
    </dgm:pt>
    <dgm:pt modelId="{CDBA4625-BF3A-434F-ABBE-CC242A863C0C}" type="pres">
      <dgm:prSet presAssocID="{52C3973C-B7F3-447F-8C8A-6D0C97AC7D87}" presName="rootComposite" presStyleCnt="0"/>
      <dgm:spPr/>
    </dgm:pt>
    <dgm:pt modelId="{55D6CDA0-E2F8-4F44-91CF-D45B8B7CACAF}" type="pres">
      <dgm:prSet presAssocID="{52C3973C-B7F3-447F-8C8A-6D0C97AC7D87}" presName="rootText" presStyleLbl="node3" presStyleIdx="7" presStyleCnt="11">
        <dgm:presLayoutVars>
          <dgm:chPref val="3"/>
        </dgm:presLayoutVars>
      </dgm:prSet>
      <dgm:spPr/>
    </dgm:pt>
    <dgm:pt modelId="{DF812D3D-1348-45D9-861B-C0CE67CEE8DF}" type="pres">
      <dgm:prSet presAssocID="{52C3973C-B7F3-447F-8C8A-6D0C97AC7D87}" presName="rootConnector" presStyleLbl="node3" presStyleIdx="7" presStyleCnt="11"/>
      <dgm:spPr/>
    </dgm:pt>
    <dgm:pt modelId="{D2AC8B04-FBE8-4F82-8DC3-90F7410252E8}" type="pres">
      <dgm:prSet presAssocID="{52C3973C-B7F3-447F-8C8A-6D0C97AC7D87}" presName="hierChild4" presStyleCnt="0"/>
      <dgm:spPr/>
    </dgm:pt>
    <dgm:pt modelId="{2E6867E7-74AC-4BF1-A9FA-4AC7261C94EA}" type="pres">
      <dgm:prSet presAssocID="{7503258F-CB4C-4821-9D8D-C5A58C1571DE}" presName="Name37" presStyleLbl="parChTrans1D4" presStyleIdx="16" presStyleCnt="22"/>
      <dgm:spPr/>
    </dgm:pt>
    <dgm:pt modelId="{F4FE13A6-9F02-4216-96F7-5149500E79F8}" type="pres">
      <dgm:prSet presAssocID="{6179B0DF-E47A-4DC1-A6E5-35A2A8035506}" presName="hierRoot2" presStyleCnt="0">
        <dgm:presLayoutVars>
          <dgm:hierBranch val="init"/>
        </dgm:presLayoutVars>
      </dgm:prSet>
      <dgm:spPr/>
    </dgm:pt>
    <dgm:pt modelId="{B910A640-20F8-40CB-8C21-72D3292DAF7D}" type="pres">
      <dgm:prSet presAssocID="{6179B0DF-E47A-4DC1-A6E5-35A2A8035506}" presName="rootComposite" presStyleCnt="0"/>
      <dgm:spPr/>
    </dgm:pt>
    <dgm:pt modelId="{3865DB16-34F6-41C8-ABAD-5A68CDC1E618}" type="pres">
      <dgm:prSet presAssocID="{6179B0DF-E47A-4DC1-A6E5-35A2A8035506}" presName="rootText" presStyleLbl="node4" presStyleIdx="16" presStyleCnt="22">
        <dgm:presLayoutVars>
          <dgm:chPref val="3"/>
        </dgm:presLayoutVars>
      </dgm:prSet>
      <dgm:spPr/>
    </dgm:pt>
    <dgm:pt modelId="{1002BD22-EA91-46EA-86D5-BC40AAB8FD27}" type="pres">
      <dgm:prSet presAssocID="{6179B0DF-E47A-4DC1-A6E5-35A2A8035506}" presName="rootConnector" presStyleLbl="node4" presStyleIdx="16" presStyleCnt="22"/>
      <dgm:spPr/>
    </dgm:pt>
    <dgm:pt modelId="{C18C182C-25D6-4782-AA35-57666DC65905}" type="pres">
      <dgm:prSet presAssocID="{6179B0DF-E47A-4DC1-A6E5-35A2A8035506}" presName="hierChild4" presStyleCnt="0"/>
      <dgm:spPr/>
    </dgm:pt>
    <dgm:pt modelId="{4BF485B8-AACE-48A9-A30C-D711169146EB}" type="pres">
      <dgm:prSet presAssocID="{6179B0DF-E47A-4DC1-A6E5-35A2A8035506}" presName="hierChild5" presStyleCnt="0"/>
      <dgm:spPr/>
    </dgm:pt>
    <dgm:pt modelId="{16D600AC-D904-45AA-A6C7-5EAC376DA718}" type="pres">
      <dgm:prSet presAssocID="{FB0EDD93-3471-4BEA-9C74-D18C3A65BE60}" presName="Name37" presStyleLbl="parChTrans1D4" presStyleIdx="17" presStyleCnt="22"/>
      <dgm:spPr/>
    </dgm:pt>
    <dgm:pt modelId="{19997ABE-8B23-4115-8D41-E55CAF4E9A9E}" type="pres">
      <dgm:prSet presAssocID="{63C0A874-E3F2-452F-95FF-C800D865E671}" presName="hierRoot2" presStyleCnt="0">
        <dgm:presLayoutVars>
          <dgm:hierBranch val="init"/>
        </dgm:presLayoutVars>
      </dgm:prSet>
      <dgm:spPr/>
    </dgm:pt>
    <dgm:pt modelId="{B30779DE-CD89-4193-B231-8CEF0AA2897B}" type="pres">
      <dgm:prSet presAssocID="{63C0A874-E3F2-452F-95FF-C800D865E671}" presName="rootComposite" presStyleCnt="0"/>
      <dgm:spPr/>
    </dgm:pt>
    <dgm:pt modelId="{0A5EED6C-F2BD-4DA1-9DA3-1CF629ED9ABF}" type="pres">
      <dgm:prSet presAssocID="{63C0A874-E3F2-452F-95FF-C800D865E671}" presName="rootText" presStyleLbl="node4" presStyleIdx="17" presStyleCnt="22">
        <dgm:presLayoutVars>
          <dgm:chPref val="3"/>
        </dgm:presLayoutVars>
      </dgm:prSet>
      <dgm:spPr/>
    </dgm:pt>
    <dgm:pt modelId="{E016FB47-A545-488F-83C0-0164DBB3E565}" type="pres">
      <dgm:prSet presAssocID="{63C0A874-E3F2-452F-95FF-C800D865E671}" presName="rootConnector" presStyleLbl="node4" presStyleIdx="17" presStyleCnt="22"/>
      <dgm:spPr/>
    </dgm:pt>
    <dgm:pt modelId="{C5D3D9A3-9B9F-4B58-858C-0AE3A2824D6A}" type="pres">
      <dgm:prSet presAssocID="{63C0A874-E3F2-452F-95FF-C800D865E671}" presName="hierChild4" presStyleCnt="0"/>
      <dgm:spPr/>
    </dgm:pt>
    <dgm:pt modelId="{DFB0B1A0-7FB2-4E96-A127-0730B3209EE1}" type="pres">
      <dgm:prSet presAssocID="{63C0A874-E3F2-452F-95FF-C800D865E671}" presName="hierChild5" presStyleCnt="0"/>
      <dgm:spPr/>
    </dgm:pt>
    <dgm:pt modelId="{F7AAA351-ABAF-4340-BBFE-7A50D4EFAA74}" type="pres">
      <dgm:prSet presAssocID="{52C3973C-B7F3-447F-8C8A-6D0C97AC7D87}" presName="hierChild5" presStyleCnt="0"/>
      <dgm:spPr/>
    </dgm:pt>
    <dgm:pt modelId="{A96D6414-3676-4A92-85D8-5DD124BA2942}" type="pres">
      <dgm:prSet presAssocID="{145D55AA-61E0-495C-8F2D-EE36475B0338}" presName="hierChild5" presStyleCnt="0"/>
      <dgm:spPr/>
    </dgm:pt>
    <dgm:pt modelId="{B67FA171-3DC1-4B30-B97D-AAB0EE775448}" type="pres">
      <dgm:prSet presAssocID="{F8130828-F801-48B7-A83D-32C060147E31}" presName="Name37" presStyleLbl="parChTrans1D2" presStyleIdx="3" presStyleCnt="8"/>
      <dgm:spPr/>
    </dgm:pt>
    <dgm:pt modelId="{9050899D-C12D-433D-BA67-5366AE2099EB}" type="pres">
      <dgm:prSet presAssocID="{75DFC915-9462-4A30-AE1F-37CE18B3C6D2}" presName="hierRoot2" presStyleCnt="0">
        <dgm:presLayoutVars>
          <dgm:hierBranch val="init"/>
        </dgm:presLayoutVars>
      </dgm:prSet>
      <dgm:spPr/>
    </dgm:pt>
    <dgm:pt modelId="{FA4CBB32-6DC4-463A-97E6-6F6C874672E4}" type="pres">
      <dgm:prSet presAssocID="{75DFC915-9462-4A30-AE1F-37CE18B3C6D2}" presName="rootComposite" presStyleCnt="0"/>
      <dgm:spPr/>
    </dgm:pt>
    <dgm:pt modelId="{858CCC95-E4CA-427E-8CC5-EA54BE327E50}" type="pres">
      <dgm:prSet presAssocID="{75DFC915-9462-4A30-AE1F-37CE18B3C6D2}" presName="rootText" presStyleLbl="node2" presStyleIdx="3" presStyleCnt="5" custScaleX="227286">
        <dgm:presLayoutVars>
          <dgm:chPref val="3"/>
        </dgm:presLayoutVars>
      </dgm:prSet>
      <dgm:spPr/>
    </dgm:pt>
    <dgm:pt modelId="{6F0642B5-C6D2-460F-8B0D-117246BD79FD}" type="pres">
      <dgm:prSet presAssocID="{75DFC915-9462-4A30-AE1F-37CE18B3C6D2}" presName="rootConnector" presStyleLbl="node2" presStyleIdx="3" presStyleCnt="5"/>
      <dgm:spPr/>
    </dgm:pt>
    <dgm:pt modelId="{212E254B-8521-46A2-8B27-60BF05F6C21C}" type="pres">
      <dgm:prSet presAssocID="{75DFC915-9462-4A30-AE1F-37CE18B3C6D2}" presName="hierChild4" presStyleCnt="0"/>
      <dgm:spPr/>
    </dgm:pt>
    <dgm:pt modelId="{362C6395-CDA7-4EB2-8956-CE67599F0711}" type="pres">
      <dgm:prSet presAssocID="{81DA8363-0B62-47BB-A1C0-276F95F61685}" presName="Name37" presStyleLbl="parChTrans1D3" presStyleIdx="8" presStyleCnt="11"/>
      <dgm:spPr/>
    </dgm:pt>
    <dgm:pt modelId="{12FC3C31-BF70-463F-85E6-6C6DECA5ECB0}" type="pres">
      <dgm:prSet presAssocID="{05459587-4988-4521-A172-715582190CFB}" presName="hierRoot2" presStyleCnt="0">
        <dgm:presLayoutVars>
          <dgm:hierBranch val="init"/>
        </dgm:presLayoutVars>
      </dgm:prSet>
      <dgm:spPr/>
    </dgm:pt>
    <dgm:pt modelId="{692356F9-16E3-4269-AC10-B48F562F6350}" type="pres">
      <dgm:prSet presAssocID="{05459587-4988-4521-A172-715582190CFB}" presName="rootComposite" presStyleCnt="0"/>
      <dgm:spPr/>
    </dgm:pt>
    <dgm:pt modelId="{F5119AFF-7505-49C6-B8CC-5346C5423816}" type="pres">
      <dgm:prSet presAssocID="{05459587-4988-4521-A172-715582190CFB}" presName="rootText" presStyleLbl="node3" presStyleIdx="8" presStyleCnt="11">
        <dgm:presLayoutVars>
          <dgm:chPref val="3"/>
        </dgm:presLayoutVars>
      </dgm:prSet>
      <dgm:spPr/>
    </dgm:pt>
    <dgm:pt modelId="{E4298F15-1B1C-4C7E-A9D9-C674AC3871A9}" type="pres">
      <dgm:prSet presAssocID="{05459587-4988-4521-A172-715582190CFB}" presName="rootConnector" presStyleLbl="node3" presStyleIdx="8" presStyleCnt="11"/>
      <dgm:spPr/>
    </dgm:pt>
    <dgm:pt modelId="{596DD6B5-721C-4365-8C70-A33DA29F2333}" type="pres">
      <dgm:prSet presAssocID="{05459587-4988-4521-A172-715582190CFB}" presName="hierChild4" presStyleCnt="0"/>
      <dgm:spPr/>
    </dgm:pt>
    <dgm:pt modelId="{109402AC-4CF6-4F22-8D6A-D3C1188B5393}" type="pres">
      <dgm:prSet presAssocID="{2CEDF25F-6939-4F31-AEE1-81814F018153}" presName="Name37" presStyleLbl="parChTrans1D4" presStyleIdx="18" presStyleCnt="22"/>
      <dgm:spPr/>
    </dgm:pt>
    <dgm:pt modelId="{FE28105F-AAFF-4966-AA84-32417214F510}" type="pres">
      <dgm:prSet presAssocID="{64C84F6C-4C89-42C9-BBFB-E3A9FEECB53C}" presName="hierRoot2" presStyleCnt="0">
        <dgm:presLayoutVars>
          <dgm:hierBranch val="init"/>
        </dgm:presLayoutVars>
      </dgm:prSet>
      <dgm:spPr/>
    </dgm:pt>
    <dgm:pt modelId="{817482A5-22DC-49F3-9CA3-FD065E6B35CF}" type="pres">
      <dgm:prSet presAssocID="{64C84F6C-4C89-42C9-BBFB-E3A9FEECB53C}" presName="rootComposite" presStyleCnt="0"/>
      <dgm:spPr/>
    </dgm:pt>
    <dgm:pt modelId="{7845EB6B-B9D0-4329-A00A-A032CFA8607F}" type="pres">
      <dgm:prSet presAssocID="{64C84F6C-4C89-42C9-BBFB-E3A9FEECB53C}" presName="rootText" presStyleLbl="node4" presStyleIdx="18" presStyleCnt="22">
        <dgm:presLayoutVars>
          <dgm:chPref val="3"/>
        </dgm:presLayoutVars>
      </dgm:prSet>
      <dgm:spPr/>
    </dgm:pt>
    <dgm:pt modelId="{D028122C-9A8C-400D-91B3-5E431B062B11}" type="pres">
      <dgm:prSet presAssocID="{64C84F6C-4C89-42C9-BBFB-E3A9FEECB53C}" presName="rootConnector" presStyleLbl="node4" presStyleIdx="18" presStyleCnt="22"/>
      <dgm:spPr/>
    </dgm:pt>
    <dgm:pt modelId="{D8068839-FC4C-47FD-9D5B-EA790A28BE59}" type="pres">
      <dgm:prSet presAssocID="{64C84F6C-4C89-42C9-BBFB-E3A9FEECB53C}" presName="hierChild4" presStyleCnt="0"/>
      <dgm:spPr/>
    </dgm:pt>
    <dgm:pt modelId="{68BB8EBF-EF42-4AA7-A502-A2898DA40447}" type="pres">
      <dgm:prSet presAssocID="{64C84F6C-4C89-42C9-BBFB-E3A9FEECB53C}" presName="hierChild5" presStyleCnt="0"/>
      <dgm:spPr/>
    </dgm:pt>
    <dgm:pt modelId="{4ACA9E40-9061-4DB8-AF0E-E26B8E3C0D3A}" type="pres">
      <dgm:prSet presAssocID="{05459587-4988-4521-A172-715582190CFB}" presName="hierChild5" presStyleCnt="0"/>
      <dgm:spPr/>
    </dgm:pt>
    <dgm:pt modelId="{BE316BAB-E484-4713-88F8-60BFB9ECB2F9}" type="pres">
      <dgm:prSet presAssocID="{3C79FE37-D072-433C-85E3-76D9529FB2A4}" presName="Name37" presStyleLbl="parChTrans1D3" presStyleIdx="9" presStyleCnt="11"/>
      <dgm:spPr/>
    </dgm:pt>
    <dgm:pt modelId="{235CF454-738B-405A-85CD-421FFD5C9EB4}" type="pres">
      <dgm:prSet presAssocID="{1B6E74F3-B5A8-441C-AB65-775DCB44F666}" presName="hierRoot2" presStyleCnt="0">
        <dgm:presLayoutVars>
          <dgm:hierBranch val="init"/>
        </dgm:presLayoutVars>
      </dgm:prSet>
      <dgm:spPr/>
    </dgm:pt>
    <dgm:pt modelId="{6EA77787-3398-4DDC-B818-D55AA7CE88B1}" type="pres">
      <dgm:prSet presAssocID="{1B6E74F3-B5A8-441C-AB65-775DCB44F666}" presName="rootComposite" presStyleCnt="0"/>
      <dgm:spPr/>
    </dgm:pt>
    <dgm:pt modelId="{8D4EDDFD-3F99-48DD-B17E-DED0EC8CDDD0}" type="pres">
      <dgm:prSet presAssocID="{1B6E74F3-B5A8-441C-AB65-775DCB44F666}" presName="rootText" presStyleLbl="node3" presStyleIdx="9" presStyleCnt="11">
        <dgm:presLayoutVars>
          <dgm:chPref val="3"/>
        </dgm:presLayoutVars>
      </dgm:prSet>
      <dgm:spPr/>
    </dgm:pt>
    <dgm:pt modelId="{71A8528D-5007-41C3-81C5-D5BBF6988692}" type="pres">
      <dgm:prSet presAssocID="{1B6E74F3-B5A8-441C-AB65-775DCB44F666}" presName="rootConnector" presStyleLbl="node3" presStyleIdx="9" presStyleCnt="11"/>
      <dgm:spPr/>
    </dgm:pt>
    <dgm:pt modelId="{41266EB5-6822-4380-8214-AF227CA6FBE2}" type="pres">
      <dgm:prSet presAssocID="{1B6E74F3-B5A8-441C-AB65-775DCB44F666}" presName="hierChild4" presStyleCnt="0"/>
      <dgm:spPr/>
    </dgm:pt>
    <dgm:pt modelId="{A43EF91F-8DA5-43EF-8EB3-BB146F5BF4EF}" type="pres">
      <dgm:prSet presAssocID="{260C4ED7-3608-4DAA-8893-2CC8555D359C}" presName="Name37" presStyleLbl="parChTrans1D4" presStyleIdx="19" presStyleCnt="22"/>
      <dgm:spPr/>
    </dgm:pt>
    <dgm:pt modelId="{40E0D3DD-9B1A-422B-BD4A-8E6C3E301DC3}" type="pres">
      <dgm:prSet presAssocID="{BB5616D0-CD6B-4AFA-914E-D4A64560E1D3}" presName="hierRoot2" presStyleCnt="0">
        <dgm:presLayoutVars>
          <dgm:hierBranch val="init"/>
        </dgm:presLayoutVars>
      </dgm:prSet>
      <dgm:spPr/>
    </dgm:pt>
    <dgm:pt modelId="{BA48E19B-0F9D-481F-AD1E-7CEDD78FF588}" type="pres">
      <dgm:prSet presAssocID="{BB5616D0-CD6B-4AFA-914E-D4A64560E1D3}" presName="rootComposite" presStyleCnt="0"/>
      <dgm:spPr/>
    </dgm:pt>
    <dgm:pt modelId="{6EE46714-DE7C-41DB-BFF7-B9C85E642D2D}" type="pres">
      <dgm:prSet presAssocID="{BB5616D0-CD6B-4AFA-914E-D4A64560E1D3}" presName="rootText" presStyleLbl="node4" presStyleIdx="19" presStyleCnt="22">
        <dgm:presLayoutVars>
          <dgm:chPref val="3"/>
        </dgm:presLayoutVars>
      </dgm:prSet>
      <dgm:spPr/>
    </dgm:pt>
    <dgm:pt modelId="{4A3DB128-2895-4B3C-A51E-CF03A0BEF216}" type="pres">
      <dgm:prSet presAssocID="{BB5616D0-CD6B-4AFA-914E-D4A64560E1D3}" presName="rootConnector" presStyleLbl="node4" presStyleIdx="19" presStyleCnt="22"/>
      <dgm:spPr/>
    </dgm:pt>
    <dgm:pt modelId="{BD90B170-03AB-4761-B381-6689039A91D7}" type="pres">
      <dgm:prSet presAssocID="{BB5616D0-CD6B-4AFA-914E-D4A64560E1D3}" presName="hierChild4" presStyleCnt="0"/>
      <dgm:spPr/>
    </dgm:pt>
    <dgm:pt modelId="{4B14A816-4F72-4208-BF15-B15153F3E357}" type="pres">
      <dgm:prSet presAssocID="{BB5616D0-CD6B-4AFA-914E-D4A64560E1D3}" presName="hierChild5" presStyleCnt="0"/>
      <dgm:spPr/>
    </dgm:pt>
    <dgm:pt modelId="{C213A015-EC16-4B9F-A988-FF8A7BBB88A6}" type="pres">
      <dgm:prSet presAssocID="{226E3F2A-149C-4E31-AF49-05035199D23B}" presName="Name37" presStyleLbl="parChTrans1D4" presStyleIdx="20" presStyleCnt="22"/>
      <dgm:spPr/>
    </dgm:pt>
    <dgm:pt modelId="{C8E409F6-B69C-4B41-87EF-A9E9AF5BCB9B}" type="pres">
      <dgm:prSet presAssocID="{F35FFE74-4990-45D5-A4CB-80872A2AC027}" presName="hierRoot2" presStyleCnt="0">
        <dgm:presLayoutVars>
          <dgm:hierBranch val="init"/>
        </dgm:presLayoutVars>
      </dgm:prSet>
      <dgm:spPr/>
    </dgm:pt>
    <dgm:pt modelId="{C5884F31-3884-49C7-AE8F-6D03B960CFBC}" type="pres">
      <dgm:prSet presAssocID="{F35FFE74-4990-45D5-A4CB-80872A2AC027}" presName="rootComposite" presStyleCnt="0"/>
      <dgm:spPr/>
    </dgm:pt>
    <dgm:pt modelId="{23C620D9-0E46-4B77-A12F-3537A154FCBA}" type="pres">
      <dgm:prSet presAssocID="{F35FFE74-4990-45D5-A4CB-80872A2AC027}" presName="rootText" presStyleLbl="node4" presStyleIdx="20" presStyleCnt="22">
        <dgm:presLayoutVars>
          <dgm:chPref val="3"/>
        </dgm:presLayoutVars>
      </dgm:prSet>
      <dgm:spPr/>
    </dgm:pt>
    <dgm:pt modelId="{3347A672-0AAE-421D-9612-0367CFCB23F6}" type="pres">
      <dgm:prSet presAssocID="{F35FFE74-4990-45D5-A4CB-80872A2AC027}" presName="rootConnector" presStyleLbl="node4" presStyleIdx="20" presStyleCnt="22"/>
      <dgm:spPr/>
    </dgm:pt>
    <dgm:pt modelId="{7E4EA97F-D44D-4A84-B8A6-BC873F0F6586}" type="pres">
      <dgm:prSet presAssocID="{F35FFE74-4990-45D5-A4CB-80872A2AC027}" presName="hierChild4" presStyleCnt="0"/>
      <dgm:spPr/>
    </dgm:pt>
    <dgm:pt modelId="{82F18416-9B46-4985-91B7-8A7EE4F32A6D}" type="pres">
      <dgm:prSet presAssocID="{F35FFE74-4990-45D5-A4CB-80872A2AC027}" presName="hierChild5" presStyleCnt="0"/>
      <dgm:spPr/>
    </dgm:pt>
    <dgm:pt modelId="{7737F3F5-144A-4757-A10B-63150BBE79A5}" type="pres">
      <dgm:prSet presAssocID="{1B6E74F3-B5A8-441C-AB65-775DCB44F666}" presName="hierChild5" presStyleCnt="0"/>
      <dgm:spPr/>
    </dgm:pt>
    <dgm:pt modelId="{EE5F734F-9F36-4C79-A3BC-220E7FAA674E}" type="pres">
      <dgm:prSet presAssocID="{75DFC915-9462-4A30-AE1F-37CE18B3C6D2}" presName="hierChild5" presStyleCnt="0"/>
      <dgm:spPr/>
    </dgm:pt>
    <dgm:pt modelId="{BCDC2B85-A8D5-4593-867F-DC0483840EB2}" type="pres">
      <dgm:prSet presAssocID="{E93B594F-0000-4F1E-9B42-4CBD54251AE9}" presName="Name37" presStyleLbl="parChTrans1D2" presStyleIdx="4" presStyleCnt="8"/>
      <dgm:spPr/>
    </dgm:pt>
    <dgm:pt modelId="{5737F07D-3BAB-48F7-A08D-31C96ABB745A}" type="pres">
      <dgm:prSet presAssocID="{CFBF96BE-57AC-4278-BEE8-4529105B485E}" presName="hierRoot2" presStyleCnt="0">
        <dgm:presLayoutVars>
          <dgm:hierBranch val="init"/>
        </dgm:presLayoutVars>
      </dgm:prSet>
      <dgm:spPr/>
    </dgm:pt>
    <dgm:pt modelId="{400E70F2-206E-4207-9BAE-AA4950AB067D}" type="pres">
      <dgm:prSet presAssocID="{CFBF96BE-57AC-4278-BEE8-4529105B485E}" presName="rootComposite" presStyleCnt="0"/>
      <dgm:spPr/>
    </dgm:pt>
    <dgm:pt modelId="{B6882BBA-C028-45B6-AA74-004B50941257}" type="pres">
      <dgm:prSet presAssocID="{CFBF96BE-57AC-4278-BEE8-4529105B485E}" presName="rootText" presStyleLbl="node2" presStyleIdx="4" presStyleCnt="5">
        <dgm:presLayoutVars>
          <dgm:chPref val="3"/>
        </dgm:presLayoutVars>
      </dgm:prSet>
      <dgm:spPr/>
    </dgm:pt>
    <dgm:pt modelId="{566DBE28-CF1C-4D21-A527-ACA2FA65BB5E}" type="pres">
      <dgm:prSet presAssocID="{CFBF96BE-57AC-4278-BEE8-4529105B485E}" presName="rootConnector" presStyleLbl="node2" presStyleIdx="4" presStyleCnt="5"/>
      <dgm:spPr/>
    </dgm:pt>
    <dgm:pt modelId="{03CD7D9C-8C3B-4156-87BC-15BE577EF0F1}" type="pres">
      <dgm:prSet presAssocID="{CFBF96BE-57AC-4278-BEE8-4529105B485E}" presName="hierChild4" presStyleCnt="0"/>
      <dgm:spPr/>
    </dgm:pt>
    <dgm:pt modelId="{5489D5DD-FC37-42DE-962B-6993F423AF34}" type="pres">
      <dgm:prSet presAssocID="{B8FCF6F9-076B-4699-9E4E-2CA4C23B8C97}" presName="Name37" presStyleLbl="parChTrans1D3" presStyleIdx="10" presStyleCnt="11"/>
      <dgm:spPr/>
    </dgm:pt>
    <dgm:pt modelId="{BA5F6171-F2F1-43FD-B8E5-B5CCA007C296}" type="pres">
      <dgm:prSet presAssocID="{435BDAA4-6C6D-4BA3-863B-6A6502930384}" presName="hierRoot2" presStyleCnt="0">
        <dgm:presLayoutVars>
          <dgm:hierBranch val="init"/>
        </dgm:presLayoutVars>
      </dgm:prSet>
      <dgm:spPr/>
    </dgm:pt>
    <dgm:pt modelId="{9310BCC2-D236-4405-9CC4-65E08969ADA7}" type="pres">
      <dgm:prSet presAssocID="{435BDAA4-6C6D-4BA3-863B-6A6502930384}" presName="rootComposite" presStyleCnt="0"/>
      <dgm:spPr/>
    </dgm:pt>
    <dgm:pt modelId="{D27AD6E2-F859-4EE0-99E8-AC86C2B80631}" type="pres">
      <dgm:prSet presAssocID="{435BDAA4-6C6D-4BA3-863B-6A6502930384}" presName="rootText" presStyleLbl="node3" presStyleIdx="10" presStyleCnt="11">
        <dgm:presLayoutVars>
          <dgm:chPref val="3"/>
        </dgm:presLayoutVars>
      </dgm:prSet>
      <dgm:spPr/>
    </dgm:pt>
    <dgm:pt modelId="{B5B547D9-1EC6-4C68-97AC-E62BDA82905D}" type="pres">
      <dgm:prSet presAssocID="{435BDAA4-6C6D-4BA3-863B-6A6502930384}" presName="rootConnector" presStyleLbl="node3" presStyleIdx="10" presStyleCnt="11"/>
      <dgm:spPr/>
    </dgm:pt>
    <dgm:pt modelId="{9BE8806E-47EF-4996-A6CC-711244C7C529}" type="pres">
      <dgm:prSet presAssocID="{435BDAA4-6C6D-4BA3-863B-6A6502930384}" presName="hierChild4" presStyleCnt="0"/>
      <dgm:spPr/>
    </dgm:pt>
    <dgm:pt modelId="{3F275E6C-EF52-44B6-A1FE-02C759FE80EB}" type="pres">
      <dgm:prSet presAssocID="{20C93597-4DC1-4325-8363-E7CD2A9D1B4A}" presName="Name37" presStyleLbl="parChTrans1D4" presStyleIdx="21" presStyleCnt="22"/>
      <dgm:spPr/>
    </dgm:pt>
    <dgm:pt modelId="{38E28F90-9147-4454-ACA9-26C25A166647}" type="pres">
      <dgm:prSet presAssocID="{6AE7F5F1-29A0-46DF-AACF-A442207EF17A}" presName="hierRoot2" presStyleCnt="0">
        <dgm:presLayoutVars>
          <dgm:hierBranch val="init"/>
        </dgm:presLayoutVars>
      </dgm:prSet>
      <dgm:spPr/>
    </dgm:pt>
    <dgm:pt modelId="{F2F68809-52F8-4638-9C48-524C58408B9D}" type="pres">
      <dgm:prSet presAssocID="{6AE7F5F1-29A0-46DF-AACF-A442207EF17A}" presName="rootComposite" presStyleCnt="0"/>
      <dgm:spPr/>
    </dgm:pt>
    <dgm:pt modelId="{ED8C2754-99A8-4ED1-BB55-3C2EFFCC0D21}" type="pres">
      <dgm:prSet presAssocID="{6AE7F5F1-29A0-46DF-AACF-A442207EF17A}" presName="rootText" presStyleLbl="node4" presStyleIdx="21" presStyleCnt="22">
        <dgm:presLayoutVars>
          <dgm:chPref val="3"/>
        </dgm:presLayoutVars>
      </dgm:prSet>
      <dgm:spPr/>
    </dgm:pt>
    <dgm:pt modelId="{83DC080B-07F6-4C80-8867-801273870E8D}" type="pres">
      <dgm:prSet presAssocID="{6AE7F5F1-29A0-46DF-AACF-A442207EF17A}" presName="rootConnector" presStyleLbl="node4" presStyleIdx="21" presStyleCnt="22"/>
      <dgm:spPr/>
    </dgm:pt>
    <dgm:pt modelId="{A000072A-B8CD-46B7-A5B4-C1AF819C612E}" type="pres">
      <dgm:prSet presAssocID="{6AE7F5F1-29A0-46DF-AACF-A442207EF17A}" presName="hierChild4" presStyleCnt="0"/>
      <dgm:spPr/>
    </dgm:pt>
    <dgm:pt modelId="{0C1A2FD9-ADE7-474A-9178-0403F08F3C3B}" type="pres">
      <dgm:prSet presAssocID="{6AE7F5F1-29A0-46DF-AACF-A442207EF17A}" presName="hierChild5" presStyleCnt="0"/>
      <dgm:spPr/>
    </dgm:pt>
    <dgm:pt modelId="{79A93CA2-F414-43B6-B79D-28829BC2FEA2}" type="pres">
      <dgm:prSet presAssocID="{435BDAA4-6C6D-4BA3-863B-6A6502930384}" presName="hierChild5" presStyleCnt="0"/>
      <dgm:spPr/>
    </dgm:pt>
    <dgm:pt modelId="{FD21FF1C-F2CA-4171-8B6E-255BBCDFCAB3}" type="pres">
      <dgm:prSet presAssocID="{CFBF96BE-57AC-4278-BEE8-4529105B485E}" presName="hierChild5" presStyleCnt="0"/>
      <dgm:spPr/>
    </dgm:pt>
    <dgm:pt modelId="{A3AAC15C-000A-445D-B4DF-8F50490B99CA}" type="pres">
      <dgm:prSet presAssocID="{10A0EA3D-3AD4-4A16-AC66-3525B6400D15}" presName="hierChild3" presStyleCnt="0"/>
      <dgm:spPr/>
    </dgm:pt>
    <dgm:pt modelId="{515A54C4-05E3-4AC2-9E78-159835E1FA0A}" type="pres">
      <dgm:prSet presAssocID="{571ACF06-55FC-4374-937B-261F0EA52AD8}" presName="Name111" presStyleLbl="parChTrans1D2" presStyleIdx="5" presStyleCnt="8"/>
      <dgm:spPr/>
    </dgm:pt>
    <dgm:pt modelId="{CDDB8166-4EDF-456A-B125-4BCA0F15AE7E}" type="pres">
      <dgm:prSet presAssocID="{E664B720-95DB-4E44-A34B-1E3CA7CEFE8A}" presName="hierRoot3" presStyleCnt="0">
        <dgm:presLayoutVars>
          <dgm:hierBranch val="init"/>
        </dgm:presLayoutVars>
      </dgm:prSet>
      <dgm:spPr/>
    </dgm:pt>
    <dgm:pt modelId="{94511E76-B852-40E8-A3B5-0D3A4B9265ED}" type="pres">
      <dgm:prSet presAssocID="{E664B720-95DB-4E44-A34B-1E3CA7CEFE8A}" presName="rootComposite3" presStyleCnt="0"/>
      <dgm:spPr/>
    </dgm:pt>
    <dgm:pt modelId="{E9621B84-0D84-49BB-9E90-0AD7641E8872}" type="pres">
      <dgm:prSet presAssocID="{E664B720-95DB-4E44-A34B-1E3CA7CEFE8A}" presName="rootText3" presStyleLbl="asst1" presStyleIdx="0" presStyleCnt="3">
        <dgm:presLayoutVars>
          <dgm:chPref val="3"/>
        </dgm:presLayoutVars>
      </dgm:prSet>
      <dgm:spPr/>
    </dgm:pt>
    <dgm:pt modelId="{E63DB5AC-727C-4BC5-BB83-D39294418F9C}" type="pres">
      <dgm:prSet presAssocID="{E664B720-95DB-4E44-A34B-1E3CA7CEFE8A}" presName="rootConnector3" presStyleLbl="asst1" presStyleIdx="0" presStyleCnt="3"/>
      <dgm:spPr/>
    </dgm:pt>
    <dgm:pt modelId="{744D4DF7-6E11-4072-B386-A50558F82B01}" type="pres">
      <dgm:prSet presAssocID="{E664B720-95DB-4E44-A34B-1E3CA7CEFE8A}" presName="hierChild6" presStyleCnt="0"/>
      <dgm:spPr/>
    </dgm:pt>
    <dgm:pt modelId="{3393AC9B-F892-48A1-8B74-ADB1555234A1}" type="pres">
      <dgm:prSet presAssocID="{E664B720-95DB-4E44-A34B-1E3CA7CEFE8A}" presName="hierChild7" presStyleCnt="0"/>
      <dgm:spPr/>
    </dgm:pt>
    <dgm:pt modelId="{4608B41D-0F3F-475C-B267-DF239FB26BB2}" type="pres">
      <dgm:prSet presAssocID="{B0D73427-0902-4295-A07B-0BD41778D480}" presName="Name111" presStyleLbl="parChTrans1D2" presStyleIdx="6" presStyleCnt="8"/>
      <dgm:spPr/>
    </dgm:pt>
    <dgm:pt modelId="{088DBA6C-A0D7-4923-A82F-5FD353379A99}" type="pres">
      <dgm:prSet presAssocID="{2DAB3FA9-2F8A-4327-845A-BCD6E05164EB}" presName="hierRoot3" presStyleCnt="0">
        <dgm:presLayoutVars>
          <dgm:hierBranch val="init"/>
        </dgm:presLayoutVars>
      </dgm:prSet>
      <dgm:spPr/>
    </dgm:pt>
    <dgm:pt modelId="{16107EEC-4131-4F7C-ADD6-DEE056F43666}" type="pres">
      <dgm:prSet presAssocID="{2DAB3FA9-2F8A-4327-845A-BCD6E05164EB}" presName="rootComposite3" presStyleCnt="0"/>
      <dgm:spPr/>
    </dgm:pt>
    <dgm:pt modelId="{4BC31E02-107E-4C36-B183-A142DE73CA66}" type="pres">
      <dgm:prSet presAssocID="{2DAB3FA9-2F8A-4327-845A-BCD6E05164EB}" presName="rootText3" presStyleLbl="asst1" presStyleIdx="1" presStyleCnt="3">
        <dgm:presLayoutVars>
          <dgm:chPref val="3"/>
        </dgm:presLayoutVars>
      </dgm:prSet>
      <dgm:spPr/>
    </dgm:pt>
    <dgm:pt modelId="{F2CA2B94-1F13-495F-86DD-0F64EB9A13A5}" type="pres">
      <dgm:prSet presAssocID="{2DAB3FA9-2F8A-4327-845A-BCD6E05164EB}" presName="rootConnector3" presStyleLbl="asst1" presStyleIdx="1" presStyleCnt="3"/>
      <dgm:spPr/>
    </dgm:pt>
    <dgm:pt modelId="{525DE92A-E311-41C4-8867-E30ACBB3793A}" type="pres">
      <dgm:prSet presAssocID="{2DAB3FA9-2F8A-4327-845A-BCD6E05164EB}" presName="hierChild6" presStyleCnt="0"/>
      <dgm:spPr/>
    </dgm:pt>
    <dgm:pt modelId="{2571385C-7381-4D4C-955A-2983A543EA2B}" type="pres">
      <dgm:prSet presAssocID="{2DAB3FA9-2F8A-4327-845A-BCD6E05164EB}" presName="hierChild7" presStyleCnt="0"/>
      <dgm:spPr/>
    </dgm:pt>
    <dgm:pt modelId="{3496AB2D-569C-430E-8A54-49D4E9DD1AB4}" type="pres">
      <dgm:prSet presAssocID="{FE19AF82-CCAD-4921-8A3F-56EE7BAB2895}" presName="Name111" presStyleLbl="parChTrans1D2" presStyleIdx="7" presStyleCnt="8"/>
      <dgm:spPr/>
    </dgm:pt>
    <dgm:pt modelId="{8FAF0976-D09D-4D00-A8EE-272ED97E3389}" type="pres">
      <dgm:prSet presAssocID="{400DA91C-B56B-4B4A-B720-ACF45A469AA6}" presName="hierRoot3" presStyleCnt="0">
        <dgm:presLayoutVars>
          <dgm:hierBranch val="init"/>
        </dgm:presLayoutVars>
      </dgm:prSet>
      <dgm:spPr/>
    </dgm:pt>
    <dgm:pt modelId="{A7B00E07-BF25-43AA-A03D-BB107BBDE6BC}" type="pres">
      <dgm:prSet presAssocID="{400DA91C-B56B-4B4A-B720-ACF45A469AA6}" presName="rootComposite3" presStyleCnt="0"/>
      <dgm:spPr/>
    </dgm:pt>
    <dgm:pt modelId="{2B0C6377-A78D-40C9-9D3C-24A10361D0DF}" type="pres">
      <dgm:prSet presAssocID="{400DA91C-B56B-4B4A-B720-ACF45A469AA6}" presName="rootText3" presStyleLbl="asst1" presStyleIdx="2" presStyleCnt="3">
        <dgm:presLayoutVars>
          <dgm:chPref val="3"/>
        </dgm:presLayoutVars>
      </dgm:prSet>
      <dgm:spPr/>
    </dgm:pt>
    <dgm:pt modelId="{4554ECF7-4E3C-4C88-B803-D579FF58D2EB}" type="pres">
      <dgm:prSet presAssocID="{400DA91C-B56B-4B4A-B720-ACF45A469AA6}" presName="rootConnector3" presStyleLbl="asst1" presStyleIdx="2" presStyleCnt="3"/>
      <dgm:spPr/>
    </dgm:pt>
    <dgm:pt modelId="{E77341C5-A4FB-4ABF-A60A-B8185A0E964D}" type="pres">
      <dgm:prSet presAssocID="{400DA91C-B56B-4B4A-B720-ACF45A469AA6}" presName="hierChild6" presStyleCnt="0"/>
      <dgm:spPr/>
    </dgm:pt>
    <dgm:pt modelId="{7E498DED-FF05-4DA6-93CF-DD78BEE47F67}" type="pres">
      <dgm:prSet presAssocID="{400DA91C-B56B-4B4A-B720-ACF45A469AA6}" presName="hierChild7" presStyleCnt="0"/>
      <dgm:spPr/>
    </dgm:pt>
  </dgm:ptLst>
  <dgm:cxnLst>
    <dgm:cxn modelId="{F9E2D201-FFE9-4F49-ACBB-1C61CCD1B666}" type="presOf" srcId="{CA54F505-FAAD-4FFF-AE99-F02D8805AA90}" destId="{CE3C7ECF-52B2-4972-B708-71595BC37092}" srcOrd="0" destOrd="0" presId="urn:microsoft.com/office/officeart/2005/8/layout/orgChart1"/>
    <dgm:cxn modelId="{8CFD9902-76DB-4D53-91D0-7D582C045FF2}" srcId="{950DF26E-17D9-4CD6-BA22-3B12B191F0B1}" destId="{4ED5C0B1-92B0-476D-A064-D707F3607BE3}" srcOrd="0" destOrd="0" parTransId="{17C83013-93B6-4299-822D-850CD1F8E1C4}" sibTransId="{A5A166A9-7ADF-4C77-893B-1E0CB3D4B3BB}"/>
    <dgm:cxn modelId="{D3FA0E07-736B-426D-AD6A-F3EBB6DC45E8}" type="presOf" srcId="{75DFC915-9462-4A30-AE1F-37CE18B3C6D2}" destId="{6F0642B5-C6D2-460F-8B0D-117246BD79FD}" srcOrd="1" destOrd="0" presId="urn:microsoft.com/office/officeart/2005/8/layout/orgChart1"/>
    <dgm:cxn modelId="{9172F407-9DFF-4112-86B7-E924898D6D5B}" type="presOf" srcId="{C08DA14E-AC2A-41C9-8939-B45B3C4534E7}" destId="{1884A9FB-42E4-4FD9-8810-1F98F3262087}" srcOrd="0" destOrd="0" presId="urn:microsoft.com/office/officeart/2005/8/layout/orgChart1"/>
    <dgm:cxn modelId="{2A1AD808-77D8-4BC6-8B93-BA72511A97C4}" type="presOf" srcId="{63C0A874-E3F2-452F-95FF-C800D865E671}" destId="{0A5EED6C-F2BD-4DA1-9DA3-1CF629ED9ABF}" srcOrd="0" destOrd="0" presId="urn:microsoft.com/office/officeart/2005/8/layout/orgChart1"/>
    <dgm:cxn modelId="{0DE7B009-6C01-4773-ADCF-0C7C3D0BA84F}" type="presOf" srcId="{9686FD60-0C64-4E7A-B65B-577F4EBB370B}" destId="{52B16FFE-364E-498E-A9B3-C43BC3B88381}" srcOrd="0" destOrd="0" presId="urn:microsoft.com/office/officeart/2005/8/layout/orgChart1"/>
    <dgm:cxn modelId="{11EB690B-E4FE-4F67-AE1F-18BDE3A0C068}" srcId="{E72F02CF-18B3-473D-BA51-A3A921F54BCB}" destId="{DF9E427A-F061-4D73-876E-50DFE6A2B7E5}" srcOrd="1" destOrd="0" parTransId="{0A2748D7-A676-47D0-86C9-1C95FAEAC323}" sibTransId="{976951EB-5A6F-4FE6-946C-BA2364294F13}"/>
    <dgm:cxn modelId="{EB0FCE0C-8795-43C1-9B5A-93BA1147F8C7}" type="presOf" srcId="{FE19AF82-CCAD-4921-8A3F-56EE7BAB2895}" destId="{3496AB2D-569C-430E-8A54-49D4E9DD1AB4}" srcOrd="0" destOrd="0" presId="urn:microsoft.com/office/officeart/2005/8/layout/orgChart1"/>
    <dgm:cxn modelId="{068ED40D-F9E1-4A6B-8CFF-5D8658AA1A7C}" srcId="{10A0EA3D-3AD4-4A16-AC66-3525B6400D15}" destId="{400DA91C-B56B-4B4A-B720-ACF45A469AA6}" srcOrd="7" destOrd="0" parTransId="{FE19AF82-CCAD-4921-8A3F-56EE7BAB2895}" sibTransId="{204860D9-4E37-4482-A763-266FB4832037}"/>
    <dgm:cxn modelId="{CF6CDE0D-3571-4212-8AF6-1589003DB95D}" type="presOf" srcId="{691118F6-AAF5-40E0-AD6D-235FADC018C0}" destId="{A6E2B9B1-B808-4C3E-9CA4-FDBFEB7C6E12}" srcOrd="0" destOrd="0" presId="urn:microsoft.com/office/officeart/2005/8/layout/orgChart1"/>
    <dgm:cxn modelId="{66D3AF10-23CF-453B-B518-52298F09DF47}" type="presOf" srcId="{05459587-4988-4521-A172-715582190CFB}" destId="{E4298F15-1B1C-4C7E-A9D9-C674AC3871A9}" srcOrd="1" destOrd="0" presId="urn:microsoft.com/office/officeart/2005/8/layout/orgChart1"/>
    <dgm:cxn modelId="{ED169712-C172-4CBC-A84A-C637484FCFBB}" srcId="{1B6E74F3-B5A8-441C-AB65-775DCB44F666}" destId="{F35FFE74-4990-45D5-A4CB-80872A2AC027}" srcOrd="1" destOrd="0" parTransId="{226E3F2A-149C-4E31-AF49-05035199D23B}" sibTransId="{BE5983D3-2057-400F-8490-A4413F6061A4}"/>
    <dgm:cxn modelId="{BD99DE12-7CE7-4B03-B798-93B121A59164}" type="presOf" srcId="{1FA59B25-B97D-4856-89A0-8C3B6E523A3D}" destId="{193E33AA-274E-4C00-AFCA-9DB6EDEE5D26}" srcOrd="0" destOrd="0" presId="urn:microsoft.com/office/officeart/2005/8/layout/orgChart1"/>
    <dgm:cxn modelId="{DF5CC715-0D69-4819-BDA3-727D91A669BA}" type="presOf" srcId="{F03F1325-F889-4151-B190-44DECF7357FE}" destId="{8947F22D-5100-4BE4-9D48-37CDC0BB22B8}" srcOrd="0" destOrd="0" presId="urn:microsoft.com/office/officeart/2005/8/layout/orgChart1"/>
    <dgm:cxn modelId="{67E69816-2F27-40CC-90F2-3EDA2735D5FD}" type="presOf" srcId="{A2074807-3C28-4B33-9EEB-412E5A1AA954}" destId="{F87173C0-D18E-4424-B52E-3430A08B25BA}" srcOrd="1" destOrd="0" presId="urn:microsoft.com/office/officeart/2005/8/layout/orgChart1"/>
    <dgm:cxn modelId="{769ED619-2DA4-492B-BEFC-734B97245AD7}" type="presOf" srcId="{0A2748D7-A676-47D0-86C9-1C95FAEAC323}" destId="{727B956F-D72C-4AE4-8D9E-D5EAAA044204}" srcOrd="0" destOrd="0" presId="urn:microsoft.com/office/officeart/2005/8/layout/orgChart1"/>
    <dgm:cxn modelId="{4943121C-9EF2-4258-BA70-26659A81263A}" type="presOf" srcId="{E670956E-23BE-4CCF-9CC8-C73CE9824EFC}" destId="{A6498950-CC80-4E3A-9EAB-0C3329627061}" srcOrd="1" destOrd="0" presId="urn:microsoft.com/office/officeart/2005/8/layout/orgChart1"/>
    <dgm:cxn modelId="{8EF5261C-0244-4621-8090-37394883AE33}" type="presOf" srcId="{4DF2D60D-23A1-4D1B-9910-B7405AEF1AF9}" destId="{821E3EC7-A6B7-46AC-8BCF-806121184152}" srcOrd="0" destOrd="0" presId="urn:microsoft.com/office/officeart/2005/8/layout/orgChart1"/>
    <dgm:cxn modelId="{6B3F621C-0C54-472C-8A4D-7509C0EFC5AB}" type="presOf" srcId="{C5037945-930F-4B75-858B-B894823169CF}" destId="{EF0DF732-FD85-4D52-8905-6DCB2A652547}" srcOrd="0" destOrd="0" presId="urn:microsoft.com/office/officeart/2005/8/layout/orgChart1"/>
    <dgm:cxn modelId="{A6F4CE1C-BB63-4A80-BB5A-5F3A9BF60965}" type="presOf" srcId="{044DC898-7245-4442-9BD3-48FE3ED2D3B1}" destId="{96139B19-CD25-4309-8522-B05222DA49AC}" srcOrd="1" destOrd="0" presId="urn:microsoft.com/office/officeart/2005/8/layout/orgChart1"/>
    <dgm:cxn modelId="{A6B61A20-C1C8-4BAB-AAD3-908F73BB5A87}" type="presOf" srcId="{54A214D2-D44C-4CCE-9AEB-B812186FBE9F}" destId="{91F9D075-7AAC-466E-8543-3BCFAC1AFA1F}" srcOrd="1" destOrd="0" presId="urn:microsoft.com/office/officeart/2005/8/layout/orgChart1"/>
    <dgm:cxn modelId="{93913021-D7BD-48AB-A6A2-0520C516965E}" srcId="{52C3973C-B7F3-447F-8C8A-6D0C97AC7D87}" destId="{63C0A874-E3F2-452F-95FF-C800D865E671}" srcOrd="1" destOrd="0" parTransId="{FB0EDD93-3471-4BEA-9C74-D18C3A65BE60}" sibTransId="{006E42A9-4AAD-4565-A98E-A6F4AE99926A}"/>
    <dgm:cxn modelId="{A5A7DB21-E4B8-4447-AE6B-0C18B1A8823C}" type="presOf" srcId="{75DFC915-9462-4A30-AE1F-37CE18B3C6D2}" destId="{858CCC95-E4CA-427E-8CC5-EA54BE327E50}" srcOrd="0" destOrd="0" presId="urn:microsoft.com/office/officeart/2005/8/layout/orgChart1"/>
    <dgm:cxn modelId="{42059822-674D-4212-A1C3-4C7F3F1DA9C5}" type="presOf" srcId="{26763262-632B-46CC-BA82-DA9DFC8A319D}" destId="{2746CEE6-A010-451F-B510-4FCDC2081F65}" srcOrd="1" destOrd="0" presId="urn:microsoft.com/office/officeart/2005/8/layout/orgChart1"/>
    <dgm:cxn modelId="{1215F522-4E98-43EE-A03C-B4B3B742A55B}" type="presOf" srcId="{4DF2D60D-23A1-4D1B-9910-B7405AEF1AF9}" destId="{485909FA-D8E2-48A7-A3D8-F9F0F5993200}" srcOrd="1" destOrd="0" presId="urn:microsoft.com/office/officeart/2005/8/layout/orgChart1"/>
    <dgm:cxn modelId="{EB9A3B24-286E-4662-93BB-E77E6C932579}" type="presOf" srcId="{145D55AA-61E0-495C-8F2D-EE36475B0338}" destId="{692C7E62-0620-45DB-A27F-358647ADDB69}" srcOrd="1" destOrd="0" presId="urn:microsoft.com/office/officeart/2005/8/layout/orgChart1"/>
    <dgm:cxn modelId="{D4536D25-0B13-45D6-AF34-5366B8DC2DE5}" type="presOf" srcId="{2CEDF25F-6939-4F31-AEE1-81814F018153}" destId="{109402AC-4CF6-4F22-8D6A-D3C1188B5393}" srcOrd="0" destOrd="0" presId="urn:microsoft.com/office/officeart/2005/8/layout/orgChart1"/>
    <dgm:cxn modelId="{6DD66327-66B1-41B9-BB2B-1EC9730A0222}" type="presOf" srcId="{6AE7F5F1-29A0-46DF-AACF-A442207EF17A}" destId="{ED8C2754-99A8-4ED1-BB55-3C2EFFCC0D21}" srcOrd="0" destOrd="0" presId="urn:microsoft.com/office/officeart/2005/8/layout/orgChart1"/>
    <dgm:cxn modelId="{D857D927-2A75-4309-AFE5-68BEF3523429}" type="presOf" srcId="{F35FFE74-4990-45D5-A4CB-80872A2AC027}" destId="{23C620D9-0E46-4B77-A12F-3537A154FCBA}" srcOrd="0" destOrd="0" presId="urn:microsoft.com/office/officeart/2005/8/layout/orgChart1"/>
    <dgm:cxn modelId="{34555928-D684-4C54-88AD-6477A968AE47}" srcId="{52C3973C-B7F3-447F-8C8A-6D0C97AC7D87}" destId="{6179B0DF-E47A-4DC1-A6E5-35A2A8035506}" srcOrd="0" destOrd="0" parTransId="{7503258F-CB4C-4821-9D8D-C5A58C1571DE}" sibTransId="{4AA92FAA-660E-4451-AAED-C02C3ABD0A79}"/>
    <dgm:cxn modelId="{B3266529-EFFE-4531-908D-F87BF9DAAE2F}" type="presOf" srcId="{10A0EA3D-3AD4-4A16-AC66-3525B6400D15}" destId="{228A01CC-3BEE-415F-A2AB-98EE968D4C9E}" srcOrd="0" destOrd="0" presId="urn:microsoft.com/office/officeart/2005/8/layout/orgChart1"/>
    <dgm:cxn modelId="{8AD0EE2A-EECA-49A2-B73E-1A29D3AE1C6A}" type="presOf" srcId="{435BDAA4-6C6D-4BA3-863B-6A6502930384}" destId="{B5B547D9-1EC6-4C68-97AC-E62BDA82905D}" srcOrd="1" destOrd="0" presId="urn:microsoft.com/office/officeart/2005/8/layout/orgChart1"/>
    <dgm:cxn modelId="{91D2A52B-59A6-46AC-B32F-685B88EFB291}" type="presOf" srcId="{BB5616D0-CD6B-4AFA-914E-D4A64560E1D3}" destId="{6EE46714-DE7C-41DB-BFF7-B9C85E642D2D}" srcOrd="0" destOrd="0" presId="urn:microsoft.com/office/officeart/2005/8/layout/orgChart1"/>
    <dgm:cxn modelId="{1F4FF22B-F245-4809-9531-3641BEEED24C}" type="presOf" srcId="{E670956E-23BE-4CCF-9CC8-C73CE9824EFC}" destId="{6AC24378-0A44-4A7E-8BBF-103B1AD48708}" srcOrd="0" destOrd="0" presId="urn:microsoft.com/office/officeart/2005/8/layout/orgChart1"/>
    <dgm:cxn modelId="{E894A52D-CABF-443C-8B20-E69BD608FBD9}" type="presOf" srcId="{E664B720-95DB-4E44-A34B-1E3CA7CEFE8A}" destId="{E63DB5AC-727C-4BC5-BB83-D39294418F9C}" srcOrd="1" destOrd="0" presId="urn:microsoft.com/office/officeart/2005/8/layout/orgChart1"/>
    <dgm:cxn modelId="{2231E330-C819-49FC-BC59-B2B9EAD09A33}" type="presOf" srcId="{905C034C-7C39-4940-8EF1-996096FC5C92}" destId="{18F7C288-D6AB-4F4F-83B5-1D5B84952672}" srcOrd="0" destOrd="0" presId="urn:microsoft.com/office/officeart/2005/8/layout/orgChart1"/>
    <dgm:cxn modelId="{05F0F732-DD73-4FF6-8182-C269CA9B0E4C}" type="presOf" srcId="{CFBF96BE-57AC-4278-BEE8-4529105B485E}" destId="{B6882BBA-C028-45B6-AA74-004B50941257}" srcOrd="0" destOrd="0" presId="urn:microsoft.com/office/officeart/2005/8/layout/orgChart1"/>
    <dgm:cxn modelId="{AD75CA34-E2A2-4F55-AC8E-9DF681DCB60A}" type="presOf" srcId="{4ED5C0B1-92B0-476D-A064-D707F3607BE3}" destId="{3E2E92DB-5C6F-4ED9-9583-E91717EC9D4B}" srcOrd="1" destOrd="0" presId="urn:microsoft.com/office/officeart/2005/8/layout/orgChart1"/>
    <dgm:cxn modelId="{8B59B137-19DD-4AB3-83B7-CD0A5E00FE81}" type="presOf" srcId="{63C0A874-E3F2-452F-95FF-C800D865E671}" destId="{E016FB47-A545-488F-83C0-0164DBB3E565}" srcOrd="1" destOrd="0" presId="urn:microsoft.com/office/officeart/2005/8/layout/orgChart1"/>
    <dgm:cxn modelId="{309B0C38-5738-4584-91AD-776BDC6BBA17}" srcId="{92162928-B373-4802-B988-4C318FAE4B4C}" destId="{148B9544-AAE4-4F82-A7BD-B12D32E93924}" srcOrd="0" destOrd="0" parTransId="{4AB04E85-FE6A-4EA2-B818-06ED39A51C26}" sibTransId="{12357A0A-4A06-4BB5-AEEA-CDCA769E472E}"/>
    <dgm:cxn modelId="{EF7A2A38-E408-4CDB-B026-DB7FC98456F5}" type="presOf" srcId="{26763262-632B-46CC-BA82-DA9DFC8A319D}" destId="{99F6D3EC-9833-4C01-AE72-D18361D51C5B}" srcOrd="0" destOrd="0" presId="urn:microsoft.com/office/officeart/2005/8/layout/orgChart1"/>
    <dgm:cxn modelId="{D300E039-74EF-424B-BEE3-74A835BF10D4}" srcId="{950DF26E-17D9-4CD6-BA22-3B12B191F0B1}" destId="{E6F20497-E36F-4F26-9883-A4BC83ABA34F}" srcOrd="1" destOrd="0" parTransId="{D0C79BF9-EA6A-470B-B112-99598FC4D66F}" sibTransId="{8F328C89-2759-432D-B287-2DED491F5A0E}"/>
    <dgm:cxn modelId="{E5922B3A-0819-4A2B-BFF6-21E20EE5CF5C}" type="presOf" srcId="{3268CC1B-A8C4-48DA-9546-3CC229468C0D}" destId="{7E8EA941-22A2-4756-B568-D27A6756260D}" srcOrd="0" destOrd="0" presId="urn:microsoft.com/office/officeart/2005/8/layout/orgChart1"/>
    <dgm:cxn modelId="{3FF9453A-FF36-4280-AF96-44A717191E9C}" type="presOf" srcId="{F967AC73-60EA-4945-AEC1-1AE5D8629C87}" destId="{AB1F82AE-D204-494B-90C7-632A99586039}" srcOrd="0" destOrd="0" presId="urn:microsoft.com/office/officeart/2005/8/layout/orgChart1"/>
    <dgm:cxn modelId="{086C6A3A-905F-4734-8954-2EC70D7525DD}" type="presOf" srcId="{DBEA68D6-E158-4934-BAF2-CD3B153353BA}" destId="{CE01B670-1EEA-4848-90D3-DFD1C7C7F55F}" srcOrd="0" destOrd="0" presId="urn:microsoft.com/office/officeart/2005/8/layout/orgChart1"/>
    <dgm:cxn modelId="{4D017340-DD0A-442C-BE3F-60121FF362E5}" srcId="{E670956E-23BE-4CCF-9CC8-C73CE9824EFC}" destId="{044DC898-7245-4442-9BD3-48FE3ED2D3B1}" srcOrd="0" destOrd="0" parTransId="{7649E386-3A39-4F9D-919B-A92095CAA640}" sibTransId="{F321AB74-4AA7-4A03-AE8E-0006B8F869A1}"/>
    <dgm:cxn modelId="{D651035B-4BCF-4D33-AFAA-96172B1CB3DC}" type="presOf" srcId="{1B6E74F3-B5A8-441C-AB65-775DCB44F666}" destId="{8D4EDDFD-3F99-48DD-B17E-DED0EC8CDDD0}" srcOrd="0" destOrd="0" presId="urn:microsoft.com/office/officeart/2005/8/layout/orgChart1"/>
    <dgm:cxn modelId="{8CF4515B-ECB6-46A2-BFB8-7C8714F6BF94}" srcId="{145D55AA-61E0-495C-8F2D-EE36475B0338}" destId="{52C3973C-B7F3-447F-8C8A-6D0C97AC7D87}" srcOrd="1" destOrd="0" parTransId="{CD9829E7-840B-4B2B-A393-F04E987952D6}" sibTransId="{FD3C11DA-8337-4E02-AF54-1922BD386F80}"/>
    <dgm:cxn modelId="{E903745C-04D3-47FF-938C-B6D4E7A3591C}" srcId="{26763262-632B-46CC-BA82-DA9DFC8A319D}" destId="{E670956E-23BE-4CCF-9CC8-C73CE9824EFC}" srcOrd="1" destOrd="0" parTransId="{F03F1325-F889-4151-B190-44DECF7357FE}" sibTransId="{D688AB0F-0A4C-420E-A0DD-5A1ABD285209}"/>
    <dgm:cxn modelId="{CC975B5D-65A7-4F46-99B8-33D7EF8ED9BF}" type="presOf" srcId="{9686FD60-0C64-4E7A-B65B-577F4EBB370B}" destId="{3D670B94-861A-4AB5-B9D1-C5CA0EF96F04}" srcOrd="1" destOrd="0" presId="urn:microsoft.com/office/officeart/2005/8/layout/orgChart1"/>
    <dgm:cxn modelId="{6F28E45D-BF0E-4EA6-A5C3-594BB7BD0237}" type="presOf" srcId="{20C93597-4DC1-4325-8363-E7CD2A9D1B4A}" destId="{3F275E6C-EF52-44B6-A1FE-02C759FE80EB}" srcOrd="0" destOrd="0" presId="urn:microsoft.com/office/officeart/2005/8/layout/orgChart1"/>
    <dgm:cxn modelId="{FA5C1362-532A-45CA-A950-1508A7AFF5ED}" type="presOf" srcId="{ADAD034A-1C03-496E-B3DA-20F322473142}" destId="{1A2EC0AE-D90A-4773-915D-B6F0422675A8}" srcOrd="1" destOrd="0" presId="urn:microsoft.com/office/officeart/2005/8/layout/orgChart1"/>
    <dgm:cxn modelId="{20233342-2442-4725-960A-8BBE4F2D3A70}" type="presOf" srcId="{B0D73427-0902-4295-A07B-0BD41778D480}" destId="{4608B41D-0F3F-475C-B267-DF239FB26BB2}" srcOrd="0" destOrd="0" presId="urn:microsoft.com/office/officeart/2005/8/layout/orgChart1"/>
    <dgm:cxn modelId="{F3BD8964-521C-4E31-B660-9A326F0AAC17}" type="presOf" srcId="{C5037945-930F-4B75-858B-B894823169CF}" destId="{B3034FE3-F479-4DF4-A8BF-8880E94D2217}" srcOrd="1" destOrd="0" presId="urn:microsoft.com/office/officeart/2005/8/layout/orgChart1"/>
    <dgm:cxn modelId="{0ECAC545-A10E-4A1D-9B83-461095219625}" srcId="{E72F02CF-18B3-473D-BA51-A3A921F54BCB}" destId="{DA630805-589F-40FE-B4A9-A3C7971583FB}" srcOrd="0" destOrd="0" parTransId="{21D2D3E8-ED16-4668-8A50-BA9C625F6C75}" sibTransId="{7DD32041-1F6D-43CF-86D9-B3A357D8B036}"/>
    <dgm:cxn modelId="{1CB9ED65-78F7-4A03-8E9A-7C48AFF738D2}" srcId="{986A668E-B947-4E9B-BC49-750AC65155F3}" destId="{ADAD034A-1C03-496E-B3DA-20F322473142}" srcOrd="0" destOrd="0" parTransId="{905C034C-7C39-4940-8EF1-996096FC5C92}" sibTransId="{0D4CB279-A65C-4060-B37F-7BD7BA178BA0}"/>
    <dgm:cxn modelId="{9F301A46-7973-4139-BE8B-3C19FAA8EFA3}" srcId="{A2074807-3C28-4B33-9EEB-412E5A1AA954}" destId="{783A28AA-F493-4D52-B315-F24AFF5BD00E}" srcOrd="1" destOrd="0" parTransId="{8EA19B09-4081-4C75-BE6F-B89FC9122F02}" sibTransId="{7DE26770-A485-41B9-8439-C2200821D1D8}"/>
    <dgm:cxn modelId="{B94AE746-8552-4B8B-80A4-59BD45266D2E}" type="presOf" srcId="{52C3BCD1-2F5D-456B-ABDD-1FD281CCF16A}" destId="{F93A4A6C-8460-470A-B4C3-3D0A4371DE8F}" srcOrd="1" destOrd="0" presId="urn:microsoft.com/office/officeart/2005/8/layout/orgChart1"/>
    <dgm:cxn modelId="{274E8A48-958B-4B2B-83B4-294A055EE3CD}" srcId="{E670956E-23BE-4CCF-9CC8-C73CE9824EFC}" destId="{4DF2D60D-23A1-4D1B-9910-B7405AEF1AF9}" srcOrd="1" destOrd="0" parTransId="{C9029BB1-6D2B-4E61-AFD3-13881B4AF078}" sibTransId="{FFCE032D-29BA-4D7E-B32A-80869A8FFBAF}"/>
    <dgm:cxn modelId="{174CD86A-A5D9-440E-8BFA-A913F11DC17E}" srcId="{54A214D2-D44C-4CCE-9AEB-B812186FBE9F}" destId="{52C3BCD1-2F5D-456B-ABDD-1FD281CCF16A}" srcOrd="1" destOrd="0" parTransId="{1FA59B25-B97D-4856-89A0-8C3B6E523A3D}" sibTransId="{5CFA36C9-87A7-4E3E-B018-4BB5568D455C}"/>
    <dgm:cxn modelId="{BDFC4F4B-7595-4E87-A369-BB1EF6A5A005}" srcId="{54A214D2-D44C-4CCE-9AEB-B812186FBE9F}" destId="{0F02B370-286F-4E1B-80A8-B2AD40265B7C}" srcOrd="0" destOrd="0" parTransId="{F967AC73-60EA-4945-AEC1-1AE5D8629C87}" sibTransId="{50FF85E0-74FC-459E-B8CB-53E1D88D20DF}"/>
    <dgm:cxn modelId="{040CB06B-F1C0-4D6A-AE67-F6E6833EF74C}" srcId="{435BDAA4-6C6D-4BA3-863B-6A6502930384}" destId="{6AE7F5F1-29A0-46DF-AACF-A442207EF17A}" srcOrd="0" destOrd="0" parTransId="{20C93597-4DC1-4325-8363-E7CD2A9D1B4A}" sibTransId="{D236264C-7958-4241-9268-87FADE28B6BC}"/>
    <dgm:cxn modelId="{9C9FB66B-B9C2-4957-851F-46EF6B218E3E}" type="presOf" srcId="{F35FFE74-4990-45D5-A4CB-80872A2AC027}" destId="{3347A672-0AAE-421D-9612-0367CFCB23F6}" srcOrd="1" destOrd="0" presId="urn:microsoft.com/office/officeart/2005/8/layout/orgChart1"/>
    <dgm:cxn modelId="{8B4D044C-C205-44CB-ABBF-D0B5206485D0}" srcId="{CFBF96BE-57AC-4278-BEE8-4529105B485E}" destId="{435BDAA4-6C6D-4BA3-863B-6A6502930384}" srcOrd="0" destOrd="0" parTransId="{B8FCF6F9-076B-4699-9E4E-2CA4C23B8C97}" sibTransId="{12E3D8B8-8157-4E1C-A5EB-5A67975F36DC}"/>
    <dgm:cxn modelId="{078CDA6C-9C4D-4F1F-828F-8B0C9E0F1F5D}" type="presOf" srcId="{1B6E74F3-B5A8-441C-AB65-775DCB44F666}" destId="{71A8528D-5007-41C3-81C5-D5BBF6988692}" srcOrd="1" destOrd="0" presId="urn:microsoft.com/office/officeart/2005/8/layout/orgChart1"/>
    <dgm:cxn modelId="{619F1E4D-A6A7-41EE-8EB8-56C1BAE57E33}" type="presOf" srcId="{0C099BB8-4A5F-4B8A-B703-DCB7480DDD44}" destId="{7B137947-D56C-407A-8B26-BA72901EA159}" srcOrd="0" destOrd="0" presId="urn:microsoft.com/office/officeart/2005/8/layout/orgChart1"/>
    <dgm:cxn modelId="{9AC74D6E-DDE6-4625-B9D0-EC31B2E681A7}" srcId="{05459587-4988-4521-A172-715582190CFB}" destId="{64C84F6C-4C89-42C9-BBFB-E3A9FEECB53C}" srcOrd="0" destOrd="0" parTransId="{2CEDF25F-6939-4F31-AEE1-81814F018153}" sibTransId="{96EF7CCA-67E8-418B-B4A5-1515FA510C91}"/>
    <dgm:cxn modelId="{16F7F54E-B0C2-4129-B92D-8DE372385E3B}" srcId="{DBEA68D6-E158-4934-BAF2-CD3B153353BA}" destId="{10A0EA3D-3AD4-4A16-AC66-3525B6400D15}" srcOrd="0" destOrd="0" parTransId="{C9D49A3E-3F67-4AE3-9FDA-6F9BB1AF9BD8}" sibTransId="{E0ACF1AB-2B68-4A49-8ADA-3E481ED4AF09}"/>
    <dgm:cxn modelId="{CE5CC44F-6DBB-4CE2-827A-4318F9D34C81}" type="presOf" srcId="{148B9544-AAE4-4F82-A7BD-B12D32E93924}" destId="{15AE8028-70C7-4D5B-B57D-0B4DC8D041C5}" srcOrd="1" destOrd="0" presId="urn:microsoft.com/office/officeart/2005/8/layout/orgChart1"/>
    <dgm:cxn modelId="{DEB54170-01B8-4754-860A-926ED7C4958D}" type="presOf" srcId="{D0C79BF9-EA6A-470B-B112-99598FC4D66F}" destId="{917A0AFA-0687-4CD7-A02C-2B5A2A29DC08}" srcOrd="0" destOrd="0" presId="urn:microsoft.com/office/officeart/2005/8/layout/orgChart1"/>
    <dgm:cxn modelId="{D8AB7D70-7F70-4624-97F6-43FE10F88766}" type="presOf" srcId="{E6F20497-E36F-4F26-9883-A4BC83ABA34F}" destId="{80857E5D-5A40-47FA-A4DC-63DCAE736606}" srcOrd="0" destOrd="0" presId="urn:microsoft.com/office/officeart/2005/8/layout/orgChart1"/>
    <dgm:cxn modelId="{FA655F51-D6F6-4BD9-9E16-F9B5941EFFAB}" type="presOf" srcId="{BB5616D0-CD6B-4AFA-914E-D4A64560E1D3}" destId="{4A3DB128-2895-4B3C-A51E-CF03A0BEF216}" srcOrd="1" destOrd="0" presId="urn:microsoft.com/office/officeart/2005/8/layout/orgChart1"/>
    <dgm:cxn modelId="{D037C251-7836-4539-B895-CBFEED9D485D}" type="presOf" srcId="{176CD464-A480-4D5E-8CA9-ECC3F2A9DDFC}" destId="{21450613-CA36-4454-85B4-AEB63CA49087}" srcOrd="1" destOrd="0" presId="urn:microsoft.com/office/officeart/2005/8/layout/orgChart1"/>
    <dgm:cxn modelId="{EFCDE451-2354-4EFE-B526-56B196DC5C32}" srcId="{10A0EA3D-3AD4-4A16-AC66-3525B6400D15}" destId="{CFBF96BE-57AC-4278-BEE8-4529105B485E}" srcOrd="4" destOrd="0" parTransId="{E93B594F-0000-4F1E-9B42-4CBD54251AE9}" sibTransId="{193FE8D6-E354-43F8-A281-6AE4CE481BEC}"/>
    <dgm:cxn modelId="{58570B52-E97F-4A51-9537-76902A7E105D}" type="presOf" srcId="{871A2A53-1159-46DE-9E54-4CBCCDE56CC6}" destId="{12E2A867-31D4-403E-B790-54B802E39EC7}" srcOrd="0" destOrd="0" presId="urn:microsoft.com/office/officeart/2005/8/layout/orgChart1"/>
    <dgm:cxn modelId="{59891F72-F891-41D1-95B9-732596DE7802}" type="presOf" srcId="{986A668E-B947-4E9B-BC49-750AC65155F3}" destId="{400FAEDA-F0C0-4E06-AA06-ADBB2A0021C6}" srcOrd="1" destOrd="0" presId="urn:microsoft.com/office/officeart/2005/8/layout/orgChart1"/>
    <dgm:cxn modelId="{CEEB7152-37E6-47BF-BC73-F208623103A5}" srcId="{C5037945-930F-4B75-858B-B894823169CF}" destId="{986A668E-B947-4E9B-BC49-750AC65155F3}" srcOrd="2" destOrd="0" parTransId="{D05A1DE1-7189-4112-B5BB-9BF305C53705}" sibTransId="{E23EDDC4-137D-4726-B038-398AA676BF49}"/>
    <dgm:cxn modelId="{5E53D053-18B7-4747-8CDF-101EB837E805}" srcId="{1B6E74F3-B5A8-441C-AB65-775DCB44F666}" destId="{BB5616D0-CD6B-4AFA-914E-D4A64560E1D3}" srcOrd="0" destOrd="0" parTransId="{260C4ED7-3608-4DAA-8893-2CC8555D359C}" sibTransId="{A13C9B28-DDD2-48E8-855B-074BBF92BA43}"/>
    <dgm:cxn modelId="{BDADBC75-4088-4BE4-AEF1-A6C72AFE39F6}" type="presOf" srcId="{DA630805-589F-40FE-B4A9-A3C7971583FB}" destId="{550D8D09-93EA-4A4E-97F1-95DB55475A48}" srcOrd="0" destOrd="0" presId="urn:microsoft.com/office/officeart/2005/8/layout/orgChart1"/>
    <dgm:cxn modelId="{4AAB6176-6791-4013-9879-506BF33B5A27}" type="presOf" srcId="{5AFEA85B-003E-4014-9827-C634609F3F12}" destId="{8AE61498-7424-433C-B920-4C4E22FE37C9}" srcOrd="0" destOrd="0" presId="urn:microsoft.com/office/officeart/2005/8/layout/orgChart1"/>
    <dgm:cxn modelId="{D5942477-FB57-4167-9F93-7CCD6DED8C2B}" type="presOf" srcId="{64C84F6C-4C89-42C9-BBFB-E3A9FEECB53C}" destId="{D028122C-9A8C-400D-91B3-5E431B062B11}" srcOrd="1" destOrd="0" presId="urn:microsoft.com/office/officeart/2005/8/layout/orgChart1"/>
    <dgm:cxn modelId="{26CA3378-85E7-4E72-917C-9B8655D6AD8F}" type="presOf" srcId="{17C83013-93B6-4299-822D-850CD1F8E1C4}" destId="{671179AC-5FAC-4A39-B7FF-0414C95E3528}" srcOrd="0" destOrd="0" presId="urn:microsoft.com/office/officeart/2005/8/layout/orgChart1"/>
    <dgm:cxn modelId="{6B366378-59C0-4A4A-AE33-81BEC995B577}" type="presOf" srcId="{A2074807-3C28-4B33-9EEB-412E5A1AA954}" destId="{BC5145C2-F5F8-4F0A-98B6-E0C52595BF1E}" srcOrd="0" destOrd="0" presId="urn:microsoft.com/office/officeart/2005/8/layout/orgChart1"/>
    <dgm:cxn modelId="{ACAE6D58-61CA-4935-978A-A1C58B999F50}" type="presOf" srcId="{81DA8363-0B62-47BB-A1C0-276F95F61685}" destId="{362C6395-CDA7-4EB2-8956-CE67599F0711}" srcOrd="0" destOrd="0" presId="urn:microsoft.com/office/officeart/2005/8/layout/orgChart1"/>
    <dgm:cxn modelId="{F7F1BF78-8F30-4C11-83FB-59DA36F5CC36}" type="presOf" srcId="{226E3F2A-149C-4E31-AF49-05035199D23B}" destId="{C213A015-EC16-4B9F-A988-FF8A7BBB88A6}" srcOrd="0" destOrd="0" presId="urn:microsoft.com/office/officeart/2005/8/layout/orgChart1"/>
    <dgm:cxn modelId="{AD00097A-4239-410F-A5F9-715B0870FF9F}" type="presOf" srcId="{950DF26E-17D9-4CD6-BA22-3B12B191F0B1}" destId="{D7DEFF10-285D-460F-B6C2-3621F12D5071}" srcOrd="0" destOrd="0" presId="urn:microsoft.com/office/officeart/2005/8/layout/orgChart1"/>
    <dgm:cxn modelId="{8526CE7A-61FA-429F-B7CD-ED50CD91D87D}" type="presOf" srcId="{52C3973C-B7F3-447F-8C8A-6D0C97AC7D87}" destId="{DF812D3D-1348-45D9-861B-C0CE67CEE8DF}" srcOrd="1" destOrd="0" presId="urn:microsoft.com/office/officeart/2005/8/layout/orgChart1"/>
    <dgm:cxn modelId="{BF74A67B-0C3C-4B24-9233-360918D0DF79}" type="presOf" srcId="{C9029BB1-6D2B-4E61-AFD3-13881B4AF078}" destId="{84330A31-E4B1-4DBE-8295-7FF2B6F93947}" srcOrd="0" destOrd="0" presId="urn:microsoft.com/office/officeart/2005/8/layout/orgChart1"/>
    <dgm:cxn modelId="{FE76467E-C858-4FEC-B567-EF3802448FE9}" type="presOf" srcId="{571ACF06-55FC-4374-937B-261F0EA52AD8}" destId="{515A54C4-05E3-4AC2-9E78-159835E1FA0A}" srcOrd="0" destOrd="0" presId="urn:microsoft.com/office/officeart/2005/8/layout/orgChart1"/>
    <dgm:cxn modelId="{4049E77F-BA23-48DD-8549-36D3E65446D4}" type="presOf" srcId="{00AC022C-23A1-48BC-BDFF-3F7F28B476E7}" destId="{F4DC1B83-6C23-49DE-87E8-6B79DB8CBA59}" srcOrd="0" destOrd="0" presId="urn:microsoft.com/office/officeart/2005/8/layout/orgChart1"/>
    <dgm:cxn modelId="{76630981-0C3F-47D5-8F67-4069E6BF0A47}" type="presOf" srcId="{92162928-B373-4802-B988-4C318FAE4B4C}" destId="{38710617-AD94-492E-877A-67DEA8A29246}" srcOrd="1" destOrd="0" presId="urn:microsoft.com/office/officeart/2005/8/layout/orgChart1"/>
    <dgm:cxn modelId="{21BC5686-6ECA-496C-AAA0-8A60F3B11F87}" type="presOf" srcId="{0F02B370-286F-4E1B-80A8-B2AD40265B7C}" destId="{45497D4B-7384-4409-B2DD-8111D10AE21C}" srcOrd="1" destOrd="0" presId="urn:microsoft.com/office/officeart/2005/8/layout/orgChart1"/>
    <dgm:cxn modelId="{95E25686-D0E4-42E8-87DE-5B2F75467FE9}" type="presOf" srcId="{2DAB3FA9-2F8A-4327-845A-BCD6E05164EB}" destId="{F2CA2B94-1F13-495F-86DD-0F64EB9A13A5}" srcOrd="1" destOrd="0" presId="urn:microsoft.com/office/officeart/2005/8/layout/orgChart1"/>
    <dgm:cxn modelId="{CC60E486-E24D-41FF-A4AA-73AA278CB777}" type="presOf" srcId="{0C099BB8-4A5F-4B8A-B703-DCB7480DDD44}" destId="{865A16D1-A0D6-4099-A000-A45C27DFDD22}" srcOrd="1" destOrd="0" presId="urn:microsoft.com/office/officeart/2005/8/layout/orgChart1"/>
    <dgm:cxn modelId="{81F7B789-8015-4621-9070-2F4462603F6C}" type="presOf" srcId="{9F4895CA-DAB9-4588-8D38-7BD099F5583E}" destId="{819CF286-327E-4771-A756-F0B2B9DBDA4B}" srcOrd="0" destOrd="0" presId="urn:microsoft.com/office/officeart/2005/8/layout/orgChart1"/>
    <dgm:cxn modelId="{0C05C28D-C87E-49C1-BEF1-DBC81E5B6204}" type="presOf" srcId="{400DA91C-B56B-4B4A-B720-ACF45A469AA6}" destId="{4554ECF7-4E3C-4C88-B803-D579FF58D2EB}" srcOrd="1" destOrd="0" presId="urn:microsoft.com/office/officeart/2005/8/layout/orgChart1"/>
    <dgm:cxn modelId="{78316D8E-AFC5-47D8-AF85-1A8537C54658}" srcId="{145D55AA-61E0-495C-8F2D-EE36475B0338}" destId="{E72F02CF-18B3-473D-BA51-A3A921F54BCB}" srcOrd="0" destOrd="0" parTransId="{DAAB9B73-0654-44F2-BFB2-2A12E0C8324D}" sibTransId="{97E97D14-2633-4446-81A4-AB6C3142C0CC}"/>
    <dgm:cxn modelId="{484A108F-A6C5-4184-A60B-E349AB2F54F0}" type="presOf" srcId="{F8130828-F801-48B7-A83D-32C060147E31}" destId="{B67FA171-3DC1-4B30-B97D-AAB0EE775448}" srcOrd="0" destOrd="0" presId="urn:microsoft.com/office/officeart/2005/8/layout/orgChart1"/>
    <dgm:cxn modelId="{8F257291-C72E-4D47-B409-280D00466F6A}" type="presOf" srcId="{0C9BCA1A-676D-4632-848E-0829D4E5185A}" destId="{80193982-A47D-4ECB-B6F6-8F1D6A7062BB}" srcOrd="0" destOrd="0" presId="urn:microsoft.com/office/officeart/2005/8/layout/orgChart1"/>
    <dgm:cxn modelId="{9821E491-AC14-463C-9F19-986DE5802886}" type="presOf" srcId="{176CD464-A480-4D5E-8CA9-ECC3F2A9DDFC}" destId="{81E07694-06DE-4DA4-BA15-F7FF4EF31C21}" srcOrd="0" destOrd="0" presId="urn:microsoft.com/office/officeart/2005/8/layout/orgChart1"/>
    <dgm:cxn modelId="{3A70FC92-A56B-4050-9F5A-202E9B2980C3}" srcId="{10A0EA3D-3AD4-4A16-AC66-3525B6400D15}" destId="{E664B720-95DB-4E44-A34B-1E3CA7CEFE8A}" srcOrd="5" destOrd="0" parTransId="{571ACF06-55FC-4374-937B-261F0EA52AD8}" sibTransId="{08204739-CB0F-454F-BF74-DDED9993D53A}"/>
    <dgm:cxn modelId="{B8F3E594-0845-4609-ABEF-6B2FBBEB7E23}" type="presOf" srcId="{FB0EDD93-3471-4BEA-9C74-D18C3A65BE60}" destId="{16D600AC-D904-45AA-A6C7-5EAC376DA718}" srcOrd="0" destOrd="0" presId="urn:microsoft.com/office/officeart/2005/8/layout/orgChart1"/>
    <dgm:cxn modelId="{7FCDE794-8304-44A3-A38E-F0FDF2DD2753}" srcId="{92162928-B373-4802-B988-4C318FAE4B4C}" destId="{176CD464-A480-4D5E-8CA9-ECC3F2A9DDFC}" srcOrd="2" destOrd="0" parTransId="{9F4895CA-DAB9-4588-8D38-7BD099F5583E}" sibTransId="{01A383FF-6FCA-4891-BA9D-7AD5E2B4EC2E}"/>
    <dgm:cxn modelId="{18BCA797-5F65-49B1-8AEA-2FB4844D84F8}" srcId="{C5037945-930F-4B75-858B-B894823169CF}" destId="{950DF26E-17D9-4CD6-BA22-3B12B191F0B1}" srcOrd="0" destOrd="0" parTransId="{8B435217-472D-41FB-B90A-51F67EEBBD13}" sibTransId="{3496055C-9922-4C65-AC08-2AF91F9C60B6}"/>
    <dgm:cxn modelId="{75761298-A969-4D5D-9AC9-32C04551DB0C}" type="presOf" srcId="{435BDAA4-6C6D-4BA3-863B-6A6502930384}" destId="{D27AD6E2-F859-4EE0-99E8-AC86C2B80631}" srcOrd="0" destOrd="0" presId="urn:microsoft.com/office/officeart/2005/8/layout/orgChart1"/>
    <dgm:cxn modelId="{DF2E5698-5B4A-4B41-9C80-E28878EDB7DF}" srcId="{92162928-B373-4802-B988-4C318FAE4B4C}" destId="{00AC022C-23A1-48BC-BDFF-3F7F28B476E7}" srcOrd="1" destOrd="0" parTransId="{5AFEA85B-003E-4014-9827-C634609F3F12}" sibTransId="{88B58C69-EE3A-4081-B4A3-39CAD80B4C51}"/>
    <dgm:cxn modelId="{A75BC499-0D7B-4D2D-ABD1-C71DE704BC6B}" srcId="{A2074807-3C28-4B33-9EEB-412E5A1AA954}" destId="{B34D544A-1EDE-483B-B4CE-765BD1DC6DC0}" srcOrd="0" destOrd="0" parTransId="{3268CC1B-A8C4-48DA-9546-3CC229468C0D}" sibTransId="{92F070E4-9A18-4EE5-A878-96774D9B6DF2}"/>
    <dgm:cxn modelId="{0956129A-1E96-4E51-879A-D8E4BD4B97DF}" type="presOf" srcId="{E93B594F-0000-4F1E-9B42-4CBD54251AE9}" destId="{BCDC2B85-A8D5-4593-867F-DC0483840EB2}" srcOrd="0" destOrd="0" presId="urn:microsoft.com/office/officeart/2005/8/layout/orgChart1"/>
    <dgm:cxn modelId="{F529569B-E01D-4674-B279-772DDC654D5D}" type="presOf" srcId="{B34D544A-1EDE-483B-B4CE-765BD1DC6DC0}" destId="{EFDAD356-93A5-4C29-8F27-2EE36397AAF6}" srcOrd="1" destOrd="0" presId="urn:microsoft.com/office/officeart/2005/8/layout/orgChart1"/>
    <dgm:cxn modelId="{B7DB439E-0C52-4D42-9183-D1DFFBFBE659}" type="presOf" srcId="{260C4ED7-3608-4DAA-8893-2CC8555D359C}" destId="{A43EF91F-8DA5-43EF-8EB3-BB146F5BF4EF}" srcOrd="0" destOrd="0" presId="urn:microsoft.com/office/officeart/2005/8/layout/orgChart1"/>
    <dgm:cxn modelId="{9F53E5A3-9B19-4FC1-8589-24E20C15421E}" srcId="{26763262-632B-46CC-BA82-DA9DFC8A319D}" destId="{54A214D2-D44C-4CCE-9AEB-B812186FBE9F}" srcOrd="0" destOrd="0" parTransId="{C08DA14E-AC2A-41C9-8939-B45B3C4534E7}" sibTransId="{FBCA2515-4244-4CFE-A263-81F118C8D283}"/>
    <dgm:cxn modelId="{816C4AA6-F7F6-4A03-A2C5-967AB6A152A7}" type="presOf" srcId="{E6F20497-E36F-4F26-9883-A4BC83ABA34F}" destId="{E84BCE6F-06E3-4BC8-871D-9A93C6044AE4}" srcOrd="1" destOrd="0" presId="urn:microsoft.com/office/officeart/2005/8/layout/orgChart1"/>
    <dgm:cxn modelId="{A3E372A6-34F7-4B90-818E-7F8664CB7987}" type="presOf" srcId="{ADAD034A-1C03-496E-B3DA-20F322473142}" destId="{FB93CA0E-E6CE-4F14-88AC-8614787B9A43}" srcOrd="0" destOrd="0" presId="urn:microsoft.com/office/officeart/2005/8/layout/orgChart1"/>
    <dgm:cxn modelId="{F1D1A9A7-BE9F-4D2C-8AD1-27125AF88135}" type="presOf" srcId="{CFBF96BE-57AC-4278-BEE8-4529105B485E}" destId="{566DBE28-CF1C-4D21-A527-ACA2FA65BB5E}" srcOrd="1" destOrd="0" presId="urn:microsoft.com/office/officeart/2005/8/layout/orgChart1"/>
    <dgm:cxn modelId="{49A02DA8-92BB-429F-A755-417A2EC3E9B9}" srcId="{C5037945-930F-4B75-858B-B894823169CF}" destId="{92162928-B373-4802-B988-4C318FAE4B4C}" srcOrd="1" destOrd="0" parTransId="{691118F6-AAF5-40E0-AD6D-235FADC018C0}" sibTransId="{7F58E25C-EE12-4CC1-9C39-BC755918B106}"/>
    <dgm:cxn modelId="{6325FAA8-1DD5-47E5-B13C-73BA2E69F5F5}" type="presOf" srcId="{4AB04E85-FE6A-4EA2-B818-06ED39A51C26}" destId="{C3BEE66D-DBFC-4B5B-824F-AE729B3E2A92}" srcOrd="0" destOrd="0" presId="urn:microsoft.com/office/officeart/2005/8/layout/orgChart1"/>
    <dgm:cxn modelId="{5422BBA9-4997-4EBB-82F8-7AD1C63CE5B4}" type="presOf" srcId="{986A668E-B947-4E9B-BC49-750AC65155F3}" destId="{ED485508-0335-465D-B2BE-F208E31B5FAA}" srcOrd="0" destOrd="0" presId="urn:microsoft.com/office/officeart/2005/8/layout/orgChart1"/>
    <dgm:cxn modelId="{B4F5BDAA-973F-4248-9012-7CA4DAFE0C64}" type="presOf" srcId="{9FADCBC3-F229-4620-B60A-FB762FF9A001}" destId="{F505519F-6ECB-4AAF-B47A-F3D32DB6B10C}" srcOrd="0" destOrd="0" presId="urn:microsoft.com/office/officeart/2005/8/layout/orgChart1"/>
    <dgm:cxn modelId="{93B2A6AB-2E0A-453D-92AF-49BC91DEDC73}" type="presOf" srcId="{8EA19B09-4081-4C75-BE6F-B89FC9122F02}" destId="{6BDBD7F3-6083-4497-968C-19145A3D4B38}" srcOrd="0" destOrd="0" presId="urn:microsoft.com/office/officeart/2005/8/layout/orgChart1"/>
    <dgm:cxn modelId="{1C463AAC-A367-4295-B2A1-CFE9A3352BC4}" type="presOf" srcId="{B34D544A-1EDE-483B-B4CE-765BD1DC6DC0}" destId="{FDDCF144-34C8-47DC-8A61-AD413DD9A0C0}" srcOrd="0" destOrd="0" presId="urn:microsoft.com/office/officeart/2005/8/layout/orgChart1"/>
    <dgm:cxn modelId="{C99BBAAC-3CD4-441E-83EB-97C997D28083}" type="presOf" srcId="{4ED5C0B1-92B0-476D-A064-D707F3607BE3}" destId="{88D6AF2A-AB2A-4DDC-9F25-5FEB13DE3F9A}" srcOrd="0" destOrd="0" presId="urn:microsoft.com/office/officeart/2005/8/layout/orgChart1"/>
    <dgm:cxn modelId="{C483F9AD-E324-4BDD-AF71-0637A0A3B4F4}" type="presOf" srcId="{8B435217-472D-41FB-B90A-51F67EEBBD13}" destId="{7CA3097E-DF06-4306-90D8-092D17D517A3}" srcOrd="0" destOrd="0" presId="urn:microsoft.com/office/officeart/2005/8/layout/orgChart1"/>
    <dgm:cxn modelId="{DE1533AE-0E53-48EB-8C6D-7D87AAE5B4CF}" type="presOf" srcId="{6179B0DF-E47A-4DC1-A6E5-35A2A8035506}" destId="{1002BD22-EA91-46EA-86D5-BC40AAB8FD27}" srcOrd="1" destOrd="0" presId="urn:microsoft.com/office/officeart/2005/8/layout/orgChart1"/>
    <dgm:cxn modelId="{C0BE0CB6-07B8-402C-B8A2-7EEBA361FA7F}" type="presOf" srcId="{33FD4574-5FBE-445D-A451-69994E30F552}" destId="{B7681CE4-8CA0-49DE-A9F3-C600278D7504}" srcOrd="0" destOrd="0" presId="urn:microsoft.com/office/officeart/2005/8/layout/orgChart1"/>
    <dgm:cxn modelId="{6EA6E5B7-21A9-4489-A34D-AB1996F6D929}" type="presOf" srcId="{52C3BCD1-2F5D-456B-ABDD-1FD281CCF16A}" destId="{5C7EA8F3-06B8-4CA9-AB03-BC7A37C3AC8C}" srcOrd="0" destOrd="0" presId="urn:microsoft.com/office/officeart/2005/8/layout/orgChart1"/>
    <dgm:cxn modelId="{BFAB5AB8-98EC-4769-80B8-4860C84A57D5}" type="presOf" srcId="{7649E386-3A39-4F9D-919B-A92095CAA640}" destId="{833E2946-2059-42EA-A351-3111CB6D5C07}" srcOrd="0" destOrd="0" presId="urn:microsoft.com/office/officeart/2005/8/layout/orgChart1"/>
    <dgm:cxn modelId="{A36B20B9-DDA4-42B7-823D-C353B711DE0D}" type="presOf" srcId="{783A28AA-F493-4D52-B315-F24AFF5BD00E}" destId="{DC80A068-6CF2-4B33-9C4A-C4CABD6579BF}" srcOrd="1" destOrd="0" presId="urn:microsoft.com/office/officeart/2005/8/layout/orgChart1"/>
    <dgm:cxn modelId="{C149E3B9-FCA3-4CE1-9203-7B2B73B1C45F}" type="presOf" srcId="{D05A1DE1-7189-4112-B5BB-9BF305C53705}" destId="{A282935C-36BA-42D1-9CF4-5DC857687C79}" srcOrd="0" destOrd="0" presId="urn:microsoft.com/office/officeart/2005/8/layout/orgChart1"/>
    <dgm:cxn modelId="{920548BB-96B9-4265-BD2D-40CAAEF4AFF4}" type="presOf" srcId="{E664B720-95DB-4E44-A34B-1E3CA7CEFE8A}" destId="{E9621B84-0D84-49BB-9E90-0AD7641E8872}" srcOrd="0" destOrd="0" presId="urn:microsoft.com/office/officeart/2005/8/layout/orgChart1"/>
    <dgm:cxn modelId="{21270ABD-CED2-42F1-9ECF-CB3428A563CC}" type="presOf" srcId="{E72F02CF-18B3-473D-BA51-A3A921F54BCB}" destId="{F54654D8-6BF6-4CA2-A716-A88B477A9586}" srcOrd="1" destOrd="0" presId="urn:microsoft.com/office/officeart/2005/8/layout/orgChart1"/>
    <dgm:cxn modelId="{70E737BF-B19C-4DF0-842D-AADA6ABD315A}" type="presOf" srcId="{2DAB3FA9-2F8A-4327-845A-BCD6E05164EB}" destId="{4BC31E02-107E-4C36-B183-A142DE73CA66}" srcOrd="0" destOrd="0" presId="urn:microsoft.com/office/officeart/2005/8/layout/orgChart1"/>
    <dgm:cxn modelId="{CBD31DC1-FA84-4991-BF96-345E844ED7E9}" srcId="{10A0EA3D-3AD4-4A16-AC66-3525B6400D15}" destId="{26763262-632B-46CC-BA82-DA9DFC8A319D}" srcOrd="1" destOrd="0" parTransId="{33FD4574-5FBE-445D-A451-69994E30F552}" sibTransId="{84C37D61-B689-4A7F-B29B-92B77CD3E11A}"/>
    <dgm:cxn modelId="{B122E7C2-6E03-4A33-83BE-FB576B3891B7}" srcId="{10A0EA3D-3AD4-4A16-AC66-3525B6400D15}" destId="{145D55AA-61E0-495C-8F2D-EE36475B0338}" srcOrd="2" destOrd="0" parTransId="{0C9BCA1A-676D-4632-848E-0829D4E5185A}" sibTransId="{DE2925A3-7D6A-483F-AED9-5E2A830936B3}"/>
    <dgm:cxn modelId="{EFDA68C3-AA69-40F2-8811-00A542932338}" type="presOf" srcId="{400DA91C-B56B-4B4A-B720-ACF45A469AA6}" destId="{2B0C6377-A78D-40C9-9D3C-24A10361D0DF}" srcOrd="0" destOrd="0" presId="urn:microsoft.com/office/officeart/2005/8/layout/orgChart1"/>
    <dgm:cxn modelId="{AA714AC3-A705-4A21-A003-A5D3CC7CD04F}" type="presOf" srcId="{0F02B370-286F-4E1B-80A8-B2AD40265B7C}" destId="{78F581A2-A236-4AAE-9594-81595AF744C3}" srcOrd="0" destOrd="0" presId="urn:microsoft.com/office/officeart/2005/8/layout/orgChart1"/>
    <dgm:cxn modelId="{265050C8-FB60-4B2B-A69B-25967E79F069}" type="presOf" srcId="{B8FCF6F9-076B-4699-9E4E-2CA4C23B8C97}" destId="{5489D5DD-FC37-42DE-962B-6993F423AF34}" srcOrd="0" destOrd="0" presId="urn:microsoft.com/office/officeart/2005/8/layout/orgChart1"/>
    <dgm:cxn modelId="{5F5F20C9-F4E0-4374-8747-B7F46FEC88D8}" srcId="{10A0EA3D-3AD4-4A16-AC66-3525B6400D15}" destId="{75DFC915-9462-4A30-AE1F-37CE18B3C6D2}" srcOrd="3" destOrd="0" parTransId="{F8130828-F801-48B7-A83D-32C060147E31}" sibTransId="{727CFFC1-D6CC-4121-8182-E56D6E59AF3A}"/>
    <dgm:cxn modelId="{A66098CA-BBD7-4745-9A79-FD8A8DE6ECDA}" type="presOf" srcId="{148B9544-AAE4-4F82-A7BD-B12D32E93924}" destId="{9602321A-0529-41BB-8BDE-C5896B1187CD}" srcOrd="0" destOrd="0" presId="urn:microsoft.com/office/officeart/2005/8/layout/orgChart1"/>
    <dgm:cxn modelId="{E9180ACC-C7E1-4082-94D7-368478C59E67}" type="presOf" srcId="{64C84F6C-4C89-42C9-BBFB-E3A9FEECB53C}" destId="{7845EB6B-B9D0-4329-A00A-A032CFA8607F}" srcOrd="0" destOrd="0" presId="urn:microsoft.com/office/officeart/2005/8/layout/orgChart1"/>
    <dgm:cxn modelId="{2E5C8CCD-A95D-49FB-8281-0B5974ACBB27}" type="presOf" srcId="{DAAB9B73-0654-44F2-BFB2-2A12E0C8324D}" destId="{6EF5DE40-A613-44B8-8873-5CB179E71291}" srcOrd="0" destOrd="0" presId="urn:microsoft.com/office/officeart/2005/8/layout/orgChart1"/>
    <dgm:cxn modelId="{01E80BCF-1ECB-430D-A350-FE3C8C51032F}" srcId="{10A0EA3D-3AD4-4A16-AC66-3525B6400D15}" destId="{C5037945-930F-4B75-858B-B894823169CF}" srcOrd="0" destOrd="0" parTransId="{D4470D27-09CC-41EB-BA1A-CCC1BA5C0E27}" sibTransId="{1E8234E8-902F-4E23-8B68-776EF1344419}"/>
    <dgm:cxn modelId="{06C12BCF-2EEB-4DA2-8A6C-0EC77A11FCA7}" srcId="{10A0EA3D-3AD4-4A16-AC66-3525B6400D15}" destId="{2DAB3FA9-2F8A-4327-845A-BCD6E05164EB}" srcOrd="6" destOrd="0" parTransId="{B0D73427-0902-4295-A07B-0BD41778D480}" sibTransId="{D1E73E38-9AED-4FEE-B071-6E7176120BF0}"/>
    <dgm:cxn modelId="{6C8ADED2-715B-4560-862A-953231A391EC}" type="presOf" srcId="{DA630805-589F-40FE-B4A9-A3C7971583FB}" destId="{30979236-57DA-47DF-96D4-AB6AABBC538D}" srcOrd="1" destOrd="0" presId="urn:microsoft.com/office/officeart/2005/8/layout/orgChart1"/>
    <dgm:cxn modelId="{23B9B1D3-27DD-4CC3-A22E-88440AA4E8B1}" srcId="{75DFC915-9462-4A30-AE1F-37CE18B3C6D2}" destId="{1B6E74F3-B5A8-441C-AB65-775DCB44F666}" srcOrd="1" destOrd="0" parTransId="{3C79FE37-D072-433C-85E3-76D9529FB2A4}" sibTransId="{43F121AF-991F-4E24-85F2-84A4E19BC598}"/>
    <dgm:cxn modelId="{417E3AD6-AD47-45CF-B6ED-9C75D763FA04}" type="presOf" srcId="{CD9829E7-840B-4B2B-A393-F04E987952D6}" destId="{F1396398-C9F6-48F4-AA4F-1E9F79E1591E}" srcOrd="0" destOrd="0" presId="urn:microsoft.com/office/officeart/2005/8/layout/orgChart1"/>
    <dgm:cxn modelId="{2545BBD6-5AD2-4DFC-B90C-F239EABF6840}" type="presOf" srcId="{92162928-B373-4802-B988-4C318FAE4B4C}" destId="{E053A169-9C0A-4979-A9C3-739101C47B4F}" srcOrd="0" destOrd="0" presId="urn:microsoft.com/office/officeart/2005/8/layout/orgChart1"/>
    <dgm:cxn modelId="{9DCD54D7-F070-4D5E-BC03-0AB0A61272C7}" type="presOf" srcId="{044DC898-7245-4442-9BD3-48FE3ED2D3B1}" destId="{B5BB71F7-A0FC-4F6C-B14D-D1D62FA86602}" srcOrd="0" destOrd="0" presId="urn:microsoft.com/office/officeart/2005/8/layout/orgChart1"/>
    <dgm:cxn modelId="{070420DA-0A98-4971-91C5-329C2B47EDBD}" srcId="{75DFC915-9462-4A30-AE1F-37CE18B3C6D2}" destId="{05459587-4988-4521-A172-715582190CFB}" srcOrd="0" destOrd="0" parTransId="{81DA8363-0B62-47BB-A1C0-276F95F61685}" sibTransId="{BB821CFB-ECAB-4AFD-84D7-F610E819B777}"/>
    <dgm:cxn modelId="{B6141CE3-6003-4DED-9BAF-7D76A902911E}" type="presOf" srcId="{783A28AA-F493-4D52-B315-F24AFF5BD00E}" destId="{ABFB3F97-6CE9-4E52-918E-35F874A43BCD}" srcOrd="0" destOrd="0" presId="urn:microsoft.com/office/officeart/2005/8/layout/orgChart1"/>
    <dgm:cxn modelId="{9A2424E3-8E65-4731-97A9-ABE7E8F32F63}" type="presOf" srcId="{DF9E427A-F061-4D73-876E-50DFE6A2B7E5}" destId="{016EC23A-2D0E-41F6-A49C-4A8A9AA629EE}" srcOrd="0" destOrd="0" presId="urn:microsoft.com/office/officeart/2005/8/layout/orgChart1"/>
    <dgm:cxn modelId="{914158E6-80A7-480C-B1EE-8F74EE1F445C}" type="presOf" srcId="{6179B0DF-E47A-4DC1-A6E5-35A2A8035506}" destId="{3865DB16-34F6-41C8-ABAD-5A68CDC1E618}" srcOrd="0" destOrd="0" presId="urn:microsoft.com/office/officeart/2005/8/layout/orgChart1"/>
    <dgm:cxn modelId="{866A67E7-ADE4-4C7D-AEE3-9829D67A6158}" type="presOf" srcId="{10A0EA3D-3AD4-4A16-AC66-3525B6400D15}" destId="{5265131C-4C0A-45D5-A034-D2AF2599472B}" srcOrd="1" destOrd="0" presId="urn:microsoft.com/office/officeart/2005/8/layout/orgChart1"/>
    <dgm:cxn modelId="{E0B96BE9-1C9C-409F-A70E-675335BF770A}" type="presOf" srcId="{145D55AA-61E0-495C-8F2D-EE36475B0338}" destId="{2A36DFCF-50EA-4F73-AE79-4C68056A9760}" srcOrd="0" destOrd="0" presId="urn:microsoft.com/office/officeart/2005/8/layout/orgChart1"/>
    <dgm:cxn modelId="{8C90C5EA-D9C5-414F-8D8E-8E2897A26C54}" type="presOf" srcId="{00AC022C-23A1-48BC-BDFF-3F7F28B476E7}" destId="{2E89282F-DCA8-4DC6-A0AC-B3C141F66B5F}" srcOrd="1" destOrd="0" presId="urn:microsoft.com/office/officeart/2005/8/layout/orgChart1"/>
    <dgm:cxn modelId="{F6A166EC-D832-4262-A0A8-609D387AB1B5}" type="presOf" srcId="{7503258F-CB4C-4821-9D8D-C5A58C1571DE}" destId="{2E6867E7-74AC-4BF1-A9FA-4AC7261C94EA}" srcOrd="0" destOrd="0" presId="urn:microsoft.com/office/officeart/2005/8/layout/orgChart1"/>
    <dgm:cxn modelId="{C38036ED-6338-4E55-8D30-9C49E8D3BC3C}" type="presOf" srcId="{950DF26E-17D9-4CD6-BA22-3B12B191F0B1}" destId="{5218C1E6-A7C1-45B1-BD6C-50F3BFADC1B2}" srcOrd="1" destOrd="0" presId="urn:microsoft.com/office/officeart/2005/8/layout/orgChart1"/>
    <dgm:cxn modelId="{FF52CBED-35A2-4EC8-90B0-070F59F53CEF}" srcId="{C5037945-930F-4B75-858B-B894823169CF}" destId="{A2074807-3C28-4B33-9EEB-412E5A1AA954}" srcOrd="3" destOrd="0" parTransId="{CA54F505-FAAD-4FFF-AE99-F02D8805AA90}" sibTransId="{C0480748-AD54-45DF-99A7-51B5C002D86D}"/>
    <dgm:cxn modelId="{ADCC15EE-1DB8-4FD3-A064-68A6FBA4DBB6}" type="presOf" srcId="{52C3973C-B7F3-447F-8C8A-6D0C97AC7D87}" destId="{55D6CDA0-E2F8-4F44-91CF-D45B8B7CACAF}" srcOrd="0" destOrd="0" presId="urn:microsoft.com/office/officeart/2005/8/layout/orgChart1"/>
    <dgm:cxn modelId="{A0543AEF-7B1A-426D-8A8C-1523CD167F7A}" type="presOf" srcId="{DF9E427A-F061-4D73-876E-50DFE6A2B7E5}" destId="{CBB73073-E2BE-4561-B51B-94EBAD9E9723}" srcOrd="1" destOrd="0" presId="urn:microsoft.com/office/officeart/2005/8/layout/orgChart1"/>
    <dgm:cxn modelId="{ED7572F2-668C-4C29-9BD1-FC152A1F4A58}" type="presOf" srcId="{D4470D27-09CC-41EB-BA1A-CCC1BA5C0E27}" destId="{B9DD715D-069C-4BC2-A1E9-3705206A9E7E}" srcOrd="0" destOrd="0" presId="urn:microsoft.com/office/officeart/2005/8/layout/orgChart1"/>
    <dgm:cxn modelId="{35F3BBF5-AA37-443A-BAA7-2249199E6C90}" srcId="{986A668E-B947-4E9B-BC49-750AC65155F3}" destId="{9686FD60-0C64-4E7A-B65B-577F4EBB370B}" srcOrd="1" destOrd="0" parTransId="{871A2A53-1159-46DE-9E54-4CBCCDE56CC6}" sibTransId="{7AC05B58-F1D9-4A94-A86B-BF0C8A114FD0}"/>
    <dgm:cxn modelId="{FADC24F6-9EA4-40F3-9EBF-129356B6FC47}" type="presOf" srcId="{21D2D3E8-ED16-4668-8A50-BA9C625F6C75}" destId="{B104FA65-B4C0-4B7B-8F35-47D7504F3B76}" srcOrd="0" destOrd="0" presId="urn:microsoft.com/office/officeart/2005/8/layout/orgChart1"/>
    <dgm:cxn modelId="{3B6E69F6-2D97-42FB-80C9-90F0D7B7D2A6}" srcId="{92162928-B373-4802-B988-4C318FAE4B4C}" destId="{0C099BB8-4A5F-4B8A-B703-DCB7480DDD44}" srcOrd="3" destOrd="0" parTransId="{9FADCBC3-F229-4620-B60A-FB762FF9A001}" sibTransId="{1247D2A4-C4C8-4C39-BE98-B29DD737739E}"/>
    <dgm:cxn modelId="{C94F4AF8-63F4-4299-9BBD-243E4BF07094}" type="presOf" srcId="{54A214D2-D44C-4CCE-9AEB-B812186FBE9F}" destId="{CB02243B-C17F-4AA8-825F-D4F211D97915}" srcOrd="0" destOrd="0" presId="urn:microsoft.com/office/officeart/2005/8/layout/orgChart1"/>
    <dgm:cxn modelId="{66CC2AF9-B116-4253-AC03-EDFA4C71F28F}" type="presOf" srcId="{E72F02CF-18B3-473D-BA51-A3A921F54BCB}" destId="{9EA1F9B9-4D92-4870-BBD2-CB4F964CD17D}" srcOrd="0" destOrd="0" presId="urn:microsoft.com/office/officeart/2005/8/layout/orgChart1"/>
    <dgm:cxn modelId="{2BA058FE-464B-4384-A364-3755884AFA1F}" type="presOf" srcId="{6AE7F5F1-29A0-46DF-AACF-A442207EF17A}" destId="{83DC080B-07F6-4C80-8867-801273870E8D}" srcOrd="1" destOrd="0" presId="urn:microsoft.com/office/officeart/2005/8/layout/orgChart1"/>
    <dgm:cxn modelId="{B505D0FE-1546-4BE7-9366-6825D85ED42D}" type="presOf" srcId="{3C79FE37-D072-433C-85E3-76D9529FB2A4}" destId="{BE316BAB-E484-4713-88F8-60BFB9ECB2F9}" srcOrd="0" destOrd="0" presId="urn:microsoft.com/office/officeart/2005/8/layout/orgChart1"/>
    <dgm:cxn modelId="{0D445FFF-56F3-4E45-AFE8-8CD13937FEBB}" type="presOf" srcId="{05459587-4988-4521-A172-715582190CFB}" destId="{F5119AFF-7505-49C6-B8CC-5346C5423816}" srcOrd="0" destOrd="0" presId="urn:microsoft.com/office/officeart/2005/8/layout/orgChart1"/>
    <dgm:cxn modelId="{186E2853-F483-4871-B132-E1F12E105677}" type="presParOf" srcId="{CE01B670-1EEA-4848-90D3-DFD1C7C7F55F}" destId="{90DD1432-594A-402F-BA90-BF3AD7D3805E}" srcOrd="0" destOrd="0" presId="urn:microsoft.com/office/officeart/2005/8/layout/orgChart1"/>
    <dgm:cxn modelId="{B7BA9620-0452-438F-8760-D726174EE83B}" type="presParOf" srcId="{90DD1432-594A-402F-BA90-BF3AD7D3805E}" destId="{435A436E-4C62-4EA4-BCE3-82AF2D66BD97}" srcOrd="0" destOrd="0" presId="urn:microsoft.com/office/officeart/2005/8/layout/orgChart1"/>
    <dgm:cxn modelId="{7E112987-CF62-449A-B23A-18A552A048C2}" type="presParOf" srcId="{435A436E-4C62-4EA4-BCE3-82AF2D66BD97}" destId="{228A01CC-3BEE-415F-A2AB-98EE968D4C9E}" srcOrd="0" destOrd="0" presId="urn:microsoft.com/office/officeart/2005/8/layout/orgChart1"/>
    <dgm:cxn modelId="{FA060B0C-5352-492B-90EB-3B1BF3F77EF3}" type="presParOf" srcId="{435A436E-4C62-4EA4-BCE3-82AF2D66BD97}" destId="{5265131C-4C0A-45D5-A034-D2AF2599472B}" srcOrd="1" destOrd="0" presId="urn:microsoft.com/office/officeart/2005/8/layout/orgChart1"/>
    <dgm:cxn modelId="{407D6AEE-DD37-4A53-9FF8-3103B041ADE8}" type="presParOf" srcId="{90DD1432-594A-402F-BA90-BF3AD7D3805E}" destId="{65D6C5B1-00A1-4204-9741-CA885FE72364}" srcOrd="1" destOrd="0" presId="urn:microsoft.com/office/officeart/2005/8/layout/orgChart1"/>
    <dgm:cxn modelId="{39E2F54E-B49E-41A1-BFA5-C7F882FC571D}" type="presParOf" srcId="{65D6C5B1-00A1-4204-9741-CA885FE72364}" destId="{B9DD715D-069C-4BC2-A1E9-3705206A9E7E}" srcOrd="0" destOrd="0" presId="urn:microsoft.com/office/officeart/2005/8/layout/orgChart1"/>
    <dgm:cxn modelId="{E68C5B76-CC29-4FD0-A034-9EFE878A7CC5}" type="presParOf" srcId="{65D6C5B1-00A1-4204-9741-CA885FE72364}" destId="{F7B2959F-C810-441E-ABAC-C79DB10C6809}" srcOrd="1" destOrd="0" presId="urn:microsoft.com/office/officeart/2005/8/layout/orgChart1"/>
    <dgm:cxn modelId="{0BBF3F6D-84E8-4AAA-858F-43A4AC8AB0D1}" type="presParOf" srcId="{F7B2959F-C810-441E-ABAC-C79DB10C6809}" destId="{5D913086-3A8D-4E5B-903E-99ABE15D3392}" srcOrd="0" destOrd="0" presId="urn:microsoft.com/office/officeart/2005/8/layout/orgChart1"/>
    <dgm:cxn modelId="{454CFAD4-EFD9-4CE3-BCCB-7199C40FB4AE}" type="presParOf" srcId="{5D913086-3A8D-4E5B-903E-99ABE15D3392}" destId="{EF0DF732-FD85-4D52-8905-6DCB2A652547}" srcOrd="0" destOrd="0" presId="urn:microsoft.com/office/officeart/2005/8/layout/orgChart1"/>
    <dgm:cxn modelId="{25F4231C-C682-4C33-8B91-7943CDC3C247}" type="presParOf" srcId="{5D913086-3A8D-4E5B-903E-99ABE15D3392}" destId="{B3034FE3-F479-4DF4-A8BF-8880E94D2217}" srcOrd="1" destOrd="0" presId="urn:microsoft.com/office/officeart/2005/8/layout/orgChart1"/>
    <dgm:cxn modelId="{9295C9F9-7021-4436-BF77-18B304B58C28}" type="presParOf" srcId="{F7B2959F-C810-441E-ABAC-C79DB10C6809}" destId="{D39E0032-FE8A-41E3-BCA2-2DD8ED595AFD}" srcOrd="1" destOrd="0" presId="urn:microsoft.com/office/officeart/2005/8/layout/orgChart1"/>
    <dgm:cxn modelId="{0000F537-BEBE-4A91-AC98-AF500271BC96}" type="presParOf" srcId="{D39E0032-FE8A-41E3-BCA2-2DD8ED595AFD}" destId="{7CA3097E-DF06-4306-90D8-092D17D517A3}" srcOrd="0" destOrd="0" presId="urn:microsoft.com/office/officeart/2005/8/layout/orgChart1"/>
    <dgm:cxn modelId="{48CA294A-1863-4091-98B2-964D17FC99FA}" type="presParOf" srcId="{D39E0032-FE8A-41E3-BCA2-2DD8ED595AFD}" destId="{AB3ECC90-3C57-44A5-937C-3ADE503D492D}" srcOrd="1" destOrd="0" presId="urn:microsoft.com/office/officeart/2005/8/layout/orgChart1"/>
    <dgm:cxn modelId="{42668C7D-FC39-4654-BC15-8EA8441520A9}" type="presParOf" srcId="{AB3ECC90-3C57-44A5-937C-3ADE503D492D}" destId="{C4524F9E-1F5E-4103-8C7B-1DD3B3E09CA6}" srcOrd="0" destOrd="0" presId="urn:microsoft.com/office/officeart/2005/8/layout/orgChart1"/>
    <dgm:cxn modelId="{D36D9C13-30D7-43BC-B627-2EF8DE1DEE20}" type="presParOf" srcId="{C4524F9E-1F5E-4103-8C7B-1DD3B3E09CA6}" destId="{D7DEFF10-285D-460F-B6C2-3621F12D5071}" srcOrd="0" destOrd="0" presId="urn:microsoft.com/office/officeart/2005/8/layout/orgChart1"/>
    <dgm:cxn modelId="{AE2A04FE-0EDC-431B-830C-FEE3DE94EECB}" type="presParOf" srcId="{C4524F9E-1F5E-4103-8C7B-1DD3B3E09CA6}" destId="{5218C1E6-A7C1-45B1-BD6C-50F3BFADC1B2}" srcOrd="1" destOrd="0" presId="urn:microsoft.com/office/officeart/2005/8/layout/orgChart1"/>
    <dgm:cxn modelId="{51B9583E-38A1-478A-B496-0E1D0CF3A19D}" type="presParOf" srcId="{AB3ECC90-3C57-44A5-937C-3ADE503D492D}" destId="{B280554C-1ADC-4B1E-8EF4-81DC9F4A70AE}" srcOrd="1" destOrd="0" presId="urn:microsoft.com/office/officeart/2005/8/layout/orgChart1"/>
    <dgm:cxn modelId="{BB150A7E-5D8B-427C-80A0-30F078851F2D}" type="presParOf" srcId="{B280554C-1ADC-4B1E-8EF4-81DC9F4A70AE}" destId="{671179AC-5FAC-4A39-B7FF-0414C95E3528}" srcOrd="0" destOrd="0" presId="urn:microsoft.com/office/officeart/2005/8/layout/orgChart1"/>
    <dgm:cxn modelId="{0AA8DCD2-8281-46CF-B370-6D0E6C4904DC}" type="presParOf" srcId="{B280554C-1ADC-4B1E-8EF4-81DC9F4A70AE}" destId="{0AB006A4-182D-4959-8DCB-18D7F1BAD9A9}" srcOrd="1" destOrd="0" presId="urn:microsoft.com/office/officeart/2005/8/layout/orgChart1"/>
    <dgm:cxn modelId="{3E6ED4D6-8607-4F8B-AC23-2C9DD1AC01B1}" type="presParOf" srcId="{0AB006A4-182D-4959-8DCB-18D7F1BAD9A9}" destId="{55AA2491-D4E2-4442-BAC2-BA16763FAF50}" srcOrd="0" destOrd="0" presId="urn:microsoft.com/office/officeart/2005/8/layout/orgChart1"/>
    <dgm:cxn modelId="{88892555-F7DE-437A-80B1-43DAAE9AFE41}" type="presParOf" srcId="{55AA2491-D4E2-4442-BAC2-BA16763FAF50}" destId="{88D6AF2A-AB2A-4DDC-9F25-5FEB13DE3F9A}" srcOrd="0" destOrd="0" presId="urn:microsoft.com/office/officeart/2005/8/layout/orgChart1"/>
    <dgm:cxn modelId="{0ED94EE9-C1A6-410D-AD48-E8981266E4DF}" type="presParOf" srcId="{55AA2491-D4E2-4442-BAC2-BA16763FAF50}" destId="{3E2E92DB-5C6F-4ED9-9583-E91717EC9D4B}" srcOrd="1" destOrd="0" presId="urn:microsoft.com/office/officeart/2005/8/layout/orgChart1"/>
    <dgm:cxn modelId="{54F763A9-F0BC-46E2-BCCA-650949A2BDAD}" type="presParOf" srcId="{0AB006A4-182D-4959-8DCB-18D7F1BAD9A9}" destId="{A775A552-A598-4FF2-828D-28A777D8D49E}" srcOrd="1" destOrd="0" presId="urn:microsoft.com/office/officeart/2005/8/layout/orgChart1"/>
    <dgm:cxn modelId="{F0BBD9BD-3ED1-4E63-86D4-CACA6451162D}" type="presParOf" srcId="{0AB006A4-182D-4959-8DCB-18D7F1BAD9A9}" destId="{4C841937-9171-47C2-B2B1-897C754EA2F9}" srcOrd="2" destOrd="0" presId="urn:microsoft.com/office/officeart/2005/8/layout/orgChart1"/>
    <dgm:cxn modelId="{8B022790-FC50-4C7A-B1CA-A0E0D3493759}" type="presParOf" srcId="{B280554C-1ADC-4B1E-8EF4-81DC9F4A70AE}" destId="{917A0AFA-0687-4CD7-A02C-2B5A2A29DC08}" srcOrd="2" destOrd="0" presId="urn:microsoft.com/office/officeart/2005/8/layout/orgChart1"/>
    <dgm:cxn modelId="{8375B849-32BD-4EA1-B113-971F76F3C96A}" type="presParOf" srcId="{B280554C-1ADC-4B1E-8EF4-81DC9F4A70AE}" destId="{E20BA6D2-893E-487D-8683-EFAF9C9804F2}" srcOrd="3" destOrd="0" presId="urn:microsoft.com/office/officeart/2005/8/layout/orgChart1"/>
    <dgm:cxn modelId="{B3196A87-9807-47DC-850B-94B0303E66A4}" type="presParOf" srcId="{E20BA6D2-893E-487D-8683-EFAF9C9804F2}" destId="{427688FD-121D-47B8-8931-D5204B8647E1}" srcOrd="0" destOrd="0" presId="urn:microsoft.com/office/officeart/2005/8/layout/orgChart1"/>
    <dgm:cxn modelId="{00F22CD5-3A1C-44CE-9E7A-8B6B603DFC37}" type="presParOf" srcId="{427688FD-121D-47B8-8931-D5204B8647E1}" destId="{80857E5D-5A40-47FA-A4DC-63DCAE736606}" srcOrd="0" destOrd="0" presId="urn:microsoft.com/office/officeart/2005/8/layout/orgChart1"/>
    <dgm:cxn modelId="{D244C9DF-8FE5-456C-88BC-73E90A8A480A}" type="presParOf" srcId="{427688FD-121D-47B8-8931-D5204B8647E1}" destId="{E84BCE6F-06E3-4BC8-871D-9A93C6044AE4}" srcOrd="1" destOrd="0" presId="urn:microsoft.com/office/officeart/2005/8/layout/orgChart1"/>
    <dgm:cxn modelId="{A87452AD-FFD6-49FC-8545-65F0229662AD}" type="presParOf" srcId="{E20BA6D2-893E-487D-8683-EFAF9C9804F2}" destId="{61E5CA6B-3955-4E6B-A536-8F209B0425DA}" srcOrd="1" destOrd="0" presId="urn:microsoft.com/office/officeart/2005/8/layout/orgChart1"/>
    <dgm:cxn modelId="{5493A4F0-8669-40A2-B721-0E83BC60C942}" type="presParOf" srcId="{E20BA6D2-893E-487D-8683-EFAF9C9804F2}" destId="{90C2E34E-D962-4C76-984B-1AA560324FC7}" srcOrd="2" destOrd="0" presId="urn:microsoft.com/office/officeart/2005/8/layout/orgChart1"/>
    <dgm:cxn modelId="{4D2D4616-7B36-45D3-9034-B8B951F06ACF}" type="presParOf" srcId="{AB3ECC90-3C57-44A5-937C-3ADE503D492D}" destId="{1420530A-1FB5-4E43-9A35-FF949B7D025C}" srcOrd="2" destOrd="0" presId="urn:microsoft.com/office/officeart/2005/8/layout/orgChart1"/>
    <dgm:cxn modelId="{EE0E5B71-CEAB-4BC4-BBD9-019C7309B7D9}" type="presParOf" srcId="{D39E0032-FE8A-41E3-BCA2-2DD8ED595AFD}" destId="{A6E2B9B1-B808-4C3E-9CA4-FDBFEB7C6E12}" srcOrd="2" destOrd="0" presId="urn:microsoft.com/office/officeart/2005/8/layout/orgChart1"/>
    <dgm:cxn modelId="{9DCECBA9-1178-40DC-864F-8B0856721C8D}" type="presParOf" srcId="{D39E0032-FE8A-41E3-BCA2-2DD8ED595AFD}" destId="{842694ED-63FE-41F5-8205-A2D2ED7AB622}" srcOrd="3" destOrd="0" presId="urn:microsoft.com/office/officeart/2005/8/layout/orgChart1"/>
    <dgm:cxn modelId="{CB58657B-2AB5-44BB-96AC-E5D30E4FB150}" type="presParOf" srcId="{842694ED-63FE-41F5-8205-A2D2ED7AB622}" destId="{156B7B81-9C4B-4435-88FA-61CD1E94F7AC}" srcOrd="0" destOrd="0" presId="urn:microsoft.com/office/officeart/2005/8/layout/orgChart1"/>
    <dgm:cxn modelId="{0A281CFD-E715-4266-BFC9-551095FC40CC}" type="presParOf" srcId="{156B7B81-9C4B-4435-88FA-61CD1E94F7AC}" destId="{E053A169-9C0A-4979-A9C3-739101C47B4F}" srcOrd="0" destOrd="0" presId="urn:microsoft.com/office/officeart/2005/8/layout/orgChart1"/>
    <dgm:cxn modelId="{D35111F7-3A07-4471-B63D-173B0865AF56}" type="presParOf" srcId="{156B7B81-9C4B-4435-88FA-61CD1E94F7AC}" destId="{38710617-AD94-492E-877A-67DEA8A29246}" srcOrd="1" destOrd="0" presId="urn:microsoft.com/office/officeart/2005/8/layout/orgChart1"/>
    <dgm:cxn modelId="{E75B2AEA-1A86-4CAD-AECA-C0DFA3293800}" type="presParOf" srcId="{842694ED-63FE-41F5-8205-A2D2ED7AB622}" destId="{EE25FEE9-C0A4-43A3-BC29-09C1DC02735B}" srcOrd="1" destOrd="0" presId="urn:microsoft.com/office/officeart/2005/8/layout/orgChart1"/>
    <dgm:cxn modelId="{B52DB3C8-1DF7-4DC3-933B-E0BCB6FC738A}" type="presParOf" srcId="{EE25FEE9-C0A4-43A3-BC29-09C1DC02735B}" destId="{C3BEE66D-DBFC-4B5B-824F-AE729B3E2A92}" srcOrd="0" destOrd="0" presId="urn:microsoft.com/office/officeart/2005/8/layout/orgChart1"/>
    <dgm:cxn modelId="{B354502B-F89C-4A67-8ED2-18191632E653}" type="presParOf" srcId="{EE25FEE9-C0A4-43A3-BC29-09C1DC02735B}" destId="{A9CFCED3-6ECE-4576-ABCC-0C5B70059EB9}" srcOrd="1" destOrd="0" presId="urn:microsoft.com/office/officeart/2005/8/layout/orgChart1"/>
    <dgm:cxn modelId="{20106521-4911-442D-8C61-B729A2398A43}" type="presParOf" srcId="{A9CFCED3-6ECE-4576-ABCC-0C5B70059EB9}" destId="{69DD92A3-402B-4486-B358-BBA3E344CCFB}" srcOrd="0" destOrd="0" presId="urn:microsoft.com/office/officeart/2005/8/layout/orgChart1"/>
    <dgm:cxn modelId="{7E342F05-0501-445A-ADC2-105F8EEF8FE4}" type="presParOf" srcId="{69DD92A3-402B-4486-B358-BBA3E344CCFB}" destId="{9602321A-0529-41BB-8BDE-C5896B1187CD}" srcOrd="0" destOrd="0" presId="urn:microsoft.com/office/officeart/2005/8/layout/orgChart1"/>
    <dgm:cxn modelId="{B0536AEF-9F22-4E7B-B885-DDA57F3E9F6F}" type="presParOf" srcId="{69DD92A3-402B-4486-B358-BBA3E344CCFB}" destId="{15AE8028-70C7-4D5B-B57D-0B4DC8D041C5}" srcOrd="1" destOrd="0" presId="urn:microsoft.com/office/officeart/2005/8/layout/orgChart1"/>
    <dgm:cxn modelId="{57EB99DC-587D-452E-B78F-EA4AA28826C3}" type="presParOf" srcId="{A9CFCED3-6ECE-4576-ABCC-0C5B70059EB9}" destId="{939275F3-B58F-45AC-8398-CC8AF1075322}" srcOrd="1" destOrd="0" presId="urn:microsoft.com/office/officeart/2005/8/layout/orgChart1"/>
    <dgm:cxn modelId="{D4AF0001-9F47-40BB-B32E-0465616A687F}" type="presParOf" srcId="{A9CFCED3-6ECE-4576-ABCC-0C5B70059EB9}" destId="{7670B313-9F55-4FF1-B65A-9F20334A188C}" srcOrd="2" destOrd="0" presId="urn:microsoft.com/office/officeart/2005/8/layout/orgChart1"/>
    <dgm:cxn modelId="{8DC99F8E-865B-485E-9B76-F05EB7FE7CA8}" type="presParOf" srcId="{EE25FEE9-C0A4-43A3-BC29-09C1DC02735B}" destId="{8AE61498-7424-433C-B920-4C4E22FE37C9}" srcOrd="2" destOrd="0" presId="urn:microsoft.com/office/officeart/2005/8/layout/orgChart1"/>
    <dgm:cxn modelId="{0E78F0C6-9D39-487D-985D-7F5B9B569B74}" type="presParOf" srcId="{EE25FEE9-C0A4-43A3-BC29-09C1DC02735B}" destId="{8CA74FDC-C221-4F1E-B367-D76A13DF6CEE}" srcOrd="3" destOrd="0" presId="urn:microsoft.com/office/officeart/2005/8/layout/orgChart1"/>
    <dgm:cxn modelId="{41224735-64BD-445E-A434-3B7E6BBF335B}" type="presParOf" srcId="{8CA74FDC-C221-4F1E-B367-D76A13DF6CEE}" destId="{7F16C559-3AAD-4FA9-9616-85DB22A494CA}" srcOrd="0" destOrd="0" presId="urn:microsoft.com/office/officeart/2005/8/layout/orgChart1"/>
    <dgm:cxn modelId="{3F9FC423-7C66-4424-984C-289C3F644FD3}" type="presParOf" srcId="{7F16C559-3AAD-4FA9-9616-85DB22A494CA}" destId="{F4DC1B83-6C23-49DE-87E8-6B79DB8CBA59}" srcOrd="0" destOrd="0" presId="urn:microsoft.com/office/officeart/2005/8/layout/orgChart1"/>
    <dgm:cxn modelId="{A1AC46C2-63A6-4BEA-95D5-B013AA046909}" type="presParOf" srcId="{7F16C559-3AAD-4FA9-9616-85DB22A494CA}" destId="{2E89282F-DCA8-4DC6-A0AC-B3C141F66B5F}" srcOrd="1" destOrd="0" presId="urn:microsoft.com/office/officeart/2005/8/layout/orgChart1"/>
    <dgm:cxn modelId="{AD5D09CD-4AC0-4893-8812-1B27800D417A}" type="presParOf" srcId="{8CA74FDC-C221-4F1E-B367-D76A13DF6CEE}" destId="{F6E2F938-DD76-41F8-BE30-138493256B47}" srcOrd="1" destOrd="0" presId="urn:microsoft.com/office/officeart/2005/8/layout/orgChart1"/>
    <dgm:cxn modelId="{4F8BF258-320A-4A5C-8F69-7C2DC98FB96D}" type="presParOf" srcId="{8CA74FDC-C221-4F1E-B367-D76A13DF6CEE}" destId="{51C1861F-64E4-4F9E-A995-A36D30121CD2}" srcOrd="2" destOrd="0" presId="urn:microsoft.com/office/officeart/2005/8/layout/orgChart1"/>
    <dgm:cxn modelId="{A8623CE1-CCEB-49C1-853B-24ECBA1FDC1A}" type="presParOf" srcId="{EE25FEE9-C0A4-43A3-BC29-09C1DC02735B}" destId="{819CF286-327E-4771-A756-F0B2B9DBDA4B}" srcOrd="4" destOrd="0" presId="urn:microsoft.com/office/officeart/2005/8/layout/orgChart1"/>
    <dgm:cxn modelId="{ADF8C2E9-6F9D-46AC-80E3-DE638BE7E059}" type="presParOf" srcId="{EE25FEE9-C0A4-43A3-BC29-09C1DC02735B}" destId="{28A75BEE-EECD-45B3-B7B1-0467EFCD328F}" srcOrd="5" destOrd="0" presId="urn:microsoft.com/office/officeart/2005/8/layout/orgChart1"/>
    <dgm:cxn modelId="{98C410D4-5A6E-4502-9896-208B989A140B}" type="presParOf" srcId="{28A75BEE-EECD-45B3-B7B1-0467EFCD328F}" destId="{9584EC4C-D6FC-4CDC-A75D-F1C3DAE1B3C2}" srcOrd="0" destOrd="0" presId="urn:microsoft.com/office/officeart/2005/8/layout/orgChart1"/>
    <dgm:cxn modelId="{B1DA8012-35F1-4305-A4D6-7A223966DAEC}" type="presParOf" srcId="{9584EC4C-D6FC-4CDC-A75D-F1C3DAE1B3C2}" destId="{81E07694-06DE-4DA4-BA15-F7FF4EF31C21}" srcOrd="0" destOrd="0" presId="urn:microsoft.com/office/officeart/2005/8/layout/orgChart1"/>
    <dgm:cxn modelId="{91F9565F-EEED-40A0-832A-290E730AC407}" type="presParOf" srcId="{9584EC4C-D6FC-4CDC-A75D-F1C3DAE1B3C2}" destId="{21450613-CA36-4454-85B4-AEB63CA49087}" srcOrd="1" destOrd="0" presId="urn:microsoft.com/office/officeart/2005/8/layout/orgChart1"/>
    <dgm:cxn modelId="{1678D846-9075-4768-9952-9E0DBB0D5976}" type="presParOf" srcId="{28A75BEE-EECD-45B3-B7B1-0467EFCD328F}" destId="{89A8106A-14BF-491C-AA4E-9634881D0523}" srcOrd="1" destOrd="0" presId="urn:microsoft.com/office/officeart/2005/8/layout/orgChart1"/>
    <dgm:cxn modelId="{8DCDD940-4FBC-4A0B-BA6D-F6C8C2B820E2}" type="presParOf" srcId="{28A75BEE-EECD-45B3-B7B1-0467EFCD328F}" destId="{C338D44E-E4B3-49D9-AFCA-3D563E2FF749}" srcOrd="2" destOrd="0" presId="urn:microsoft.com/office/officeart/2005/8/layout/orgChart1"/>
    <dgm:cxn modelId="{87B5798F-6C3E-4250-965A-EDFF381953F6}" type="presParOf" srcId="{EE25FEE9-C0A4-43A3-BC29-09C1DC02735B}" destId="{F505519F-6ECB-4AAF-B47A-F3D32DB6B10C}" srcOrd="6" destOrd="0" presId="urn:microsoft.com/office/officeart/2005/8/layout/orgChart1"/>
    <dgm:cxn modelId="{15CE2EF1-B4D8-4D1C-9233-45AC0CBAB9FF}" type="presParOf" srcId="{EE25FEE9-C0A4-43A3-BC29-09C1DC02735B}" destId="{7242C606-06B1-4653-8213-8258E7030E80}" srcOrd="7" destOrd="0" presId="urn:microsoft.com/office/officeart/2005/8/layout/orgChart1"/>
    <dgm:cxn modelId="{83A8E9F5-78D1-4C65-9379-186F669D566C}" type="presParOf" srcId="{7242C606-06B1-4653-8213-8258E7030E80}" destId="{AA152A31-D95D-4EA6-B90E-65E324E927B1}" srcOrd="0" destOrd="0" presId="urn:microsoft.com/office/officeart/2005/8/layout/orgChart1"/>
    <dgm:cxn modelId="{4CA68EF3-9985-4F73-9913-3B5C7125788B}" type="presParOf" srcId="{AA152A31-D95D-4EA6-B90E-65E324E927B1}" destId="{7B137947-D56C-407A-8B26-BA72901EA159}" srcOrd="0" destOrd="0" presId="urn:microsoft.com/office/officeart/2005/8/layout/orgChart1"/>
    <dgm:cxn modelId="{A11ACA4E-9AA4-40D6-8213-715D73BF1229}" type="presParOf" srcId="{AA152A31-D95D-4EA6-B90E-65E324E927B1}" destId="{865A16D1-A0D6-4099-A000-A45C27DFDD22}" srcOrd="1" destOrd="0" presId="urn:microsoft.com/office/officeart/2005/8/layout/orgChart1"/>
    <dgm:cxn modelId="{2605EF5F-3CDE-44F8-892E-C3DB59A83725}" type="presParOf" srcId="{7242C606-06B1-4653-8213-8258E7030E80}" destId="{25096A2D-D848-4C90-A131-69BB291F338D}" srcOrd="1" destOrd="0" presId="urn:microsoft.com/office/officeart/2005/8/layout/orgChart1"/>
    <dgm:cxn modelId="{E11640B2-8F15-433E-A249-D09EDD0AFBD2}" type="presParOf" srcId="{7242C606-06B1-4653-8213-8258E7030E80}" destId="{B91ED09A-7BB0-46DB-AC80-8FC3BD077EFA}" srcOrd="2" destOrd="0" presId="urn:microsoft.com/office/officeart/2005/8/layout/orgChart1"/>
    <dgm:cxn modelId="{DFE0EFE1-3F4F-4F57-A5F2-C17C2EDE4504}" type="presParOf" srcId="{842694ED-63FE-41F5-8205-A2D2ED7AB622}" destId="{7AE4D891-AFDF-47CA-AE12-C9E64E4BC610}" srcOrd="2" destOrd="0" presId="urn:microsoft.com/office/officeart/2005/8/layout/orgChart1"/>
    <dgm:cxn modelId="{A756D911-9EED-4911-8355-D1036A4AA5C2}" type="presParOf" srcId="{D39E0032-FE8A-41E3-BCA2-2DD8ED595AFD}" destId="{A282935C-36BA-42D1-9CF4-5DC857687C79}" srcOrd="4" destOrd="0" presId="urn:microsoft.com/office/officeart/2005/8/layout/orgChart1"/>
    <dgm:cxn modelId="{7BD27D47-1A8B-4D5A-9814-D81164089D22}" type="presParOf" srcId="{D39E0032-FE8A-41E3-BCA2-2DD8ED595AFD}" destId="{96DA1DE3-8B59-4C2F-B5E8-2AC45D55F0E4}" srcOrd="5" destOrd="0" presId="urn:microsoft.com/office/officeart/2005/8/layout/orgChart1"/>
    <dgm:cxn modelId="{9273D6E0-56FA-4FE5-A98F-F55B0B305501}" type="presParOf" srcId="{96DA1DE3-8B59-4C2F-B5E8-2AC45D55F0E4}" destId="{0B423B26-D597-4DBE-A6EA-088620DCC1DA}" srcOrd="0" destOrd="0" presId="urn:microsoft.com/office/officeart/2005/8/layout/orgChart1"/>
    <dgm:cxn modelId="{2E2D6AA7-56C7-4C33-8A08-216214434084}" type="presParOf" srcId="{0B423B26-D597-4DBE-A6EA-088620DCC1DA}" destId="{ED485508-0335-465D-B2BE-F208E31B5FAA}" srcOrd="0" destOrd="0" presId="urn:microsoft.com/office/officeart/2005/8/layout/orgChart1"/>
    <dgm:cxn modelId="{628A8504-E966-4555-9170-CAA4CD609217}" type="presParOf" srcId="{0B423B26-D597-4DBE-A6EA-088620DCC1DA}" destId="{400FAEDA-F0C0-4E06-AA06-ADBB2A0021C6}" srcOrd="1" destOrd="0" presId="urn:microsoft.com/office/officeart/2005/8/layout/orgChart1"/>
    <dgm:cxn modelId="{C64E7EE7-987A-41C7-ACB2-48FCBAF873CA}" type="presParOf" srcId="{96DA1DE3-8B59-4C2F-B5E8-2AC45D55F0E4}" destId="{4300A973-2B08-4EB1-B340-A9AA8E2DBE0C}" srcOrd="1" destOrd="0" presId="urn:microsoft.com/office/officeart/2005/8/layout/orgChart1"/>
    <dgm:cxn modelId="{8EF6C4BF-8E3B-421C-92C9-5B3B56D9DBBD}" type="presParOf" srcId="{4300A973-2B08-4EB1-B340-A9AA8E2DBE0C}" destId="{18F7C288-D6AB-4F4F-83B5-1D5B84952672}" srcOrd="0" destOrd="0" presId="urn:microsoft.com/office/officeart/2005/8/layout/orgChart1"/>
    <dgm:cxn modelId="{6C32E670-74AA-424D-AFD4-8A3A1ACE3599}" type="presParOf" srcId="{4300A973-2B08-4EB1-B340-A9AA8E2DBE0C}" destId="{3FEDDE94-F41F-4567-B18F-AE730BF824CF}" srcOrd="1" destOrd="0" presId="urn:microsoft.com/office/officeart/2005/8/layout/orgChart1"/>
    <dgm:cxn modelId="{40EBD548-7ABC-4782-874F-2B96040BEB2D}" type="presParOf" srcId="{3FEDDE94-F41F-4567-B18F-AE730BF824CF}" destId="{CFAB2265-B5C0-4397-9D73-B5BB3EB3BB91}" srcOrd="0" destOrd="0" presId="urn:microsoft.com/office/officeart/2005/8/layout/orgChart1"/>
    <dgm:cxn modelId="{9DFB5F0D-5144-4948-BD1E-47B7D0449E24}" type="presParOf" srcId="{CFAB2265-B5C0-4397-9D73-B5BB3EB3BB91}" destId="{FB93CA0E-E6CE-4F14-88AC-8614787B9A43}" srcOrd="0" destOrd="0" presId="urn:microsoft.com/office/officeart/2005/8/layout/orgChart1"/>
    <dgm:cxn modelId="{33DDB8CB-D115-46C4-A155-73CDAFC8EDF6}" type="presParOf" srcId="{CFAB2265-B5C0-4397-9D73-B5BB3EB3BB91}" destId="{1A2EC0AE-D90A-4773-915D-B6F0422675A8}" srcOrd="1" destOrd="0" presId="urn:microsoft.com/office/officeart/2005/8/layout/orgChart1"/>
    <dgm:cxn modelId="{39EE1C40-75CF-4148-BD9D-54EBF8F06DD0}" type="presParOf" srcId="{3FEDDE94-F41F-4567-B18F-AE730BF824CF}" destId="{D3CC560C-81EA-4707-8E6E-80F946490B31}" srcOrd="1" destOrd="0" presId="urn:microsoft.com/office/officeart/2005/8/layout/orgChart1"/>
    <dgm:cxn modelId="{9D2C243C-0B39-4F35-9EBC-0AD5F584FEBF}" type="presParOf" srcId="{3FEDDE94-F41F-4567-B18F-AE730BF824CF}" destId="{AA0426E7-12CE-405E-A6A6-A38BE7945BD9}" srcOrd="2" destOrd="0" presId="urn:microsoft.com/office/officeart/2005/8/layout/orgChart1"/>
    <dgm:cxn modelId="{584A8DDE-D5C6-457B-A404-80C280A9E829}" type="presParOf" srcId="{4300A973-2B08-4EB1-B340-A9AA8E2DBE0C}" destId="{12E2A867-31D4-403E-B790-54B802E39EC7}" srcOrd="2" destOrd="0" presId="urn:microsoft.com/office/officeart/2005/8/layout/orgChart1"/>
    <dgm:cxn modelId="{F5A5FD85-43C8-4771-9554-DD422CED0073}" type="presParOf" srcId="{4300A973-2B08-4EB1-B340-A9AA8E2DBE0C}" destId="{66430474-734D-4BF5-9C47-A369FABD2E16}" srcOrd="3" destOrd="0" presId="urn:microsoft.com/office/officeart/2005/8/layout/orgChart1"/>
    <dgm:cxn modelId="{C5E0B1EB-F059-429D-B8BF-11384464B165}" type="presParOf" srcId="{66430474-734D-4BF5-9C47-A369FABD2E16}" destId="{28647268-E473-43EA-AEDF-864097B45DF7}" srcOrd="0" destOrd="0" presId="urn:microsoft.com/office/officeart/2005/8/layout/orgChart1"/>
    <dgm:cxn modelId="{74891666-FA38-4C02-9FD2-5BD3843578E7}" type="presParOf" srcId="{28647268-E473-43EA-AEDF-864097B45DF7}" destId="{52B16FFE-364E-498E-A9B3-C43BC3B88381}" srcOrd="0" destOrd="0" presId="urn:microsoft.com/office/officeart/2005/8/layout/orgChart1"/>
    <dgm:cxn modelId="{AA076F29-E093-4AA0-920C-A4E408E9DA70}" type="presParOf" srcId="{28647268-E473-43EA-AEDF-864097B45DF7}" destId="{3D670B94-861A-4AB5-B9D1-C5CA0EF96F04}" srcOrd="1" destOrd="0" presId="urn:microsoft.com/office/officeart/2005/8/layout/orgChart1"/>
    <dgm:cxn modelId="{9E4AB8E5-1C78-4223-8D4C-9AE9538F6C70}" type="presParOf" srcId="{66430474-734D-4BF5-9C47-A369FABD2E16}" destId="{4B98BB0C-9B50-4156-86E7-767A7D39A13C}" srcOrd="1" destOrd="0" presId="urn:microsoft.com/office/officeart/2005/8/layout/orgChart1"/>
    <dgm:cxn modelId="{98BC05DF-BC2D-4219-ACC3-5C4EA58BDF90}" type="presParOf" srcId="{66430474-734D-4BF5-9C47-A369FABD2E16}" destId="{332AF2F6-DD32-4C41-97F6-6DEAB07F1EC1}" srcOrd="2" destOrd="0" presId="urn:microsoft.com/office/officeart/2005/8/layout/orgChart1"/>
    <dgm:cxn modelId="{9841E9ED-793C-455D-895C-BAFAF4A1E521}" type="presParOf" srcId="{96DA1DE3-8B59-4C2F-B5E8-2AC45D55F0E4}" destId="{1495BC48-44EF-4C9C-8AF3-32C6924E0572}" srcOrd="2" destOrd="0" presId="urn:microsoft.com/office/officeart/2005/8/layout/orgChart1"/>
    <dgm:cxn modelId="{3A729E6A-5D10-4CCB-AAA7-3F3D73ECA1C8}" type="presParOf" srcId="{D39E0032-FE8A-41E3-BCA2-2DD8ED595AFD}" destId="{CE3C7ECF-52B2-4972-B708-71595BC37092}" srcOrd="6" destOrd="0" presId="urn:microsoft.com/office/officeart/2005/8/layout/orgChart1"/>
    <dgm:cxn modelId="{05F40237-C208-4E7B-89C5-985DFAB8DE95}" type="presParOf" srcId="{D39E0032-FE8A-41E3-BCA2-2DD8ED595AFD}" destId="{CF32D662-8EF9-493E-BFE9-EE51A8FF9E8A}" srcOrd="7" destOrd="0" presId="urn:microsoft.com/office/officeart/2005/8/layout/orgChart1"/>
    <dgm:cxn modelId="{060AC420-8347-4AC6-B81F-608D14AB8836}" type="presParOf" srcId="{CF32D662-8EF9-493E-BFE9-EE51A8FF9E8A}" destId="{BA387F9F-679B-445A-907E-AABA58DAF83C}" srcOrd="0" destOrd="0" presId="urn:microsoft.com/office/officeart/2005/8/layout/orgChart1"/>
    <dgm:cxn modelId="{CFD5C791-8C99-410D-AA92-E60873A7DCE3}" type="presParOf" srcId="{BA387F9F-679B-445A-907E-AABA58DAF83C}" destId="{BC5145C2-F5F8-4F0A-98B6-E0C52595BF1E}" srcOrd="0" destOrd="0" presId="urn:microsoft.com/office/officeart/2005/8/layout/orgChart1"/>
    <dgm:cxn modelId="{526A71E7-8882-4811-A5B3-05B1B9935019}" type="presParOf" srcId="{BA387F9F-679B-445A-907E-AABA58DAF83C}" destId="{F87173C0-D18E-4424-B52E-3430A08B25BA}" srcOrd="1" destOrd="0" presId="urn:microsoft.com/office/officeart/2005/8/layout/orgChart1"/>
    <dgm:cxn modelId="{F37E9A59-1F98-4E41-ABF4-705146831C47}" type="presParOf" srcId="{CF32D662-8EF9-493E-BFE9-EE51A8FF9E8A}" destId="{58FFEC90-DCF9-453A-98C3-3D274BFB4E46}" srcOrd="1" destOrd="0" presId="urn:microsoft.com/office/officeart/2005/8/layout/orgChart1"/>
    <dgm:cxn modelId="{95A46DFB-58BA-4738-9B2F-498E907323AC}" type="presParOf" srcId="{58FFEC90-DCF9-453A-98C3-3D274BFB4E46}" destId="{7E8EA941-22A2-4756-B568-D27A6756260D}" srcOrd="0" destOrd="0" presId="urn:microsoft.com/office/officeart/2005/8/layout/orgChart1"/>
    <dgm:cxn modelId="{52810F78-0F40-4D60-A00B-69C69A8BEB5D}" type="presParOf" srcId="{58FFEC90-DCF9-453A-98C3-3D274BFB4E46}" destId="{799DB3D3-96AE-43F3-BCBD-E540ACD06C36}" srcOrd="1" destOrd="0" presId="urn:microsoft.com/office/officeart/2005/8/layout/orgChart1"/>
    <dgm:cxn modelId="{CC0DE1B8-6402-4A00-8875-419BF66FBB94}" type="presParOf" srcId="{799DB3D3-96AE-43F3-BCBD-E540ACD06C36}" destId="{5BFA1DF3-C46B-4562-8ED6-F040E7800CD4}" srcOrd="0" destOrd="0" presId="urn:microsoft.com/office/officeart/2005/8/layout/orgChart1"/>
    <dgm:cxn modelId="{6C5C6984-08F6-4870-AF6E-02C7B671B0E8}" type="presParOf" srcId="{5BFA1DF3-C46B-4562-8ED6-F040E7800CD4}" destId="{FDDCF144-34C8-47DC-8A61-AD413DD9A0C0}" srcOrd="0" destOrd="0" presId="urn:microsoft.com/office/officeart/2005/8/layout/orgChart1"/>
    <dgm:cxn modelId="{16230CD8-D3A5-4384-84BB-90E71F1FA57F}" type="presParOf" srcId="{5BFA1DF3-C46B-4562-8ED6-F040E7800CD4}" destId="{EFDAD356-93A5-4C29-8F27-2EE36397AAF6}" srcOrd="1" destOrd="0" presId="urn:microsoft.com/office/officeart/2005/8/layout/orgChart1"/>
    <dgm:cxn modelId="{96C8BF54-6D63-4134-83A7-7BBC25E833BE}" type="presParOf" srcId="{799DB3D3-96AE-43F3-BCBD-E540ACD06C36}" destId="{7D750AFA-9BC3-412D-A50C-0B633E0E5D7F}" srcOrd="1" destOrd="0" presId="urn:microsoft.com/office/officeart/2005/8/layout/orgChart1"/>
    <dgm:cxn modelId="{7FF97364-C9FB-4891-83F3-A6CD164C32EF}" type="presParOf" srcId="{799DB3D3-96AE-43F3-BCBD-E540ACD06C36}" destId="{C85D591D-0E1B-4BDF-9DA0-A2127C98C12A}" srcOrd="2" destOrd="0" presId="urn:microsoft.com/office/officeart/2005/8/layout/orgChart1"/>
    <dgm:cxn modelId="{9DFC5287-96FD-45E9-BA27-1A190BBB768A}" type="presParOf" srcId="{58FFEC90-DCF9-453A-98C3-3D274BFB4E46}" destId="{6BDBD7F3-6083-4497-968C-19145A3D4B38}" srcOrd="2" destOrd="0" presId="urn:microsoft.com/office/officeart/2005/8/layout/orgChart1"/>
    <dgm:cxn modelId="{524CD393-5E75-4C95-A369-C176216DDBE2}" type="presParOf" srcId="{58FFEC90-DCF9-453A-98C3-3D274BFB4E46}" destId="{64E86996-0DDE-491D-8CD9-15EB9435F40F}" srcOrd="3" destOrd="0" presId="urn:microsoft.com/office/officeart/2005/8/layout/orgChart1"/>
    <dgm:cxn modelId="{D924FF82-8AFB-4593-9731-979B0A367A55}" type="presParOf" srcId="{64E86996-0DDE-491D-8CD9-15EB9435F40F}" destId="{0B08CF44-242F-4DD2-AC0B-F870D7CE58BF}" srcOrd="0" destOrd="0" presId="urn:microsoft.com/office/officeart/2005/8/layout/orgChart1"/>
    <dgm:cxn modelId="{8B6C44BC-6932-4789-8F06-9E018218FEDE}" type="presParOf" srcId="{0B08CF44-242F-4DD2-AC0B-F870D7CE58BF}" destId="{ABFB3F97-6CE9-4E52-918E-35F874A43BCD}" srcOrd="0" destOrd="0" presId="urn:microsoft.com/office/officeart/2005/8/layout/orgChart1"/>
    <dgm:cxn modelId="{6CCC7E15-C88B-4B88-8BF7-345EF405E443}" type="presParOf" srcId="{0B08CF44-242F-4DD2-AC0B-F870D7CE58BF}" destId="{DC80A068-6CF2-4B33-9C4A-C4CABD6579BF}" srcOrd="1" destOrd="0" presId="urn:microsoft.com/office/officeart/2005/8/layout/orgChart1"/>
    <dgm:cxn modelId="{4956EB6E-01E4-4E18-BC34-9CD67338F53A}" type="presParOf" srcId="{64E86996-0DDE-491D-8CD9-15EB9435F40F}" destId="{2970F0F2-EB68-4836-BB96-D6620232B2C8}" srcOrd="1" destOrd="0" presId="urn:microsoft.com/office/officeart/2005/8/layout/orgChart1"/>
    <dgm:cxn modelId="{F5DDA5FF-F902-4DF0-BCCF-6128ADC8EB5F}" type="presParOf" srcId="{64E86996-0DDE-491D-8CD9-15EB9435F40F}" destId="{B97849BF-01C7-4CD5-842A-6B07A0138C0F}" srcOrd="2" destOrd="0" presId="urn:microsoft.com/office/officeart/2005/8/layout/orgChart1"/>
    <dgm:cxn modelId="{B43BD178-BD00-4932-8B82-3C1136267FC1}" type="presParOf" srcId="{CF32D662-8EF9-493E-BFE9-EE51A8FF9E8A}" destId="{9B1A0D9F-8972-4EA9-9E62-F3765FCC0B3B}" srcOrd="2" destOrd="0" presId="urn:microsoft.com/office/officeart/2005/8/layout/orgChart1"/>
    <dgm:cxn modelId="{05551B72-D1F0-4DA7-B143-9AB60148B94D}" type="presParOf" srcId="{F7B2959F-C810-441E-ABAC-C79DB10C6809}" destId="{3AD04F9E-2087-4B81-B04B-0A2617FA7735}" srcOrd="2" destOrd="0" presId="urn:microsoft.com/office/officeart/2005/8/layout/orgChart1"/>
    <dgm:cxn modelId="{6F20CB88-7DCF-4D63-9AC0-AEEAFBF73D05}" type="presParOf" srcId="{65D6C5B1-00A1-4204-9741-CA885FE72364}" destId="{B7681CE4-8CA0-49DE-A9F3-C600278D7504}" srcOrd="2" destOrd="0" presId="urn:microsoft.com/office/officeart/2005/8/layout/orgChart1"/>
    <dgm:cxn modelId="{9434A345-398D-4E93-B287-F8B727403CFC}" type="presParOf" srcId="{65D6C5B1-00A1-4204-9741-CA885FE72364}" destId="{91803398-F222-4F6F-9FB9-9EE8C12FBCC2}" srcOrd="3" destOrd="0" presId="urn:microsoft.com/office/officeart/2005/8/layout/orgChart1"/>
    <dgm:cxn modelId="{CB165C69-B245-4A4E-B70E-265F38B664D2}" type="presParOf" srcId="{91803398-F222-4F6F-9FB9-9EE8C12FBCC2}" destId="{E9676D5F-E84E-4A51-8820-D92F19CB1465}" srcOrd="0" destOrd="0" presId="urn:microsoft.com/office/officeart/2005/8/layout/orgChart1"/>
    <dgm:cxn modelId="{FF73D0E3-F109-4CAA-BF07-457CC579FC33}" type="presParOf" srcId="{E9676D5F-E84E-4A51-8820-D92F19CB1465}" destId="{99F6D3EC-9833-4C01-AE72-D18361D51C5B}" srcOrd="0" destOrd="0" presId="urn:microsoft.com/office/officeart/2005/8/layout/orgChart1"/>
    <dgm:cxn modelId="{C4954647-A170-4561-A298-B429CC7D0682}" type="presParOf" srcId="{E9676D5F-E84E-4A51-8820-D92F19CB1465}" destId="{2746CEE6-A010-451F-B510-4FCDC2081F65}" srcOrd="1" destOrd="0" presId="urn:microsoft.com/office/officeart/2005/8/layout/orgChart1"/>
    <dgm:cxn modelId="{503102B4-0F50-4F72-9A94-6B773673A5D1}" type="presParOf" srcId="{91803398-F222-4F6F-9FB9-9EE8C12FBCC2}" destId="{35408868-CFD5-48C4-A7F6-DCF16B910BAE}" srcOrd="1" destOrd="0" presId="urn:microsoft.com/office/officeart/2005/8/layout/orgChart1"/>
    <dgm:cxn modelId="{501FF227-6E57-47BF-B36C-527DFA2CC771}" type="presParOf" srcId="{35408868-CFD5-48C4-A7F6-DCF16B910BAE}" destId="{1884A9FB-42E4-4FD9-8810-1F98F3262087}" srcOrd="0" destOrd="0" presId="urn:microsoft.com/office/officeart/2005/8/layout/orgChart1"/>
    <dgm:cxn modelId="{70529068-1013-462D-911D-FA5A1BD8D2D3}" type="presParOf" srcId="{35408868-CFD5-48C4-A7F6-DCF16B910BAE}" destId="{35FA75DA-ADB8-4325-BAAC-83D6377699D2}" srcOrd="1" destOrd="0" presId="urn:microsoft.com/office/officeart/2005/8/layout/orgChart1"/>
    <dgm:cxn modelId="{CC19BA2B-2662-4AC0-9B24-6E164B270FA0}" type="presParOf" srcId="{35FA75DA-ADB8-4325-BAAC-83D6377699D2}" destId="{AEB4B1A3-FB6D-41E9-9B48-D4468C98925F}" srcOrd="0" destOrd="0" presId="urn:microsoft.com/office/officeart/2005/8/layout/orgChart1"/>
    <dgm:cxn modelId="{F3722A6A-E6D8-44DD-A14C-599D4405060B}" type="presParOf" srcId="{AEB4B1A3-FB6D-41E9-9B48-D4468C98925F}" destId="{CB02243B-C17F-4AA8-825F-D4F211D97915}" srcOrd="0" destOrd="0" presId="urn:microsoft.com/office/officeart/2005/8/layout/orgChart1"/>
    <dgm:cxn modelId="{339CF693-0B1C-4BE6-A2C6-BC93DCD38C72}" type="presParOf" srcId="{AEB4B1A3-FB6D-41E9-9B48-D4468C98925F}" destId="{91F9D075-7AAC-466E-8543-3BCFAC1AFA1F}" srcOrd="1" destOrd="0" presId="urn:microsoft.com/office/officeart/2005/8/layout/orgChart1"/>
    <dgm:cxn modelId="{2A38079D-E6CD-48FE-9762-6993F2C651E5}" type="presParOf" srcId="{35FA75DA-ADB8-4325-BAAC-83D6377699D2}" destId="{974E2D99-5862-4C7A-837C-FFEFCC8E79A7}" srcOrd="1" destOrd="0" presId="urn:microsoft.com/office/officeart/2005/8/layout/orgChart1"/>
    <dgm:cxn modelId="{CD37212B-3AD5-4C37-A9AC-21600B879617}" type="presParOf" srcId="{974E2D99-5862-4C7A-837C-FFEFCC8E79A7}" destId="{AB1F82AE-D204-494B-90C7-632A99586039}" srcOrd="0" destOrd="0" presId="urn:microsoft.com/office/officeart/2005/8/layout/orgChart1"/>
    <dgm:cxn modelId="{0ED471D2-A1BA-4514-81A2-E57ED522C078}" type="presParOf" srcId="{974E2D99-5862-4C7A-837C-FFEFCC8E79A7}" destId="{DC0B2FDF-D839-45FE-9E9A-D22897A1B887}" srcOrd="1" destOrd="0" presId="urn:microsoft.com/office/officeart/2005/8/layout/orgChart1"/>
    <dgm:cxn modelId="{F3755647-0988-4925-9403-738B1E87B816}" type="presParOf" srcId="{DC0B2FDF-D839-45FE-9E9A-D22897A1B887}" destId="{1B76E2B1-AF57-455C-83AC-6048046D1721}" srcOrd="0" destOrd="0" presId="urn:microsoft.com/office/officeart/2005/8/layout/orgChart1"/>
    <dgm:cxn modelId="{B3971B0D-3022-4878-8869-E71FD2295DCE}" type="presParOf" srcId="{1B76E2B1-AF57-455C-83AC-6048046D1721}" destId="{78F581A2-A236-4AAE-9594-81595AF744C3}" srcOrd="0" destOrd="0" presId="urn:microsoft.com/office/officeart/2005/8/layout/orgChart1"/>
    <dgm:cxn modelId="{4F405731-5089-4407-B756-C314529DB0B4}" type="presParOf" srcId="{1B76E2B1-AF57-455C-83AC-6048046D1721}" destId="{45497D4B-7384-4409-B2DD-8111D10AE21C}" srcOrd="1" destOrd="0" presId="urn:microsoft.com/office/officeart/2005/8/layout/orgChart1"/>
    <dgm:cxn modelId="{70B59429-5E09-41D6-BB19-554B60FFB37F}" type="presParOf" srcId="{DC0B2FDF-D839-45FE-9E9A-D22897A1B887}" destId="{7655522E-218E-4AD1-9853-C6F4EBC0DDEE}" srcOrd="1" destOrd="0" presId="urn:microsoft.com/office/officeart/2005/8/layout/orgChart1"/>
    <dgm:cxn modelId="{B7B30CA2-0334-4065-9EBB-98A3F60E391E}" type="presParOf" srcId="{DC0B2FDF-D839-45FE-9E9A-D22897A1B887}" destId="{67DAF67C-13D5-4345-A3A2-7B8725F07673}" srcOrd="2" destOrd="0" presId="urn:microsoft.com/office/officeart/2005/8/layout/orgChart1"/>
    <dgm:cxn modelId="{343A4862-1F8F-4EE4-A094-19534A247A15}" type="presParOf" srcId="{974E2D99-5862-4C7A-837C-FFEFCC8E79A7}" destId="{193E33AA-274E-4C00-AFCA-9DB6EDEE5D26}" srcOrd="2" destOrd="0" presId="urn:microsoft.com/office/officeart/2005/8/layout/orgChart1"/>
    <dgm:cxn modelId="{7B909438-967F-4B87-A423-970B0663DF87}" type="presParOf" srcId="{974E2D99-5862-4C7A-837C-FFEFCC8E79A7}" destId="{F3D5026B-8448-41B2-BBBF-05FDED585D48}" srcOrd="3" destOrd="0" presId="urn:microsoft.com/office/officeart/2005/8/layout/orgChart1"/>
    <dgm:cxn modelId="{6DEF22AE-5872-424B-93AB-4BC39AE2D5AF}" type="presParOf" srcId="{F3D5026B-8448-41B2-BBBF-05FDED585D48}" destId="{87ADBE72-D386-4625-9707-54E71DFACB84}" srcOrd="0" destOrd="0" presId="urn:microsoft.com/office/officeart/2005/8/layout/orgChart1"/>
    <dgm:cxn modelId="{EDD32A41-87AD-4254-B821-A00A387DF990}" type="presParOf" srcId="{87ADBE72-D386-4625-9707-54E71DFACB84}" destId="{5C7EA8F3-06B8-4CA9-AB03-BC7A37C3AC8C}" srcOrd="0" destOrd="0" presId="urn:microsoft.com/office/officeart/2005/8/layout/orgChart1"/>
    <dgm:cxn modelId="{5467B7FE-21DE-4788-87FB-94420E7DB089}" type="presParOf" srcId="{87ADBE72-D386-4625-9707-54E71DFACB84}" destId="{F93A4A6C-8460-470A-B4C3-3D0A4371DE8F}" srcOrd="1" destOrd="0" presId="urn:microsoft.com/office/officeart/2005/8/layout/orgChart1"/>
    <dgm:cxn modelId="{5C612BF6-8344-4EB8-997C-CB2D5413AF43}" type="presParOf" srcId="{F3D5026B-8448-41B2-BBBF-05FDED585D48}" destId="{4B2B2C4B-2E0C-4D0B-B555-454D57BBCF30}" srcOrd="1" destOrd="0" presId="urn:microsoft.com/office/officeart/2005/8/layout/orgChart1"/>
    <dgm:cxn modelId="{35E552A3-D534-4E69-B4F7-CF9C8245C6F4}" type="presParOf" srcId="{F3D5026B-8448-41B2-BBBF-05FDED585D48}" destId="{11704B69-8EE7-4217-A30C-45E5EE7DC268}" srcOrd="2" destOrd="0" presId="urn:microsoft.com/office/officeart/2005/8/layout/orgChart1"/>
    <dgm:cxn modelId="{B44E5EEB-F6D8-4E8F-AF28-5490A910F4BB}" type="presParOf" srcId="{35FA75DA-ADB8-4325-BAAC-83D6377699D2}" destId="{3517477E-EFCC-447B-B470-29BCB0F003B1}" srcOrd="2" destOrd="0" presId="urn:microsoft.com/office/officeart/2005/8/layout/orgChart1"/>
    <dgm:cxn modelId="{F8967E52-C275-45CB-8B57-43D4D888470B}" type="presParOf" srcId="{35408868-CFD5-48C4-A7F6-DCF16B910BAE}" destId="{8947F22D-5100-4BE4-9D48-37CDC0BB22B8}" srcOrd="2" destOrd="0" presId="urn:microsoft.com/office/officeart/2005/8/layout/orgChart1"/>
    <dgm:cxn modelId="{55FE9194-5986-4085-A032-5EFA8680F2A3}" type="presParOf" srcId="{35408868-CFD5-48C4-A7F6-DCF16B910BAE}" destId="{4BF36BE8-74FF-4FEF-9027-0AE56F70059D}" srcOrd="3" destOrd="0" presId="urn:microsoft.com/office/officeart/2005/8/layout/orgChart1"/>
    <dgm:cxn modelId="{0C9997F9-9E8B-4ECB-AB0F-BC7C696B0BE3}" type="presParOf" srcId="{4BF36BE8-74FF-4FEF-9027-0AE56F70059D}" destId="{A19779A8-16D1-4670-8A5A-24A060717BEB}" srcOrd="0" destOrd="0" presId="urn:microsoft.com/office/officeart/2005/8/layout/orgChart1"/>
    <dgm:cxn modelId="{CBA85554-6CAC-40AA-9070-F4DF978D60D9}" type="presParOf" srcId="{A19779A8-16D1-4670-8A5A-24A060717BEB}" destId="{6AC24378-0A44-4A7E-8BBF-103B1AD48708}" srcOrd="0" destOrd="0" presId="urn:microsoft.com/office/officeart/2005/8/layout/orgChart1"/>
    <dgm:cxn modelId="{7E327D5F-8531-495F-B7AE-08231D69B9E9}" type="presParOf" srcId="{A19779A8-16D1-4670-8A5A-24A060717BEB}" destId="{A6498950-CC80-4E3A-9EAB-0C3329627061}" srcOrd="1" destOrd="0" presId="urn:microsoft.com/office/officeart/2005/8/layout/orgChart1"/>
    <dgm:cxn modelId="{01754016-2663-4100-95AC-5F82BDFD7E25}" type="presParOf" srcId="{4BF36BE8-74FF-4FEF-9027-0AE56F70059D}" destId="{E4A538C1-7024-4DC7-90AB-EEFBCC858ED7}" srcOrd="1" destOrd="0" presId="urn:microsoft.com/office/officeart/2005/8/layout/orgChart1"/>
    <dgm:cxn modelId="{932F2A61-8750-484E-AAF2-87D480443764}" type="presParOf" srcId="{E4A538C1-7024-4DC7-90AB-EEFBCC858ED7}" destId="{833E2946-2059-42EA-A351-3111CB6D5C07}" srcOrd="0" destOrd="0" presId="urn:microsoft.com/office/officeart/2005/8/layout/orgChart1"/>
    <dgm:cxn modelId="{441BCDEF-EA94-43FD-8493-C790C899D90D}" type="presParOf" srcId="{E4A538C1-7024-4DC7-90AB-EEFBCC858ED7}" destId="{C94FB3A5-F376-4A44-83C2-A79911CA9F77}" srcOrd="1" destOrd="0" presId="urn:microsoft.com/office/officeart/2005/8/layout/orgChart1"/>
    <dgm:cxn modelId="{DA5958B3-3BFE-4BE3-BC65-6B407363F5A2}" type="presParOf" srcId="{C94FB3A5-F376-4A44-83C2-A79911CA9F77}" destId="{0BCDCD97-AB10-4AFD-B871-5EB9FB70FDB0}" srcOrd="0" destOrd="0" presId="urn:microsoft.com/office/officeart/2005/8/layout/orgChart1"/>
    <dgm:cxn modelId="{39DD7A0E-1BE3-4E37-8273-18026CE913A1}" type="presParOf" srcId="{0BCDCD97-AB10-4AFD-B871-5EB9FB70FDB0}" destId="{B5BB71F7-A0FC-4F6C-B14D-D1D62FA86602}" srcOrd="0" destOrd="0" presId="urn:microsoft.com/office/officeart/2005/8/layout/orgChart1"/>
    <dgm:cxn modelId="{62B87805-5E7F-4A7B-8327-F135C4B739D1}" type="presParOf" srcId="{0BCDCD97-AB10-4AFD-B871-5EB9FB70FDB0}" destId="{96139B19-CD25-4309-8522-B05222DA49AC}" srcOrd="1" destOrd="0" presId="urn:microsoft.com/office/officeart/2005/8/layout/orgChart1"/>
    <dgm:cxn modelId="{E9B35983-62CC-4826-8246-7DAE726CB87E}" type="presParOf" srcId="{C94FB3A5-F376-4A44-83C2-A79911CA9F77}" destId="{9FB8DBF5-7864-44F4-BC39-E698385795C0}" srcOrd="1" destOrd="0" presId="urn:microsoft.com/office/officeart/2005/8/layout/orgChart1"/>
    <dgm:cxn modelId="{53414E36-F19D-4C99-AF81-93565F1A83A1}" type="presParOf" srcId="{C94FB3A5-F376-4A44-83C2-A79911CA9F77}" destId="{B9A3F1E5-22AE-481A-B700-079CD100E0E4}" srcOrd="2" destOrd="0" presId="urn:microsoft.com/office/officeart/2005/8/layout/orgChart1"/>
    <dgm:cxn modelId="{2A86C64C-FD07-4B3D-AFAF-95F764141B42}" type="presParOf" srcId="{E4A538C1-7024-4DC7-90AB-EEFBCC858ED7}" destId="{84330A31-E4B1-4DBE-8295-7FF2B6F93947}" srcOrd="2" destOrd="0" presId="urn:microsoft.com/office/officeart/2005/8/layout/orgChart1"/>
    <dgm:cxn modelId="{FAEC43E2-C87D-41B5-ABC0-CC8A4B9604ED}" type="presParOf" srcId="{E4A538C1-7024-4DC7-90AB-EEFBCC858ED7}" destId="{B030A74C-EAC4-4E06-B773-B917FD88F6B0}" srcOrd="3" destOrd="0" presId="urn:microsoft.com/office/officeart/2005/8/layout/orgChart1"/>
    <dgm:cxn modelId="{F15E9B82-B770-44C9-B90E-E63052E5FD0B}" type="presParOf" srcId="{B030A74C-EAC4-4E06-B773-B917FD88F6B0}" destId="{94E64D73-3517-415F-9353-FA9DA513289B}" srcOrd="0" destOrd="0" presId="urn:microsoft.com/office/officeart/2005/8/layout/orgChart1"/>
    <dgm:cxn modelId="{8F26632B-82BF-476D-924E-11D94D124A93}" type="presParOf" srcId="{94E64D73-3517-415F-9353-FA9DA513289B}" destId="{821E3EC7-A6B7-46AC-8BCF-806121184152}" srcOrd="0" destOrd="0" presId="urn:microsoft.com/office/officeart/2005/8/layout/orgChart1"/>
    <dgm:cxn modelId="{AB9E7DF4-3C10-4295-8125-731D16A23571}" type="presParOf" srcId="{94E64D73-3517-415F-9353-FA9DA513289B}" destId="{485909FA-D8E2-48A7-A3D8-F9F0F5993200}" srcOrd="1" destOrd="0" presId="urn:microsoft.com/office/officeart/2005/8/layout/orgChart1"/>
    <dgm:cxn modelId="{DB04B784-F048-40E8-9EA8-430A7B98E188}" type="presParOf" srcId="{B030A74C-EAC4-4E06-B773-B917FD88F6B0}" destId="{EAD9D589-190E-4765-A5F1-3FC6DAC2DB10}" srcOrd="1" destOrd="0" presId="urn:microsoft.com/office/officeart/2005/8/layout/orgChart1"/>
    <dgm:cxn modelId="{CCAA01DA-421A-4DF7-A61C-3276E7274E6C}" type="presParOf" srcId="{B030A74C-EAC4-4E06-B773-B917FD88F6B0}" destId="{8F49FE73-9169-47B0-8E72-722235D51EA1}" srcOrd="2" destOrd="0" presId="urn:microsoft.com/office/officeart/2005/8/layout/orgChart1"/>
    <dgm:cxn modelId="{65A14171-6E7C-4320-8A87-1617C48E19DF}" type="presParOf" srcId="{4BF36BE8-74FF-4FEF-9027-0AE56F70059D}" destId="{51AB98C4-CCEE-41E2-93A7-974FD5D4B5A3}" srcOrd="2" destOrd="0" presId="urn:microsoft.com/office/officeart/2005/8/layout/orgChart1"/>
    <dgm:cxn modelId="{DC89C962-65A1-4DD0-BD0F-EFBEC03E7226}" type="presParOf" srcId="{91803398-F222-4F6F-9FB9-9EE8C12FBCC2}" destId="{A87F6928-E8F0-43AC-972A-1DA949F9B9CC}" srcOrd="2" destOrd="0" presId="urn:microsoft.com/office/officeart/2005/8/layout/orgChart1"/>
    <dgm:cxn modelId="{5814817A-88EF-415B-A6C9-D3570F6BD336}" type="presParOf" srcId="{65D6C5B1-00A1-4204-9741-CA885FE72364}" destId="{80193982-A47D-4ECB-B6F6-8F1D6A7062BB}" srcOrd="4" destOrd="0" presId="urn:microsoft.com/office/officeart/2005/8/layout/orgChart1"/>
    <dgm:cxn modelId="{EEBB2A0C-DD22-4194-838B-2C568655900E}" type="presParOf" srcId="{65D6C5B1-00A1-4204-9741-CA885FE72364}" destId="{47C7A62A-26D7-480A-862B-14A6FAE076B9}" srcOrd="5" destOrd="0" presId="urn:microsoft.com/office/officeart/2005/8/layout/orgChart1"/>
    <dgm:cxn modelId="{3FD03E47-F189-4D45-9BAD-8020F27BD577}" type="presParOf" srcId="{47C7A62A-26D7-480A-862B-14A6FAE076B9}" destId="{736E4FB8-ED38-4446-BF60-94A535EE24CA}" srcOrd="0" destOrd="0" presId="urn:microsoft.com/office/officeart/2005/8/layout/orgChart1"/>
    <dgm:cxn modelId="{BA082A5D-5AB2-43EB-A58E-1265EFD1C331}" type="presParOf" srcId="{736E4FB8-ED38-4446-BF60-94A535EE24CA}" destId="{2A36DFCF-50EA-4F73-AE79-4C68056A9760}" srcOrd="0" destOrd="0" presId="urn:microsoft.com/office/officeart/2005/8/layout/orgChart1"/>
    <dgm:cxn modelId="{7C59F2D5-BA46-4B1E-A076-B8ADD8ED8B49}" type="presParOf" srcId="{736E4FB8-ED38-4446-BF60-94A535EE24CA}" destId="{692C7E62-0620-45DB-A27F-358647ADDB69}" srcOrd="1" destOrd="0" presId="urn:microsoft.com/office/officeart/2005/8/layout/orgChart1"/>
    <dgm:cxn modelId="{85FB1917-46AC-4B38-A83B-983C87912B2A}" type="presParOf" srcId="{47C7A62A-26D7-480A-862B-14A6FAE076B9}" destId="{8917C416-59C1-4FCA-A445-2AF2CA10DE6D}" srcOrd="1" destOrd="0" presId="urn:microsoft.com/office/officeart/2005/8/layout/orgChart1"/>
    <dgm:cxn modelId="{A10CDD1F-4A90-4D3C-B927-3CA8E271FB3C}" type="presParOf" srcId="{8917C416-59C1-4FCA-A445-2AF2CA10DE6D}" destId="{6EF5DE40-A613-44B8-8873-5CB179E71291}" srcOrd="0" destOrd="0" presId="urn:microsoft.com/office/officeart/2005/8/layout/orgChart1"/>
    <dgm:cxn modelId="{E0C5ABB5-2BC5-464F-B71C-8B5C5D44204F}" type="presParOf" srcId="{8917C416-59C1-4FCA-A445-2AF2CA10DE6D}" destId="{995B743B-13E9-4FE6-AF33-CC6E0550A40F}" srcOrd="1" destOrd="0" presId="urn:microsoft.com/office/officeart/2005/8/layout/orgChart1"/>
    <dgm:cxn modelId="{16A603DF-48ED-48D0-8C73-24018E04709A}" type="presParOf" srcId="{995B743B-13E9-4FE6-AF33-CC6E0550A40F}" destId="{41598615-3668-4A43-AE8A-CD604955CD2A}" srcOrd="0" destOrd="0" presId="urn:microsoft.com/office/officeart/2005/8/layout/orgChart1"/>
    <dgm:cxn modelId="{A70DF45B-EA20-4207-9018-B8B06BF3DBDE}" type="presParOf" srcId="{41598615-3668-4A43-AE8A-CD604955CD2A}" destId="{9EA1F9B9-4D92-4870-BBD2-CB4F964CD17D}" srcOrd="0" destOrd="0" presId="urn:microsoft.com/office/officeart/2005/8/layout/orgChart1"/>
    <dgm:cxn modelId="{EC141293-CAEE-4CC9-98CA-D959F9E7B9F3}" type="presParOf" srcId="{41598615-3668-4A43-AE8A-CD604955CD2A}" destId="{F54654D8-6BF6-4CA2-A716-A88B477A9586}" srcOrd="1" destOrd="0" presId="urn:microsoft.com/office/officeart/2005/8/layout/orgChart1"/>
    <dgm:cxn modelId="{896F71BF-3393-46DE-805D-D725D185AB9D}" type="presParOf" srcId="{995B743B-13E9-4FE6-AF33-CC6E0550A40F}" destId="{F0C89A3F-BB50-41A8-B81D-7B7989B05824}" srcOrd="1" destOrd="0" presId="urn:microsoft.com/office/officeart/2005/8/layout/orgChart1"/>
    <dgm:cxn modelId="{E62A7FA3-757C-49CF-A5B0-1ECB55DFC36B}" type="presParOf" srcId="{F0C89A3F-BB50-41A8-B81D-7B7989B05824}" destId="{B104FA65-B4C0-4B7B-8F35-47D7504F3B76}" srcOrd="0" destOrd="0" presId="urn:microsoft.com/office/officeart/2005/8/layout/orgChart1"/>
    <dgm:cxn modelId="{884BAE89-C96A-4777-B89E-A3FC7A61EC27}" type="presParOf" srcId="{F0C89A3F-BB50-41A8-B81D-7B7989B05824}" destId="{5F7251BF-3067-4667-84F9-68638D50F081}" srcOrd="1" destOrd="0" presId="urn:microsoft.com/office/officeart/2005/8/layout/orgChart1"/>
    <dgm:cxn modelId="{5EAAB527-CB54-4040-B34C-5B68955DDA99}" type="presParOf" srcId="{5F7251BF-3067-4667-84F9-68638D50F081}" destId="{422B12DC-1F91-48C9-9290-016E18440677}" srcOrd="0" destOrd="0" presId="urn:microsoft.com/office/officeart/2005/8/layout/orgChart1"/>
    <dgm:cxn modelId="{5E92CA27-43C3-4400-82A5-4C476CC7DC8B}" type="presParOf" srcId="{422B12DC-1F91-48C9-9290-016E18440677}" destId="{550D8D09-93EA-4A4E-97F1-95DB55475A48}" srcOrd="0" destOrd="0" presId="urn:microsoft.com/office/officeart/2005/8/layout/orgChart1"/>
    <dgm:cxn modelId="{23407EF2-C89D-4CDB-8950-B4D2D25F78E3}" type="presParOf" srcId="{422B12DC-1F91-48C9-9290-016E18440677}" destId="{30979236-57DA-47DF-96D4-AB6AABBC538D}" srcOrd="1" destOrd="0" presId="urn:microsoft.com/office/officeart/2005/8/layout/orgChart1"/>
    <dgm:cxn modelId="{9A57477D-4F62-4B98-B994-626BA8479F1B}" type="presParOf" srcId="{5F7251BF-3067-4667-84F9-68638D50F081}" destId="{939B9510-C2F6-41B3-822A-A5BF47127E96}" srcOrd="1" destOrd="0" presId="urn:microsoft.com/office/officeart/2005/8/layout/orgChart1"/>
    <dgm:cxn modelId="{10292608-ED67-4BA0-9098-DB4E2FFD2278}" type="presParOf" srcId="{5F7251BF-3067-4667-84F9-68638D50F081}" destId="{692E8A60-CB90-424C-AFA8-2F1A403147AB}" srcOrd="2" destOrd="0" presId="urn:microsoft.com/office/officeart/2005/8/layout/orgChart1"/>
    <dgm:cxn modelId="{AB7BB502-AF38-4693-A8C4-A2B802DF912C}" type="presParOf" srcId="{F0C89A3F-BB50-41A8-B81D-7B7989B05824}" destId="{727B956F-D72C-4AE4-8D9E-D5EAAA044204}" srcOrd="2" destOrd="0" presId="urn:microsoft.com/office/officeart/2005/8/layout/orgChart1"/>
    <dgm:cxn modelId="{FAB60F79-A6A5-417F-BFFF-C71BADB777C2}" type="presParOf" srcId="{F0C89A3F-BB50-41A8-B81D-7B7989B05824}" destId="{3F0D928F-C5C6-4209-89C7-2DC22F440C9A}" srcOrd="3" destOrd="0" presId="urn:microsoft.com/office/officeart/2005/8/layout/orgChart1"/>
    <dgm:cxn modelId="{603C5A50-EB75-4105-83F4-78E49C13218F}" type="presParOf" srcId="{3F0D928F-C5C6-4209-89C7-2DC22F440C9A}" destId="{89A646BC-328E-41A9-8DF1-DCDA6CC3C425}" srcOrd="0" destOrd="0" presId="urn:microsoft.com/office/officeart/2005/8/layout/orgChart1"/>
    <dgm:cxn modelId="{23CE924A-3A61-4040-8A98-F36973373127}" type="presParOf" srcId="{89A646BC-328E-41A9-8DF1-DCDA6CC3C425}" destId="{016EC23A-2D0E-41F6-A49C-4A8A9AA629EE}" srcOrd="0" destOrd="0" presId="urn:microsoft.com/office/officeart/2005/8/layout/orgChart1"/>
    <dgm:cxn modelId="{D29298D9-350E-4803-9A83-195A8B414726}" type="presParOf" srcId="{89A646BC-328E-41A9-8DF1-DCDA6CC3C425}" destId="{CBB73073-E2BE-4561-B51B-94EBAD9E9723}" srcOrd="1" destOrd="0" presId="urn:microsoft.com/office/officeart/2005/8/layout/orgChart1"/>
    <dgm:cxn modelId="{12BC06E4-660F-4A4E-AB86-2FD91FFC7EA9}" type="presParOf" srcId="{3F0D928F-C5C6-4209-89C7-2DC22F440C9A}" destId="{A2D7CAED-0941-4B4F-8DD4-28606AD9D38D}" srcOrd="1" destOrd="0" presId="urn:microsoft.com/office/officeart/2005/8/layout/orgChart1"/>
    <dgm:cxn modelId="{D113507B-C49A-441B-BB96-16AF6F3FD753}" type="presParOf" srcId="{3F0D928F-C5C6-4209-89C7-2DC22F440C9A}" destId="{06DD9A92-3EBE-4509-A0B6-B94B2A043EB1}" srcOrd="2" destOrd="0" presId="urn:microsoft.com/office/officeart/2005/8/layout/orgChart1"/>
    <dgm:cxn modelId="{050B7A32-8A7F-4359-BCD2-9515F4DEAA8B}" type="presParOf" srcId="{995B743B-13E9-4FE6-AF33-CC6E0550A40F}" destId="{683892C0-C419-46BC-A3E0-860D73A40584}" srcOrd="2" destOrd="0" presId="urn:microsoft.com/office/officeart/2005/8/layout/orgChart1"/>
    <dgm:cxn modelId="{5DEE80A3-44B9-45F8-80AD-F1F2CEF36E6D}" type="presParOf" srcId="{8917C416-59C1-4FCA-A445-2AF2CA10DE6D}" destId="{F1396398-C9F6-48F4-AA4F-1E9F79E1591E}" srcOrd="2" destOrd="0" presId="urn:microsoft.com/office/officeart/2005/8/layout/orgChart1"/>
    <dgm:cxn modelId="{BEA524D9-012E-4436-A74E-903961468839}" type="presParOf" srcId="{8917C416-59C1-4FCA-A445-2AF2CA10DE6D}" destId="{E5126307-494E-4B84-9F19-09827FC9D874}" srcOrd="3" destOrd="0" presId="urn:microsoft.com/office/officeart/2005/8/layout/orgChart1"/>
    <dgm:cxn modelId="{1E07ADB0-092D-4172-AC54-634A8BB49A31}" type="presParOf" srcId="{E5126307-494E-4B84-9F19-09827FC9D874}" destId="{CDBA4625-BF3A-434F-ABBE-CC242A863C0C}" srcOrd="0" destOrd="0" presId="urn:microsoft.com/office/officeart/2005/8/layout/orgChart1"/>
    <dgm:cxn modelId="{CCDE3D60-7B0B-4EC2-A5F6-6ADC3EB15B71}" type="presParOf" srcId="{CDBA4625-BF3A-434F-ABBE-CC242A863C0C}" destId="{55D6CDA0-E2F8-4F44-91CF-D45B8B7CACAF}" srcOrd="0" destOrd="0" presId="urn:microsoft.com/office/officeart/2005/8/layout/orgChart1"/>
    <dgm:cxn modelId="{20264DA9-E32E-4720-BDCD-48537F286488}" type="presParOf" srcId="{CDBA4625-BF3A-434F-ABBE-CC242A863C0C}" destId="{DF812D3D-1348-45D9-861B-C0CE67CEE8DF}" srcOrd="1" destOrd="0" presId="urn:microsoft.com/office/officeart/2005/8/layout/orgChart1"/>
    <dgm:cxn modelId="{F8EF2477-A93A-48AD-BCE1-C88EFA7BE190}" type="presParOf" srcId="{E5126307-494E-4B84-9F19-09827FC9D874}" destId="{D2AC8B04-FBE8-4F82-8DC3-90F7410252E8}" srcOrd="1" destOrd="0" presId="urn:microsoft.com/office/officeart/2005/8/layout/orgChart1"/>
    <dgm:cxn modelId="{EE7E1E02-0E6C-4617-8598-BECB6655D5A9}" type="presParOf" srcId="{D2AC8B04-FBE8-4F82-8DC3-90F7410252E8}" destId="{2E6867E7-74AC-4BF1-A9FA-4AC7261C94EA}" srcOrd="0" destOrd="0" presId="urn:microsoft.com/office/officeart/2005/8/layout/orgChart1"/>
    <dgm:cxn modelId="{0E718E5F-719B-4603-A462-D164C9F6FB3B}" type="presParOf" srcId="{D2AC8B04-FBE8-4F82-8DC3-90F7410252E8}" destId="{F4FE13A6-9F02-4216-96F7-5149500E79F8}" srcOrd="1" destOrd="0" presId="urn:microsoft.com/office/officeart/2005/8/layout/orgChart1"/>
    <dgm:cxn modelId="{56FE5F19-2502-47EC-9621-AA522B1387DD}" type="presParOf" srcId="{F4FE13A6-9F02-4216-96F7-5149500E79F8}" destId="{B910A640-20F8-40CB-8C21-72D3292DAF7D}" srcOrd="0" destOrd="0" presId="urn:microsoft.com/office/officeart/2005/8/layout/orgChart1"/>
    <dgm:cxn modelId="{D9189A6E-01C1-4A8E-ABAA-E5471295AEC6}" type="presParOf" srcId="{B910A640-20F8-40CB-8C21-72D3292DAF7D}" destId="{3865DB16-34F6-41C8-ABAD-5A68CDC1E618}" srcOrd="0" destOrd="0" presId="urn:microsoft.com/office/officeart/2005/8/layout/orgChart1"/>
    <dgm:cxn modelId="{A2B028E6-8B70-4B47-8042-786F5C7D8A5E}" type="presParOf" srcId="{B910A640-20F8-40CB-8C21-72D3292DAF7D}" destId="{1002BD22-EA91-46EA-86D5-BC40AAB8FD27}" srcOrd="1" destOrd="0" presId="urn:microsoft.com/office/officeart/2005/8/layout/orgChart1"/>
    <dgm:cxn modelId="{C39C6E7D-A5FE-469B-8BB4-4CE7716C7FBC}" type="presParOf" srcId="{F4FE13A6-9F02-4216-96F7-5149500E79F8}" destId="{C18C182C-25D6-4782-AA35-57666DC65905}" srcOrd="1" destOrd="0" presId="urn:microsoft.com/office/officeart/2005/8/layout/orgChart1"/>
    <dgm:cxn modelId="{54523A00-0BBC-4000-A044-AF8CF0141BD2}" type="presParOf" srcId="{F4FE13A6-9F02-4216-96F7-5149500E79F8}" destId="{4BF485B8-AACE-48A9-A30C-D711169146EB}" srcOrd="2" destOrd="0" presId="urn:microsoft.com/office/officeart/2005/8/layout/orgChart1"/>
    <dgm:cxn modelId="{0AC7F3BC-EE3A-4C53-AB89-25FDFC6D1A4D}" type="presParOf" srcId="{D2AC8B04-FBE8-4F82-8DC3-90F7410252E8}" destId="{16D600AC-D904-45AA-A6C7-5EAC376DA718}" srcOrd="2" destOrd="0" presId="urn:microsoft.com/office/officeart/2005/8/layout/orgChart1"/>
    <dgm:cxn modelId="{79B3E833-E28E-4632-A658-DB2FC7C2676E}" type="presParOf" srcId="{D2AC8B04-FBE8-4F82-8DC3-90F7410252E8}" destId="{19997ABE-8B23-4115-8D41-E55CAF4E9A9E}" srcOrd="3" destOrd="0" presId="urn:microsoft.com/office/officeart/2005/8/layout/orgChart1"/>
    <dgm:cxn modelId="{12C9C80A-8E82-436B-8A1E-0423F8F88F81}" type="presParOf" srcId="{19997ABE-8B23-4115-8D41-E55CAF4E9A9E}" destId="{B30779DE-CD89-4193-B231-8CEF0AA2897B}" srcOrd="0" destOrd="0" presId="urn:microsoft.com/office/officeart/2005/8/layout/orgChart1"/>
    <dgm:cxn modelId="{87F55F9C-F71A-4E74-8720-6ED8E79C59E4}" type="presParOf" srcId="{B30779DE-CD89-4193-B231-8CEF0AA2897B}" destId="{0A5EED6C-F2BD-4DA1-9DA3-1CF629ED9ABF}" srcOrd="0" destOrd="0" presId="urn:microsoft.com/office/officeart/2005/8/layout/orgChart1"/>
    <dgm:cxn modelId="{F7156A8A-CC7A-479C-BD7F-07536B616DE3}" type="presParOf" srcId="{B30779DE-CD89-4193-B231-8CEF0AA2897B}" destId="{E016FB47-A545-488F-83C0-0164DBB3E565}" srcOrd="1" destOrd="0" presId="urn:microsoft.com/office/officeart/2005/8/layout/orgChart1"/>
    <dgm:cxn modelId="{5877F590-4708-4BD5-912C-F206B42BC8E9}" type="presParOf" srcId="{19997ABE-8B23-4115-8D41-E55CAF4E9A9E}" destId="{C5D3D9A3-9B9F-4B58-858C-0AE3A2824D6A}" srcOrd="1" destOrd="0" presId="urn:microsoft.com/office/officeart/2005/8/layout/orgChart1"/>
    <dgm:cxn modelId="{710E18D1-9209-4146-8C58-DC7562B0A20B}" type="presParOf" srcId="{19997ABE-8B23-4115-8D41-E55CAF4E9A9E}" destId="{DFB0B1A0-7FB2-4E96-A127-0730B3209EE1}" srcOrd="2" destOrd="0" presId="urn:microsoft.com/office/officeart/2005/8/layout/orgChart1"/>
    <dgm:cxn modelId="{B92BA03C-D8B8-4BCC-BB03-53969357039D}" type="presParOf" srcId="{E5126307-494E-4B84-9F19-09827FC9D874}" destId="{F7AAA351-ABAF-4340-BBFE-7A50D4EFAA74}" srcOrd="2" destOrd="0" presId="urn:microsoft.com/office/officeart/2005/8/layout/orgChart1"/>
    <dgm:cxn modelId="{2785873F-2E95-4455-9F76-7357E376755C}" type="presParOf" srcId="{47C7A62A-26D7-480A-862B-14A6FAE076B9}" destId="{A96D6414-3676-4A92-85D8-5DD124BA2942}" srcOrd="2" destOrd="0" presId="urn:microsoft.com/office/officeart/2005/8/layout/orgChart1"/>
    <dgm:cxn modelId="{455372F3-6D74-4C4A-8B2D-6361541F9949}" type="presParOf" srcId="{65D6C5B1-00A1-4204-9741-CA885FE72364}" destId="{B67FA171-3DC1-4B30-B97D-AAB0EE775448}" srcOrd="6" destOrd="0" presId="urn:microsoft.com/office/officeart/2005/8/layout/orgChart1"/>
    <dgm:cxn modelId="{07B3619B-C69D-4221-A8F1-E9FFE030924F}" type="presParOf" srcId="{65D6C5B1-00A1-4204-9741-CA885FE72364}" destId="{9050899D-C12D-433D-BA67-5366AE2099EB}" srcOrd="7" destOrd="0" presId="urn:microsoft.com/office/officeart/2005/8/layout/orgChart1"/>
    <dgm:cxn modelId="{2F39E5F7-3C85-467C-A825-AFA16037B3E6}" type="presParOf" srcId="{9050899D-C12D-433D-BA67-5366AE2099EB}" destId="{FA4CBB32-6DC4-463A-97E6-6F6C874672E4}" srcOrd="0" destOrd="0" presId="urn:microsoft.com/office/officeart/2005/8/layout/orgChart1"/>
    <dgm:cxn modelId="{EB6580E0-A10A-4C9D-835F-0666B4D89367}" type="presParOf" srcId="{FA4CBB32-6DC4-463A-97E6-6F6C874672E4}" destId="{858CCC95-E4CA-427E-8CC5-EA54BE327E50}" srcOrd="0" destOrd="0" presId="urn:microsoft.com/office/officeart/2005/8/layout/orgChart1"/>
    <dgm:cxn modelId="{EEEE9E0C-596A-4550-BCFF-E8CD9ECC482F}" type="presParOf" srcId="{FA4CBB32-6DC4-463A-97E6-6F6C874672E4}" destId="{6F0642B5-C6D2-460F-8B0D-117246BD79FD}" srcOrd="1" destOrd="0" presId="urn:microsoft.com/office/officeart/2005/8/layout/orgChart1"/>
    <dgm:cxn modelId="{A3ADAB9F-205A-416F-9D27-1332D8981E37}" type="presParOf" srcId="{9050899D-C12D-433D-BA67-5366AE2099EB}" destId="{212E254B-8521-46A2-8B27-60BF05F6C21C}" srcOrd="1" destOrd="0" presId="urn:microsoft.com/office/officeart/2005/8/layout/orgChart1"/>
    <dgm:cxn modelId="{FE2AD90D-4BE9-4810-8FBC-4DD7727330D8}" type="presParOf" srcId="{212E254B-8521-46A2-8B27-60BF05F6C21C}" destId="{362C6395-CDA7-4EB2-8956-CE67599F0711}" srcOrd="0" destOrd="0" presId="urn:microsoft.com/office/officeart/2005/8/layout/orgChart1"/>
    <dgm:cxn modelId="{DDB34BB9-FF1B-48E8-898E-27ECD392BA94}" type="presParOf" srcId="{212E254B-8521-46A2-8B27-60BF05F6C21C}" destId="{12FC3C31-BF70-463F-85E6-6C6DECA5ECB0}" srcOrd="1" destOrd="0" presId="urn:microsoft.com/office/officeart/2005/8/layout/orgChart1"/>
    <dgm:cxn modelId="{1509D724-C7FF-4D83-8158-3A1BF0EE4398}" type="presParOf" srcId="{12FC3C31-BF70-463F-85E6-6C6DECA5ECB0}" destId="{692356F9-16E3-4269-AC10-B48F562F6350}" srcOrd="0" destOrd="0" presId="urn:microsoft.com/office/officeart/2005/8/layout/orgChart1"/>
    <dgm:cxn modelId="{9388D1D3-A4D8-49E9-BFC1-2AA6DE7DB474}" type="presParOf" srcId="{692356F9-16E3-4269-AC10-B48F562F6350}" destId="{F5119AFF-7505-49C6-B8CC-5346C5423816}" srcOrd="0" destOrd="0" presId="urn:microsoft.com/office/officeart/2005/8/layout/orgChart1"/>
    <dgm:cxn modelId="{1728F539-EED7-4C6B-9BCE-1314BA4918CD}" type="presParOf" srcId="{692356F9-16E3-4269-AC10-B48F562F6350}" destId="{E4298F15-1B1C-4C7E-A9D9-C674AC3871A9}" srcOrd="1" destOrd="0" presId="urn:microsoft.com/office/officeart/2005/8/layout/orgChart1"/>
    <dgm:cxn modelId="{982451E0-3A25-4618-80B3-74D4E2ADB7CF}" type="presParOf" srcId="{12FC3C31-BF70-463F-85E6-6C6DECA5ECB0}" destId="{596DD6B5-721C-4365-8C70-A33DA29F2333}" srcOrd="1" destOrd="0" presId="urn:microsoft.com/office/officeart/2005/8/layout/orgChart1"/>
    <dgm:cxn modelId="{416E4280-A66E-40A7-A1F6-BF3159F6F143}" type="presParOf" srcId="{596DD6B5-721C-4365-8C70-A33DA29F2333}" destId="{109402AC-4CF6-4F22-8D6A-D3C1188B5393}" srcOrd="0" destOrd="0" presId="urn:microsoft.com/office/officeart/2005/8/layout/orgChart1"/>
    <dgm:cxn modelId="{1A23E240-B7F9-43BE-9078-3919A54A526A}" type="presParOf" srcId="{596DD6B5-721C-4365-8C70-A33DA29F2333}" destId="{FE28105F-AAFF-4966-AA84-32417214F510}" srcOrd="1" destOrd="0" presId="urn:microsoft.com/office/officeart/2005/8/layout/orgChart1"/>
    <dgm:cxn modelId="{75568D33-4CCE-4FF5-B8DC-EED10B7F3CE9}" type="presParOf" srcId="{FE28105F-AAFF-4966-AA84-32417214F510}" destId="{817482A5-22DC-49F3-9CA3-FD065E6B35CF}" srcOrd="0" destOrd="0" presId="urn:microsoft.com/office/officeart/2005/8/layout/orgChart1"/>
    <dgm:cxn modelId="{D7FA4C0E-A502-4BCF-BB25-C925AECF4CC5}" type="presParOf" srcId="{817482A5-22DC-49F3-9CA3-FD065E6B35CF}" destId="{7845EB6B-B9D0-4329-A00A-A032CFA8607F}" srcOrd="0" destOrd="0" presId="urn:microsoft.com/office/officeart/2005/8/layout/orgChart1"/>
    <dgm:cxn modelId="{5222F388-ACCA-4A43-B7F0-2D8FBD53FCF8}" type="presParOf" srcId="{817482A5-22DC-49F3-9CA3-FD065E6B35CF}" destId="{D028122C-9A8C-400D-91B3-5E431B062B11}" srcOrd="1" destOrd="0" presId="urn:microsoft.com/office/officeart/2005/8/layout/orgChart1"/>
    <dgm:cxn modelId="{A91A1825-ED5D-49AB-9765-3E8AC67287C2}" type="presParOf" srcId="{FE28105F-AAFF-4966-AA84-32417214F510}" destId="{D8068839-FC4C-47FD-9D5B-EA790A28BE59}" srcOrd="1" destOrd="0" presId="urn:microsoft.com/office/officeart/2005/8/layout/orgChart1"/>
    <dgm:cxn modelId="{48649330-2045-44C2-884A-B3F18093BB90}" type="presParOf" srcId="{FE28105F-AAFF-4966-AA84-32417214F510}" destId="{68BB8EBF-EF42-4AA7-A502-A2898DA40447}" srcOrd="2" destOrd="0" presId="urn:microsoft.com/office/officeart/2005/8/layout/orgChart1"/>
    <dgm:cxn modelId="{49ECC9A6-DB40-4B9E-BC9C-2C68FBCC5EE9}" type="presParOf" srcId="{12FC3C31-BF70-463F-85E6-6C6DECA5ECB0}" destId="{4ACA9E40-9061-4DB8-AF0E-E26B8E3C0D3A}" srcOrd="2" destOrd="0" presId="urn:microsoft.com/office/officeart/2005/8/layout/orgChart1"/>
    <dgm:cxn modelId="{10ADD8BC-1091-4989-8EED-F6F360CD25CC}" type="presParOf" srcId="{212E254B-8521-46A2-8B27-60BF05F6C21C}" destId="{BE316BAB-E484-4713-88F8-60BFB9ECB2F9}" srcOrd="2" destOrd="0" presId="urn:microsoft.com/office/officeart/2005/8/layout/orgChart1"/>
    <dgm:cxn modelId="{78B3E7A0-DF90-43F9-9EEF-42658CF0F538}" type="presParOf" srcId="{212E254B-8521-46A2-8B27-60BF05F6C21C}" destId="{235CF454-738B-405A-85CD-421FFD5C9EB4}" srcOrd="3" destOrd="0" presId="urn:microsoft.com/office/officeart/2005/8/layout/orgChart1"/>
    <dgm:cxn modelId="{71D7B336-3090-44D1-85BF-003A90AB53AB}" type="presParOf" srcId="{235CF454-738B-405A-85CD-421FFD5C9EB4}" destId="{6EA77787-3398-4DDC-B818-D55AA7CE88B1}" srcOrd="0" destOrd="0" presId="urn:microsoft.com/office/officeart/2005/8/layout/orgChart1"/>
    <dgm:cxn modelId="{2CF016D9-702C-455A-98FB-9DEC4C366BF1}" type="presParOf" srcId="{6EA77787-3398-4DDC-B818-D55AA7CE88B1}" destId="{8D4EDDFD-3F99-48DD-B17E-DED0EC8CDDD0}" srcOrd="0" destOrd="0" presId="urn:microsoft.com/office/officeart/2005/8/layout/orgChart1"/>
    <dgm:cxn modelId="{7BAD6253-59D2-440A-8CD5-D27F5CCB5961}" type="presParOf" srcId="{6EA77787-3398-4DDC-B818-D55AA7CE88B1}" destId="{71A8528D-5007-41C3-81C5-D5BBF6988692}" srcOrd="1" destOrd="0" presId="urn:microsoft.com/office/officeart/2005/8/layout/orgChart1"/>
    <dgm:cxn modelId="{A4EF4A13-4B6A-4A7D-BB72-BAC5ECF11CE5}" type="presParOf" srcId="{235CF454-738B-405A-85CD-421FFD5C9EB4}" destId="{41266EB5-6822-4380-8214-AF227CA6FBE2}" srcOrd="1" destOrd="0" presId="urn:microsoft.com/office/officeart/2005/8/layout/orgChart1"/>
    <dgm:cxn modelId="{1C911344-506F-4BC4-AD8F-862CEBFACDDB}" type="presParOf" srcId="{41266EB5-6822-4380-8214-AF227CA6FBE2}" destId="{A43EF91F-8DA5-43EF-8EB3-BB146F5BF4EF}" srcOrd="0" destOrd="0" presId="urn:microsoft.com/office/officeart/2005/8/layout/orgChart1"/>
    <dgm:cxn modelId="{99B1EA8E-7F2D-4AE1-AFEA-84A5DCCEF3D3}" type="presParOf" srcId="{41266EB5-6822-4380-8214-AF227CA6FBE2}" destId="{40E0D3DD-9B1A-422B-BD4A-8E6C3E301DC3}" srcOrd="1" destOrd="0" presId="urn:microsoft.com/office/officeart/2005/8/layout/orgChart1"/>
    <dgm:cxn modelId="{A25C5CC8-FABF-4499-A24B-3E50F178AD11}" type="presParOf" srcId="{40E0D3DD-9B1A-422B-BD4A-8E6C3E301DC3}" destId="{BA48E19B-0F9D-481F-AD1E-7CEDD78FF588}" srcOrd="0" destOrd="0" presId="urn:microsoft.com/office/officeart/2005/8/layout/orgChart1"/>
    <dgm:cxn modelId="{B54E3EAB-8A69-49F6-9653-D249370C3A53}" type="presParOf" srcId="{BA48E19B-0F9D-481F-AD1E-7CEDD78FF588}" destId="{6EE46714-DE7C-41DB-BFF7-B9C85E642D2D}" srcOrd="0" destOrd="0" presId="urn:microsoft.com/office/officeart/2005/8/layout/orgChart1"/>
    <dgm:cxn modelId="{5EFCF748-C1F0-4970-B36A-1FFD7AEFDE72}" type="presParOf" srcId="{BA48E19B-0F9D-481F-AD1E-7CEDD78FF588}" destId="{4A3DB128-2895-4B3C-A51E-CF03A0BEF216}" srcOrd="1" destOrd="0" presId="urn:microsoft.com/office/officeart/2005/8/layout/orgChart1"/>
    <dgm:cxn modelId="{03720C80-B35A-41D2-ABF9-8EA4102DC0C8}" type="presParOf" srcId="{40E0D3DD-9B1A-422B-BD4A-8E6C3E301DC3}" destId="{BD90B170-03AB-4761-B381-6689039A91D7}" srcOrd="1" destOrd="0" presId="urn:microsoft.com/office/officeart/2005/8/layout/orgChart1"/>
    <dgm:cxn modelId="{95A7401B-4CE3-423B-87CE-B677EA92CC12}" type="presParOf" srcId="{40E0D3DD-9B1A-422B-BD4A-8E6C3E301DC3}" destId="{4B14A816-4F72-4208-BF15-B15153F3E357}" srcOrd="2" destOrd="0" presId="urn:microsoft.com/office/officeart/2005/8/layout/orgChart1"/>
    <dgm:cxn modelId="{22C08DD1-059F-4FA2-A4D0-F08CE8D8778E}" type="presParOf" srcId="{41266EB5-6822-4380-8214-AF227CA6FBE2}" destId="{C213A015-EC16-4B9F-A988-FF8A7BBB88A6}" srcOrd="2" destOrd="0" presId="urn:microsoft.com/office/officeart/2005/8/layout/orgChart1"/>
    <dgm:cxn modelId="{B66CFF14-D856-4224-BB05-E05B63132ADF}" type="presParOf" srcId="{41266EB5-6822-4380-8214-AF227CA6FBE2}" destId="{C8E409F6-B69C-4B41-87EF-A9E9AF5BCB9B}" srcOrd="3" destOrd="0" presId="urn:microsoft.com/office/officeart/2005/8/layout/orgChart1"/>
    <dgm:cxn modelId="{704F185F-C80B-4EDE-AA1D-FD60B22A36F6}" type="presParOf" srcId="{C8E409F6-B69C-4B41-87EF-A9E9AF5BCB9B}" destId="{C5884F31-3884-49C7-AE8F-6D03B960CFBC}" srcOrd="0" destOrd="0" presId="urn:microsoft.com/office/officeart/2005/8/layout/orgChart1"/>
    <dgm:cxn modelId="{56C8584D-5009-4AD4-BA7C-60D5FE3EC8AB}" type="presParOf" srcId="{C5884F31-3884-49C7-AE8F-6D03B960CFBC}" destId="{23C620D9-0E46-4B77-A12F-3537A154FCBA}" srcOrd="0" destOrd="0" presId="urn:microsoft.com/office/officeart/2005/8/layout/orgChart1"/>
    <dgm:cxn modelId="{01CEE47C-FD31-49D2-AD5A-9771430D53EE}" type="presParOf" srcId="{C5884F31-3884-49C7-AE8F-6D03B960CFBC}" destId="{3347A672-0AAE-421D-9612-0367CFCB23F6}" srcOrd="1" destOrd="0" presId="urn:microsoft.com/office/officeart/2005/8/layout/orgChart1"/>
    <dgm:cxn modelId="{605137E9-A2B5-4304-880E-AB73F5FE9DAD}" type="presParOf" srcId="{C8E409F6-B69C-4B41-87EF-A9E9AF5BCB9B}" destId="{7E4EA97F-D44D-4A84-B8A6-BC873F0F6586}" srcOrd="1" destOrd="0" presId="urn:microsoft.com/office/officeart/2005/8/layout/orgChart1"/>
    <dgm:cxn modelId="{EB6596D8-6F0F-4A30-B4EC-C7E18DDB5A7B}" type="presParOf" srcId="{C8E409F6-B69C-4B41-87EF-A9E9AF5BCB9B}" destId="{82F18416-9B46-4985-91B7-8A7EE4F32A6D}" srcOrd="2" destOrd="0" presId="urn:microsoft.com/office/officeart/2005/8/layout/orgChart1"/>
    <dgm:cxn modelId="{39F03B94-D116-4BE2-AD26-4854D184344C}" type="presParOf" srcId="{235CF454-738B-405A-85CD-421FFD5C9EB4}" destId="{7737F3F5-144A-4757-A10B-63150BBE79A5}" srcOrd="2" destOrd="0" presId="urn:microsoft.com/office/officeart/2005/8/layout/orgChart1"/>
    <dgm:cxn modelId="{23B00034-5B15-4C87-85FE-E63F34C5B253}" type="presParOf" srcId="{9050899D-C12D-433D-BA67-5366AE2099EB}" destId="{EE5F734F-9F36-4C79-A3BC-220E7FAA674E}" srcOrd="2" destOrd="0" presId="urn:microsoft.com/office/officeart/2005/8/layout/orgChart1"/>
    <dgm:cxn modelId="{87AE151F-2C65-489B-B7FC-B1A5D849CAE2}" type="presParOf" srcId="{65D6C5B1-00A1-4204-9741-CA885FE72364}" destId="{BCDC2B85-A8D5-4593-867F-DC0483840EB2}" srcOrd="8" destOrd="0" presId="urn:microsoft.com/office/officeart/2005/8/layout/orgChart1"/>
    <dgm:cxn modelId="{B6E611AA-9083-42C1-9CF3-90AB66E529BF}" type="presParOf" srcId="{65D6C5B1-00A1-4204-9741-CA885FE72364}" destId="{5737F07D-3BAB-48F7-A08D-31C96ABB745A}" srcOrd="9" destOrd="0" presId="urn:microsoft.com/office/officeart/2005/8/layout/orgChart1"/>
    <dgm:cxn modelId="{1EBAEAD7-369A-4BC4-9321-3A4591F9C960}" type="presParOf" srcId="{5737F07D-3BAB-48F7-A08D-31C96ABB745A}" destId="{400E70F2-206E-4207-9BAE-AA4950AB067D}" srcOrd="0" destOrd="0" presId="urn:microsoft.com/office/officeart/2005/8/layout/orgChart1"/>
    <dgm:cxn modelId="{07420B14-CD34-49CE-B5DC-DB6806EA97EE}" type="presParOf" srcId="{400E70F2-206E-4207-9BAE-AA4950AB067D}" destId="{B6882BBA-C028-45B6-AA74-004B50941257}" srcOrd="0" destOrd="0" presId="urn:microsoft.com/office/officeart/2005/8/layout/orgChart1"/>
    <dgm:cxn modelId="{71DAC3C6-E73F-403F-AB61-6E489E0E2464}" type="presParOf" srcId="{400E70F2-206E-4207-9BAE-AA4950AB067D}" destId="{566DBE28-CF1C-4D21-A527-ACA2FA65BB5E}" srcOrd="1" destOrd="0" presId="urn:microsoft.com/office/officeart/2005/8/layout/orgChart1"/>
    <dgm:cxn modelId="{151A82ED-6609-4FE1-9882-C77BD6F0CB99}" type="presParOf" srcId="{5737F07D-3BAB-48F7-A08D-31C96ABB745A}" destId="{03CD7D9C-8C3B-4156-87BC-15BE577EF0F1}" srcOrd="1" destOrd="0" presId="urn:microsoft.com/office/officeart/2005/8/layout/orgChart1"/>
    <dgm:cxn modelId="{DCE48ACB-7456-49CA-940C-AC25457B2EC9}" type="presParOf" srcId="{03CD7D9C-8C3B-4156-87BC-15BE577EF0F1}" destId="{5489D5DD-FC37-42DE-962B-6993F423AF34}" srcOrd="0" destOrd="0" presId="urn:microsoft.com/office/officeart/2005/8/layout/orgChart1"/>
    <dgm:cxn modelId="{27B1BAB9-9A4E-43E1-9E3F-DEE1CF86E427}" type="presParOf" srcId="{03CD7D9C-8C3B-4156-87BC-15BE577EF0F1}" destId="{BA5F6171-F2F1-43FD-B8E5-B5CCA007C296}" srcOrd="1" destOrd="0" presId="urn:microsoft.com/office/officeart/2005/8/layout/orgChart1"/>
    <dgm:cxn modelId="{8F02F181-14F9-4A65-B3D1-6495660F3BBF}" type="presParOf" srcId="{BA5F6171-F2F1-43FD-B8E5-B5CCA007C296}" destId="{9310BCC2-D236-4405-9CC4-65E08969ADA7}" srcOrd="0" destOrd="0" presId="urn:microsoft.com/office/officeart/2005/8/layout/orgChart1"/>
    <dgm:cxn modelId="{80BC7AA6-9AF6-4A3F-8F3D-F51BF96B8EA1}" type="presParOf" srcId="{9310BCC2-D236-4405-9CC4-65E08969ADA7}" destId="{D27AD6E2-F859-4EE0-99E8-AC86C2B80631}" srcOrd="0" destOrd="0" presId="urn:microsoft.com/office/officeart/2005/8/layout/orgChart1"/>
    <dgm:cxn modelId="{E515AF10-4319-45AA-BCF6-090D99A8F18F}" type="presParOf" srcId="{9310BCC2-D236-4405-9CC4-65E08969ADA7}" destId="{B5B547D9-1EC6-4C68-97AC-E62BDA82905D}" srcOrd="1" destOrd="0" presId="urn:microsoft.com/office/officeart/2005/8/layout/orgChart1"/>
    <dgm:cxn modelId="{AE5A6FD0-6397-48B0-8124-B838356CE492}" type="presParOf" srcId="{BA5F6171-F2F1-43FD-B8E5-B5CCA007C296}" destId="{9BE8806E-47EF-4996-A6CC-711244C7C529}" srcOrd="1" destOrd="0" presId="urn:microsoft.com/office/officeart/2005/8/layout/orgChart1"/>
    <dgm:cxn modelId="{BBD35E9E-E3E3-481C-86C0-69E76B69751F}" type="presParOf" srcId="{9BE8806E-47EF-4996-A6CC-711244C7C529}" destId="{3F275E6C-EF52-44B6-A1FE-02C759FE80EB}" srcOrd="0" destOrd="0" presId="urn:microsoft.com/office/officeart/2005/8/layout/orgChart1"/>
    <dgm:cxn modelId="{50BFF17E-4DC8-4555-9098-B3A39345F1F1}" type="presParOf" srcId="{9BE8806E-47EF-4996-A6CC-711244C7C529}" destId="{38E28F90-9147-4454-ACA9-26C25A166647}" srcOrd="1" destOrd="0" presId="urn:microsoft.com/office/officeart/2005/8/layout/orgChart1"/>
    <dgm:cxn modelId="{0481FDB2-132B-421F-A36B-D6C5BF3E62B5}" type="presParOf" srcId="{38E28F90-9147-4454-ACA9-26C25A166647}" destId="{F2F68809-52F8-4638-9C48-524C58408B9D}" srcOrd="0" destOrd="0" presId="urn:microsoft.com/office/officeart/2005/8/layout/orgChart1"/>
    <dgm:cxn modelId="{8A9777EA-3E6C-4D76-A66B-6C8704F4724E}" type="presParOf" srcId="{F2F68809-52F8-4638-9C48-524C58408B9D}" destId="{ED8C2754-99A8-4ED1-BB55-3C2EFFCC0D21}" srcOrd="0" destOrd="0" presId="urn:microsoft.com/office/officeart/2005/8/layout/orgChart1"/>
    <dgm:cxn modelId="{5463C6EB-F646-4D96-84EC-CC37E4E3C1F1}" type="presParOf" srcId="{F2F68809-52F8-4638-9C48-524C58408B9D}" destId="{83DC080B-07F6-4C80-8867-801273870E8D}" srcOrd="1" destOrd="0" presId="urn:microsoft.com/office/officeart/2005/8/layout/orgChart1"/>
    <dgm:cxn modelId="{B315A6ED-9621-4786-8BCA-0CEAC0EA733B}" type="presParOf" srcId="{38E28F90-9147-4454-ACA9-26C25A166647}" destId="{A000072A-B8CD-46B7-A5B4-C1AF819C612E}" srcOrd="1" destOrd="0" presId="urn:microsoft.com/office/officeart/2005/8/layout/orgChart1"/>
    <dgm:cxn modelId="{9C2BCF4D-563F-42DC-95F3-843983A0AA6C}" type="presParOf" srcId="{38E28F90-9147-4454-ACA9-26C25A166647}" destId="{0C1A2FD9-ADE7-474A-9178-0403F08F3C3B}" srcOrd="2" destOrd="0" presId="urn:microsoft.com/office/officeart/2005/8/layout/orgChart1"/>
    <dgm:cxn modelId="{B7AACF5A-686B-48D7-8DDE-54D0033FABB4}" type="presParOf" srcId="{BA5F6171-F2F1-43FD-B8E5-B5CCA007C296}" destId="{79A93CA2-F414-43B6-B79D-28829BC2FEA2}" srcOrd="2" destOrd="0" presId="urn:microsoft.com/office/officeart/2005/8/layout/orgChart1"/>
    <dgm:cxn modelId="{4A10C75D-2279-4404-9088-B40846109823}" type="presParOf" srcId="{5737F07D-3BAB-48F7-A08D-31C96ABB745A}" destId="{FD21FF1C-F2CA-4171-8B6E-255BBCDFCAB3}" srcOrd="2" destOrd="0" presId="urn:microsoft.com/office/officeart/2005/8/layout/orgChart1"/>
    <dgm:cxn modelId="{0C948CDF-5A93-485A-B77B-A06F48FEA168}" type="presParOf" srcId="{90DD1432-594A-402F-BA90-BF3AD7D3805E}" destId="{A3AAC15C-000A-445D-B4DF-8F50490B99CA}" srcOrd="2" destOrd="0" presId="urn:microsoft.com/office/officeart/2005/8/layout/orgChart1"/>
    <dgm:cxn modelId="{6B69EF82-8F1E-426B-9455-EDB063B73941}" type="presParOf" srcId="{A3AAC15C-000A-445D-B4DF-8F50490B99CA}" destId="{515A54C4-05E3-4AC2-9E78-159835E1FA0A}" srcOrd="0" destOrd="0" presId="urn:microsoft.com/office/officeart/2005/8/layout/orgChart1"/>
    <dgm:cxn modelId="{ABD32988-C556-4E61-B60A-496488013AF3}" type="presParOf" srcId="{A3AAC15C-000A-445D-B4DF-8F50490B99CA}" destId="{CDDB8166-4EDF-456A-B125-4BCA0F15AE7E}" srcOrd="1" destOrd="0" presId="urn:microsoft.com/office/officeart/2005/8/layout/orgChart1"/>
    <dgm:cxn modelId="{B93B01D4-5ABF-4163-9812-CA76184604B1}" type="presParOf" srcId="{CDDB8166-4EDF-456A-B125-4BCA0F15AE7E}" destId="{94511E76-B852-40E8-A3B5-0D3A4B9265ED}" srcOrd="0" destOrd="0" presId="urn:microsoft.com/office/officeart/2005/8/layout/orgChart1"/>
    <dgm:cxn modelId="{CB0F29EA-8950-44CF-B6A1-54BEFAD01BFF}" type="presParOf" srcId="{94511E76-B852-40E8-A3B5-0D3A4B9265ED}" destId="{E9621B84-0D84-49BB-9E90-0AD7641E8872}" srcOrd="0" destOrd="0" presId="urn:microsoft.com/office/officeart/2005/8/layout/orgChart1"/>
    <dgm:cxn modelId="{0E2A431F-022E-4DD6-A52A-2A092CA714EE}" type="presParOf" srcId="{94511E76-B852-40E8-A3B5-0D3A4B9265ED}" destId="{E63DB5AC-727C-4BC5-BB83-D39294418F9C}" srcOrd="1" destOrd="0" presId="urn:microsoft.com/office/officeart/2005/8/layout/orgChart1"/>
    <dgm:cxn modelId="{9ACA1F6E-3286-49BA-A4D9-CF18CB97BF47}" type="presParOf" srcId="{CDDB8166-4EDF-456A-B125-4BCA0F15AE7E}" destId="{744D4DF7-6E11-4072-B386-A50558F82B01}" srcOrd="1" destOrd="0" presId="urn:microsoft.com/office/officeart/2005/8/layout/orgChart1"/>
    <dgm:cxn modelId="{D4BF6B20-C412-4378-8E80-C31CB03019B6}" type="presParOf" srcId="{CDDB8166-4EDF-456A-B125-4BCA0F15AE7E}" destId="{3393AC9B-F892-48A1-8B74-ADB1555234A1}" srcOrd="2" destOrd="0" presId="urn:microsoft.com/office/officeart/2005/8/layout/orgChart1"/>
    <dgm:cxn modelId="{A497A8F7-8AC0-49D2-8E7E-BAD48FEF429F}" type="presParOf" srcId="{A3AAC15C-000A-445D-B4DF-8F50490B99CA}" destId="{4608B41D-0F3F-475C-B267-DF239FB26BB2}" srcOrd="2" destOrd="0" presId="urn:microsoft.com/office/officeart/2005/8/layout/orgChart1"/>
    <dgm:cxn modelId="{BB3805C5-ABCE-486B-826A-85829AF38DBB}" type="presParOf" srcId="{A3AAC15C-000A-445D-B4DF-8F50490B99CA}" destId="{088DBA6C-A0D7-4923-A82F-5FD353379A99}" srcOrd="3" destOrd="0" presId="urn:microsoft.com/office/officeart/2005/8/layout/orgChart1"/>
    <dgm:cxn modelId="{053DDAC2-D0A9-4776-9839-238FFD0E451B}" type="presParOf" srcId="{088DBA6C-A0D7-4923-A82F-5FD353379A99}" destId="{16107EEC-4131-4F7C-ADD6-DEE056F43666}" srcOrd="0" destOrd="0" presId="urn:microsoft.com/office/officeart/2005/8/layout/orgChart1"/>
    <dgm:cxn modelId="{8F122246-8D12-43F1-822F-D4C040D9ABF1}" type="presParOf" srcId="{16107EEC-4131-4F7C-ADD6-DEE056F43666}" destId="{4BC31E02-107E-4C36-B183-A142DE73CA66}" srcOrd="0" destOrd="0" presId="urn:microsoft.com/office/officeart/2005/8/layout/orgChart1"/>
    <dgm:cxn modelId="{283B86FF-4017-47B6-B735-AE52264C78F0}" type="presParOf" srcId="{16107EEC-4131-4F7C-ADD6-DEE056F43666}" destId="{F2CA2B94-1F13-495F-86DD-0F64EB9A13A5}" srcOrd="1" destOrd="0" presId="urn:microsoft.com/office/officeart/2005/8/layout/orgChart1"/>
    <dgm:cxn modelId="{CB5840C6-7313-4A6F-AE9F-C622F603D285}" type="presParOf" srcId="{088DBA6C-A0D7-4923-A82F-5FD353379A99}" destId="{525DE92A-E311-41C4-8867-E30ACBB3793A}" srcOrd="1" destOrd="0" presId="urn:microsoft.com/office/officeart/2005/8/layout/orgChart1"/>
    <dgm:cxn modelId="{81AEA9D0-6FC2-43DE-A4D7-1ABEB599A532}" type="presParOf" srcId="{088DBA6C-A0D7-4923-A82F-5FD353379A99}" destId="{2571385C-7381-4D4C-955A-2983A543EA2B}" srcOrd="2" destOrd="0" presId="urn:microsoft.com/office/officeart/2005/8/layout/orgChart1"/>
    <dgm:cxn modelId="{4670AE3E-BFA3-4810-B319-EC4B9DF3EA94}" type="presParOf" srcId="{A3AAC15C-000A-445D-B4DF-8F50490B99CA}" destId="{3496AB2D-569C-430E-8A54-49D4E9DD1AB4}" srcOrd="4" destOrd="0" presId="urn:microsoft.com/office/officeart/2005/8/layout/orgChart1"/>
    <dgm:cxn modelId="{3A61B3BA-F191-44EF-8FC6-C89C95698DE3}" type="presParOf" srcId="{A3AAC15C-000A-445D-B4DF-8F50490B99CA}" destId="{8FAF0976-D09D-4D00-A8EE-272ED97E3389}" srcOrd="5" destOrd="0" presId="urn:microsoft.com/office/officeart/2005/8/layout/orgChart1"/>
    <dgm:cxn modelId="{6B8E5713-23B2-41B7-80E5-178130984A90}" type="presParOf" srcId="{8FAF0976-D09D-4D00-A8EE-272ED97E3389}" destId="{A7B00E07-BF25-43AA-A03D-BB107BBDE6BC}" srcOrd="0" destOrd="0" presId="urn:microsoft.com/office/officeart/2005/8/layout/orgChart1"/>
    <dgm:cxn modelId="{0842FF69-AD34-46B7-A65E-6DFF67D77D89}" type="presParOf" srcId="{A7B00E07-BF25-43AA-A03D-BB107BBDE6BC}" destId="{2B0C6377-A78D-40C9-9D3C-24A10361D0DF}" srcOrd="0" destOrd="0" presId="urn:microsoft.com/office/officeart/2005/8/layout/orgChart1"/>
    <dgm:cxn modelId="{F272E5C6-74C7-43E6-86A3-D8541741FA4E}" type="presParOf" srcId="{A7B00E07-BF25-43AA-A03D-BB107BBDE6BC}" destId="{4554ECF7-4E3C-4C88-B803-D579FF58D2EB}" srcOrd="1" destOrd="0" presId="urn:microsoft.com/office/officeart/2005/8/layout/orgChart1"/>
    <dgm:cxn modelId="{716C59A8-1105-4256-814E-9D70C87BF8BC}" type="presParOf" srcId="{8FAF0976-D09D-4D00-A8EE-272ED97E3389}" destId="{E77341C5-A4FB-4ABF-A60A-B8185A0E964D}" srcOrd="1" destOrd="0" presId="urn:microsoft.com/office/officeart/2005/8/layout/orgChart1"/>
    <dgm:cxn modelId="{C74714B3-9D8F-46B2-B2EB-6C9467ED00AF}" type="presParOf" srcId="{8FAF0976-D09D-4D00-A8EE-272ED97E3389}" destId="{7E498DED-FF05-4DA6-93CF-DD78BEE47F67}"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DBEA68D6-E158-4934-BAF2-CD3B153353BA}" type="doc">
      <dgm:prSet loTypeId="urn:microsoft.com/office/officeart/2005/8/layout/orgChart1" loCatId="hierarchy" qsTypeId="urn:microsoft.com/office/officeart/2005/8/quickstyle/simple2" qsCatId="simple" csTypeId="urn:microsoft.com/office/officeart/2005/8/colors/accent0_3" csCatId="mainScheme" phldr="1"/>
      <dgm:spPr/>
      <dgm:t>
        <a:bodyPr/>
        <a:lstStyle/>
        <a:p>
          <a:endParaRPr lang="en-AU"/>
        </a:p>
      </dgm:t>
    </dgm:pt>
    <dgm:pt modelId="{10A0EA3D-3AD4-4A16-AC66-3525B6400D15}">
      <dgm:prSet phldrT="[Text]" phldr="0" custT="1"/>
      <dgm:spPr>
        <a:solidFill>
          <a:srgbClr val="002060"/>
        </a:solidFill>
      </dgm:spPr>
      <dgm:t>
        <a:bodyPr/>
        <a:lstStyle/>
        <a:p>
          <a:r>
            <a:rPr lang="en-AU" sz="2400"/>
            <a:t>Partner Exchange</a:t>
          </a:r>
        </a:p>
      </dgm:t>
    </dgm:pt>
    <dgm:pt modelId="{C9D49A3E-3F67-4AE3-9FDA-6F9BB1AF9BD8}" type="parTrans" cxnId="{16F7F54E-B0C2-4129-B92D-8DE372385E3B}">
      <dgm:prSet/>
      <dgm:spPr/>
      <dgm:t>
        <a:bodyPr/>
        <a:lstStyle/>
        <a:p>
          <a:endParaRPr lang="en-AU"/>
        </a:p>
      </dgm:t>
    </dgm:pt>
    <dgm:pt modelId="{E0ACF1AB-2B68-4A49-8ADA-3E481ED4AF09}" type="sibTrans" cxnId="{16F7F54E-B0C2-4129-B92D-8DE372385E3B}">
      <dgm:prSet/>
      <dgm:spPr/>
      <dgm:t>
        <a:bodyPr/>
        <a:lstStyle/>
        <a:p>
          <a:endParaRPr lang="en-AU"/>
        </a:p>
      </dgm:t>
    </dgm:pt>
    <dgm:pt modelId="{92162928-B373-4802-B988-4C318FAE4B4C}">
      <dgm:prSet phldrT="[Text]" phldr="0"/>
      <dgm:spPr>
        <a:solidFill>
          <a:schemeClr val="accent5">
            <a:lumMod val="40000"/>
            <a:lumOff val="60000"/>
          </a:schemeClr>
        </a:solidFill>
      </dgm:spPr>
      <dgm:t>
        <a:bodyPr/>
        <a:lstStyle/>
        <a:p>
          <a:r>
            <a:rPr lang="en-AU"/>
            <a:t>Modernised NEVDIS Integrations</a:t>
          </a:r>
        </a:p>
      </dgm:t>
    </dgm:pt>
    <dgm:pt modelId="{691118F6-AAF5-40E0-AD6D-235FADC018C0}" type="parTrans" cxnId="{49A02DA8-92BB-429F-A755-417A2EC3E9B9}">
      <dgm:prSet/>
      <dgm:spPr/>
      <dgm:t>
        <a:bodyPr/>
        <a:lstStyle/>
        <a:p>
          <a:endParaRPr lang="en-AU"/>
        </a:p>
      </dgm:t>
    </dgm:pt>
    <dgm:pt modelId="{7F58E25C-EE12-4CC1-9C39-BC755918B106}" type="sibTrans" cxnId="{49A02DA8-92BB-429F-A755-417A2EC3E9B9}">
      <dgm:prSet/>
      <dgm:spPr/>
      <dgm:t>
        <a:bodyPr/>
        <a:lstStyle/>
        <a:p>
          <a:endParaRPr lang="en-AU"/>
        </a:p>
      </dgm:t>
    </dgm:pt>
    <dgm:pt modelId="{0F02B370-286F-4E1B-80A8-B2AD40265B7C}">
      <dgm:prSet/>
      <dgm:spPr>
        <a:solidFill>
          <a:schemeClr val="accent5">
            <a:lumMod val="40000"/>
            <a:lumOff val="60000"/>
          </a:schemeClr>
        </a:solidFill>
      </dgm:spPr>
      <dgm:t>
        <a:bodyPr/>
        <a:lstStyle/>
        <a:p>
          <a:r>
            <a:rPr lang="en-AU"/>
            <a:t>NHVR Work</a:t>
          </a:r>
        </a:p>
      </dgm:t>
    </dgm:pt>
    <dgm:pt modelId="{F967AC73-60EA-4945-AEC1-1AE5D8629C87}" type="parTrans" cxnId="{BDFC4F4B-7595-4E87-A369-BB1EF6A5A005}">
      <dgm:prSet/>
      <dgm:spPr/>
      <dgm:t>
        <a:bodyPr/>
        <a:lstStyle/>
        <a:p>
          <a:endParaRPr lang="en-AU"/>
        </a:p>
      </dgm:t>
    </dgm:pt>
    <dgm:pt modelId="{50FF85E0-74FC-459E-B8CB-53E1D88D20DF}" type="sibTrans" cxnId="{BDFC4F4B-7595-4E87-A369-BB1EF6A5A005}">
      <dgm:prSet/>
      <dgm:spPr/>
      <dgm:t>
        <a:bodyPr/>
        <a:lstStyle/>
        <a:p>
          <a:endParaRPr lang="en-AU"/>
        </a:p>
      </dgm:t>
    </dgm:pt>
    <dgm:pt modelId="{DF9E427A-F061-4D73-876E-50DFE6A2B7E5}">
      <dgm:prSet/>
      <dgm:spPr>
        <a:solidFill>
          <a:schemeClr val="accent5">
            <a:lumMod val="40000"/>
            <a:lumOff val="60000"/>
          </a:schemeClr>
        </a:solidFill>
      </dgm:spPr>
      <dgm:t>
        <a:bodyPr/>
        <a:lstStyle/>
        <a:p>
          <a:r>
            <a:rPr lang="en-AU"/>
            <a:t>NDFLRS</a:t>
          </a:r>
        </a:p>
      </dgm:t>
    </dgm:pt>
    <dgm:pt modelId="{0A2748D7-A676-47D0-86C9-1C95FAEAC323}" type="parTrans" cxnId="{11EB690B-E4FE-4F67-AE1F-18BDE3A0C068}">
      <dgm:prSet/>
      <dgm:spPr/>
      <dgm:t>
        <a:bodyPr/>
        <a:lstStyle/>
        <a:p>
          <a:endParaRPr lang="en-AU"/>
        </a:p>
      </dgm:t>
    </dgm:pt>
    <dgm:pt modelId="{976951EB-5A6F-4FE6-946C-BA2364294F13}" type="sibTrans" cxnId="{11EB690B-E4FE-4F67-AE1F-18BDE3A0C068}">
      <dgm:prSet/>
      <dgm:spPr/>
      <dgm:t>
        <a:bodyPr/>
        <a:lstStyle/>
        <a:p>
          <a:endParaRPr lang="en-AU"/>
        </a:p>
      </dgm:t>
    </dgm:pt>
    <dgm:pt modelId="{0A6D5C0B-A1BF-41BD-AA8D-43F936D399EA}">
      <dgm:prSet phldrT="[Text]"/>
      <dgm:spPr>
        <a:solidFill>
          <a:schemeClr val="tx2">
            <a:lumMod val="75000"/>
            <a:lumOff val="25000"/>
          </a:schemeClr>
        </a:solidFill>
      </dgm:spPr>
      <dgm:t>
        <a:bodyPr/>
        <a:lstStyle/>
        <a:p>
          <a:pPr>
            <a:buNone/>
          </a:pPr>
          <a:r>
            <a:rPr lang="en-AU" b="0" i="0"/>
            <a:t>Discovery</a:t>
          </a:r>
        </a:p>
      </dgm:t>
    </dgm:pt>
    <dgm:pt modelId="{B3C76091-5368-4912-B5FF-0AD3F30CA124}" type="parTrans" cxnId="{87395E1B-A496-443C-BC0C-25B2053B78ED}">
      <dgm:prSet/>
      <dgm:spPr/>
      <dgm:t>
        <a:bodyPr/>
        <a:lstStyle/>
        <a:p>
          <a:endParaRPr lang="en-AU"/>
        </a:p>
      </dgm:t>
    </dgm:pt>
    <dgm:pt modelId="{62F3A57E-2F5A-4157-BBE8-A7B952173FCC}" type="sibTrans" cxnId="{87395E1B-A496-443C-BC0C-25B2053B78ED}">
      <dgm:prSet/>
      <dgm:spPr/>
      <dgm:t>
        <a:bodyPr/>
        <a:lstStyle/>
        <a:p>
          <a:endParaRPr lang="en-AU"/>
        </a:p>
      </dgm:t>
    </dgm:pt>
    <dgm:pt modelId="{9DB61D50-F0AB-451D-BD44-A4B6966FFBEE}">
      <dgm:prSet phldrT="[Text]" phldr="0"/>
      <dgm:spPr>
        <a:solidFill>
          <a:schemeClr val="tx2">
            <a:lumMod val="75000"/>
            <a:lumOff val="25000"/>
          </a:schemeClr>
        </a:solidFill>
      </dgm:spPr>
      <dgm:t>
        <a:bodyPr/>
        <a:lstStyle/>
        <a:p>
          <a:r>
            <a:rPr lang="en-AU"/>
            <a:t>Design</a:t>
          </a:r>
        </a:p>
      </dgm:t>
    </dgm:pt>
    <dgm:pt modelId="{90EEE5FC-4D8C-4C57-962D-F0094DD26B86}" type="parTrans" cxnId="{7295DCC5-4768-476A-911B-BB48674CA49E}">
      <dgm:prSet/>
      <dgm:spPr/>
      <dgm:t>
        <a:bodyPr/>
        <a:lstStyle/>
        <a:p>
          <a:endParaRPr lang="en-AU"/>
        </a:p>
      </dgm:t>
    </dgm:pt>
    <dgm:pt modelId="{9C3DFA2C-DC22-44D0-97C1-EE2870DC75F0}" type="sibTrans" cxnId="{7295DCC5-4768-476A-911B-BB48674CA49E}">
      <dgm:prSet/>
      <dgm:spPr/>
      <dgm:t>
        <a:bodyPr/>
        <a:lstStyle/>
        <a:p>
          <a:endParaRPr lang="en-AU"/>
        </a:p>
      </dgm:t>
    </dgm:pt>
    <dgm:pt modelId="{619CD40E-E239-4DB9-A9C1-DB44653BF638}">
      <dgm:prSet phldrT="[Text]" phldr="0"/>
      <dgm:spPr>
        <a:solidFill>
          <a:schemeClr val="tx2">
            <a:lumMod val="75000"/>
            <a:lumOff val="25000"/>
          </a:schemeClr>
        </a:solidFill>
      </dgm:spPr>
      <dgm:t>
        <a:bodyPr/>
        <a:lstStyle/>
        <a:p>
          <a:r>
            <a:rPr lang="en-AU"/>
            <a:t>Delivery</a:t>
          </a:r>
        </a:p>
      </dgm:t>
    </dgm:pt>
    <dgm:pt modelId="{FE236F9A-75BA-482D-B3FC-91E9E4B12C5E}" type="parTrans" cxnId="{CD9E9FB3-6B6F-4DEE-AF01-6A34A62406A7}">
      <dgm:prSet/>
      <dgm:spPr/>
      <dgm:t>
        <a:bodyPr/>
        <a:lstStyle/>
        <a:p>
          <a:endParaRPr lang="en-AU"/>
        </a:p>
      </dgm:t>
    </dgm:pt>
    <dgm:pt modelId="{9F1CDB29-7FF5-43ED-801E-181521B0C4C9}" type="sibTrans" cxnId="{CD9E9FB3-6B6F-4DEE-AF01-6A34A62406A7}">
      <dgm:prSet/>
      <dgm:spPr/>
      <dgm:t>
        <a:bodyPr/>
        <a:lstStyle/>
        <a:p>
          <a:endParaRPr lang="en-AU"/>
        </a:p>
      </dgm:t>
    </dgm:pt>
    <dgm:pt modelId="{C22C221F-4FDF-476B-9FE1-586B0A40985C}">
      <dgm:prSet phldrT="[Text]" phldr="0"/>
      <dgm:spPr>
        <a:solidFill>
          <a:schemeClr val="tx2">
            <a:lumMod val="75000"/>
            <a:lumOff val="25000"/>
          </a:schemeClr>
        </a:solidFill>
      </dgm:spPr>
      <dgm:t>
        <a:bodyPr/>
        <a:lstStyle/>
        <a:p>
          <a:r>
            <a:rPr lang="en-AU"/>
            <a:t>Transition</a:t>
          </a:r>
        </a:p>
      </dgm:t>
    </dgm:pt>
    <dgm:pt modelId="{5DC9D882-9140-45F9-9798-3479B3CE9B75}" type="parTrans" cxnId="{5BE4718C-0D37-4A9B-B645-4BBCD8C1C499}">
      <dgm:prSet/>
      <dgm:spPr/>
      <dgm:t>
        <a:bodyPr/>
        <a:lstStyle/>
        <a:p>
          <a:endParaRPr lang="en-AU"/>
        </a:p>
      </dgm:t>
    </dgm:pt>
    <dgm:pt modelId="{C285579F-7A23-4B94-BD40-211DC3A21EEF}" type="sibTrans" cxnId="{5BE4718C-0D37-4A9B-B645-4BBCD8C1C499}">
      <dgm:prSet/>
      <dgm:spPr/>
      <dgm:t>
        <a:bodyPr/>
        <a:lstStyle/>
        <a:p>
          <a:endParaRPr lang="en-AU"/>
        </a:p>
      </dgm:t>
    </dgm:pt>
    <dgm:pt modelId="{319573FB-B0C5-4E3E-8CD8-06EE1D4C0B4C}">
      <dgm:prSet phldrT="[Text]"/>
      <dgm:spPr>
        <a:solidFill>
          <a:schemeClr val="tx2">
            <a:lumMod val="75000"/>
            <a:lumOff val="25000"/>
          </a:schemeClr>
        </a:solidFill>
      </dgm:spPr>
      <dgm:t>
        <a:bodyPr/>
        <a:lstStyle/>
        <a:p>
          <a:pPr>
            <a:buNone/>
          </a:pPr>
          <a:r>
            <a:rPr lang="en-AU" b="0" i="0"/>
            <a:t>Discovery</a:t>
          </a:r>
        </a:p>
      </dgm:t>
    </dgm:pt>
    <dgm:pt modelId="{CEAAC9B7-141B-4183-985B-8E9751ADA46A}" type="parTrans" cxnId="{6F1AF346-C44F-4723-B0C1-6E39211AA954}">
      <dgm:prSet/>
      <dgm:spPr/>
      <dgm:t>
        <a:bodyPr/>
        <a:lstStyle/>
        <a:p>
          <a:endParaRPr lang="en-AU"/>
        </a:p>
      </dgm:t>
    </dgm:pt>
    <dgm:pt modelId="{3AC0A962-2918-4945-854E-F03598D13DBB}" type="sibTrans" cxnId="{6F1AF346-C44F-4723-B0C1-6E39211AA954}">
      <dgm:prSet/>
      <dgm:spPr/>
      <dgm:t>
        <a:bodyPr/>
        <a:lstStyle/>
        <a:p>
          <a:endParaRPr lang="en-AU"/>
        </a:p>
      </dgm:t>
    </dgm:pt>
    <dgm:pt modelId="{CC574E56-A082-47D4-9C31-6C2D0B9A5757}">
      <dgm:prSet phldrT="[Text]" phldr="0"/>
      <dgm:spPr>
        <a:solidFill>
          <a:schemeClr val="tx2">
            <a:lumMod val="75000"/>
            <a:lumOff val="25000"/>
          </a:schemeClr>
        </a:solidFill>
      </dgm:spPr>
      <dgm:t>
        <a:bodyPr/>
        <a:lstStyle/>
        <a:p>
          <a:r>
            <a:rPr lang="en-AU"/>
            <a:t>Design</a:t>
          </a:r>
        </a:p>
      </dgm:t>
    </dgm:pt>
    <dgm:pt modelId="{EFBF3EC7-DF05-486A-985C-177F86A8F777}" type="parTrans" cxnId="{E3697B4B-D43F-4729-8887-7ADB71920ACE}">
      <dgm:prSet/>
      <dgm:spPr/>
      <dgm:t>
        <a:bodyPr/>
        <a:lstStyle/>
        <a:p>
          <a:endParaRPr lang="en-AU"/>
        </a:p>
      </dgm:t>
    </dgm:pt>
    <dgm:pt modelId="{67AFCA2A-D63D-4649-B928-F702F8FA0C73}" type="sibTrans" cxnId="{E3697B4B-D43F-4729-8887-7ADB71920ACE}">
      <dgm:prSet/>
      <dgm:spPr/>
      <dgm:t>
        <a:bodyPr/>
        <a:lstStyle/>
        <a:p>
          <a:endParaRPr lang="en-AU"/>
        </a:p>
      </dgm:t>
    </dgm:pt>
    <dgm:pt modelId="{45B979B5-5140-41B1-AB1A-4CFD1F31F457}">
      <dgm:prSet phldrT="[Text]" phldr="0"/>
      <dgm:spPr>
        <a:solidFill>
          <a:schemeClr val="tx2">
            <a:lumMod val="75000"/>
            <a:lumOff val="25000"/>
          </a:schemeClr>
        </a:solidFill>
      </dgm:spPr>
      <dgm:t>
        <a:bodyPr/>
        <a:lstStyle/>
        <a:p>
          <a:r>
            <a:rPr lang="en-AU"/>
            <a:t>Delivery</a:t>
          </a:r>
        </a:p>
      </dgm:t>
    </dgm:pt>
    <dgm:pt modelId="{1A705274-68A4-4281-BC60-B6C0EF30C1AD}" type="parTrans" cxnId="{F2F06474-C947-4300-975F-E9EFFD6186EA}">
      <dgm:prSet/>
      <dgm:spPr/>
      <dgm:t>
        <a:bodyPr/>
        <a:lstStyle/>
        <a:p>
          <a:endParaRPr lang="en-AU"/>
        </a:p>
      </dgm:t>
    </dgm:pt>
    <dgm:pt modelId="{CE7DE28A-639C-4B52-890F-0DA5F4C9AE01}" type="sibTrans" cxnId="{F2F06474-C947-4300-975F-E9EFFD6186EA}">
      <dgm:prSet/>
      <dgm:spPr/>
      <dgm:t>
        <a:bodyPr/>
        <a:lstStyle/>
        <a:p>
          <a:endParaRPr lang="en-AU"/>
        </a:p>
      </dgm:t>
    </dgm:pt>
    <dgm:pt modelId="{16B9F025-26D9-4707-A43B-920149AE0AE4}">
      <dgm:prSet phldrT="[Text]" phldr="0"/>
      <dgm:spPr>
        <a:solidFill>
          <a:schemeClr val="tx2">
            <a:lumMod val="75000"/>
            <a:lumOff val="25000"/>
          </a:schemeClr>
        </a:solidFill>
      </dgm:spPr>
      <dgm:t>
        <a:bodyPr/>
        <a:lstStyle/>
        <a:p>
          <a:r>
            <a:rPr lang="en-AU"/>
            <a:t>Transition</a:t>
          </a:r>
        </a:p>
      </dgm:t>
    </dgm:pt>
    <dgm:pt modelId="{433EF7FB-BDCA-44DF-B011-E0668C211230}" type="parTrans" cxnId="{0608E6B5-3451-4880-9D17-C853EF97C7FF}">
      <dgm:prSet/>
      <dgm:spPr/>
      <dgm:t>
        <a:bodyPr/>
        <a:lstStyle/>
        <a:p>
          <a:endParaRPr lang="en-AU"/>
        </a:p>
      </dgm:t>
    </dgm:pt>
    <dgm:pt modelId="{32B9E2BD-CF71-44D6-9B71-9B2310E3FDA8}" type="sibTrans" cxnId="{0608E6B5-3451-4880-9D17-C853EF97C7FF}">
      <dgm:prSet/>
      <dgm:spPr/>
      <dgm:t>
        <a:bodyPr/>
        <a:lstStyle/>
        <a:p>
          <a:endParaRPr lang="en-AU"/>
        </a:p>
      </dgm:t>
    </dgm:pt>
    <dgm:pt modelId="{E6705F0C-8F92-43FF-B8F1-DCEF56F49F1B}">
      <dgm:prSet phldrT="[Text]"/>
      <dgm:spPr>
        <a:solidFill>
          <a:schemeClr val="tx2">
            <a:lumMod val="75000"/>
            <a:lumOff val="25000"/>
          </a:schemeClr>
        </a:solidFill>
      </dgm:spPr>
      <dgm:t>
        <a:bodyPr/>
        <a:lstStyle/>
        <a:p>
          <a:pPr>
            <a:buNone/>
          </a:pPr>
          <a:r>
            <a:rPr lang="en-AU" b="0" i="0"/>
            <a:t>Discovery</a:t>
          </a:r>
        </a:p>
      </dgm:t>
    </dgm:pt>
    <dgm:pt modelId="{3539EC54-61FE-43B7-958D-F6EBE8DF6EDE}" type="parTrans" cxnId="{FBCD8D2B-B274-440B-BE85-2D30A7C54509}">
      <dgm:prSet/>
      <dgm:spPr/>
      <dgm:t>
        <a:bodyPr/>
        <a:lstStyle/>
        <a:p>
          <a:endParaRPr lang="en-AU"/>
        </a:p>
      </dgm:t>
    </dgm:pt>
    <dgm:pt modelId="{A12CAD90-199C-47A0-A96D-6CE5A844C088}" type="sibTrans" cxnId="{FBCD8D2B-B274-440B-BE85-2D30A7C54509}">
      <dgm:prSet/>
      <dgm:spPr/>
      <dgm:t>
        <a:bodyPr/>
        <a:lstStyle/>
        <a:p>
          <a:endParaRPr lang="en-AU"/>
        </a:p>
      </dgm:t>
    </dgm:pt>
    <dgm:pt modelId="{FD625440-ACEF-4300-8687-6CEBA2945290}">
      <dgm:prSet phldrT="[Text]" phldr="0"/>
      <dgm:spPr>
        <a:solidFill>
          <a:schemeClr val="tx2">
            <a:lumMod val="75000"/>
            <a:lumOff val="25000"/>
          </a:schemeClr>
        </a:solidFill>
      </dgm:spPr>
      <dgm:t>
        <a:bodyPr/>
        <a:lstStyle/>
        <a:p>
          <a:r>
            <a:rPr lang="en-AU"/>
            <a:t>Design</a:t>
          </a:r>
        </a:p>
      </dgm:t>
    </dgm:pt>
    <dgm:pt modelId="{EE2C81C1-C93D-4C55-A259-DF79B5E6330C}" type="parTrans" cxnId="{9FADC0B9-C774-4B54-8425-F5AA1609A03C}">
      <dgm:prSet/>
      <dgm:spPr/>
      <dgm:t>
        <a:bodyPr/>
        <a:lstStyle/>
        <a:p>
          <a:endParaRPr lang="en-AU"/>
        </a:p>
      </dgm:t>
    </dgm:pt>
    <dgm:pt modelId="{44F22472-61AC-4490-A36A-60616202F0A7}" type="sibTrans" cxnId="{9FADC0B9-C774-4B54-8425-F5AA1609A03C}">
      <dgm:prSet/>
      <dgm:spPr/>
      <dgm:t>
        <a:bodyPr/>
        <a:lstStyle/>
        <a:p>
          <a:endParaRPr lang="en-AU"/>
        </a:p>
      </dgm:t>
    </dgm:pt>
    <dgm:pt modelId="{2D8B6326-EC73-41D4-B5AE-B3A219F2E821}">
      <dgm:prSet phldrT="[Text]" phldr="0"/>
      <dgm:spPr>
        <a:solidFill>
          <a:schemeClr val="tx2">
            <a:lumMod val="75000"/>
            <a:lumOff val="25000"/>
          </a:schemeClr>
        </a:solidFill>
      </dgm:spPr>
      <dgm:t>
        <a:bodyPr/>
        <a:lstStyle/>
        <a:p>
          <a:r>
            <a:rPr lang="en-AU"/>
            <a:t>Delivery</a:t>
          </a:r>
        </a:p>
      </dgm:t>
    </dgm:pt>
    <dgm:pt modelId="{5236BFA8-4853-4673-BE55-40420C6433DA}" type="parTrans" cxnId="{A3374C1D-89D7-4A5F-BB2C-8286E2905AFA}">
      <dgm:prSet/>
      <dgm:spPr/>
      <dgm:t>
        <a:bodyPr/>
        <a:lstStyle/>
        <a:p>
          <a:endParaRPr lang="en-AU"/>
        </a:p>
      </dgm:t>
    </dgm:pt>
    <dgm:pt modelId="{E27DB4B0-16C6-4170-8546-2B7D7107A78E}" type="sibTrans" cxnId="{A3374C1D-89D7-4A5F-BB2C-8286E2905AFA}">
      <dgm:prSet/>
      <dgm:spPr/>
      <dgm:t>
        <a:bodyPr/>
        <a:lstStyle/>
        <a:p>
          <a:endParaRPr lang="en-AU"/>
        </a:p>
      </dgm:t>
    </dgm:pt>
    <dgm:pt modelId="{EA7A691D-224B-4CC6-B51B-49DFE08EAB5D}">
      <dgm:prSet phldrT="[Text]" phldr="0"/>
      <dgm:spPr>
        <a:solidFill>
          <a:schemeClr val="tx2">
            <a:lumMod val="75000"/>
            <a:lumOff val="25000"/>
          </a:schemeClr>
        </a:solidFill>
      </dgm:spPr>
      <dgm:t>
        <a:bodyPr/>
        <a:lstStyle/>
        <a:p>
          <a:r>
            <a:rPr lang="en-AU"/>
            <a:t>Transition</a:t>
          </a:r>
        </a:p>
      </dgm:t>
    </dgm:pt>
    <dgm:pt modelId="{B407BD27-FA7A-48A7-A2A3-AF5A973BD699}" type="parTrans" cxnId="{344D69A6-DF7E-4631-9D45-B397FC60C88F}">
      <dgm:prSet/>
      <dgm:spPr/>
      <dgm:t>
        <a:bodyPr/>
        <a:lstStyle/>
        <a:p>
          <a:endParaRPr lang="en-AU"/>
        </a:p>
      </dgm:t>
    </dgm:pt>
    <dgm:pt modelId="{E3FFD15B-90BA-46AC-81B5-F05647C34A91}" type="sibTrans" cxnId="{344D69A6-DF7E-4631-9D45-B397FC60C88F}">
      <dgm:prSet/>
      <dgm:spPr/>
      <dgm:t>
        <a:bodyPr/>
        <a:lstStyle/>
        <a:p>
          <a:endParaRPr lang="en-AU"/>
        </a:p>
      </dgm:t>
    </dgm:pt>
    <dgm:pt modelId="{2392570D-CD25-4402-BDB1-6247EC5CB26B}">
      <dgm:prSet phldrT="[Text]" phldr="0"/>
      <dgm:spPr>
        <a:solidFill>
          <a:schemeClr val="bg2">
            <a:lumMod val="25000"/>
          </a:schemeClr>
        </a:solidFill>
      </dgm:spPr>
      <dgm:t>
        <a:bodyPr/>
        <a:lstStyle/>
        <a:p>
          <a:r>
            <a:rPr lang="en-AU"/>
            <a:t>Partner Discovery</a:t>
          </a:r>
        </a:p>
      </dgm:t>
    </dgm:pt>
    <dgm:pt modelId="{1D5038B6-D740-4968-84E4-386AC3BBCFF1}" type="parTrans" cxnId="{61525846-DF17-4BBF-ABCA-87156D4C6CB3}">
      <dgm:prSet/>
      <dgm:spPr/>
      <dgm:t>
        <a:bodyPr/>
        <a:lstStyle/>
        <a:p>
          <a:endParaRPr lang="en-AU"/>
        </a:p>
      </dgm:t>
    </dgm:pt>
    <dgm:pt modelId="{A0CD90F9-5A7A-403D-9EC6-89CEC260B975}" type="sibTrans" cxnId="{61525846-DF17-4BBF-ABCA-87156D4C6CB3}">
      <dgm:prSet/>
      <dgm:spPr/>
      <dgm:t>
        <a:bodyPr/>
        <a:lstStyle/>
        <a:p>
          <a:endParaRPr lang="en-AU"/>
        </a:p>
      </dgm:t>
    </dgm:pt>
    <dgm:pt modelId="{3BD99E24-5469-4178-99D5-D243F5471843}">
      <dgm:prSet phldrT="[Text]" phldr="0"/>
      <dgm:spPr>
        <a:solidFill>
          <a:schemeClr val="bg2">
            <a:lumMod val="25000"/>
          </a:schemeClr>
        </a:solidFill>
      </dgm:spPr>
      <dgm:t>
        <a:bodyPr/>
        <a:lstStyle/>
        <a:p>
          <a:r>
            <a:rPr lang="en-AU"/>
            <a:t>Technical Discovery</a:t>
          </a:r>
        </a:p>
      </dgm:t>
    </dgm:pt>
    <dgm:pt modelId="{AADEA549-1AF2-4136-A906-C6E1053877B8}" type="parTrans" cxnId="{B8E7AB4D-BFB2-4B4D-8D14-DEF3ED6504E4}">
      <dgm:prSet/>
      <dgm:spPr/>
      <dgm:t>
        <a:bodyPr/>
        <a:lstStyle/>
        <a:p>
          <a:endParaRPr lang="en-AU"/>
        </a:p>
      </dgm:t>
    </dgm:pt>
    <dgm:pt modelId="{337EEDD4-ED7D-4382-A98F-97E0626EA288}" type="sibTrans" cxnId="{B8E7AB4D-BFB2-4B4D-8D14-DEF3ED6504E4}">
      <dgm:prSet/>
      <dgm:spPr/>
      <dgm:t>
        <a:bodyPr/>
        <a:lstStyle/>
        <a:p>
          <a:endParaRPr lang="en-AU"/>
        </a:p>
      </dgm:t>
    </dgm:pt>
    <dgm:pt modelId="{F91D6C10-6CEF-4634-95F9-D6E39921BC32}">
      <dgm:prSet phldrT="[Text]" phldr="0"/>
      <dgm:spPr>
        <a:solidFill>
          <a:schemeClr val="bg2">
            <a:lumMod val="75000"/>
          </a:schemeClr>
        </a:solidFill>
      </dgm:spPr>
      <dgm:t>
        <a:bodyPr/>
        <a:lstStyle/>
        <a:p>
          <a:r>
            <a:rPr lang="en-AU"/>
            <a:t>Integration Assessment</a:t>
          </a:r>
        </a:p>
      </dgm:t>
    </dgm:pt>
    <dgm:pt modelId="{A3DDB020-C749-41D1-9319-837467C28824}" type="parTrans" cxnId="{42BD26AE-5ABC-4EB2-9F7F-0B0D983D5D83}">
      <dgm:prSet/>
      <dgm:spPr/>
      <dgm:t>
        <a:bodyPr/>
        <a:lstStyle/>
        <a:p>
          <a:endParaRPr lang="en-AU"/>
        </a:p>
      </dgm:t>
    </dgm:pt>
    <dgm:pt modelId="{7FB98FBF-73D5-47AD-8D9A-E0C0FA466895}" type="sibTrans" cxnId="{42BD26AE-5ABC-4EB2-9F7F-0B0D983D5D83}">
      <dgm:prSet/>
      <dgm:spPr/>
      <dgm:t>
        <a:bodyPr/>
        <a:lstStyle/>
        <a:p>
          <a:endParaRPr lang="en-AU"/>
        </a:p>
      </dgm:t>
    </dgm:pt>
    <dgm:pt modelId="{EA38C552-3B7E-409A-8B38-5CE110FC9A3B}">
      <dgm:prSet phldrT="[Text]" phldr="0"/>
      <dgm:spPr>
        <a:solidFill>
          <a:schemeClr val="bg2">
            <a:lumMod val="75000"/>
          </a:schemeClr>
        </a:solidFill>
      </dgm:spPr>
      <dgm:t>
        <a:bodyPr/>
        <a:lstStyle/>
        <a:p>
          <a:r>
            <a:rPr lang="en-AU" dirty="0"/>
            <a:t>Stakeholder Assessment</a:t>
          </a:r>
        </a:p>
      </dgm:t>
    </dgm:pt>
    <dgm:pt modelId="{5BE4EC25-C7C3-4D45-AE92-5E362FECCEEC}" type="parTrans" cxnId="{3BB98316-217F-4569-9373-130E4948A3D8}">
      <dgm:prSet/>
      <dgm:spPr/>
      <dgm:t>
        <a:bodyPr/>
        <a:lstStyle/>
        <a:p>
          <a:endParaRPr lang="en-AU"/>
        </a:p>
      </dgm:t>
    </dgm:pt>
    <dgm:pt modelId="{849F6E10-AF36-413C-B0AB-D1F7E187F67E}" type="sibTrans" cxnId="{3BB98316-217F-4569-9373-130E4948A3D8}">
      <dgm:prSet/>
      <dgm:spPr/>
      <dgm:t>
        <a:bodyPr/>
        <a:lstStyle/>
        <a:p>
          <a:endParaRPr lang="en-AU"/>
        </a:p>
      </dgm:t>
    </dgm:pt>
    <dgm:pt modelId="{3B9A5A33-3767-46C8-8D06-7C423B1BE002}">
      <dgm:prSet phldrT="[Text]" phldr="0"/>
      <dgm:spPr>
        <a:solidFill>
          <a:schemeClr val="bg2">
            <a:lumMod val="75000"/>
          </a:schemeClr>
        </a:solidFill>
      </dgm:spPr>
      <dgm:t>
        <a:bodyPr/>
        <a:lstStyle/>
        <a:p>
          <a:r>
            <a:rPr lang="en-AU"/>
            <a:t>Obligation Assessment</a:t>
          </a:r>
        </a:p>
      </dgm:t>
    </dgm:pt>
    <dgm:pt modelId="{2C11FCC0-2AC6-4D38-89B2-6A04AC9AB4E2}" type="parTrans" cxnId="{DF987C9D-A6F5-4E90-9775-70B2DDD28B1F}">
      <dgm:prSet/>
      <dgm:spPr/>
      <dgm:t>
        <a:bodyPr/>
        <a:lstStyle/>
        <a:p>
          <a:endParaRPr lang="en-AU"/>
        </a:p>
      </dgm:t>
    </dgm:pt>
    <dgm:pt modelId="{891984F8-9073-44F5-92E9-6AF6EEF15BD4}" type="sibTrans" cxnId="{DF987C9D-A6F5-4E90-9775-70B2DDD28B1F}">
      <dgm:prSet/>
      <dgm:spPr/>
      <dgm:t>
        <a:bodyPr/>
        <a:lstStyle/>
        <a:p>
          <a:endParaRPr lang="en-AU"/>
        </a:p>
      </dgm:t>
    </dgm:pt>
    <dgm:pt modelId="{8FFC1D3C-564F-4507-8928-61EDD49E4D7D}">
      <dgm:prSet phldrT="[Text]" phldr="0"/>
      <dgm:spPr>
        <a:solidFill>
          <a:schemeClr val="bg2">
            <a:lumMod val="75000"/>
          </a:schemeClr>
        </a:solidFill>
      </dgm:spPr>
      <dgm:t>
        <a:bodyPr/>
        <a:lstStyle/>
        <a:p>
          <a:r>
            <a:rPr lang="en-AU"/>
            <a:t>Architecture Assessment</a:t>
          </a:r>
        </a:p>
      </dgm:t>
    </dgm:pt>
    <dgm:pt modelId="{DFE2D782-0257-4517-B133-0177D0E75005}" type="parTrans" cxnId="{C146E523-B634-4B6B-B91F-CEC4850816BF}">
      <dgm:prSet/>
      <dgm:spPr/>
      <dgm:t>
        <a:bodyPr/>
        <a:lstStyle/>
        <a:p>
          <a:endParaRPr lang="en-AU"/>
        </a:p>
      </dgm:t>
    </dgm:pt>
    <dgm:pt modelId="{14EE58E5-90ED-4A46-95CA-EC08220AA9D0}" type="sibTrans" cxnId="{C146E523-B634-4B6B-B91F-CEC4850816BF}">
      <dgm:prSet/>
      <dgm:spPr/>
      <dgm:t>
        <a:bodyPr/>
        <a:lstStyle/>
        <a:p>
          <a:endParaRPr lang="en-AU"/>
        </a:p>
      </dgm:t>
    </dgm:pt>
    <dgm:pt modelId="{5B1E8577-4CF9-442E-A829-30D138CDF425}">
      <dgm:prSet phldrT="[Text]" phldr="0"/>
      <dgm:spPr>
        <a:solidFill>
          <a:schemeClr val="bg2">
            <a:lumMod val="75000"/>
          </a:schemeClr>
        </a:solidFill>
      </dgm:spPr>
      <dgm:t>
        <a:bodyPr/>
        <a:lstStyle/>
        <a:p>
          <a:r>
            <a:rPr lang="en-AU"/>
            <a:t>Future Integration Model</a:t>
          </a:r>
        </a:p>
      </dgm:t>
    </dgm:pt>
    <dgm:pt modelId="{C2A97DCE-34A6-4590-B361-EBED52B7B7B8}" type="parTrans" cxnId="{249F8DDB-6811-498D-A907-0BDA3AFA5E0B}">
      <dgm:prSet/>
      <dgm:spPr/>
      <dgm:t>
        <a:bodyPr/>
        <a:lstStyle/>
        <a:p>
          <a:endParaRPr lang="en-AU"/>
        </a:p>
      </dgm:t>
    </dgm:pt>
    <dgm:pt modelId="{738E35BC-614C-488E-8FF4-5CD685FA25BC}" type="sibTrans" cxnId="{249F8DDB-6811-498D-A907-0BDA3AFA5E0B}">
      <dgm:prSet/>
      <dgm:spPr/>
      <dgm:t>
        <a:bodyPr/>
        <a:lstStyle/>
        <a:p>
          <a:endParaRPr lang="en-AU"/>
        </a:p>
      </dgm:t>
    </dgm:pt>
    <dgm:pt modelId="{B37BF6C3-85E2-4868-A426-46965A11CA3F}">
      <dgm:prSet phldrT="[Text]" phldr="0"/>
      <dgm:spPr>
        <a:solidFill>
          <a:schemeClr val="bg2">
            <a:lumMod val="75000"/>
          </a:schemeClr>
        </a:solidFill>
      </dgm:spPr>
      <dgm:t>
        <a:bodyPr/>
        <a:lstStyle/>
        <a:p>
          <a:r>
            <a:rPr lang="en-AU"/>
            <a:t>API Strategy</a:t>
          </a:r>
        </a:p>
      </dgm:t>
    </dgm:pt>
    <dgm:pt modelId="{EEEE3A1A-DEC7-44B4-8694-D6EC9095A607}" type="parTrans" cxnId="{452C3098-89AD-43BC-BAE4-8998F57035DF}">
      <dgm:prSet/>
      <dgm:spPr/>
      <dgm:t>
        <a:bodyPr/>
        <a:lstStyle/>
        <a:p>
          <a:endParaRPr lang="en-AU"/>
        </a:p>
      </dgm:t>
    </dgm:pt>
    <dgm:pt modelId="{9AEABDCE-06B4-4F2F-AFB6-9C6599B7F61E}" type="sibTrans" cxnId="{452C3098-89AD-43BC-BAE4-8998F57035DF}">
      <dgm:prSet/>
      <dgm:spPr/>
      <dgm:t>
        <a:bodyPr/>
        <a:lstStyle/>
        <a:p>
          <a:endParaRPr lang="en-AU"/>
        </a:p>
      </dgm:t>
    </dgm:pt>
    <dgm:pt modelId="{6DA316BC-5472-4B61-BDEB-FEDFF8B395AD}">
      <dgm:prSet phldrT="[Text]" phldr="0"/>
      <dgm:spPr>
        <a:solidFill>
          <a:schemeClr val="bg2">
            <a:lumMod val="75000"/>
          </a:schemeClr>
        </a:solidFill>
      </dgm:spPr>
      <dgm:t>
        <a:bodyPr/>
        <a:lstStyle/>
        <a:p>
          <a:r>
            <a:rPr lang="en-AU"/>
            <a:t>Integration Services</a:t>
          </a:r>
        </a:p>
      </dgm:t>
    </dgm:pt>
    <dgm:pt modelId="{17E9C29B-07A9-4233-B31D-B1DC54635A1B}" type="parTrans" cxnId="{AC57FC21-156A-4601-A420-1F23296FDB71}">
      <dgm:prSet/>
      <dgm:spPr/>
      <dgm:t>
        <a:bodyPr/>
        <a:lstStyle/>
        <a:p>
          <a:endParaRPr lang="en-AU"/>
        </a:p>
      </dgm:t>
    </dgm:pt>
    <dgm:pt modelId="{A4F8B407-22FB-48EE-BE79-1528463B29DB}" type="sibTrans" cxnId="{AC57FC21-156A-4601-A420-1F23296FDB71}">
      <dgm:prSet/>
      <dgm:spPr/>
      <dgm:t>
        <a:bodyPr/>
        <a:lstStyle/>
        <a:p>
          <a:endParaRPr lang="en-AU"/>
        </a:p>
      </dgm:t>
    </dgm:pt>
    <dgm:pt modelId="{356D2AB2-D5E1-46A2-8E3D-6502081F3B6B}">
      <dgm:prSet phldrT="[Text]" phldr="0"/>
      <dgm:spPr>
        <a:solidFill>
          <a:schemeClr val="bg2">
            <a:lumMod val="75000"/>
          </a:schemeClr>
        </a:solidFill>
      </dgm:spPr>
      <dgm:t>
        <a:bodyPr/>
        <a:lstStyle/>
        <a:p>
          <a:r>
            <a:rPr lang="en-AU"/>
            <a:t>API Services</a:t>
          </a:r>
        </a:p>
      </dgm:t>
    </dgm:pt>
    <dgm:pt modelId="{898C9DFC-1C97-47BB-84CE-9F6441CD8500}" type="parTrans" cxnId="{A9516490-61C0-48DF-A13B-646EDBE6A5FA}">
      <dgm:prSet/>
      <dgm:spPr/>
      <dgm:t>
        <a:bodyPr/>
        <a:lstStyle/>
        <a:p>
          <a:endParaRPr lang="en-AU"/>
        </a:p>
      </dgm:t>
    </dgm:pt>
    <dgm:pt modelId="{2EE7B95B-E4E5-4CA2-9D14-0E73C2AC495C}" type="sibTrans" cxnId="{A9516490-61C0-48DF-A13B-646EDBE6A5FA}">
      <dgm:prSet/>
      <dgm:spPr/>
      <dgm:t>
        <a:bodyPr/>
        <a:lstStyle/>
        <a:p>
          <a:endParaRPr lang="en-AU"/>
        </a:p>
      </dgm:t>
    </dgm:pt>
    <dgm:pt modelId="{523FDB1C-1D41-45D9-B046-2DD3F9BAC547}">
      <dgm:prSet phldrT="[Text]" phldr="0"/>
      <dgm:spPr>
        <a:solidFill>
          <a:schemeClr val="bg2">
            <a:lumMod val="75000"/>
          </a:schemeClr>
        </a:solidFill>
      </dgm:spPr>
      <dgm:t>
        <a:bodyPr/>
        <a:lstStyle/>
        <a:p>
          <a:r>
            <a:rPr lang="en-AU"/>
            <a:t>Partner Onboarding</a:t>
          </a:r>
        </a:p>
      </dgm:t>
    </dgm:pt>
    <dgm:pt modelId="{95ACD138-D64B-454C-B11C-D6046EA93A9D}" type="parTrans" cxnId="{FB0E45B3-8116-4937-B564-4E1275CAFDE5}">
      <dgm:prSet/>
      <dgm:spPr/>
      <dgm:t>
        <a:bodyPr/>
        <a:lstStyle/>
        <a:p>
          <a:endParaRPr lang="en-AU"/>
        </a:p>
      </dgm:t>
    </dgm:pt>
    <dgm:pt modelId="{ADE2B933-8F43-46FB-AE30-38F4BB015124}" type="sibTrans" cxnId="{FB0E45B3-8116-4937-B564-4E1275CAFDE5}">
      <dgm:prSet/>
      <dgm:spPr/>
      <dgm:t>
        <a:bodyPr/>
        <a:lstStyle/>
        <a:p>
          <a:endParaRPr lang="en-AU"/>
        </a:p>
      </dgm:t>
    </dgm:pt>
    <dgm:pt modelId="{9BC040E4-998B-45CA-8977-58B242280271}">
      <dgm:prSet phldrT="[Text]" phldr="0"/>
      <dgm:spPr>
        <a:solidFill>
          <a:schemeClr val="bg2">
            <a:lumMod val="75000"/>
          </a:schemeClr>
        </a:solidFill>
      </dgm:spPr>
      <dgm:t>
        <a:bodyPr/>
        <a:lstStyle/>
        <a:p>
          <a:r>
            <a:rPr lang="en-AU"/>
            <a:t>Migration Plan</a:t>
          </a:r>
        </a:p>
      </dgm:t>
    </dgm:pt>
    <dgm:pt modelId="{E132CEA3-F0C4-4F79-BAEC-F4A9F903B1D0}" type="parTrans" cxnId="{2EE3C039-A766-414B-A627-835C5E0458A6}">
      <dgm:prSet/>
      <dgm:spPr/>
      <dgm:t>
        <a:bodyPr/>
        <a:lstStyle/>
        <a:p>
          <a:endParaRPr lang="en-AU"/>
        </a:p>
      </dgm:t>
    </dgm:pt>
    <dgm:pt modelId="{2E382007-8EFF-4A2D-9365-C101A05214D5}" type="sibTrans" cxnId="{2EE3C039-A766-414B-A627-835C5E0458A6}">
      <dgm:prSet/>
      <dgm:spPr/>
      <dgm:t>
        <a:bodyPr/>
        <a:lstStyle/>
        <a:p>
          <a:endParaRPr lang="en-AU"/>
        </a:p>
      </dgm:t>
    </dgm:pt>
    <dgm:pt modelId="{5D602089-6FFC-4F09-966B-E1C102E76D84}">
      <dgm:prSet phldrT="[Text]" phldr="0"/>
      <dgm:spPr>
        <a:solidFill>
          <a:schemeClr val="bg2">
            <a:lumMod val="25000"/>
          </a:schemeClr>
        </a:solidFill>
      </dgm:spPr>
      <dgm:t>
        <a:bodyPr/>
        <a:lstStyle/>
        <a:p>
          <a:r>
            <a:rPr lang="en-AU"/>
            <a:t>Current Integration Assessment</a:t>
          </a:r>
        </a:p>
      </dgm:t>
    </dgm:pt>
    <dgm:pt modelId="{65C85B5D-B026-43DF-8823-962A23C49FB0}" type="parTrans" cxnId="{9C59F5EE-0493-4F3E-9072-E6E8C47C1860}">
      <dgm:prSet/>
      <dgm:spPr/>
      <dgm:t>
        <a:bodyPr/>
        <a:lstStyle/>
        <a:p>
          <a:endParaRPr lang="en-AU"/>
        </a:p>
      </dgm:t>
    </dgm:pt>
    <dgm:pt modelId="{9110511F-57B0-4825-99A4-FBFAA652C77D}" type="sibTrans" cxnId="{9C59F5EE-0493-4F3E-9072-E6E8C47C1860}">
      <dgm:prSet/>
      <dgm:spPr/>
      <dgm:t>
        <a:bodyPr/>
        <a:lstStyle/>
        <a:p>
          <a:endParaRPr lang="en-AU"/>
        </a:p>
      </dgm:t>
    </dgm:pt>
    <dgm:pt modelId="{2E876C7E-C816-474D-BB5E-A96106D5BEA8}">
      <dgm:prSet phldrT="[Text]" phldr="0"/>
      <dgm:spPr>
        <a:solidFill>
          <a:schemeClr val="bg2">
            <a:lumMod val="75000"/>
          </a:schemeClr>
        </a:solidFill>
      </dgm:spPr>
      <dgm:t>
        <a:bodyPr/>
        <a:lstStyle/>
        <a:p>
          <a:r>
            <a:rPr lang="en-AU"/>
            <a:t>Future Exchange Design</a:t>
          </a:r>
        </a:p>
      </dgm:t>
    </dgm:pt>
    <dgm:pt modelId="{76D43298-E637-47C2-9FC8-FB08E7161D0E}" type="parTrans" cxnId="{960B02B4-E483-4A51-B93B-FBB79E12A2CA}">
      <dgm:prSet/>
      <dgm:spPr/>
      <dgm:t>
        <a:bodyPr/>
        <a:lstStyle/>
        <a:p>
          <a:endParaRPr lang="en-AU"/>
        </a:p>
      </dgm:t>
    </dgm:pt>
    <dgm:pt modelId="{FCD90318-5CCA-497C-BA0B-EDA3216690AC}" type="sibTrans" cxnId="{960B02B4-E483-4A51-B93B-FBB79E12A2CA}">
      <dgm:prSet/>
      <dgm:spPr/>
      <dgm:t>
        <a:bodyPr/>
        <a:lstStyle/>
        <a:p>
          <a:endParaRPr lang="en-AU"/>
        </a:p>
      </dgm:t>
    </dgm:pt>
    <dgm:pt modelId="{7036A3B9-3318-42CA-A814-158F0EEF419F}">
      <dgm:prSet phldrT="[Text]" phldr="0"/>
      <dgm:spPr>
        <a:solidFill>
          <a:schemeClr val="bg2">
            <a:lumMod val="75000"/>
          </a:schemeClr>
        </a:solidFill>
      </dgm:spPr>
      <dgm:t>
        <a:bodyPr/>
        <a:lstStyle/>
        <a:p>
          <a:r>
            <a:rPr lang="en-AU"/>
            <a:t>NHVR Integration Services</a:t>
          </a:r>
        </a:p>
      </dgm:t>
    </dgm:pt>
    <dgm:pt modelId="{009F6970-0FD7-45CD-B617-86E57BB37476}" type="parTrans" cxnId="{F4C6FF49-3EE5-4D43-AD05-8D59706A3B83}">
      <dgm:prSet/>
      <dgm:spPr/>
      <dgm:t>
        <a:bodyPr/>
        <a:lstStyle/>
        <a:p>
          <a:endParaRPr lang="en-AU"/>
        </a:p>
      </dgm:t>
    </dgm:pt>
    <dgm:pt modelId="{181F456C-6D18-4865-9C35-848E9262059C}" type="sibTrans" cxnId="{F4C6FF49-3EE5-4D43-AD05-8D59706A3B83}">
      <dgm:prSet/>
      <dgm:spPr/>
      <dgm:t>
        <a:bodyPr/>
        <a:lstStyle/>
        <a:p>
          <a:endParaRPr lang="en-AU"/>
        </a:p>
      </dgm:t>
    </dgm:pt>
    <dgm:pt modelId="{7B3E0B53-01B6-4C8D-A130-947CBE3E34E7}">
      <dgm:prSet phldrT="[Text]" phldr="0"/>
      <dgm:spPr>
        <a:solidFill>
          <a:schemeClr val="bg2">
            <a:lumMod val="75000"/>
          </a:schemeClr>
        </a:solidFill>
      </dgm:spPr>
      <dgm:t>
        <a:bodyPr/>
        <a:lstStyle/>
        <a:p>
          <a:r>
            <a:rPr lang="en-AU"/>
            <a:t>Compliance Validation</a:t>
          </a:r>
        </a:p>
      </dgm:t>
    </dgm:pt>
    <dgm:pt modelId="{D58FABA9-25F9-4D1A-96CD-91A88990A61E}" type="parTrans" cxnId="{363E2D3C-9952-4E44-B088-B07342E332A2}">
      <dgm:prSet/>
      <dgm:spPr/>
      <dgm:t>
        <a:bodyPr/>
        <a:lstStyle/>
        <a:p>
          <a:endParaRPr lang="en-AU"/>
        </a:p>
      </dgm:t>
    </dgm:pt>
    <dgm:pt modelId="{1B20C758-5E19-4A48-BA50-30DFE545CD77}" type="sibTrans" cxnId="{363E2D3C-9952-4E44-B088-B07342E332A2}">
      <dgm:prSet/>
      <dgm:spPr/>
      <dgm:t>
        <a:bodyPr/>
        <a:lstStyle/>
        <a:p>
          <a:endParaRPr lang="en-AU"/>
        </a:p>
      </dgm:t>
    </dgm:pt>
    <dgm:pt modelId="{4D6BB9F9-BB34-4A96-A6BE-0B616E8E8AFB}">
      <dgm:prSet phldrT="[Text]" phldr="0"/>
      <dgm:spPr>
        <a:solidFill>
          <a:schemeClr val="bg2">
            <a:lumMod val="75000"/>
          </a:schemeClr>
        </a:solidFill>
      </dgm:spPr>
      <dgm:t>
        <a:bodyPr/>
        <a:lstStyle/>
        <a:p>
          <a:r>
            <a:rPr lang="en-AU"/>
            <a:t>Regulatory Assessment</a:t>
          </a:r>
        </a:p>
      </dgm:t>
    </dgm:pt>
    <dgm:pt modelId="{D10EF9F4-07C9-498F-8DD2-5931240CA024}" type="parTrans" cxnId="{AB1B4C89-3E38-4A45-B514-400ECB1D77B6}">
      <dgm:prSet/>
      <dgm:spPr/>
      <dgm:t>
        <a:bodyPr/>
        <a:lstStyle/>
        <a:p>
          <a:endParaRPr lang="en-AU"/>
        </a:p>
      </dgm:t>
    </dgm:pt>
    <dgm:pt modelId="{30080594-100B-41AA-A75D-40B51827AB0F}" type="sibTrans" cxnId="{AB1B4C89-3E38-4A45-B514-400ECB1D77B6}">
      <dgm:prSet/>
      <dgm:spPr/>
      <dgm:t>
        <a:bodyPr/>
        <a:lstStyle/>
        <a:p>
          <a:endParaRPr lang="en-AU"/>
        </a:p>
      </dgm:t>
    </dgm:pt>
    <dgm:pt modelId="{F58DCB0F-1652-4E33-ABB4-B0BF809BD356}">
      <dgm:prSet phldrT="[Text]" phldr="0"/>
      <dgm:spPr>
        <a:solidFill>
          <a:schemeClr val="bg2">
            <a:lumMod val="75000"/>
          </a:schemeClr>
        </a:solidFill>
      </dgm:spPr>
      <dgm:t>
        <a:bodyPr/>
        <a:lstStyle/>
        <a:p>
          <a:r>
            <a:rPr lang="en-AU"/>
            <a:t>Partner Assessment</a:t>
          </a:r>
        </a:p>
      </dgm:t>
    </dgm:pt>
    <dgm:pt modelId="{A6E4A57E-4F06-4136-B951-431FB4BF2B91}" type="parTrans" cxnId="{2DE6E5C3-8897-4ACD-A86D-77D5C4CBB6B7}">
      <dgm:prSet/>
      <dgm:spPr/>
      <dgm:t>
        <a:bodyPr/>
        <a:lstStyle/>
        <a:p>
          <a:endParaRPr lang="en-AU"/>
        </a:p>
      </dgm:t>
    </dgm:pt>
    <dgm:pt modelId="{4507C06B-2F37-428E-96FF-E538246AC007}" type="sibTrans" cxnId="{2DE6E5C3-8897-4ACD-A86D-77D5C4CBB6B7}">
      <dgm:prSet/>
      <dgm:spPr/>
      <dgm:t>
        <a:bodyPr/>
        <a:lstStyle/>
        <a:p>
          <a:endParaRPr lang="en-AU"/>
        </a:p>
      </dgm:t>
    </dgm:pt>
    <dgm:pt modelId="{97626179-7316-43B9-AF53-A2BBD2ED3A41}">
      <dgm:prSet phldrT="[Text]" phldr="0"/>
      <dgm:spPr>
        <a:solidFill>
          <a:schemeClr val="bg2">
            <a:lumMod val="75000"/>
          </a:schemeClr>
        </a:solidFill>
      </dgm:spPr>
      <dgm:t>
        <a:bodyPr/>
        <a:lstStyle/>
        <a:p>
          <a:r>
            <a:rPr lang="en-AU"/>
            <a:t>Future Exchange Design</a:t>
          </a:r>
        </a:p>
      </dgm:t>
    </dgm:pt>
    <dgm:pt modelId="{CC8256DA-36B8-4020-AB0C-DB3F6ED7F2F3}" type="parTrans" cxnId="{3D3BEF26-9FD6-4EE8-A70E-4EF690D62482}">
      <dgm:prSet/>
      <dgm:spPr/>
      <dgm:t>
        <a:bodyPr/>
        <a:lstStyle/>
        <a:p>
          <a:endParaRPr lang="en-AU"/>
        </a:p>
      </dgm:t>
    </dgm:pt>
    <dgm:pt modelId="{9BBA01F3-DB19-4D9B-92A9-AD92FC3D9EDF}" type="sibTrans" cxnId="{3D3BEF26-9FD6-4EE8-A70E-4EF690D62482}">
      <dgm:prSet/>
      <dgm:spPr/>
      <dgm:t>
        <a:bodyPr/>
        <a:lstStyle/>
        <a:p>
          <a:endParaRPr lang="en-AU"/>
        </a:p>
      </dgm:t>
    </dgm:pt>
    <dgm:pt modelId="{64A1F72D-FD9C-4BB8-ADDA-C1E53BDE6E12}">
      <dgm:prSet phldrT="[Text]" phldr="0"/>
      <dgm:spPr>
        <a:solidFill>
          <a:schemeClr val="bg2">
            <a:lumMod val="75000"/>
          </a:schemeClr>
        </a:solidFill>
      </dgm:spPr>
      <dgm:t>
        <a:bodyPr/>
        <a:lstStyle/>
        <a:p>
          <a:r>
            <a:rPr lang="en-AU"/>
            <a:t>Exchange Services</a:t>
          </a:r>
        </a:p>
      </dgm:t>
    </dgm:pt>
    <dgm:pt modelId="{FEA8C848-75CE-4B6A-8611-7841855B0E52}" type="parTrans" cxnId="{C28D2656-9EE9-42F4-9922-A4AC25A64CA3}">
      <dgm:prSet/>
      <dgm:spPr/>
      <dgm:t>
        <a:bodyPr/>
        <a:lstStyle/>
        <a:p>
          <a:endParaRPr lang="en-AU"/>
        </a:p>
      </dgm:t>
    </dgm:pt>
    <dgm:pt modelId="{A61BDCE4-4D5C-498C-A64F-EB43F75FE165}" type="sibTrans" cxnId="{C28D2656-9EE9-42F4-9922-A4AC25A64CA3}">
      <dgm:prSet/>
      <dgm:spPr/>
      <dgm:t>
        <a:bodyPr/>
        <a:lstStyle/>
        <a:p>
          <a:endParaRPr lang="en-AU"/>
        </a:p>
      </dgm:t>
    </dgm:pt>
    <dgm:pt modelId="{2C5BAA72-8327-42CA-BC23-B76E24B4E859}">
      <dgm:prSet phldrT="[Text]" phldr="0"/>
      <dgm:spPr>
        <a:solidFill>
          <a:schemeClr val="bg2">
            <a:lumMod val="75000"/>
          </a:schemeClr>
        </a:solidFill>
      </dgm:spPr>
      <dgm:t>
        <a:bodyPr/>
        <a:lstStyle/>
        <a:p>
          <a:r>
            <a:rPr lang="en-AU"/>
            <a:t>Partner Migration</a:t>
          </a:r>
        </a:p>
      </dgm:t>
    </dgm:pt>
    <dgm:pt modelId="{724DBF7C-ACCC-48F2-BA44-C84D9D47100A}" type="parTrans" cxnId="{BE98EEB0-7AD7-46EE-8D10-5E8E2B813169}">
      <dgm:prSet/>
      <dgm:spPr/>
      <dgm:t>
        <a:bodyPr/>
        <a:lstStyle/>
        <a:p>
          <a:endParaRPr lang="en-AU"/>
        </a:p>
      </dgm:t>
    </dgm:pt>
    <dgm:pt modelId="{7C191F9D-2C2C-474D-BF7E-49EE34E17993}" type="sibTrans" cxnId="{BE98EEB0-7AD7-46EE-8D10-5E8E2B813169}">
      <dgm:prSet/>
      <dgm:spPr/>
      <dgm:t>
        <a:bodyPr/>
        <a:lstStyle/>
        <a:p>
          <a:endParaRPr lang="en-AU"/>
        </a:p>
      </dgm:t>
    </dgm:pt>
    <dgm:pt modelId="{0ECF3338-7D2D-4AA1-91AE-D87E6F776C5D}">
      <dgm:prSet phldrT="[Text]" phldr="0"/>
      <dgm:spPr>
        <a:solidFill>
          <a:schemeClr val="bg2">
            <a:lumMod val="75000"/>
          </a:schemeClr>
        </a:solidFill>
      </dgm:spPr>
      <dgm:t>
        <a:bodyPr/>
        <a:lstStyle/>
        <a:p>
          <a:r>
            <a:rPr lang="en-AU"/>
            <a:t>Service Assessment</a:t>
          </a:r>
        </a:p>
      </dgm:t>
    </dgm:pt>
    <dgm:pt modelId="{55A908E2-D71C-4AFA-B6BB-04FEDD56A803}" type="parTrans" cxnId="{9EBAE14C-858E-40DB-B28B-26A6C3267D44}">
      <dgm:prSet/>
      <dgm:spPr/>
      <dgm:t>
        <a:bodyPr/>
        <a:lstStyle/>
        <a:p>
          <a:endParaRPr lang="en-AU"/>
        </a:p>
      </dgm:t>
    </dgm:pt>
    <dgm:pt modelId="{4288C6AF-1070-46FA-9070-43898FB2BF4E}" type="sibTrans" cxnId="{9EBAE14C-858E-40DB-B28B-26A6C3267D44}">
      <dgm:prSet/>
      <dgm:spPr/>
      <dgm:t>
        <a:bodyPr/>
        <a:lstStyle/>
        <a:p>
          <a:endParaRPr lang="en-AU"/>
        </a:p>
      </dgm:t>
    </dgm:pt>
    <dgm:pt modelId="{55BA3BE3-9737-4499-9DB2-20F8FC9BAA21}">
      <dgm:prSet phldrT="[Text]" phldr="0"/>
      <dgm:spPr>
        <a:solidFill>
          <a:schemeClr val="bg2">
            <a:lumMod val="75000"/>
          </a:schemeClr>
        </a:solidFill>
      </dgm:spPr>
      <dgm:t>
        <a:bodyPr/>
        <a:lstStyle/>
        <a:p>
          <a:r>
            <a:rPr lang="en-AU"/>
            <a:t>Interface Services</a:t>
          </a:r>
        </a:p>
      </dgm:t>
    </dgm:pt>
    <dgm:pt modelId="{29818013-F89F-4387-A82B-3E16BE7EF2FC}" type="parTrans" cxnId="{095CE84F-A02A-4D4E-9DC1-C5DC9C7CA449}">
      <dgm:prSet/>
      <dgm:spPr/>
      <dgm:t>
        <a:bodyPr/>
        <a:lstStyle/>
        <a:p>
          <a:endParaRPr lang="en-AU"/>
        </a:p>
      </dgm:t>
    </dgm:pt>
    <dgm:pt modelId="{0B3EDBD7-3BB9-4550-B174-A35A0A7C1E50}" type="sibTrans" cxnId="{095CE84F-A02A-4D4E-9DC1-C5DC9C7CA449}">
      <dgm:prSet/>
      <dgm:spPr/>
      <dgm:t>
        <a:bodyPr/>
        <a:lstStyle/>
        <a:p>
          <a:endParaRPr lang="en-AU"/>
        </a:p>
      </dgm:t>
    </dgm:pt>
    <dgm:pt modelId="{CE01B670-1EEA-4848-90D3-DFD1C7C7F55F}" type="pres">
      <dgm:prSet presAssocID="{DBEA68D6-E158-4934-BAF2-CD3B153353BA}" presName="hierChild1" presStyleCnt="0">
        <dgm:presLayoutVars>
          <dgm:orgChart val="1"/>
          <dgm:chPref val="1"/>
          <dgm:dir/>
          <dgm:animOne val="branch"/>
          <dgm:animLvl val="lvl"/>
          <dgm:resizeHandles/>
        </dgm:presLayoutVars>
      </dgm:prSet>
      <dgm:spPr/>
    </dgm:pt>
    <dgm:pt modelId="{3AF247A6-5907-446E-AA6F-4BAC28FD9F2C}" type="pres">
      <dgm:prSet presAssocID="{10A0EA3D-3AD4-4A16-AC66-3525B6400D15}" presName="hierRoot1" presStyleCnt="0">
        <dgm:presLayoutVars>
          <dgm:hierBranch val="init"/>
        </dgm:presLayoutVars>
      </dgm:prSet>
      <dgm:spPr/>
    </dgm:pt>
    <dgm:pt modelId="{FB8CCF8C-63A8-4B00-B8C6-A24AC6552628}" type="pres">
      <dgm:prSet presAssocID="{10A0EA3D-3AD4-4A16-AC66-3525B6400D15}" presName="rootComposite1" presStyleCnt="0"/>
      <dgm:spPr/>
    </dgm:pt>
    <dgm:pt modelId="{248530AC-F178-403E-A897-42E299E5ED21}" type="pres">
      <dgm:prSet presAssocID="{10A0EA3D-3AD4-4A16-AC66-3525B6400D15}" presName="rootText1" presStyleLbl="node0" presStyleIdx="0" presStyleCnt="1" custScaleX="1496874" custScaleY="232038">
        <dgm:presLayoutVars>
          <dgm:chPref val="3"/>
        </dgm:presLayoutVars>
      </dgm:prSet>
      <dgm:spPr/>
    </dgm:pt>
    <dgm:pt modelId="{BD047E60-9F9C-4B43-B9EF-1A7F5A8327BA}" type="pres">
      <dgm:prSet presAssocID="{10A0EA3D-3AD4-4A16-AC66-3525B6400D15}" presName="rootConnector1" presStyleLbl="node1" presStyleIdx="0" presStyleCnt="0"/>
      <dgm:spPr/>
    </dgm:pt>
    <dgm:pt modelId="{9098D234-D388-4106-B539-B7C38DD6D81C}" type="pres">
      <dgm:prSet presAssocID="{10A0EA3D-3AD4-4A16-AC66-3525B6400D15}" presName="hierChild2" presStyleCnt="0"/>
      <dgm:spPr/>
    </dgm:pt>
    <dgm:pt modelId="{A6E2B9B1-B808-4C3E-9CA4-FDBFEB7C6E12}" type="pres">
      <dgm:prSet presAssocID="{691118F6-AAF5-40E0-AD6D-235FADC018C0}" presName="Name37" presStyleLbl="parChTrans1D2" presStyleIdx="0" presStyleCnt="3"/>
      <dgm:spPr/>
    </dgm:pt>
    <dgm:pt modelId="{842694ED-63FE-41F5-8205-A2D2ED7AB622}" type="pres">
      <dgm:prSet presAssocID="{92162928-B373-4802-B988-4C318FAE4B4C}" presName="hierRoot2" presStyleCnt="0">
        <dgm:presLayoutVars>
          <dgm:hierBranch val="init"/>
        </dgm:presLayoutVars>
      </dgm:prSet>
      <dgm:spPr/>
    </dgm:pt>
    <dgm:pt modelId="{156B7B81-9C4B-4435-88FA-61CD1E94F7AC}" type="pres">
      <dgm:prSet presAssocID="{92162928-B373-4802-B988-4C318FAE4B4C}" presName="rootComposite" presStyleCnt="0"/>
      <dgm:spPr/>
    </dgm:pt>
    <dgm:pt modelId="{E053A169-9C0A-4979-A9C3-739101C47B4F}" type="pres">
      <dgm:prSet presAssocID="{92162928-B373-4802-B988-4C318FAE4B4C}" presName="rootText" presStyleLbl="node2" presStyleIdx="0" presStyleCnt="3" custScaleX="576808">
        <dgm:presLayoutVars>
          <dgm:chPref val="3"/>
        </dgm:presLayoutVars>
      </dgm:prSet>
      <dgm:spPr/>
    </dgm:pt>
    <dgm:pt modelId="{38710617-AD94-492E-877A-67DEA8A29246}" type="pres">
      <dgm:prSet presAssocID="{92162928-B373-4802-B988-4C318FAE4B4C}" presName="rootConnector" presStyleLbl="node2" presStyleIdx="0" presStyleCnt="3"/>
      <dgm:spPr/>
    </dgm:pt>
    <dgm:pt modelId="{EE25FEE9-C0A4-43A3-BC29-09C1DC02735B}" type="pres">
      <dgm:prSet presAssocID="{92162928-B373-4802-B988-4C318FAE4B4C}" presName="hierChild4" presStyleCnt="0"/>
      <dgm:spPr/>
    </dgm:pt>
    <dgm:pt modelId="{EDFF0DCF-8733-4B5E-925F-FB7A26254795}" type="pres">
      <dgm:prSet presAssocID="{B3C76091-5368-4912-B5FF-0AD3F30CA124}" presName="Name37" presStyleLbl="parChTrans1D3" presStyleIdx="0" presStyleCnt="12"/>
      <dgm:spPr/>
    </dgm:pt>
    <dgm:pt modelId="{4E75635F-BF0A-40EC-B20D-25ADDAA1BDB8}" type="pres">
      <dgm:prSet presAssocID="{0A6D5C0B-A1BF-41BD-AA8D-43F936D399EA}" presName="hierRoot2" presStyleCnt="0">
        <dgm:presLayoutVars>
          <dgm:hierBranch val="init"/>
        </dgm:presLayoutVars>
      </dgm:prSet>
      <dgm:spPr/>
    </dgm:pt>
    <dgm:pt modelId="{B9E03E8B-7B90-4AD1-B84D-7E27F2A1AA3A}" type="pres">
      <dgm:prSet presAssocID="{0A6D5C0B-A1BF-41BD-AA8D-43F936D399EA}" presName="rootComposite" presStyleCnt="0"/>
      <dgm:spPr/>
    </dgm:pt>
    <dgm:pt modelId="{A16E3FA9-1B5B-46B1-AE9C-23AA6716D2DC}" type="pres">
      <dgm:prSet presAssocID="{0A6D5C0B-A1BF-41BD-AA8D-43F936D399EA}" presName="rootText" presStyleLbl="node3" presStyleIdx="0" presStyleCnt="12">
        <dgm:presLayoutVars>
          <dgm:chPref val="3"/>
        </dgm:presLayoutVars>
      </dgm:prSet>
      <dgm:spPr/>
    </dgm:pt>
    <dgm:pt modelId="{A0AC0E93-74DD-412D-8618-C5AD8E644AE4}" type="pres">
      <dgm:prSet presAssocID="{0A6D5C0B-A1BF-41BD-AA8D-43F936D399EA}" presName="rootConnector" presStyleLbl="node3" presStyleIdx="0" presStyleCnt="12"/>
      <dgm:spPr/>
    </dgm:pt>
    <dgm:pt modelId="{090B3B2D-5D85-4F10-AE97-111017870F80}" type="pres">
      <dgm:prSet presAssocID="{0A6D5C0B-A1BF-41BD-AA8D-43F936D399EA}" presName="hierChild4" presStyleCnt="0"/>
      <dgm:spPr/>
    </dgm:pt>
    <dgm:pt modelId="{E6D379AB-808F-433C-8637-9672B736FC85}" type="pres">
      <dgm:prSet presAssocID="{1D5038B6-D740-4968-84E4-386AC3BBCFF1}" presName="Name37" presStyleLbl="parChTrans1D4" presStyleIdx="0" presStyleCnt="23"/>
      <dgm:spPr/>
    </dgm:pt>
    <dgm:pt modelId="{74D9B382-8202-45C5-9E1D-418BDC6462C6}" type="pres">
      <dgm:prSet presAssocID="{2392570D-CD25-4402-BDB1-6247EC5CB26B}" presName="hierRoot2" presStyleCnt="0">
        <dgm:presLayoutVars>
          <dgm:hierBranch val="init"/>
        </dgm:presLayoutVars>
      </dgm:prSet>
      <dgm:spPr/>
    </dgm:pt>
    <dgm:pt modelId="{F33915B8-3969-48DB-9B0D-5820254E1908}" type="pres">
      <dgm:prSet presAssocID="{2392570D-CD25-4402-BDB1-6247EC5CB26B}" presName="rootComposite" presStyleCnt="0"/>
      <dgm:spPr/>
    </dgm:pt>
    <dgm:pt modelId="{6E7DBB0A-C00C-414A-8A83-F2ADB94F72A6}" type="pres">
      <dgm:prSet presAssocID="{2392570D-CD25-4402-BDB1-6247EC5CB26B}" presName="rootText" presStyleLbl="node4" presStyleIdx="0" presStyleCnt="23">
        <dgm:presLayoutVars>
          <dgm:chPref val="3"/>
        </dgm:presLayoutVars>
      </dgm:prSet>
      <dgm:spPr/>
    </dgm:pt>
    <dgm:pt modelId="{008E1232-9848-4D9A-BFFD-D6AECFAE0954}" type="pres">
      <dgm:prSet presAssocID="{2392570D-CD25-4402-BDB1-6247EC5CB26B}" presName="rootConnector" presStyleLbl="node4" presStyleIdx="0" presStyleCnt="23"/>
      <dgm:spPr/>
    </dgm:pt>
    <dgm:pt modelId="{BCF5548B-6290-4F2D-B14C-F05E8AF56BB5}" type="pres">
      <dgm:prSet presAssocID="{2392570D-CD25-4402-BDB1-6247EC5CB26B}" presName="hierChild4" presStyleCnt="0"/>
      <dgm:spPr/>
    </dgm:pt>
    <dgm:pt modelId="{DF89B64B-E4DE-4F34-AC15-B59778846679}" type="pres">
      <dgm:prSet presAssocID="{5BE4EC25-C7C3-4D45-AE92-5E362FECCEEC}" presName="Name37" presStyleLbl="parChTrans1D4" presStyleIdx="1" presStyleCnt="23"/>
      <dgm:spPr/>
    </dgm:pt>
    <dgm:pt modelId="{93831BB1-EDFF-4987-AE57-38F949DE9F6B}" type="pres">
      <dgm:prSet presAssocID="{EA38C552-3B7E-409A-8B38-5CE110FC9A3B}" presName="hierRoot2" presStyleCnt="0">
        <dgm:presLayoutVars>
          <dgm:hierBranch val="init"/>
        </dgm:presLayoutVars>
      </dgm:prSet>
      <dgm:spPr/>
    </dgm:pt>
    <dgm:pt modelId="{8C10E91B-E871-4BF1-9E20-CC17523B8FE3}" type="pres">
      <dgm:prSet presAssocID="{EA38C552-3B7E-409A-8B38-5CE110FC9A3B}" presName="rootComposite" presStyleCnt="0"/>
      <dgm:spPr/>
    </dgm:pt>
    <dgm:pt modelId="{E95F9E51-5B45-4FE5-AC16-E249DCC7718A}" type="pres">
      <dgm:prSet presAssocID="{EA38C552-3B7E-409A-8B38-5CE110FC9A3B}" presName="rootText" presStyleLbl="node4" presStyleIdx="1" presStyleCnt="23">
        <dgm:presLayoutVars>
          <dgm:chPref val="3"/>
        </dgm:presLayoutVars>
      </dgm:prSet>
      <dgm:spPr/>
    </dgm:pt>
    <dgm:pt modelId="{F4C4ECBA-D021-45BC-80C1-5AEA8EFB2ADA}" type="pres">
      <dgm:prSet presAssocID="{EA38C552-3B7E-409A-8B38-5CE110FC9A3B}" presName="rootConnector" presStyleLbl="node4" presStyleIdx="1" presStyleCnt="23"/>
      <dgm:spPr/>
    </dgm:pt>
    <dgm:pt modelId="{4C5A2F06-3039-420A-A31F-7451C2C14C53}" type="pres">
      <dgm:prSet presAssocID="{EA38C552-3B7E-409A-8B38-5CE110FC9A3B}" presName="hierChild4" presStyleCnt="0"/>
      <dgm:spPr/>
    </dgm:pt>
    <dgm:pt modelId="{26C07A88-471F-42A7-B45D-3AD492B2FBC8}" type="pres">
      <dgm:prSet presAssocID="{EA38C552-3B7E-409A-8B38-5CE110FC9A3B}" presName="hierChild5" presStyleCnt="0"/>
      <dgm:spPr/>
    </dgm:pt>
    <dgm:pt modelId="{4E9A2494-3D7F-439F-B9B6-5A1885E67B14}" type="pres">
      <dgm:prSet presAssocID="{2C11FCC0-2AC6-4D38-89B2-6A04AC9AB4E2}" presName="Name37" presStyleLbl="parChTrans1D4" presStyleIdx="2" presStyleCnt="23"/>
      <dgm:spPr/>
    </dgm:pt>
    <dgm:pt modelId="{EB9EBAE7-A4B1-49EF-8DF9-A932534D4735}" type="pres">
      <dgm:prSet presAssocID="{3B9A5A33-3767-46C8-8D06-7C423B1BE002}" presName="hierRoot2" presStyleCnt="0">
        <dgm:presLayoutVars>
          <dgm:hierBranch val="init"/>
        </dgm:presLayoutVars>
      </dgm:prSet>
      <dgm:spPr/>
    </dgm:pt>
    <dgm:pt modelId="{59BFFBA0-47ED-41CA-AC36-80E40C74C59E}" type="pres">
      <dgm:prSet presAssocID="{3B9A5A33-3767-46C8-8D06-7C423B1BE002}" presName="rootComposite" presStyleCnt="0"/>
      <dgm:spPr/>
    </dgm:pt>
    <dgm:pt modelId="{A468C6A1-170D-4034-A198-F7D9507CBDF4}" type="pres">
      <dgm:prSet presAssocID="{3B9A5A33-3767-46C8-8D06-7C423B1BE002}" presName="rootText" presStyleLbl="node4" presStyleIdx="2" presStyleCnt="23">
        <dgm:presLayoutVars>
          <dgm:chPref val="3"/>
        </dgm:presLayoutVars>
      </dgm:prSet>
      <dgm:spPr/>
    </dgm:pt>
    <dgm:pt modelId="{576D4FB6-6474-426E-A330-798455D2DB3A}" type="pres">
      <dgm:prSet presAssocID="{3B9A5A33-3767-46C8-8D06-7C423B1BE002}" presName="rootConnector" presStyleLbl="node4" presStyleIdx="2" presStyleCnt="23"/>
      <dgm:spPr/>
    </dgm:pt>
    <dgm:pt modelId="{D89921C1-7F33-4133-AC1C-88AEB7E1B106}" type="pres">
      <dgm:prSet presAssocID="{3B9A5A33-3767-46C8-8D06-7C423B1BE002}" presName="hierChild4" presStyleCnt="0"/>
      <dgm:spPr/>
    </dgm:pt>
    <dgm:pt modelId="{6F1122A1-8357-46F9-9373-14E601A7BCFC}" type="pres">
      <dgm:prSet presAssocID="{3B9A5A33-3767-46C8-8D06-7C423B1BE002}" presName="hierChild5" presStyleCnt="0"/>
      <dgm:spPr/>
    </dgm:pt>
    <dgm:pt modelId="{D6DF1890-01CD-443B-BCB9-1CB87035EF67}" type="pres">
      <dgm:prSet presAssocID="{2392570D-CD25-4402-BDB1-6247EC5CB26B}" presName="hierChild5" presStyleCnt="0"/>
      <dgm:spPr/>
    </dgm:pt>
    <dgm:pt modelId="{B7F7EB2F-DA8E-48B8-A896-F492E37D849B}" type="pres">
      <dgm:prSet presAssocID="{AADEA549-1AF2-4136-A906-C6E1053877B8}" presName="Name37" presStyleLbl="parChTrans1D4" presStyleIdx="3" presStyleCnt="23"/>
      <dgm:spPr/>
    </dgm:pt>
    <dgm:pt modelId="{C8D1D7BD-3DFC-448F-9815-B96CF5C5FA7A}" type="pres">
      <dgm:prSet presAssocID="{3BD99E24-5469-4178-99D5-D243F5471843}" presName="hierRoot2" presStyleCnt="0">
        <dgm:presLayoutVars>
          <dgm:hierBranch val="init"/>
        </dgm:presLayoutVars>
      </dgm:prSet>
      <dgm:spPr/>
    </dgm:pt>
    <dgm:pt modelId="{0372C0A8-1B0F-4F2E-B2D1-23290BBBB19C}" type="pres">
      <dgm:prSet presAssocID="{3BD99E24-5469-4178-99D5-D243F5471843}" presName="rootComposite" presStyleCnt="0"/>
      <dgm:spPr/>
    </dgm:pt>
    <dgm:pt modelId="{9A2CF599-5AAF-4487-B9EA-336E91E68094}" type="pres">
      <dgm:prSet presAssocID="{3BD99E24-5469-4178-99D5-D243F5471843}" presName="rootText" presStyleLbl="node4" presStyleIdx="3" presStyleCnt="23">
        <dgm:presLayoutVars>
          <dgm:chPref val="3"/>
        </dgm:presLayoutVars>
      </dgm:prSet>
      <dgm:spPr/>
    </dgm:pt>
    <dgm:pt modelId="{448B29B5-8575-42BE-87FF-DE2A9D35AF33}" type="pres">
      <dgm:prSet presAssocID="{3BD99E24-5469-4178-99D5-D243F5471843}" presName="rootConnector" presStyleLbl="node4" presStyleIdx="3" presStyleCnt="23"/>
      <dgm:spPr/>
    </dgm:pt>
    <dgm:pt modelId="{CAFDC0CF-9D66-43E1-8E33-64888DCE2B5B}" type="pres">
      <dgm:prSet presAssocID="{3BD99E24-5469-4178-99D5-D243F5471843}" presName="hierChild4" presStyleCnt="0"/>
      <dgm:spPr/>
    </dgm:pt>
    <dgm:pt modelId="{DC078AA1-CB4E-4689-B777-FD54DDE866CA}" type="pres">
      <dgm:prSet presAssocID="{A3DDB020-C749-41D1-9319-837467C28824}" presName="Name37" presStyleLbl="parChTrans1D4" presStyleIdx="4" presStyleCnt="23"/>
      <dgm:spPr/>
    </dgm:pt>
    <dgm:pt modelId="{4BFE58A2-8957-4CB3-BBFA-932C61278061}" type="pres">
      <dgm:prSet presAssocID="{F91D6C10-6CEF-4634-95F9-D6E39921BC32}" presName="hierRoot2" presStyleCnt="0">
        <dgm:presLayoutVars>
          <dgm:hierBranch val="init"/>
        </dgm:presLayoutVars>
      </dgm:prSet>
      <dgm:spPr/>
    </dgm:pt>
    <dgm:pt modelId="{777E423E-8386-4ECB-A57E-ECF838CFE9E6}" type="pres">
      <dgm:prSet presAssocID="{F91D6C10-6CEF-4634-95F9-D6E39921BC32}" presName="rootComposite" presStyleCnt="0"/>
      <dgm:spPr/>
    </dgm:pt>
    <dgm:pt modelId="{0B087DF1-E7FC-4C26-8196-78C2E4BD2DBF}" type="pres">
      <dgm:prSet presAssocID="{F91D6C10-6CEF-4634-95F9-D6E39921BC32}" presName="rootText" presStyleLbl="node4" presStyleIdx="4" presStyleCnt="23">
        <dgm:presLayoutVars>
          <dgm:chPref val="3"/>
        </dgm:presLayoutVars>
      </dgm:prSet>
      <dgm:spPr/>
    </dgm:pt>
    <dgm:pt modelId="{B110F7BD-1CD5-4DEE-8020-2FAAAB7901B8}" type="pres">
      <dgm:prSet presAssocID="{F91D6C10-6CEF-4634-95F9-D6E39921BC32}" presName="rootConnector" presStyleLbl="node4" presStyleIdx="4" presStyleCnt="23"/>
      <dgm:spPr/>
    </dgm:pt>
    <dgm:pt modelId="{3E5E64C7-C2D6-4C05-BA10-613DBF0CB43E}" type="pres">
      <dgm:prSet presAssocID="{F91D6C10-6CEF-4634-95F9-D6E39921BC32}" presName="hierChild4" presStyleCnt="0"/>
      <dgm:spPr/>
    </dgm:pt>
    <dgm:pt modelId="{393B8765-41BA-4238-B114-D82F381740C4}" type="pres">
      <dgm:prSet presAssocID="{F91D6C10-6CEF-4634-95F9-D6E39921BC32}" presName="hierChild5" presStyleCnt="0"/>
      <dgm:spPr/>
    </dgm:pt>
    <dgm:pt modelId="{06A77555-F37B-456F-934C-6F05D1ACE144}" type="pres">
      <dgm:prSet presAssocID="{DFE2D782-0257-4517-B133-0177D0E75005}" presName="Name37" presStyleLbl="parChTrans1D4" presStyleIdx="5" presStyleCnt="23"/>
      <dgm:spPr/>
    </dgm:pt>
    <dgm:pt modelId="{C0591514-0F6B-4724-BD35-3D309EBA6517}" type="pres">
      <dgm:prSet presAssocID="{8FFC1D3C-564F-4507-8928-61EDD49E4D7D}" presName="hierRoot2" presStyleCnt="0">
        <dgm:presLayoutVars>
          <dgm:hierBranch val="init"/>
        </dgm:presLayoutVars>
      </dgm:prSet>
      <dgm:spPr/>
    </dgm:pt>
    <dgm:pt modelId="{E64BBC55-8B20-465B-B789-AE0E837BC388}" type="pres">
      <dgm:prSet presAssocID="{8FFC1D3C-564F-4507-8928-61EDD49E4D7D}" presName="rootComposite" presStyleCnt="0"/>
      <dgm:spPr/>
    </dgm:pt>
    <dgm:pt modelId="{5FBC3CE6-8027-43C3-AE72-BCAD739134A8}" type="pres">
      <dgm:prSet presAssocID="{8FFC1D3C-564F-4507-8928-61EDD49E4D7D}" presName="rootText" presStyleLbl="node4" presStyleIdx="5" presStyleCnt="23">
        <dgm:presLayoutVars>
          <dgm:chPref val="3"/>
        </dgm:presLayoutVars>
      </dgm:prSet>
      <dgm:spPr/>
    </dgm:pt>
    <dgm:pt modelId="{2B794891-7256-4941-A3FA-B6DBBEF63F40}" type="pres">
      <dgm:prSet presAssocID="{8FFC1D3C-564F-4507-8928-61EDD49E4D7D}" presName="rootConnector" presStyleLbl="node4" presStyleIdx="5" presStyleCnt="23"/>
      <dgm:spPr/>
    </dgm:pt>
    <dgm:pt modelId="{4FCEA79B-02F2-4F15-97EE-8CE805F20066}" type="pres">
      <dgm:prSet presAssocID="{8FFC1D3C-564F-4507-8928-61EDD49E4D7D}" presName="hierChild4" presStyleCnt="0"/>
      <dgm:spPr/>
    </dgm:pt>
    <dgm:pt modelId="{FD5854AD-D58A-455A-9166-AEBB1AB7EE61}" type="pres">
      <dgm:prSet presAssocID="{8FFC1D3C-564F-4507-8928-61EDD49E4D7D}" presName="hierChild5" presStyleCnt="0"/>
      <dgm:spPr/>
    </dgm:pt>
    <dgm:pt modelId="{8F95CDDE-0D1D-41ED-8355-F014C7974E5F}" type="pres">
      <dgm:prSet presAssocID="{3BD99E24-5469-4178-99D5-D243F5471843}" presName="hierChild5" presStyleCnt="0"/>
      <dgm:spPr/>
    </dgm:pt>
    <dgm:pt modelId="{F845BA34-B5C8-4DB1-BA47-945D4ACC6234}" type="pres">
      <dgm:prSet presAssocID="{0A6D5C0B-A1BF-41BD-AA8D-43F936D399EA}" presName="hierChild5" presStyleCnt="0"/>
      <dgm:spPr/>
    </dgm:pt>
    <dgm:pt modelId="{0C643637-EDFE-49BD-B5A8-AE88869C5D90}" type="pres">
      <dgm:prSet presAssocID="{90EEE5FC-4D8C-4C57-962D-F0094DD26B86}" presName="Name37" presStyleLbl="parChTrans1D3" presStyleIdx="1" presStyleCnt="12"/>
      <dgm:spPr/>
    </dgm:pt>
    <dgm:pt modelId="{9518D3BC-6D28-4F5A-88EE-CF48F3ECA29A}" type="pres">
      <dgm:prSet presAssocID="{9DB61D50-F0AB-451D-BD44-A4B6966FFBEE}" presName="hierRoot2" presStyleCnt="0">
        <dgm:presLayoutVars>
          <dgm:hierBranch val="init"/>
        </dgm:presLayoutVars>
      </dgm:prSet>
      <dgm:spPr/>
    </dgm:pt>
    <dgm:pt modelId="{331E143E-FFAD-43DE-BD5B-57B51E4F360C}" type="pres">
      <dgm:prSet presAssocID="{9DB61D50-F0AB-451D-BD44-A4B6966FFBEE}" presName="rootComposite" presStyleCnt="0"/>
      <dgm:spPr/>
    </dgm:pt>
    <dgm:pt modelId="{310DBADD-A0A4-4250-B721-E330E444A769}" type="pres">
      <dgm:prSet presAssocID="{9DB61D50-F0AB-451D-BD44-A4B6966FFBEE}" presName="rootText" presStyleLbl="node3" presStyleIdx="1" presStyleCnt="12">
        <dgm:presLayoutVars>
          <dgm:chPref val="3"/>
        </dgm:presLayoutVars>
      </dgm:prSet>
      <dgm:spPr/>
    </dgm:pt>
    <dgm:pt modelId="{801901D6-0708-415A-923A-4E14C6479418}" type="pres">
      <dgm:prSet presAssocID="{9DB61D50-F0AB-451D-BD44-A4B6966FFBEE}" presName="rootConnector" presStyleLbl="node3" presStyleIdx="1" presStyleCnt="12"/>
      <dgm:spPr/>
    </dgm:pt>
    <dgm:pt modelId="{F050A5BB-6117-4AF1-957C-B67BF195469C}" type="pres">
      <dgm:prSet presAssocID="{9DB61D50-F0AB-451D-BD44-A4B6966FFBEE}" presName="hierChild4" presStyleCnt="0"/>
      <dgm:spPr/>
    </dgm:pt>
    <dgm:pt modelId="{158F41FA-7ABB-4CC9-8C3D-9EA9BC80A239}" type="pres">
      <dgm:prSet presAssocID="{C2A97DCE-34A6-4590-B361-EBED52B7B7B8}" presName="Name37" presStyleLbl="parChTrans1D4" presStyleIdx="6" presStyleCnt="23"/>
      <dgm:spPr/>
    </dgm:pt>
    <dgm:pt modelId="{C446C10C-7992-4CE7-AFF6-036DBDE011D5}" type="pres">
      <dgm:prSet presAssocID="{5B1E8577-4CF9-442E-A829-30D138CDF425}" presName="hierRoot2" presStyleCnt="0">
        <dgm:presLayoutVars>
          <dgm:hierBranch val="init"/>
        </dgm:presLayoutVars>
      </dgm:prSet>
      <dgm:spPr/>
    </dgm:pt>
    <dgm:pt modelId="{F583350C-8FF3-4269-80FC-4CFBD015ED83}" type="pres">
      <dgm:prSet presAssocID="{5B1E8577-4CF9-442E-A829-30D138CDF425}" presName="rootComposite" presStyleCnt="0"/>
      <dgm:spPr/>
    </dgm:pt>
    <dgm:pt modelId="{46CEB7EC-3CBA-4DF4-8264-BC9137079912}" type="pres">
      <dgm:prSet presAssocID="{5B1E8577-4CF9-442E-A829-30D138CDF425}" presName="rootText" presStyleLbl="node4" presStyleIdx="6" presStyleCnt="23">
        <dgm:presLayoutVars>
          <dgm:chPref val="3"/>
        </dgm:presLayoutVars>
      </dgm:prSet>
      <dgm:spPr/>
    </dgm:pt>
    <dgm:pt modelId="{CC1F989D-2EC2-4CEA-9562-8414B1D3E154}" type="pres">
      <dgm:prSet presAssocID="{5B1E8577-4CF9-442E-A829-30D138CDF425}" presName="rootConnector" presStyleLbl="node4" presStyleIdx="6" presStyleCnt="23"/>
      <dgm:spPr/>
    </dgm:pt>
    <dgm:pt modelId="{4B6CBDE1-727F-4256-BAE0-759A064D050F}" type="pres">
      <dgm:prSet presAssocID="{5B1E8577-4CF9-442E-A829-30D138CDF425}" presName="hierChild4" presStyleCnt="0"/>
      <dgm:spPr/>
    </dgm:pt>
    <dgm:pt modelId="{87FF85B9-9ACD-4A40-8577-B90B06647B75}" type="pres">
      <dgm:prSet presAssocID="{5B1E8577-4CF9-442E-A829-30D138CDF425}" presName="hierChild5" presStyleCnt="0"/>
      <dgm:spPr/>
    </dgm:pt>
    <dgm:pt modelId="{4F31F0DB-C7B0-4F53-B734-8D53BC0BF73E}" type="pres">
      <dgm:prSet presAssocID="{EEEE3A1A-DEC7-44B4-8694-D6EC9095A607}" presName="Name37" presStyleLbl="parChTrans1D4" presStyleIdx="7" presStyleCnt="23"/>
      <dgm:spPr/>
    </dgm:pt>
    <dgm:pt modelId="{823FBEA6-95ED-4734-8987-E96F58F42198}" type="pres">
      <dgm:prSet presAssocID="{B37BF6C3-85E2-4868-A426-46965A11CA3F}" presName="hierRoot2" presStyleCnt="0">
        <dgm:presLayoutVars>
          <dgm:hierBranch val="init"/>
        </dgm:presLayoutVars>
      </dgm:prSet>
      <dgm:spPr/>
    </dgm:pt>
    <dgm:pt modelId="{39649F7E-7A0C-4B09-9CA1-CE69F1FE7F94}" type="pres">
      <dgm:prSet presAssocID="{B37BF6C3-85E2-4868-A426-46965A11CA3F}" presName="rootComposite" presStyleCnt="0"/>
      <dgm:spPr/>
    </dgm:pt>
    <dgm:pt modelId="{CC45507F-A4CB-4D43-B773-58944119F6CB}" type="pres">
      <dgm:prSet presAssocID="{B37BF6C3-85E2-4868-A426-46965A11CA3F}" presName="rootText" presStyleLbl="node4" presStyleIdx="7" presStyleCnt="23">
        <dgm:presLayoutVars>
          <dgm:chPref val="3"/>
        </dgm:presLayoutVars>
      </dgm:prSet>
      <dgm:spPr/>
    </dgm:pt>
    <dgm:pt modelId="{924A8DA1-7CB6-4E77-9C12-3A1FF6F777B3}" type="pres">
      <dgm:prSet presAssocID="{B37BF6C3-85E2-4868-A426-46965A11CA3F}" presName="rootConnector" presStyleLbl="node4" presStyleIdx="7" presStyleCnt="23"/>
      <dgm:spPr/>
    </dgm:pt>
    <dgm:pt modelId="{5140A959-F9A9-487C-916B-E28608486012}" type="pres">
      <dgm:prSet presAssocID="{B37BF6C3-85E2-4868-A426-46965A11CA3F}" presName="hierChild4" presStyleCnt="0"/>
      <dgm:spPr/>
    </dgm:pt>
    <dgm:pt modelId="{0E78B5AA-9216-42AE-8A24-9CBE67FBFF9D}" type="pres">
      <dgm:prSet presAssocID="{B37BF6C3-85E2-4868-A426-46965A11CA3F}" presName="hierChild5" presStyleCnt="0"/>
      <dgm:spPr/>
    </dgm:pt>
    <dgm:pt modelId="{25A2110C-388E-42D4-AEC7-35766F5E6108}" type="pres">
      <dgm:prSet presAssocID="{9DB61D50-F0AB-451D-BD44-A4B6966FFBEE}" presName="hierChild5" presStyleCnt="0"/>
      <dgm:spPr/>
    </dgm:pt>
    <dgm:pt modelId="{64B5CD95-4D6E-4D1A-99C4-82DDC700ABE8}" type="pres">
      <dgm:prSet presAssocID="{FE236F9A-75BA-482D-B3FC-91E9E4B12C5E}" presName="Name37" presStyleLbl="parChTrans1D3" presStyleIdx="2" presStyleCnt="12"/>
      <dgm:spPr/>
    </dgm:pt>
    <dgm:pt modelId="{299334A7-86DF-4659-A34A-6F3567013082}" type="pres">
      <dgm:prSet presAssocID="{619CD40E-E239-4DB9-A9C1-DB44653BF638}" presName="hierRoot2" presStyleCnt="0">
        <dgm:presLayoutVars>
          <dgm:hierBranch val="init"/>
        </dgm:presLayoutVars>
      </dgm:prSet>
      <dgm:spPr/>
    </dgm:pt>
    <dgm:pt modelId="{D3A82B38-058B-429F-BDB9-D618331BC706}" type="pres">
      <dgm:prSet presAssocID="{619CD40E-E239-4DB9-A9C1-DB44653BF638}" presName="rootComposite" presStyleCnt="0"/>
      <dgm:spPr/>
    </dgm:pt>
    <dgm:pt modelId="{D4C84C0C-C6B2-4200-A4EF-526CAF1F096E}" type="pres">
      <dgm:prSet presAssocID="{619CD40E-E239-4DB9-A9C1-DB44653BF638}" presName="rootText" presStyleLbl="node3" presStyleIdx="2" presStyleCnt="12">
        <dgm:presLayoutVars>
          <dgm:chPref val="3"/>
        </dgm:presLayoutVars>
      </dgm:prSet>
      <dgm:spPr/>
    </dgm:pt>
    <dgm:pt modelId="{9DDD9186-3EF3-435A-AAE3-B00C0E9C8742}" type="pres">
      <dgm:prSet presAssocID="{619CD40E-E239-4DB9-A9C1-DB44653BF638}" presName="rootConnector" presStyleLbl="node3" presStyleIdx="2" presStyleCnt="12"/>
      <dgm:spPr/>
    </dgm:pt>
    <dgm:pt modelId="{0E70E0DA-1A43-46D9-920A-A72BBB4B4F6A}" type="pres">
      <dgm:prSet presAssocID="{619CD40E-E239-4DB9-A9C1-DB44653BF638}" presName="hierChild4" presStyleCnt="0"/>
      <dgm:spPr/>
    </dgm:pt>
    <dgm:pt modelId="{5A600B17-93A8-45ED-A3AB-2D30488BAFD8}" type="pres">
      <dgm:prSet presAssocID="{17E9C29B-07A9-4233-B31D-B1DC54635A1B}" presName="Name37" presStyleLbl="parChTrans1D4" presStyleIdx="8" presStyleCnt="23"/>
      <dgm:spPr/>
    </dgm:pt>
    <dgm:pt modelId="{F30B024B-4F40-4D3F-96C7-01CAA06DDB68}" type="pres">
      <dgm:prSet presAssocID="{6DA316BC-5472-4B61-BDEB-FEDFF8B395AD}" presName="hierRoot2" presStyleCnt="0">
        <dgm:presLayoutVars>
          <dgm:hierBranch val="init"/>
        </dgm:presLayoutVars>
      </dgm:prSet>
      <dgm:spPr/>
    </dgm:pt>
    <dgm:pt modelId="{BD2AB7BB-BB0F-4EF7-B01D-09F1D95551EC}" type="pres">
      <dgm:prSet presAssocID="{6DA316BC-5472-4B61-BDEB-FEDFF8B395AD}" presName="rootComposite" presStyleCnt="0"/>
      <dgm:spPr/>
    </dgm:pt>
    <dgm:pt modelId="{B6E27B42-B4B1-423A-A1FA-BACEFB570EAE}" type="pres">
      <dgm:prSet presAssocID="{6DA316BC-5472-4B61-BDEB-FEDFF8B395AD}" presName="rootText" presStyleLbl="node4" presStyleIdx="8" presStyleCnt="23">
        <dgm:presLayoutVars>
          <dgm:chPref val="3"/>
        </dgm:presLayoutVars>
      </dgm:prSet>
      <dgm:spPr/>
    </dgm:pt>
    <dgm:pt modelId="{CD82200D-9BA5-4A17-A0E1-4F97F9B08CAF}" type="pres">
      <dgm:prSet presAssocID="{6DA316BC-5472-4B61-BDEB-FEDFF8B395AD}" presName="rootConnector" presStyleLbl="node4" presStyleIdx="8" presStyleCnt="23"/>
      <dgm:spPr/>
    </dgm:pt>
    <dgm:pt modelId="{3DFB65B6-85A9-4286-8894-ACDB08D16A2C}" type="pres">
      <dgm:prSet presAssocID="{6DA316BC-5472-4B61-BDEB-FEDFF8B395AD}" presName="hierChild4" presStyleCnt="0"/>
      <dgm:spPr/>
    </dgm:pt>
    <dgm:pt modelId="{3CA59097-854A-4169-A744-FFA6BE05299A}" type="pres">
      <dgm:prSet presAssocID="{6DA316BC-5472-4B61-BDEB-FEDFF8B395AD}" presName="hierChild5" presStyleCnt="0"/>
      <dgm:spPr/>
    </dgm:pt>
    <dgm:pt modelId="{5DDAC3E6-874C-4FFD-A47C-38C3DDFB129E}" type="pres">
      <dgm:prSet presAssocID="{898C9DFC-1C97-47BB-84CE-9F6441CD8500}" presName="Name37" presStyleLbl="parChTrans1D4" presStyleIdx="9" presStyleCnt="23"/>
      <dgm:spPr/>
    </dgm:pt>
    <dgm:pt modelId="{2B1E6827-A493-4757-A54E-1A75DBBD8549}" type="pres">
      <dgm:prSet presAssocID="{356D2AB2-D5E1-46A2-8E3D-6502081F3B6B}" presName="hierRoot2" presStyleCnt="0">
        <dgm:presLayoutVars>
          <dgm:hierBranch val="init"/>
        </dgm:presLayoutVars>
      </dgm:prSet>
      <dgm:spPr/>
    </dgm:pt>
    <dgm:pt modelId="{F3188FB7-D475-4963-B322-E01D98AEB4A2}" type="pres">
      <dgm:prSet presAssocID="{356D2AB2-D5E1-46A2-8E3D-6502081F3B6B}" presName="rootComposite" presStyleCnt="0"/>
      <dgm:spPr/>
    </dgm:pt>
    <dgm:pt modelId="{E6CA5385-D6DB-4AD8-8EF1-5D4D6E62D785}" type="pres">
      <dgm:prSet presAssocID="{356D2AB2-D5E1-46A2-8E3D-6502081F3B6B}" presName="rootText" presStyleLbl="node4" presStyleIdx="9" presStyleCnt="23">
        <dgm:presLayoutVars>
          <dgm:chPref val="3"/>
        </dgm:presLayoutVars>
      </dgm:prSet>
      <dgm:spPr/>
    </dgm:pt>
    <dgm:pt modelId="{B00FF97A-AC44-4C0E-A887-C9471E2FFC4B}" type="pres">
      <dgm:prSet presAssocID="{356D2AB2-D5E1-46A2-8E3D-6502081F3B6B}" presName="rootConnector" presStyleLbl="node4" presStyleIdx="9" presStyleCnt="23"/>
      <dgm:spPr/>
    </dgm:pt>
    <dgm:pt modelId="{695760C4-8E80-4577-9FD4-24F2428643C1}" type="pres">
      <dgm:prSet presAssocID="{356D2AB2-D5E1-46A2-8E3D-6502081F3B6B}" presName="hierChild4" presStyleCnt="0"/>
      <dgm:spPr/>
    </dgm:pt>
    <dgm:pt modelId="{9117FB12-F68D-4D2C-9DCD-CA66FDC4F6B3}" type="pres">
      <dgm:prSet presAssocID="{356D2AB2-D5E1-46A2-8E3D-6502081F3B6B}" presName="hierChild5" presStyleCnt="0"/>
      <dgm:spPr/>
    </dgm:pt>
    <dgm:pt modelId="{DCDF8A00-353E-41AA-B83A-19A71B33810D}" type="pres">
      <dgm:prSet presAssocID="{619CD40E-E239-4DB9-A9C1-DB44653BF638}" presName="hierChild5" presStyleCnt="0"/>
      <dgm:spPr/>
    </dgm:pt>
    <dgm:pt modelId="{BF400FD6-75C9-4935-BEA5-7DD1DECFB142}" type="pres">
      <dgm:prSet presAssocID="{5DC9D882-9140-45F9-9798-3479B3CE9B75}" presName="Name37" presStyleLbl="parChTrans1D3" presStyleIdx="3" presStyleCnt="12"/>
      <dgm:spPr/>
    </dgm:pt>
    <dgm:pt modelId="{84BACD2D-3A26-4B01-B034-E7BA7A30F136}" type="pres">
      <dgm:prSet presAssocID="{C22C221F-4FDF-476B-9FE1-586B0A40985C}" presName="hierRoot2" presStyleCnt="0">
        <dgm:presLayoutVars>
          <dgm:hierBranch val="init"/>
        </dgm:presLayoutVars>
      </dgm:prSet>
      <dgm:spPr/>
    </dgm:pt>
    <dgm:pt modelId="{2D2E23A9-CDF7-476B-BE6A-41B4E425A08B}" type="pres">
      <dgm:prSet presAssocID="{C22C221F-4FDF-476B-9FE1-586B0A40985C}" presName="rootComposite" presStyleCnt="0"/>
      <dgm:spPr/>
    </dgm:pt>
    <dgm:pt modelId="{4869B4B3-E732-495C-86BB-1D4A4F789970}" type="pres">
      <dgm:prSet presAssocID="{C22C221F-4FDF-476B-9FE1-586B0A40985C}" presName="rootText" presStyleLbl="node3" presStyleIdx="3" presStyleCnt="12">
        <dgm:presLayoutVars>
          <dgm:chPref val="3"/>
        </dgm:presLayoutVars>
      </dgm:prSet>
      <dgm:spPr/>
    </dgm:pt>
    <dgm:pt modelId="{79F1773B-C34D-4246-9B35-DDD8C5BC5FED}" type="pres">
      <dgm:prSet presAssocID="{C22C221F-4FDF-476B-9FE1-586B0A40985C}" presName="rootConnector" presStyleLbl="node3" presStyleIdx="3" presStyleCnt="12"/>
      <dgm:spPr/>
    </dgm:pt>
    <dgm:pt modelId="{3C51B039-39BB-42F8-BAF6-F1653DE710DF}" type="pres">
      <dgm:prSet presAssocID="{C22C221F-4FDF-476B-9FE1-586B0A40985C}" presName="hierChild4" presStyleCnt="0"/>
      <dgm:spPr/>
    </dgm:pt>
    <dgm:pt modelId="{9EF85F5D-5919-4E99-85EE-8DE0C170C4B6}" type="pres">
      <dgm:prSet presAssocID="{95ACD138-D64B-454C-B11C-D6046EA93A9D}" presName="Name37" presStyleLbl="parChTrans1D4" presStyleIdx="10" presStyleCnt="23"/>
      <dgm:spPr/>
    </dgm:pt>
    <dgm:pt modelId="{BD5259DD-8353-4EA1-8B65-46A34F94BE8E}" type="pres">
      <dgm:prSet presAssocID="{523FDB1C-1D41-45D9-B046-2DD3F9BAC547}" presName="hierRoot2" presStyleCnt="0">
        <dgm:presLayoutVars>
          <dgm:hierBranch val="init"/>
        </dgm:presLayoutVars>
      </dgm:prSet>
      <dgm:spPr/>
    </dgm:pt>
    <dgm:pt modelId="{3A3A8B17-1954-4BE9-A23C-719261D1790F}" type="pres">
      <dgm:prSet presAssocID="{523FDB1C-1D41-45D9-B046-2DD3F9BAC547}" presName="rootComposite" presStyleCnt="0"/>
      <dgm:spPr/>
    </dgm:pt>
    <dgm:pt modelId="{60A84E32-9E06-4EAB-915C-545077C2314B}" type="pres">
      <dgm:prSet presAssocID="{523FDB1C-1D41-45D9-B046-2DD3F9BAC547}" presName="rootText" presStyleLbl="node4" presStyleIdx="10" presStyleCnt="23">
        <dgm:presLayoutVars>
          <dgm:chPref val="3"/>
        </dgm:presLayoutVars>
      </dgm:prSet>
      <dgm:spPr/>
    </dgm:pt>
    <dgm:pt modelId="{CD0BABB2-D586-4958-A01F-B4B440B79301}" type="pres">
      <dgm:prSet presAssocID="{523FDB1C-1D41-45D9-B046-2DD3F9BAC547}" presName="rootConnector" presStyleLbl="node4" presStyleIdx="10" presStyleCnt="23"/>
      <dgm:spPr/>
    </dgm:pt>
    <dgm:pt modelId="{6A9DA710-7AE8-41DE-A926-E1F5BEE7696E}" type="pres">
      <dgm:prSet presAssocID="{523FDB1C-1D41-45D9-B046-2DD3F9BAC547}" presName="hierChild4" presStyleCnt="0"/>
      <dgm:spPr/>
    </dgm:pt>
    <dgm:pt modelId="{44D61C60-2EC6-4B02-8D2C-620B48E662A5}" type="pres">
      <dgm:prSet presAssocID="{523FDB1C-1D41-45D9-B046-2DD3F9BAC547}" presName="hierChild5" presStyleCnt="0"/>
      <dgm:spPr/>
    </dgm:pt>
    <dgm:pt modelId="{CF9951BA-F30F-4CA9-92C3-0F5393A4DD44}" type="pres">
      <dgm:prSet presAssocID="{E132CEA3-F0C4-4F79-BAEC-F4A9F903B1D0}" presName="Name37" presStyleLbl="parChTrans1D4" presStyleIdx="11" presStyleCnt="23"/>
      <dgm:spPr/>
    </dgm:pt>
    <dgm:pt modelId="{DF8EDB55-B0B4-43B4-A84C-4E9AC587017F}" type="pres">
      <dgm:prSet presAssocID="{9BC040E4-998B-45CA-8977-58B242280271}" presName="hierRoot2" presStyleCnt="0">
        <dgm:presLayoutVars>
          <dgm:hierBranch val="init"/>
        </dgm:presLayoutVars>
      </dgm:prSet>
      <dgm:spPr/>
    </dgm:pt>
    <dgm:pt modelId="{24FF20EB-1B92-43A3-92FF-43F8E5A0F4AB}" type="pres">
      <dgm:prSet presAssocID="{9BC040E4-998B-45CA-8977-58B242280271}" presName="rootComposite" presStyleCnt="0"/>
      <dgm:spPr/>
    </dgm:pt>
    <dgm:pt modelId="{C7CDE670-CE40-48DC-8A4B-9E6867A5FCC5}" type="pres">
      <dgm:prSet presAssocID="{9BC040E4-998B-45CA-8977-58B242280271}" presName="rootText" presStyleLbl="node4" presStyleIdx="11" presStyleCnt="23">
        <dgm:presLayoutVars>
          <dgm:chPref val="3"/>
        </dgm:presLayoutVars>
      </dgm:prSet>
      <dgm:spPr/>
    </dgm:pt>
    <dgm:pt modelId="{1F6F4042-65B8-4237-81B6-2851C81F5CFB}" type="pres">
      <dgm:prSet presAssocID="{9BC040E4-998B-45CA-8977-58B242280271}" presName="rootConnector" presStyleLbl="node4" presStyleIdx="11" presStyleCnt="23"/>
      <dgm:spPr/>
    </dgm:pt>
    <dgm:pt modelId="{26B06036-72A8-47DB-BB12-8E32C1D7CD75}" type="pres">
      <dgm:prSet presAssocID="{9BC040E4-998B-45CA-8977-58B242280271}" presName="hierChild4" presStyleCnt="0"/>
      <dgm:spPr/>
    </dgm:pt>
    <dgm:pt modelId="{72821EDE-CB08-4BDA-AAAE-5BE9FC9C2AA8}" type="pres">
      <dgm:prSet presAssocID="{9BC040E4-998B-45CA-8977-58B242280271}" presName="hierChild5" presStyleCnt="0"/>
      <dgm:spPr/>
    </dgm:pt>
    <dgm:pt modelId="{3A76B52B-ACC1-4D70-8F57-B1908F47EEC1}" type="pres">
      <dgm:prSet presAssocID="{C22C221F-4FDF-476B-9FE1-586B0A40985C}" presName="hierChild5" presStyleCnt="0"/>
      <dgm:spPr/>
    </dgm:pt>
    <dgm:pt modelId="{7AE4D891-AFDF-47CA-AE12-C9E64E4BC610}" type="pres">
      <dgm:prSet presAssocID="{92162928-B373-4802-B988-4C318FAE4B4C}" presName="hierChild5" presStyleCnt="0"/>
      <dgm:spPr/>
    </dgm:pt>
    <dgm:pt modelId="{AB1F82AE-D204-494B-90C7-632A99586039}" type="pres">
      <dgm:prSet presAssocID="{F967AC73-60EA-4945-AEC1-1AE5D8629C87}" presName="Name37" presStyleLbl="parChTrans1D2" presStyleIdx="1" presStyleCnt="3"/>
      <dgm:spPr/>
    </dgm:pt>
    <dgm:pt modelId="{DC0B2FDF-D839-45FE-9E9A-D22897A1B887}" type="pres">
      <dgm:prSet presAssocID="{0F02B370-286F-4E1B-80A8-B2AD40265B7C}" presName="hierRoot2" presStyleCnt="0">
        <dgm:presLayoutVars>
          <dgm:hierBranch val="init"/>
        </dgm:presLayoutVars>
      </dgm:prSet>
      <dgm:spPr/>
    </dgm:pt>
    <dgm:pt modelId="{1B76E2B1-AF57-455C-83AC-6048046D1721}" type="pres">
      <dgm:prSet presAssocID="{0F02B370-286F-4E1B-80A8-B2AD40265B7C}" presName="rootComposite" presStyleCnt="0"/>
      <dgm:spPr/>
    </dgm:pt>
    <dgm:pt modelId="{78F581A2-A236-4AAE-9594-81595AF744C3}" type="pres">
      <dgm:prSet presAssocID="{0F02B370-286F-4E1B-80A8-B2AD40265B7C}" presName="rootText" presStyleLbl="node2" presStyleIdx="1" presStyleCnt="3" custScaleX="472561">
        <dgm:presLayoutVars>
          <dgm:chPref val="3"/>
        </dgm:presLayoutVars>
      </dgm:prSet>
      <dgm:spPr/>
    </dgm:pt>
    <dgm:pt modelId="{45497D4B-7384-4409-B2DD-8111D10AE21C}" type="pres">
      <dgm:prSet presAssocID="{0F02B370-286F-4E1B-80A8-B2AD40265B7C}" presName="rootConnector" presStyleLbl="node2" presStyleIdx="1" presStyleCnt="3"/>
      <dgm:spPr/>
    </dgm:pt>
    <dgm:pt modelId="{7655522E-218E-4AD1-9853-C6F4EBC0DDEE}" type="pres">
      <dgm:prSet presAssocID="{0F02B370-286F-4E1B-80A8-B2AD40265B7C}" presName="hierChild4" presStyleCnt="0"/>
      <dgm:spPr/>
    </dgm:pt>
    <dgm:pt modelId="{65430254-9CDB-4161-ABC2-189ED9E2FB33}" type="pres">
      <dgm:prSet presAssocID="{CEAAC9B7-141B-4183-985B-8E9751ADA46A}" presName="Name37" presStyleLbl="parChTrans1D3" presStyleIdx="4" presStyleCnt="12"/>
      <dgm:spPr/>
    </dgm:pt>
    <dgm:pt modelId="{C4D10532-21CD-436E-915E-ABD5601F235E}" type="pres">
      <dgm:prSet presAssocID="{319573FB-B0C5-4E3E-8CD8-06EE1D4C0B4C}" presName="hierRoot2" presStyleCnt="0">
        <dgm:presLayoutVars>
          <dgm:hierBranch val="init"/>
        </dgm:presLayoutVars>
      </dgm:prSet>
      <dgm:spPr/>
    </dgm:pt>
    <dgm:pt modelId="{B2E3046D-BC34-47A4-8AEF-91F231EA9795}" type="pres">
      <dgm:prSet presAssocID="{319573FB-B0C5-4E3E-8CD8-06EE1D4C0B4C}" presName="rootComposite" presStyleCnt="0"/>
      <dgm:spPr/>
    </dgm:pt>
    <dgm:pt modelId="{A936896F-1010-480B-ACB0-3D616759C456}" type="pres">
      <dgm:prSet presAssocID="{319573FB-B0C5-4E3E-8CD8-06EE1D4C0B4C}" presName="rootText" presStyleLbl="node3" presStyleIdx="4" presStyleCnt="12">
        <dgm:presLayoutVars>
          <dgm:chPref val="3"/>
        </dgm:presLayoutVars>
      </dgm:prSet>
      <dgm:spPr/>
    </dgm:pt>
    <dgm:pt modelId="{F9DCDD9C-D8E3-45B4-A2F5-35C41208782B}" type="pres">
      <dgm:prSet presAssocID="{319573FB-B0C5-4E3E-8CD8-06EE1D4C0B4C}" presName="rootConnector" presStyleLbl="node3" presStyleIdx="4" presStyleCnt="12"/>
      <dgm:spPr/>
    </dgm:pt>
    <dgm:pt modelId="{5D181167-E703-4E07-A30C-2ADD2101D9DE}" type="pres">
      <dgm:prSet presAssocID="{319573FB-B0C5-4E3E-8CD8-06EE1D4C0B4C}" presName="hierChild4" presStyleCnt="0"/>
      <dgm:spPr/>
    </dgm:pt>
    <dgm:pt modelId="{0DB3FA4D-CBCD-4AF7-BFC9-B83423CA22F2}" type="pres">
      <dgm:prSet presAssocID="{65C85B5D-B026-43DF-8823-962A23C49FB0}" presName="Name37" presStyleLbl="parChTrans1D4" presStyleIdx="12" presStyleCnt="23"/>
      <dgm:spPr/>
    </dgm:pt>
    <dgm:pt modelId="{138861CC-8B42-48F9-9AB6-4918ACCBF0E3}" type="pres">
      <dgm:prSet presAssocID="{5D602089-6FFC-4F09-966B-E1C102E76D84}" presName="hierRoot2" presStyleCnt="0">
        <dgm:presLayoutVars>
          <dgm:hierBranch val="init"/>
        </dgm:presLayoutVars>
      </dgm:prSet>
      <dgm:spPr/>
    </dgm:pt>
    <dgm:pt modelId="{EE16D481-5C3F-454F-AD72-3984EC75951A}" type="pres">
      <dgm:prSet presAssocID="{5D602089-6FFC-4F09-966B-E1C102E76D84}" presName="rootComposite" presStyleCnt="0"/>
      <dgm:spPr/>
    </dgm:pt>
    <dgm:pt modelId="{37B0697C-3582-4D28-A5C2-5E9B6F925313}" type="pres">
      <dgm:prSet presAssocID="{5D602089-6FFC-4F09-966B-E1C102E76D84}" presName="rootText" presStyleLbl="node4" presStyleIdx="12" presStyleCnt="23">
        <dgm:presLayoutVars>
          <dgm:chPref val="3"/>
        </dgm:presLayoutVars>
      </dgm:prSet>
      <dgm:spPr/>
    </dgm:pt>
    <dgm:pt modelId="{A53E6D41-CA17-4DDE-BF9F-92FB22307706}" type="pres">
      <dgm:prSet presAssocID="{5D602089-6FFC-4F09-966B-E1C102E76D84}" presName="rootConnector" presStyleLbl="node4" presStyleIdx="12" presStyleCnt="23"/>
      <dgm:spPr/>
    </dgm:pt>
    <dgm:pt modelId="{373FE73A-CE15-498F-8C75-E9899AE7F465}" type="pres">
      <dgm:prSet presAssocID="{5D602089-6FFC-4F09-966B-E1C102E76D84}" presName="hierChild4" presStyleCnt="0"/>
      <dgm:spPr/>
    </dgm:pt>
    <dgm:pt modelId="{0291CE1C-F461-42FD-92E9-80D924B2AA6E}" type="pres">
      <dgm:prSet presAssocID="{D10EF9F4-07C9-498F-8DD2-5931240CA024}" presName="Name37" presStyleLbl="parChTrans1D4" presStyleIdx="13" presStyleCnt="23"/>
      <dgm:spPr/>
    </dgm:pt>
    <dgm:pt modelId="{08E2976C-4365-463D-BB11-4AD9C2C85387}" type="pres">
      <dgm:prSet presAssocID="{4D6BB9F9-BB34-4A96-A6BE-0B616E8E8AFB}" presName="hierRoot2" presStyleCnt="0">
        <dgm:presLayoutVars>
          <dgm:hierBranch val="init"/>
        </dgm:presLayoutVars>
      </dgm:prSet>
      <dgm:spPr/>
    </dgm:pt>
    <dgm:pt modelId="{3F7614D0-712B-4B4B-A9BC-1E1321CF130F}" type="pres">
      <dgm:prSet presAssocID="{4D6BB9F9-BB34-4A96-A6BE-0B616E8E8AFB}" presName="rootComposite" presStyleCnt="0"/>
      <dgm:spPr/>
    </dgm:pt>
    <dgm:pt modelId="{DBE97D86-6208-4964-A85C-B060FB83F5B3}" type="pres">
      <dgm:prSet presAssocID="{4D6BB9F9-BB34-4A96-A6BE-0B616E8E8AFB}" presName="rootText" presStyleLbl="node4" presStyleIdx="13" presStyleCnt="23">
        <dgm:presLayoutVars>
          <dgm:chPref val="3"/>
        </dgm:presLayoutVars>
      </dgm:prSet>
      <dgm:spPr/>
    </dgm:pt>
    <dgm:pt modelId="{8A5C5397-112E-4E3A-B87D-66AC8A287039}" type="pres">
      <dgm:prSet presAssocID="{4D6BB9F9-BB34-4A96-A6BE-0B616E8E8AFB}" presName="rootConnector" presStyleLbl="node4" presStyleIdx="13" presStyleCnt="23"/>
      <dgm:spPr/>
    </dgm:pt>
    <dgm:pt modelId="{06B3381F-B201-495C-BAF4-D3694AE31A41}" type="pres">
      <dgm:prSet presAssocID="{4D6BB9F9-BB34-4A96-A6BE-0B616E8E8AFB}" presName="hierChild4" presStyleCnt="0"/>
      <dgm:spPr/>
    </dgm:pt>
    <dgm:pt modelId="{619398BA-D64E-4F24-A95B-4E7F86F91E87}" type="pres">
      <dgm:prSet presAssocID="{4D6BB9F9-BB34-4A96-A6BE-0B616E8E8AFB}" presName="hierChild5" presStyleCnt="0"/>
      <dgm:spPr/>
    </dgm:pt>
    <dgm:pt modelId="{15DCB37C-3626-4625-8EF4-D37A8B6C7FA7}" type="pres">
      <dgm:prSet presAssocID="{5D602089-6FFC-4F09-966B-E1C102E76D84}" presName="hierChild5" presStyleCnt="0"/>
      <dgm:spPr/>
    </dgm:pt>
    <dgm:pt modelId="{1F77533D-8A21-4982-B9A4-26B6822950F2}" type="pres">
      <dgm:prSet presAssocID="{319573FB-B0C5-4E3E-8CD8-06EE1D4C0B4C}" presName="hierChild5" presStyleCnt="0"/>
      <dgm:spPr/>
    </dgm:pt>
    <dgm:pt modelId="{005D2523-8424-478F-AF82-A77D2A812AAD}" type="pres">
      <dgm:prSet presAssocID="{EFBF3EC7-DF05-486A-985C-177F86A8F777}" presName="Name37" presStyleLbl="parChTrans1D3" presStyleIdx="5" presStyleCnt="12"/>
      <dgm:spPr/>
    </dgm:pt>
    <dgm:pt modelId="{F3CC7C0A-DAFA-4EEE-BDF8-E794A8143720}" type="pres">
      <dgm:prSet presAssocID="{CC574E56-A082-47D4-9C31-6C2D0B9A5757}" presName="hierRoot2" presStyleCnt="0">
        <dgm:presLayoutVars>
          <dgm:hierBranch val="init"/>
        </dgm:presLayoutVars>
      </dgm:prSet>
      <dgm:spPr/>
    </dgm:pt>
    <dgm:pt modelId="{95CD03E6-598B-41FF-8A99-5C9056E75765}" type="pres">
      <dgm:prSet presAssocID="{CC574E56-A082-47D4-9C31-6C2D0B9A5757}" presName="rootComposite" presStyleCnt="0"/>
      <dgm:spPr/>
    </dgm:pt>
    <dgm:pt modelId="{E95EEA3D-4541-4C9D-84F4-8DDE5EF37C4B}" type="pres">
      <dgm:prSet presAssocID="{CC574E56-A082-47D4-9C31-6C2D0B9A5757}" presName="rootText" presStyleLbl="node3" presStyleIdx="5" presStyleCnt="12">
        <dgm:presLayoutVars>
          <dgm:chPref val="3"/>
        </dgm:presLayoutVars>
      </dgm:prSet>
      <dgm:spPr/>
    </dgm:pt>
    <dgm:pt modelId="{003A27D5-C441-4BDE-B491-2926D650BF29}" type="pres">
      <dgm:prSet presAssocID="{CC574E56-A082-47D4-9C31-6C2D0B9A5757}" presName="rootConnector" presStyleLbl="node3" presStyleIdx="5" presStyleCnt="12"/>
      <dgm:spPr/>
    </dgm:pt>
    <dgm:pt modelId="{CC4F88FE-DFDA-42AF-9340-3D4006C2E0E8}" type="pres">
      <dgm:prSet presAssocID="{CC574E56-A082-47D4-9C31-6C2D0B9A5757}" presName="hierChild4" presStyleCnt="0"/>
      <dgm:spPr/>
    </dgm:pt>
    <dgm:pt modelId="{3D379152-0770-45CF-AB1D-AFF612734C62}" type="pres">
      <dgm:prSet presAssocID="{76D43298-E637-47C2-9FC8-FB08E7161D0E}" presName="Name37" presStyleLbl="parChTrans1D4" presStyleIdx="14" presStyleCnt="23"/>
      <dgm:spPr/>
    </dgm:pt>
    <dgm:pt modelId="{EC49460E-6352-4D35-8AF4-B68FBCE84347}" type="pres">
      <dgm:prSet presAssocID="{2E876C7E-C816-474D-BB5E-A96106D5BEA8}" presName="hierRoot2" presStyleCnt="0">
        <dgm:presLayoutVars>
          <dgm:hierBranch val="init"/>
        </dgm:presLayoutVars>
      </dgm:prSet>
      <dgm:spPr/>
    </dgm:pt>
    <dgm:pt modelId="{9FFB66F1-A3E7-43A2-8AE8-346CBEC50561}" type="pres">
      <dgm:prSet presAssocID="{2E876C7E-C816-474D-BB5E-A96106D5BEA8}" presName="rootComposite" presStyleCnt="0"/>
      <dgm:spPr/>
    </dgm:pt>
    <dgm:pt modelId="{24EC56E3-343B-4EA7-AECF-D2ADEA53B6BF}" type="pres">
      <dgm:prSet presAssocID="{2E876C7E-C816-474D-BB5E-A96106D5BEA8}" presName="rootText" presStyleLbl="node4" presStyleIdx="14" presStyleCnt="23">
        <dgm:presLayoutVars>
          <dgm:chPref val="3"/>
        </dgm:presLayoutVars>
      </dgm:prSet>
      <dgm:spPr/>
    </dgm:pt>
    <dgm:pt modelId="{8405BD21-BCAC-42BF-B33C-1AFD9E5DF7E3}" type="pres">
      <dgm:prSet presAssocID="{2E876C7E-C816-474D-BB5E-A96106D5BEA8}" presName="rootConnector" presStyleLbl="node4" presStyleIdx="14" presStyleCnt="23"/>
      <dgm:spPr/>
    </dgm:pt>
    <dgm:pt modelId="{5AED7195-82CB-47B9-B019-B64AF2AB51B6}" type="pres">
      <dgm:prSet presAssocID="{2E876C7E-C816-474D-BB5E-A96106D5BEA8}" presName="hierChild4" presStyleCnt="0"/>
      <dgm:spPr/>
    </dgm:pt>
    <dgm:pt modelId="{293964AF-30C3-4B67-BE21-488BAB0A92AB}" type="pres">
      <dgm:prSet presAssocID="{2E876C7E-C816-474D-BB5E-A96106D5BEA8}" presName="hierChild5" presStyleCnt="0"/>
      <dgm:spPr/>
    </dgm:pt>
    <dgm:pt modelId="{BA31BF6B-DAA9-44B0-8421-7C8D3E6C3805}" type="pres">
      <dgm:prSet presAssocID="{CC574E56-A082-47D4-9C31-6C2D0B9A5757}" presName="hierChild5" presStyleCnt="0"/>
      <dgm:spPr/>
    </dgm:pt>
    <dgm:pt modelId="{84C02F9C-A6B1-483A-AFEB-D0648A87B3F3}" type="pres">
      <dgm:prSet presAssocID="{1A705274-68A4-4281-BC60-B6C0EF30C1AD}" presName="Name37" presStyleLbl="parChTrans1D3" presStyleIdx="6" presStyleCnt="12"/>
      <dgm:spPr/>
    </dgm:pt>
    <dgm:pt modelId="{25C4C396-A593-4910-8E9A-522906A45F35}" type="pres">
      <dgm:prSet presAssocID="{45B979B5-5140-41B1-AB1A-4CFD1F31F457}" presName="hierRoot2" presStyleCnt="0">
        <dgm:presLayoutVars>
          <dgm:hierBranch val="init"/>
        </dgm:presLayoutVars>
      </dgm:prSet>
      <dgm:spPr/>
    </dgm:pt>
    <dgm:pt modelId="{A44E4C18-8BDF-40DC-8BF3-8D9A6EF5AF7D}" type="pres">
      <dgm:prSet presAssocID="{45B979B5-5140-41B1-AB1A-4CFD1F31F457}" presName="rootComposite" presStyleCnt="0"/>
      <dgm:spPr/>
    </dgm:pt>
    <dgm:pt modelId="{25D63A0C-22E3-4C87-BBB5-6D81F516969F}" type="pres">
      <dgm:prSet presAssocID="{45B979B5-5140-41B1-AB1A-4CFD1F31F457}" presName="rootText" presStyleLbl="node3" presStyleIdx="6" presStyleCnt="12">
        <dgm:presLayoutVars>
          <dgm:chPref val="3"/>
        </dgm:presLayoutVars>
      </dgm:prSet>
      <dgm:spPr/>
    </dgm:pt>
    <dgm:pt modelId="{8934E1AF-F3CC-4F16-9E13-6EF637168DB6}" type="pres">
      <dgm:prSet presAssocID="{45B979B5-5140-41B1-AB1A-4CFD1F31F457}" presName="rootConnector" presStyleLbl="node3" presStyleIdx="6" presStyleCnt="12"/>
      <dgm:spPr/>
    </dgm:pt>
    <dgm:pt modelId="{31995385-F681-4783-B0C5-72AECA2B1424}" type="pres">
      <dgm:prSet presAssocID="{45B979B5-5140-41B1-AB1A-4CFD1F31F457}" presName="hierChild4" presStyleCnt="0"/>
      <dgm:spPr/>
    </dgm:pt>
    <dgm:pt modelId="{7C91C493-8D93-44E3-A34B-01C71D090787}" type="pres">
      <dgm:prSet presAssocID="{009F6970-0FD7-45CD-B617-86E57BB37476}" presName="Name37" presStyleLbl="parChTrans1D4" presStyleIdx="15" presStyleCnt="23"/>
      <dgm:spPr/>
    </dgm:pt>
    <dgm:pt modelId="{CAC5D77F-C587-4648-9C00-77226227D8BB}" type="pres">
      <dgm:prSet presAssocID="{7036A3B9-3318-42CA-A814-158F0EEF419F}" presName="hierRoot2" presStyleCnt="0">
        <dgm:presLayoutVars>
          <dgm:hierBranch val="init"/>
        </dgm:presLayoutVars>
      </dgm:prSet>
      <dgm:spPr/>
    </dgm:pt>
    <dgm:pt modelId="{71DE1BAE-1A93-4BCC-898A-0B64E7A8DEB3}" type="pres">
      <dgm:prSet presAssocID="{7036A3B9-3318-42CA-A814-158F0EEF419F}" presName="rootComposite" presStyleCnt="0"/>
      <dgm:spPr/>
    </dgm:pt>
    <dgm:pt modelId="{8A08AF83-EB63-406E-B412-D66040A41734}" type="pres">
      <dgm:prSet presAssocID="{7036A3B9-3318-42CA-A814-158F0EEF419F}" presName="rootText" presStyleLbl="node4" presStyleIdx="15" presStyleCnt="23">
        <dgm:presLayoutVars>
          <dgm:chPref val="3"/>
        </dgm:presLayoutVars>
      </dgm:prSet>
      <dgm:spPr/>
    </dgm:pt>
    <dgm:pt modelId="{2EA8CB97-6314-4CD6-BD98-30875BAEF3C2}" type="pres">
      <dgm:prSet presAssocID="{7036A3B9-3318-42CA-A814-158F0EEF419F}" presName="rootConnector" presStyleLbl="node4" presStyleIdx="15" presStyleCnt="23"/>
      <dgm:spPr/>
    </dgm:pt>
    <dgm:pt modelId="{25E397DC-8E55-43D2-AF03-CDC8DEDF8E1D}" type="pres">
      <dgm:prSet presAssocID="{7036A3B9-3318-42CA-A814-158F0EEF419F}" presName="hierChild4" presStyleCnt="0"/>
      <dgm:spPr/>
    </dgm:pt>
    <dgm:pt modelId="{A5DB56D0-895B-4E41-B889-6346A824838B}" type="pres">
      <dgm:prSet presAssocID="{7036A3B9-3318-42CA-A814-158F0EEF419F}" presName="hierChild5" presStyleCnt="0"/>
      <dgm:spPr/>
    </dgm:pt>
    <dgm:pt modelId="{C8F2FE40-4420-48C1-B927-6335303CBDB8}" type="pres">
      <dgm:prSet presAssocID="{45B979B5-5140-41B1-AB1A-4CFD1F31F457}" presName="hierChild5" presStyleCnt="0"/>
      <dgm:spPr/>
    </dgm:pt>
    <dgm:pt modelId="{EC851356-23C2-445A-91FA-8E14B22846B0}" type="pres">
      <dgm:prSet presAssocID="{433EF7FB-BDCA-44DF-B011-E0668C211230}" presName="Name37" presStyleLbl="parChTrans1D3" presStyleIdx="7" presStyleCnt="12"/>
      <dgm:spPr/>
    </dgm:pt>
    <dgm:pt modelId="{48753E4B-AF39-484E-97C1-EA29361263B7}" type="pres">
      <dgm:prSet presAssocID="{16B9F025-26D9-4707-A43B-920149AE0AE4}" presName="hierRoot2" presStyleCnt="0">
        <dgm:presLayoutVars>
          <dgm:hierBranch val="init"/>
        </dgm:presLayoutVars>
      </dgm:prSet>
      <dgm:spPr/>
    </dgm:pt>
    <dgm:pt modelId="{B72C13F8-3A4B-4DA3-88A6-41AC30432B7B}" type="pres">
      <dgm:prSet presAssocID="{16B9F025-26D9-4707-A43B-920149AE0AE4}" presName="rootComposite" presStyleCnt="0"/>
      <dgm:spPr/>
    </dgm:pt>
    <dgm:pt modelId="{84287ECC-DEBE-413C-A956-78CE40A707BE}" type="pres">
      <dgm:prSet presAssocID="{16B9F025-26D9-4707-A43B-920149AE0AE4}" presName="rootText" presStyleLbl="node3" presStyleIdx="7" presStyleCnt="12">
        <dgm:presLayoutVars>
          <dgm:chPref val="3"/>
        </dgm:presLayoutVars>
      </dgm:prSet>
      <dgm:spPr/>
    </dgm:pt>
    <dgm:pt modelId="{D4C67ED9-F033-4020-9B07-CFE0A217DA2F}" type="pres">
      <dgm:prSet presAssocID="{16B9F025-26D9-4707-A43B-920149AE0AE4}" presName="rootConnector" presStyleLbl="node3" presStyleIdx="7" presStyleCnt="12"/>
      <dgm:spPr/>
    </dgm:pt>
    <dgm:pt modelId="{E1804732-ACDD-42C9-B820-1826CA952D3D}" type="pres">
      <dgm:prSet presAssocID="{16B9F025-26D9-4707-A43B-920149AE0AE4}" presName="hierChild4" presStyleCnt="0"/>
      <dgm:spPr/>
    </dgm:pt>
    <dgm:pt modelId="{AE6B95AC-B7FF-437C-AB0C-B735337EDF45}" type="pres">
      <dgm:prSet presAssocID="{D58FABA9-25F9-4D1A-96CD-91A88990A61E}" presName="Name37" presStyleLbl="parChTrans1D4" presStyleIdx="16" presStyleCnt="23"/>
      <dgm:spPr/>
    </dgm:pt>
    <dgm:pt modelId="{AC8FFF38-CCC1-41DA-B3F3-98C088F40DF2}" type="pres">
      <dgm:prSet presAssocID="{7B3E0B53-01B6-4C8D-A130-947CBE3E34E7}" presName="hierRoot2" presStyleCnt="0">
        <dgm:presLayoutVars>
          <dgm:hierBranch val="init"/>
        </dgm:presLayoutVars>
      </dgm:prSet>
      <dgm:spPr/>
    </dgm:pt>
    <dgm:pt modelId="{FD4F2699-6E0E-49E0-955C-E71FB0A24D6E}" type="pres">
      <dgm:prSet presAssocID="{7B3E0B53-01B6-4C8D-A130-947CBE3E34E7}" presName="rootComposite" presStyleCnt="0"/>
      <dgm:spPr/>
    </dgm:pt>
    <dgm:pt modelId="{36E402CB-8F78-4747-9B97-B86FD73355B6}" type="pres">
      <dgm:prSet presAssocID="{7B3E0B53-01B6-4C8D-A130-947CBE3E34E7}" presName="rootText" presStyleLbl="node4" presStyleIdx="16" presStyleCnt="23">
        <dgm:presLayoutVars>
          <dgm:chPref val="3"/>
        </dgm:presLayoutVars>
      </dgm:prSet>
      <dgm:spPr/>
    </dgm:pt>
    <dgm:pt modelId="{621A15A6-0925-450B-A5E7-67F5C79B5887}" type="pres">
      <dgm:prSet presAssocID="{7B3E0B53-01B6-4C8D-A130-947CBE3E34E7}" presName="rootConnector" presStyleLbl="node4" presStyleIdx="16" presStyleCnt="23"/>
      <dgm:spPr/>
    </dgm:pt>
    <dgm:pt modelId="{D0C6F540-CA6B-486D-922D-39D7D97AE668}" type="pres">
      <dgm:prSet presAssocID="{7B3E0B53-01B6-4C8D-A130-947CBE3E34E7}" presName="hierChild4" presStyleCnt="0"/>
      <dgm:spPr/>
    </dgm:pt>
    <dgm:pt modelId="{ED36D29F-F2D8-45A9-A37C-A7C26EED8C3C}" type="pres">
      <dgm:prSet presAssocID="{7B3E0B53-01B6-4C8D-A130-947CBE3E34E7}" presName="hierChild5" presStyleCnt="0"/>
      <dgm:spPr/>
    </dgm:pt>
    <dgm:pt modelId="{53F888B8-6BC1-4766-ACAD-AF75C43377FD}" type="pres">
      <dgm:prSet presAssocID="{16B9F025-26D9-4707-A43B-920149AE0AE4}" presName="hierChild5" presStyleCnt="0"/>
      <dgm:spPr/>
    </dgm:pt>
    <dgm:pt modelId="{67DAF67C-13D5-4345-A3A2-7B8725F07673}" type="pres">
      <dgm:prSet presAssocID="{0F02B370-286F-4E1B-80A8-B2AD40265B7C}" presName="hierChild5" presStyleCnt="0"/>
      <dgm:spPr/>
    </dgm:pt>
    <dgm:pt modelId="{727B956F-D72C-4AE4-8D9E-D5EAAA044204}" type="pres">
      <dgm:prSet presAssocID="{0A2748D7-A676-47D0-86C9-1C95FAEAC323}" presName="Name37" presStyleLbl="parChTrans1D2" presStyleIdx="2" presStyleCnt="3"/>
      <dgm:spPr/>
    </dgm:pt>
    <dgm:pt modelId="{3F0D928F-C5C6-4209-89C7-2DC22F440C9A}" type="pres">
      <dgm:prSet presAssocID="{DF9E427A-F061-4D73-876E-50DFE6A2B7E5}" presName="hierRoot2" presStyleCnt="0">
        <dgm:presLayoutVars>
          <dgm:hierBranch val="init"/>
        </dgm:presLayoutVars>
      </dgm:prSet>
      <dgm:spPr/>
    </dgm:pt>
    <dgm:pt modelId="{89A646BC-328E-41A9-8DF1-DCDA6CC3C425}" type="pres">
      <dgm:prSet presAssocID="{DF9E427A-F061-4D73-876E-50DFE6A2B7E5}" presName="rootComposite" presStyleCnt="0"/>
      <dgm:spPr/>
    </dgm:pt>
    <dgm:pt modelId="{016EC23A-2D0E-41F6-A49C-4A8A9AA629EE}" type="pres">
      <dgm:prSet presAssocID="{DF9E427A-F061-4D73-876E-50DFE6A2B7E5}" presName="rootText" presStyleLbl="node2" presStyleIdx="2" presStyleCnt="3" custScaleX="471510">
        <dgm:presLayoutVars>
          <dgm:chPref val="3"/>
        </dgm:presLayoutVars>
      </dgm:prSet>
      <dgm:spPr/>
    </dgm:pt>
    <dgm:pt modelId="{CBB73073-E2BE-4561-B51B-94EBAD9E9723}" type="pres">
      <dgm:prSet presAssocID="{DF9E427A-F061-4D73-876E-50DFE6A2B7E5}" presName="rootConnector" presStyleLbl="node2" presStyleIdx="2" presStyleCnt="3"/>
      <dgm:spPr/>
    </dgm:pt>
    <dgm:pt modelId="{A2D7CAED-0941-4B4F-8DD4-28606AD9D38D}" type="pres">
      <dgm:prSet presAssocID="{DF9E427A-F061-4D73-876E-50DFE6A2B7E5}" presName="hierChild4" presStyleCnt="0"/>
      <dgm:spPr/>
    </dgm:pt>
    <dgm:pt modelId="{C5601B73-35B5-4692-AB0D-448B9ACF9F55}" type="pres">
      <dgm:prSet presAssocID="{3539EC54-61FE-43B7-958D-F6EBE8DF6EDE}" presName="Name37" presStyleLbl="parChTrans1D3" presStyleIdx="8" presStyleCnt="12"/>
      <dgm:spPr/>
    </dgm:pt>
    <dgm:pt modelId="{D4630854-6614-45FC-A7B9-31F404E723E7}" type="pres">
      <dgm:prSet presAssocID="{E6705F0C-8F92-43FF-B8F1-DCEF56F49F1B}" presName="hierRoot2" presStyleCnt="0">
        <dgm:presLayoutVars>
          <dgm:hierBranch val="init"/>
        </dgm:presLayoutVars>
      </dgm:prSet>
      <dgm:spPr/>
    </dgm:pt>
    <dgm:pt modelId="{C96B082E-DB07-4D30-BC82-57C67A2AEF37}" type="pres">
      <dgm:prSet presAssocID="{E6705F0C-8F92-43FF-B8F1-DCEF56F49F1B}" presName="rootComposite" presStyleCnt="0"/>
      <dgm:spPr/>
    </dgm:pt>
    <dgm:pt modelId="{EAE31D92-B14E-4AAE-A358-B82F41655A8E}" type="pres">
      <dgm:prSet presAssocID="{E6705F0C-8F92-43FF-B8F1-DCEF56F49F1B}" presName="rootText" presStyleLbl="node3" presStyleIdx="8" presStyleCnt="12">
        <dgm:presLayoutVars>
          <dgm:chPref val="3"/>
        </dgm:presLayoutVars>
      </dgm:prSet>
      <dgm:spPr/>
    </dgm:pt>
    <dgm:pt modelId="{13C29200-2895-47C1-9F29-DE22439E8428}" type="pres">
      <dgm:prSet presAssocID="{E6705F0C-8F92-43FF-B8F1-DCEF56F49F1B}" presName="rootConnector" presStyleLbl="node3" presStyleIdx="8" presStyleCnt="12"/>
      <dgm:spPr/>
    </dgm:pt>
    <dgm:pt modelId="{F6A06B94-80BD-4FAE-BBBD-D9773075AA4A}" type="pres">
      <dgm:prSet presAssocID="{E6705F0C-8F92-43FF-B8F1-DCEF56F49F1B}" presName="hierChild4" presStyleCnt="0"/>
      <dgm:spPr/>
    </dgm:pt>
    <dgm:pt modelId="{65F17EF7-DD51-43F8-A960-FC96D2E24270}" type="pres">
      <dgm:prSet presAssocID="{A6E4A57E-4F06-4136-B951-431FB4BF2B91}" presName="Name37" presStyleLbl="parChTrans1D4" presStyleIdx="17" presStyleCnt="23"/>
      <dgm:spPr/>
    </dgm:pt>
    <dgm:pt modelId="{FEF3F94E-83E4-497B-88DD-1B03D9D47D7D}" type="pres">
      <dgm:prSet presAssocID="{F58DCB0F-1652-4E33-ABB4-B0BF809BD356}" presName="hierRoot2" presStyleCnt="0">
        <dgm:presLayoutVars>
          <dgm:hierBranch val="init"/>
        </dgm:presLayoutVars>
      </dgm:prSet>
      <dgm:spPr/>
    </dgm:pt>
    <dgm:pt modelId="{A40FAAED-DEBF-4F77-8DE0-6AF025F47A0F}" type="pres">
      <dgm:prSet presAssocID="{F58DCB0F-1652-4E33-ABB4-B0BF809BD356}" presName="rootComposite" presStyleCnt="0"/>
      <dgm:spPr/>
    </dgm:pt>
    <dgm:pt modelId="{54199003-05D7-45E1-96CD-0686B4F3473A}" type="pres">
      <dgm:prSet presAssocID="{F58DCB0F-1652-4E33-ABB4-B0BF809BD356}" presName="rootText" presStyleLbl="node4" presStyleIdx="17" presStyleCnt="23">
        <dgm:presLayoutVars>
          <dgm:chPref val="3"/>
        </dgm:presLayoutVars>
      </dgm:prSet>
      <dgm:spPr/>
    </dgm:pt>
    <dgm:pt modelId="{8A1BD9F2-08B0-4753-AFB3-F9553B182959}" type="pres">
      <dgm:prSet presAssocID="{F58DCB0F-1652-4E33-ABB4-B0BF809BD356}" presName="rootConnector" presStyleLbl="node4" presStyleIdx="17" presStyleCnt="23"/>
      <dgm:spPr/>
    </dgm:pt>
    <dgm:pt modelId="{E65B5A4B-6656-4F9E-820E-E79B794E243D}" type="pres">
      <dgm:prSet presAssocID="{F58DCB0F-1652-4E33-ABB4-B0BF809BD356}" presName="hierChild4" presStyleCnt="0"/>
      <dgm:spPr/>
    </dgm:pt>
    <dgm:pt modelId="{39B7773A-2BE3-4D23-A97B-FC6A65674748}" type="pres">
      <dgm:prSet presAssocID="{F58DCB0F-1652-4E33-ABB4-B0BF809BD356}" presName="hierChild5" presStyleCnt="0"/>
      <dgm:spPr/>
    </dgm:pt>
    <dgm:pt modelId="{E63AEF2A-5707-451C-B2AF-A2F010F4869A}" type="pres">
      <dgm:prSet presAssocID="{55A908E2-D71C-4AFA-B6BB-04FEDD56A803}" presName="Name37" presStyleLbl="parChTrans1D4" presStyleIdx="18" presStyleCnt="23"/>
      <dgm:spPr/>
    </dgm:pt>
    <dgm:pt modelId="{E24D22EC-90D9-460B-9276-3ED5DD2F004D}" type="pres">
      <dgm:prSet presAssocID="{0ECF3338-7D2D-4AA1-91AE-D87E6F776C5D}" presName="hierRoot2" presStyleCnt="0">
        <dgm:presLayoutVars>
          <dgm:hierBranch val="init"/>
        </dgm:presLayoutVars>
      </dgm:prSet>
      <dgm:spPr/>
    </dgm:pt>
    <dgm:pt modelId="{C4B39571-E4EB-463B-BDE4-AC90F4806727}" type="pres">
      <dgm:prSet presAssocID="{0ECF3338-7D2D-4AA1-91AE-D87E6F776C5D}" presName="rootComposite" presStyleCnt="0"/>
      <dgm:spPr/>
    </dgm:pt>
    <dgm:pt modelId="{66C90501-8F88-4369-9688-FFB1CA151018}" type="pres">
      <dgm:prSet presAssocID="{0ECF3338-7D2D-4AA1-91AE-D87E6F776C5D}" presName="rootText" presStyleLbl="node4" presStyleIdx="18" presStyleCnt="23">
        <dgm:presLayoutVars>
          <dgm:chPref val="3"/>
        </dgm:presLayoutVars>
      </dgm:prSet>
      <dgm:spPr/>
    </dgm:pt>
    <dgm:pt modelId="{322F18F6-5D1B-4394-A14C-BA3671A3F5E7}" type="pres">
      <dgm:prSet presAssocID="{0ECF3338-7D2D-4AA1-91AE-D87E6F776C5D}" presName="rootConnector" presStyleLbl="node4" presStyleIdx="18" presStyleCnt="23"/>
      <dgm:spPr/>
    </dgm:pt>
    <dgm:pt modelId="{99C7985F-94D3-42CD-BC7B-0307818C7DDF}" type="pres">
      <dgm:prSet presAssocID="{0ECF3338-7D2D-4AA1-91AE-D87E6F776C5D}" presName="hierChild4" presStyleCnt="0"/>
      <dgm:spPr/>
    </dgm:pt>
    <dgm:pt modelId="{B0D4570D-CA95-4626-9731-A591139CC679}" type="pres">
      <dgm:prSet presAssocID="{0ECF3338-7D2D-4AA1-91AE-D87E6F776C5D}" presName="hierChild5" presStyleCnt="0"/>
      <dgm:spPr/>
    </dgm:pt>
    <dgm:pt modelId="{6B1A3F28-8ACE-48A0-AC4B-E93570E43FEB}" type="pres">
      <dgm:prSet presAssocID="{E6705F0C-8F92-43FF-B8F1-DCEF56F49F1B}" presName="hierChild5" presStyleCnt="0"/>
      <dgm:spPr/>
    </dgm:pt>
    <dgm:pt modelId="{9106CFD0-431D-48D7-8CF2-ED5BDFB84736}" type="pres">
      <dgm:prSet presAssocID="{EE2C81C1-C93D-4C55-A259-DF79B5E6330C}" presName="Name37" presStyleLbl="parChTrans1D3" presStyleIdx="9" presStyleCnt="12"/>
      <dgm:spPr/>
    </dgm:pt>
    <dgm:pt modelId="{3610AD30-406B-43F7-88CD-B9DCF1B56C4E}" type="pres">
      <dgm:prSet presAssocID="{FD625440-ACEF-4300-8687-6CEBA2945290}" presName="hierRoot2" presStyleCnt="0">
        <dgm:presLayoutVars>
          <dgm:hierBranch val="init"/>
        </dgm:presLayoutVars>
      </dgm:prSet>
      <dgm:spPr/>
    </dgm:pt>
    <dgm:pt modelId="{7B2A0801-DE62-4DCB-A25A-79C562EFF2C8}" type="pres">
      <dgm:prSet presAssocID="{FD625440-ACEF-4300-8687-6CEBA2945290}" presName="rootComposite" presStyleCnt="0"/>
      <dgm:spPr/>
    </dgm:pt>
    <dgm:pt modelId="{3A58DEC0-94AF-425E-885B-C547374C837E}" type="pres">
      <dgm:prSet presAssocID="{FD625440-ACEF-4300-8687-6CEBA2945290}" presName="rootText" presStyleLbl="node3" presStyleIdx="9" presStyleCnt="12">
        <dgm:presLayoutVars>
          <dgm:chPref val="3"/>
        </dgm:presLayoutVars>
      </dgm:prSet>
      <dgm:spPr/>
    </dgm:pt>
    <dgm:pt modelId="{8C6CEC2D-5C68-4AE5-ABD6-CA46CB12FF3E}" type="pres">
      <dgm:prSet presAssocID="{FD625440-ACEF-4300-8687-6CEBA2945290}" presName="rootConnector" presStyleLbl="node3" presStyleIdx="9" presStyleCnt="12"/>
      <dgm:spPr/>
    </dgm:pt>
    <dgm:pt modelId="{AC287F1C-A840-4942-AF3E-865CF6E66DD1}" type="pres">
      <dgm:prSet presAssocID="{FD625440-ACEF-4300-8687-6CEBA2945290}" presName="hierChild4" presStyleCnt="0"/>
      <dgm:spPr/>
    </dgm:pt>
    <dgm:pt modelId="{321842BE-9D9C-41BA-A042-5C6B538FEDF8}" type="pres">
      <dgm:prSet presAssocID="{CC8256DA-36B8-4020-AB0C-DB3F6ED7F2F3}" presName="Name37" presStyleLbl="parChTrans1D4" presStyleIdx="19" presStyleCnt="23"/>
      <dgm:spPr/>
    </dgm:pt>
    <dgm:pt modelId="{A2B43D85-3482-4152-901C-1AC591F3CA2E}" type="pres">
      <dgm:prSet presAssocID="{97626179-7316-43B9-AF53-A2BBD2ED3A41}" presName="hierRoot2" presStyleCnt="0">
        <dgm:presLayoutVars>
          <dgm:hierBranch val="init"/>
        </dgm:presLayoutVars>
      </dgm:prSet>
      <dgm:spPr/>
    </dgm:pt>
    <dgm:pt modelId="{06C36ACE-8C50-419A-BD1C-CA6CC0ED0E74}" type="pres">
      <dgm:prSet presAssocID="{97626179-7316-43B9-AF53-A2BBD2ED3A41}" presName="rootComposite" presStyleCnt="0"/>
      <dgm:spPr/>
    </dgm:pt>
    <dgm:pt modelId="{7AC5136C-52E5-45A1-BCFE-0D9BFA626A01}" type="pres">
      <dgm:prSet presAssocID="{97626179-7316-43B9-AF53-A2BBD2ED3A41}" presName="rootText" presStyleLbl="node4" presStyleIdx="19" presStyleCnt="23">
        <dgm:presLayoutVars>
          <dgm:chPref val="3"/>
        </dgm:presLayoutVars>
      </dgm:prSet>
      <dgm:spPr/>
    </dgm:pt>
    <dgm:pt modelId="{4460CE3C-6B4A-4FCA-AB98-AB7324872359}" type="pres">
      <dgm:prSet presAssocID="{97626179-7316-43B9-AF53-A2BBD2ED3A41}" presName="rootConnector" presStyleLbl="node4" presStyleIdx="19" presStyleCnt="23"/>
      <dgm:spPr/>
    </dgm:pt>
    <dgm:pt modelId="{88047DDE-AE00-4E0D-8B66-1D18F41A9A9F}" type="pres">
      <dgm:prSet presAssocID="{97626179-7316-43B9-AF53-A2BBD2ED3A41}" presName="hierChild4" presStyleCnt="0"/>
      <dgm:spPr/>
    </dgm:pt>
    <dgm:pt modelId="{BFCC271F-EED8-4DC7-8C9D-CFC79EB45056}" type="pres">
      <dgm:prSet presAssocID="{97626179-7316-43B9-AF53-A2BBD2ED3A41}" presName="hierChild5" presStyleCnt="0"/>
      <dgm:spPr/>
    </dgm:pt>
    <dgm:pt modelId="{9305C1E7-2AF0-451B-A274-3D02773E054B}" type="pres">
      <dgm:prSet presAssocID="{FD625440-ACEF-4300-8687-6CEBA2945290}" presName="hierChild5" presStyleCnt="0"/>
      <dgm:spPr/>
    </dgm:pt>
    <dgm:pt modelId="{0C5E88CB-BE4E-40AD-8DD6-89EAEC658486}" type="pres">
      <dgm:prSet presAssocID="{5236BFA8-4853-4673-BE55-40420C6433DA}" presName="Name37" presStyleLbl="parChTrans1D3" presStyleIdx="10" presStyleCnt="12"/>
      <dgm:spPr/>
    </dgm:pt>
    <dgm:pt modelId="{E08E3F96-DC70-428E-82C6-6BE62BC63B6F}" type="pres">
      <dgm:prSet presAssocID="{2D8B6326-EC73-41D4-B5AE-B3A219F2E821}" presName="hierRoot2" presStyleCnt="0">
        <dgm:presLayoutVars>
          <dgm:hierBranch val="init"/>
        </dgm:presLayoutVars>
      </dgm:prSet>
      <dgm:spPr/>
    </dgm:pt>
    <dgm:pt modelId="{A0CC702C-EFC5-4F90-9C4E-2DD81EEB6D66}" type="pres">
      <dgm:prSet presAssocID="{2D8B6326-EC73-41D4-B5AE-B3A219F2E821}" presName="rootComposite" presStyleCnt="0"/>
      <dgm:spPr/>
    </dgm:pt>
    <dgm:pt modelId="{27621395-F4B0-480A-9491-17A0636A7CB2}" type="pres">
      <dgm:prSet presAssocID="{2D8B6326-EC73-41D4-B5AE-B3A219F2E821}" presName="rootText" presStyleLbl="node3" presStyleIdx="10" presStyleCnt="12">
        <dgm:presLayoutVars>
          <dgm:chPref val="3"/>
        </dgm:presLayoutVars>
      </dgm:prSet>
      <dgm:spPr/>
    </dgm:pt>
    <dgm:pt modelId="{BEDB3BFC-B74F-4BE5-A4C5-EDBCB1FE1592}" type="pres">
      <dgm:prSet presAssocID="{2D8B6326-EC73-41D4-B5AE-B3A219F2E821}" presName="rootConnector" presStyleLbl="node3" presStyleIdx="10" presStyleCnt="12"/>
      <dgm:spPr/>
    </dgm:pt>
    <dgm:pt modelId="{21D78952-A5AE-4159-8467-A459C0C03C34}" type="pres">
      <dgm:prSet presAssocID="{2D8B6326-EC73-41D4-B5AE-B3A219F2E821}" presName="hierChild4" presStyleCnt="0"/>
      <dgm:spPr/>
    </dgm:pt>
    <dgm:pt modelId="{F4CAF982-5E49-4E2D-897E-DC2247DDA3A4}" type="pres">
      <dgm:prSet presAssocID="{FEA8C848-75CE-4B6A-8611-7841855B0E52}" presName="Name37" presStyleLbl="parChTrans1D4" presStyleIdx="20" presStyleCnt="23"/>
      <dgm:spPr/>
    </dgm:pt>
    <dgm:pt modelId="{890A00B1-C414-462C-B812-F01FC0B0A6EF}" type="pres">
      <dgm:prSet presAssocID="{64A1F72D-FD9C-4BB8-ADDA-C1E53BDE6E12}" presName="hierRoot2" presStyleCnt="0">
        <dgm:presLayoutVars>
          <dgm:hierBranch val="init"/>
        </dgm:presLayoutVars>
      </dgm:prSet>
      <dgm:spPr/>
    </dgm:pt>
    <dgm:pt modelId="{4EEFEE88-E43F-4148-848A-17E79FEAADDE}" type="pres">
      <dgm:prSet presAssocID="{64A1F72D-FD9C-4BB8-ADDA-C1E53BDE6E12}" presName="rootComposite" presStyleCnt="0"/>
      <dgm:spPr/>
    </dgm:pt>
    <dgm:pt modelId="{B45B2076-93CD-42AD-B19F-27FB69234682}" type="pres">
      <dgm:prSet presAssocID="{64A1F72D-FD9C-4BB8-ADDA-C1E53BDE6E12}" presName="rootText" presStyleLbl="node4" presStyleIdx="20" presStyleCnt="23">
        <dgm:presLayoutVars>
          <dgm:chPref val="3"/>
        </dgm:presLayoutVars>
      </dgm:prSet>
      <dgm:spPr/>
    </dgm:pt>
    <dgm:pt modelId="{C34CFD65-D935-46E2-B183-FEE9390AD0C9}" type="pres">
      <dgm:prSet presAssocID="{64A1F72D-FD9C-4BB8-ADDA-C1E53BDE6E12}" presName="rootConnector" presStyleLbl="node4" presStyleIdx="20" presStyleCnt="23"/>
      <dgm:spPr/>
    </dgm:pt>
    <dgm:pt modelId="{407DCEE7-D0E1-4483-8560-B24D0E8C6AC9}" type="pres">
      <dgm:prSet presAssocID="{64A1F72D-FD9C-4BB8-ADDA-C1E53BDE6E12}" presName="hierChild4" presStyleCnt="0"/>
      <dgm:spPr/>
    </dgm:pt>
    <dgm:pt modelId="{8746E8FD-05EB-4B33-AE71-50FB50B73ADA}" type="pres">
      <dgm:prSet presAssocID="{64A1F72D-FD9C-4BB8-ADDA-C1E53BDE6E12}" presName="hierChild5" presStyleCnt="0"/>
      <dgm:spPr/>
    </dgm:pt>
    <dgm:pt modelId="{73CA9CB1-72E6-4705-89BC-73AFE6EA646C}" type="pres">
      <dgm:prSet presAssocID="{29818013-F89F-4387-A82B-3E16BE7EF2FC}" presName="Name37" presStyleLbl="parChTrans1D4" presStyleIdx="21" presStyleCnt="23"/>
      <dgm:spPr/>
    </dgm:pt>
    <dgm:pt modelId="{040DB4AE-F4D0-44B5-9673-8E9076951FE4}" type="pres">
      <dgm:prSet presAssocID="{55BA3BE3-9737-4499-9DB2-20F8FC9BAA21}" presName="hierRoot2" presStyleCnt="0">
        <dgm:presLayoutVars>
          <dgm:hierBranch val="init"/>
        </dgm:presLayoutVars>
      </dgm:prSet>
      <dgm:spPr/>
    </dgm:pt>
    <dgm:pt modelId="{4E90A6AA-05A6-4F4E-B39E-4587E5D99ED7}" type="pres">
      <dgm:prSet presAssocID="{55BA3BE3-9737-4499-9DB2-20F8FC9BAA21}" presName="rootComposite" presStyleCnt="0"/>
      <dgm:spPr/>
    </dgm:pt>
    <dgm:pt modelId="{FA6BA2CF-C942-47BA-8DA8-93187517A0A5}" type="pres">
      <dgm:prSet presAssocID="{55BA3BE3-9737-4499-9DB2-20F8FC9BAA21}" presName="rootText" presStyleLbl="node4" presStyleIdx="21" presStyleCnt="23">
        <dgm:presLayoutVars>
          <dgm:chPref val="3"/>
        </dgm:presLayoutVars>
      </dgm:prSet>
      <dgm:spPr/>
    </dgm:pt>
    <dgm:pt modelId="{E4DDB4F6-24DF-4865-9EDF-A82E1B4F7712}" type="pres">
      <dgm:prSet presAssocID="{55BA3BE3-9737-4499-9DB2-20F8FC9BAA21}" presName="rootConnector" presStyleLbl="node4" presStyleIdx="21" presStyleCnt="23"/>
      <dgm:spPr/>
    </dgm:pt>
    <dgm:pt modelId="{CE64019C-E4F6-4236-A3C2-13F34970D74D}" type="pres">
      <dgm:prSet presAssocID="{55BA3BE3-9737-4499-9DB2-20F8FC9BAA21}" presName="hierChild4" presStyleCnt="0"/>
      <dgm:spPr/>
    </dgm:pt>
    <dgm:pt modelId="{F3CBA037-9725-4A9E-8D12-6A8A692FC1EA}" type="pres">
      <dgm:prSet presAssocID="{55BA3BE3-9737-4499-9DB2-20F8FC9BAA21}" presName="hierChild5" presStyleCnt="0"/>
      <dgm:spPr/>
    </dgm:pt>
    <dgm:pt modelId="{A0D4CF8C-A8DC-4CC7-A36D-C7BB839CB831}" type="pres">
      <dgm:prSet presAssocID="{2D8B6326-EC73-41D4-B5AE-B3A219F2E821}" presName="hierChild5" presStyleCnt="0"/>
      <dgm:spPr/>
    </dgm:pt>
    <dgm:pt modelId="{0B2BD740-A746-445F-AF40-BB2F784E4E4D}" type="pres">
      <dgm:prSet presAssocID="{B407BD27-FA7A-48A7-A2A3-AF5A973BD699}" presName="Name37" presStyleLbl="parChTrans1D3" presStyleIdx="11" presStyleCnt="12"/>
      <dgm:spPr/>
    </dgm:pt>
    <dgm:pt modelId="{A751C02D-8CFF-496F-BACE-64054131C7D0}" type="pres">
      <dgm:prSet presAssocID="{EA7A691D-224B-4CC6-B51B-49DFE08EAB5D}" presName="hierRoot2" presStyleCnt="0">
        <dgm:presLayoutVars>
          <dgm:hierBranch val="init"/>
        </dgm:presLayoutVars>
      </dgm:prSet>
      <dgm:spPr/>
    </dgm:pt>
    <dgm:pt modelId="{A52E5884-245B-4C4C-9CF9-704814FF598C}" type="pres">
      <dgm:prSet presAssocID="{EA7A691D-224B-4CC6-B51B-49DFE08EAB5D}" presName="rootComposite" presStyleCnt="0"/>
      <dgm:spPr/>
    </dgm:pt>
    <dgm:pt modelId="{79E8D496-0999-44E6-98BD-85C21382612A}" type="pres">
      <dgm:prSet presAssocID="{EA7A691D-224B-4CC6-B51B-49DFE08EAB5D}" presName="rootText" presStyleLbl="node3" presStyleIdx="11" presStyleCnt="12">
        <dgm:presLayoutVars>
          <dgm:chPref val="3"/>
        </dgm:presLayoutVars>
      </dgm:prSet>
      <dgm:spPr/>
    </dgm:pt>
    <dgm:pt modelId="{B86349F5-66F0-4C4F-8501-80EE4DD53D1F}" type="pres">
      <dgm:prSet presAssocID="{EA7A691D-224B-4CC6-B51B-49DFE08EAB5D}" presName="rootConnector" presStyleLbl="node3" presStyleIdx="11" presStyleCnt="12"/>
      <dgm:spPr/>
    </dgm:pt>
    <dgm:pt modelId="{63F6CFCC-04E3-439E-96E3-BC77AABD286D}" type="pres">
      <dgm:prSet presAssocID="{EA7A691D-224B-4CC6-B51B-49DFE08EAB5D}" presName="hierChild4" presStyleCnt="0"/>
      <dgm:spPr/>
    </dgm:pt>
    <dgm:pt modelId="{9E3689DE-0B95-45F7-BE39-7F31CA8CF640}" type="pres">
      <dgm:prSet presAssocID="{724DBF7C-ACCC-48F2-BA44-C84D9D47100A}" presName="Name37" presStyleLbl="parChTrans1D4" presStyleIdx="22" presStyleCnt="23"/>
      <dgm:spPr/>
    </dgm:pt>
    <dgm:pt modelId="{FE38ABEB-17F1-457E-89E1-5CB9953DD362}" type="pres">
      <dgm:prSet presAssocID="{2C5BAA72-8327-42CA-BC23-B76E24B4E859}" presName="hierRoot2" presStyleCnt="0">
        <dgm:presLayoutVars>
          <dgm:hierBranch val="init"/>
        </dgm:presLayoutVars>
      </dgm:prSet>
      <dgm:spPr/>
    </dgm:pt>
    <dgm:pt modelId="{6EBA33EA-9529-4448-9449-3E328F803190}" type="pres">
      <dgm:prSet presAssocID="{2C5BAA72-8327-42CA-BC23-B76E24B4E859}" presName="rootComposite" presStyleCnt="0"/>
      <dgm:spPr/>
    </dgm:pt>
    <dgm:pt modelId="{766058DC-9CCE-4DDA-904D-B113A4551A24}" type="pres">
      <dgm:prSet presAssocID="{2C5BAA72-8327-42CA-BC23-B76E24B4E859}" presName="rootText" presStyleLbl="node4" presStyleIdx="22" presStyleCnt="23">
        <dgm:presLayoutVars>
          <dgm:chPref val="3"/>
        </dgm:presLayoutVars>
      </dgm:prSet>
      <dgm:spPr/>
    </dgm:pt>
    <dgm:pt modelId="{6932B59E-1C2C-4F9B-9367-2158E1CCF250}" type="pres">
      <dgm:prSet presAssocID="{2C5BAA72-8327-42CA-BC23-B76E24B4E859}" presName="rootConnector" presStyleLbl="node4" presStyleIdx="22" presStyleCnt="23"/>
      <dgm:spPr/>
    </dgm:pt>
    <dgm:pt modelId="{EC5E76F6-0CE7-414F-834E-A1AAC5D5A076}" type="pres">
      <dgm:prSet presAssocID="{2C5BAA72-8327-42CA-BC23-B76E24B4E859}" presName="hierChild4" presStyleCnt="0"/>
      <dgm:spPr/>
    </dgm:pt>
    <dgm:pt modelId="{614C7509-3A90-4E3D-B377-F61834850E5A}" type="pres">
      <dgm:prSet presAssocID="{2C5BAA72-8327-42CA-BC23-B76E24B4E859}" presName="hierChild5" presStyleCnt="0"/>
      <dgm:spPr/>
    </dgm:pt>
    <dgm:pt modelId="{0111A95D-65AA-4381-94D9-FAAE8815331E}" type="pres">
      <dgm:prSet presAssocID="{EA7A691D-224B-4CC6-B51B-49DFE08EAB5D}" presName="hierChild5" presStyleCnt="0"/>
      <dgm:spPr/>
    </dgm:pt>
    <dgm:pt modelId="{06DD9A92-3EBE-4509-A0B6-B94B2A043EB1}" type="pres">
      <dgm:prSet presAssocID="{DF9E427A-F061-4D73-876E-50DFE6A2B7E5}" presName="hierChild5" presStyleCnt="0"/>
      <dgm:spPr/>
    </dgm:pt>
    <dgm:pt modelId="{6192D81C-FD83-484A-8948-A0EBD03E85B6}" type="pres">
      <dgm:prSet presAssocID="{10A0EA3D-3AD4-4A16-AC66-3525B6400D15}" presName="hierChild3" presStyleCnt="0"/>
      <dgm:spPr/>
    </dgm:pt>
  </dgm:ptLst>
  <dgm:cxnLst>
    <dgm:cxn modelId="{39A64000-FE08-4529-970B-44D4D4FFAA12}" type="presOf" srcId="{97626179-7316-43B9-AF53-A2BBD2ED3A41}" destId="{7AC5136C-52E5-45A1-BCFE-0D9BFA626A01}" srcOrd="0" destOrd="0" presId="urn:microsoft.com/office/officeart/2005/8/layout/orgChart1"/>
    <dgm:cxn modelId="{92BA6A01-1E41-41A4-8715-B7DF2A6B0D89}" type="presOf" srcId="{3B9A5A33-3767-46C8-8D06-7C423B1BE002}" destId="{A468C6A1-170D-4034-A198-F7D9507CBDF4}" srcOrd="0" destOrd="0" presId="urn:microsoft.com/office/officeart/2005/8/layout/orgChart1"/>
    <dgm:cxn modelId="{3627F803-FD59-44E3-A0C2-A44909A92728}" type="presOf" srcId="{319573FB-B0C5-4E3E-8CD8-06EE1D4C0B4C}" destId="{F9DCDD9C-D8E3-45B4-A2F5-35C41208782B}" srcOrd="1" destOrd="0" presId="urn:microsoft.com/office/officeart/2005/8/layout/orgChart1"/>
    <dgm:cxn modelId="{59F64A04-924E-4228-9528-FA9094D60570}" type="presOf" srcId="{0A2748D7-A676-47D0-86C9-1C95FAEAC323}" destId="{727B956F-D72C-4AE4-8D9E-D5EAAA044204}" srcOrd="0" destOrd="0" presId="urn:microsoft.com/office/officeart/2005/8/layout/orgChart1"/>
    <dgm:cxn modelId="{E815A804-7FDE-4C16-8A99-6990B80E9C42}" type="presOf" srcId="{1A705274-68A4-4281-BC60-B6C0EF30C1AD}" destId="{84C02F9C-A6B1-483A-AFEB-D0648A87B3F3}" srcOrd="0" destOrd="0" presId="urn:microsoft.com/office/officeart/2005/8/layout/orgChart1"/>
    <dgm:cxn modelId="{DC184907-3F2B-4361-80E7-6E49A795DC14}" type="presOf" srcId="{6DA316BC-5472-4B61-BDEB-FEDFF8B395AD}" destId="{B6E27B42-B4B1-423A-A1FA-BACEFB570EAE}" srcOrd="0" destOrd="0" presId="urn:microsoft.com/office/officeart/2005/8/layout/orgChart1"/>
    <dgm:cxn modelId="{A260F709-9258-48B4-B82A-09FE455A0D4D}" type="presOf" srcId="{7036A3B9-3318-42CA-A814-158F0EEF419F}" destId="{8A08AF83-EB63-406E-B412-D66040A41734}" srcOrd="0" destOrd="0" presId="urn:microsoft.com/office/officeart/2005/8/layout/orgChart1"/>
    <dgm:cxn modelId="{3B4D900A-DC4C-4401-9A5A-6127EBF58788}" type="presOf" srcId="{A3DDB020-C749-41D1-9319-837467C28824}" destId="{DC078AA1-CB4E-4689-B777-FD54DDE866CA}" srcOrd="0" destOrd="0" presId="urn:microsoft.com/office/officeart/2005/8/layout/orgChart1"/>
    <dgm:cxn modelId="{11EB690B-E4FE-4F67-AE1F-18BDE3A0C068}" srcId="{10A0EA3D-3AD4-4A16-AC66-3525B6400D15}" destId="{DF9E427A-F061-4D73-876E-50DFE6A2B7E5}" srcOrd="2" destOrd="0" parTransId="{0A2748D7-A676-47D0-86C9-1C95FAEAC323}" sibTransId="{976951EB-5A6F-4FE6-946C-BA2364294F13}"/>
    <dgm:cxn modelId="{384BB10B-85D7-4A19-9B0A-61031F26B018}" type="presOf" srcId="{65C85B5D-B026-43DF-8823-962A23C49FB0}" destId="{0DB3FA4D-CBCD-4AF7-BFC9-B83423CA22F2}" srcOrd="0" destOrd="0" presId="urn:microsoft.com/office/officeart/2005/8/layout/orgChart1"/>
    <dgm:cxn modelId="{8C60E111-9A12-4C6B-BC60-E087B9958731}" type="presOf" srcId="{B407BD27-FA7A-48A7-A2A3-AF5A973BD699}" destId="{0B2BD740-A746-445F-AF40-BB2F784E4E4D}" srcOrd="0" destOrd="0" presId="urn:microsoft.com/office/officeart/2005/8/layout/orgChart1"/>
    <dgm:cxn modelId="{EDB83E15-09EE-4C7B-A6B5-BD64DA92C6E5}" type="presOf" srcId="{DF9E427A-F061-4D73-876E-50DFE6A2B7E5}" destId="{CBB73073-E2BE-4561-B51B-94EBAD9E9723}" srcOrd="1" destOrd="0" presId="urn:microsoft.com/office/officeart/2005/8/layout/orgChart1"/>
    <dgm:cxn modelId="{60784315-302D-4360-8BFF-676D22A6F089}" type="presOf" srcId="{E132CEA3-F0C4-4F79-BAEC-F4A9F903B1D0}" destId="{CF9951BA-F30F-4CA9-92C3-0F5393A4DD44}" srcOrd="0" destOrd="0" presId="urn:microsoft.com/office/officeart/2005/8/layout/orgChart1"/>
    <dgm:cxn modelId="{3BB98316-217F-4569-9373-130E4948A3D8}" srcId="{2392570D-CD25-4402-BDB1-6247EC5CB26B}" destId="{EA38C552-3B7E-409A-8B38-5CE110FC9A3B}" srcOrd="0" destOrd="0" parTransId="{5BE4EC25-C7C3-4D45-AE92-5E362FECCEEC}" sibTransId="{849F6E10-AF36-413C-B0AB-D1F7E187F67E}"/>
    <dgm:cxn modelId="{4869F218-9900-4863-B978-6362D10BACFE}" type="presOf" srcId="{3BD99E24-5469-4178-99D5-D243F5471843}" destId="{448B29B5-8575-42BE-87FF-DE2A9D35AF33}" srcOrd="1" destOrd="0" presId="urn:microsoft.com/office/officeart/2005/8/layout/orgChart1"/>
    <dgm:cxn modelId="{87395E1B-A496-443C-BC0C-25B2053B78ED}" srcId="{92162928-B373-4802-B988-4C318FAE4B4C}" destId="{0A6D5C0B-A1BF-41BD-AA8D-43F936D399EA}" srcOrd="0" destOrd="0" parTransId="{B3C76091-5368-4912-B5FF-0AD3F30CA124}" sibTransId="{62F3A57E-2F5A-4157-BBE8-A7B952173FCC}"/>
    <dgm:cxn modelId="{A3374C1D-89D7-4A5F-BB2C-8286E2905AFA}" srcId="{DF9E427A-F061-4D73-876E-50DFE6A2B7E5}" destId="{2D8B6326-EC73-41D4-B5AE-B3A219F2E821}" srcOrd="2" destOrd="0" parTransId="{5236BFA8-4853-4673-BE55-40420C6433DA}" sibTransId="{E27DB4B0-16C6-4170-8546-2B7D7107A78E}"/>
    <dgm:cxn modelId="{AC57FC21-156A-4601-A420-1F23296FDB71}" srcId="{619CD40E-E239-4DB9-A9C1-DB44653BF638}" destId="{6DA316BC-5472-4B61-BDEB-FEDFF8B395AD}" srcOrd="0" destOrd="0" parTransId="{17E9C29B-07A9-4233-B31D-B1DC54635A1B}" sibTransId="{A4F8B407-22FB-48EE-BE79-1528463B29DB}"/>
    <dgm:cxn modelId="{C146E523-B634-4B6B-B91F-CEC4850816BF}" srcId="{3BD99E24-5469-4178-99D5-D243F5471843}" destId="{8FFC1D3C-564F-4507-8928-61EDD49E4D7D}" srcOrd="1" destOrd="0" parTransId="{DFE2D782-0257-4517-B133-0177D0E75005}" sibTransId="{14EE58E5-90ED-4A46-95CA-EC08220AA9D0}"/>
    <dgm:cxn modelId="{586E4A24-A395-4459-96F6-C870AC9F410A}" type="presOf" srcId="{FEA8C848-75CE-4B6A-8611-7841855B0E52}" destId="{F4CAF982-5E49-4E2D-897E-DC2247DDA3A4}" srcOrd="0" destOrd="0" presId="urn:microsoft.com/office/officeart/2005/8/layout/orgChart1"/>
    <dgm:cxn modelId="{D6245625-550F-439C-BACE-0386DEE24095}" type="presOf" srcId="{009F6970-0FD7-45CD-B617-86E57BB37476}" destId="{7C91C493-8D93-44E3-A34B-01C71D090787}" srcOrd="0" destOrd="0" presId="urn:microsoft.com/office/officeart/2005/8/layout/orgChart1"/>
    <dgm:cxn modelId="{9BB21C26-7900-4965-9E65-EADAD9A0E373}" type="presOf" srcId="{9BC040E4-998B-45CA-8977-58B242280271}" destId="{C7CDE670-CE40-48DC-8A4B-9E6867A5FCC5}" srcOrd="0" destOrd="0" presId="urn:microsoft.com/office/officeart/2005/8/layout/orgChart1"/>
    <dgm:cxn modelId="{2360C926-524F-4FF7-A4EE-22DE9E2B5311}" type="presOf" srcId="{356D2AB2-D5E1-46A2-8E3D-6502081F3B6B}" destId="{E6CA5385-D6DB-4AD8-8EF1-5D4D6E62D785}" srcOrd="0" destOrd="0" presId="urn:microsoft.com/office/officeart/2005/8/layout/orgChart1"/>
    <dgm:cxn modelId="{3D3BEF26-9FD6-4EE8-A70E-4EF690D62482}" srcId="{FD625440-ACEF-4300-8687-6CEBA2945290}" destId="{97626179-7316-43B9-AF53-A2BBD2ED3A41}" srcOrd="0" destOrd="0" parTransId="{CC8256DA-36B8-4020-AB0C-DB3F6ED7F2F3}" sibTransId="{9BBA01F3-DB19-4D9B-92A9-AD92FC3D9EDF}"/>
    <dgm:cxn modelId="{58F92B28-B7B6-4DF4-9292-52D23A28F8C2}" type="presOf" srcId="{319573FB-B0C5-4E3E-8CD8-06EE1D4C0B4C}" destId="{A936896F-1010-480B-ACB0-3D616759C456}" srcOrd="0" destOrd="0" presId="urn:microsoft.com/office/officeart/2005/8/layout/orgChart1"/>
    <dgm:cxn modelId="{81668D29-7BDA-42A1-88A4-A802594C527F}" type="presOf" srcId="{5B1E8577-4CF9-442E-A829-30D138CDF425}" destId="{CC1F989D-2EC2-4CEA-9562-8414B1D3E154}" srcOrd="1" destOrd="0" presId="urn:microsoft.com/office/officeart/2005/8/layout/orgChart1"/>
    <dgm:cxn modelId="{F83E1A2A-8488-48BC-B2BA-DBC7728771D2}" type="presOf" srcId="{7B3E0B53-01B6-4C8D-A130-947CBE3E34E7}" destId="{36E402CB-8F78-4747-9B97-B86FD73355B6}" srcOrd="0" destOrd="0" presId="urn:microsoft.com/office/officeart/2005/8/layout/orgChart1"/>
    <dgm:cxn modelId="{84118D2B-02BF-45CB-8866-70B8B1327B1F}" type="presOf" srcId="{2C5BAA72-8327-42CA-BC23-B76E24B4E859}" destId="{6932B59E-1C2C-4F9B-9367-2158E1CCF250}" srcOrd="1" destOrd="0" presId="urn:microsoft.com/office/officeart/2005/8/layout/orgChart1"/>
    <dgm:cxn modelId="{FBCD8D2B-B274-440B-BE85-2D30A7C54509}" srcId="{DF9E427A-F061-4D73-876E-50DFE6A2B7E5}" destId="{E6705F0C-8F92-43FF-B8F1-DCEF56F49F1B}" srcOrd="0" destOrd="0" parTransId="{3539EC54-61FE-43B7-958D-F6EBE8DF6EDE}" sibTransId="{A12CAD90-199C-47A0-A96D-6CE5A844C088}"/>
    <dgm:cxn modelId="{5D4E2C2D-DF0E-43E8-8426-0035BAA534F9}" type="presOf" srcId="{AADEA549-1AF2-4136-A906-C6E1053877B8}" destId="{B7F7EB2F-DA8E-48B8-A896-F492E37D849B}" srcOrd="0" destOrd="0" presId="urn:microsoft.com/office/officeart/2005/8/layout/orgChart1"/>
    <dgm:cxn modelId="{831AE22E-88BB-4A6C-A360-F9D3F430B62C}" type="presOf" srcId="{8FFC1D3C-564F-4507-8928-61EDD49E4D7D}" destId="{2B794891-7256-4941-A3FA-B6DBBEF63F40}" srcOrd="1" destOrd="0" presId="urn:microsoft.com/office/officeart/2005/8/layout/orgChart1"/>
    <dgm:cxn modelId="{033A5C30-E49E-4F95-B855-EC4DEDD8767B}" type="presOf" srcId="{5B1E8577-4CF9-442E-A829-30D138CDF425}" destId="{46CEB7EC-3CBA-4DF4-8264-BC9137079912}" srcOrd="0" destOrd="0" presId="urn:microsoft.com/office/officeart/2005/8/layout/orgChart1"/>
    <dgm:cxn modelId="{6D5B0032-CB11-4F73-876B-BDF11CE8E1AE}" type="presOf" srcId="{0F02B370-286F-4E1B-80A8-B2AD40265B7C}" destId="{45497D4B-7384-4409-B2DD-8111D10AE21C}" srcOrd="1" destOrd="0" presId="urn:microsoft.com/office/officeart/2005/8/layout/orgChart1"/>
    <dgm:cxn modelId="{675F4537-A73C-4F0A-8EF6-67EF8D83EBC7}" type="presOf" srcId="{5236BFA8-4853-4673-BE55-40420C6433DA}" destId="{0C5E88CB-BE4E-40AD-8DD6-89EAEC658486}" srcOrd="0" destOrd="0" presId="urn:microsoft.com/office/officeart/2005/8/layout/orgChart1"/>
    <dgm:cxn modelId="{0935C238-6A33-404B-9D4B-FE49ADE41982}" type="presOf" srcId="{16B9F025-26D9-4707-A43B-920149AE0AE4}" destId="{D4C67ED9-F033-4020-9B07-CFE0A217DA2F}" srcOrd="1" destOrd="0" presId="urn:microsoft.com/office/officeart/2005/8/layout/orgChart1"/>
    <dgm:cxn modelId="{9583AB39-FC6E-462D-9AF1-0B3222BC44C9}" type="presOf" srcId="{433EF7FB-BDCA-44DF-B011-E0668C211230}" destId="{EC851356-23C2-445A-91FA-8E14B22846B0}" srcOrd="0" destOrd="0" presId="urn:microsoft.com/office/officeart/2005/8/layout/orgChart1"/>
    <dgm:cxn modelId="{2EE3C039-A766-414B-A627-835C5E0458A6}" srcId="{C22C221F-4FDF-476B-9FE1-586B0A40985C}" destId="{9BC040E4-998B-45CA-8977-58B242280271}" srcOrd="1" destOrd="0" parTransId="{E132CEA3-F0C4-4F79-BAEC-F4A9F903B1D0}" sibTransId="{2E382007-8EFF-4A2D-9365-C101A05214D5}"/>
    <dgm:cxn modelId="{ED7AF639-99C7-461B-A71D-AB1AA3BFF199}" type="presOf" srcId="{CC574E56-A082-47D4-9C31-6C2D0B9A5757}" destId="{E95EEA3D-4541-4C9D-84F4-8DDE5EF37C4B}" srcOrd="0" destOrd="0" presId="urn:microsoft.com/office/officeart/2005/8/layout/orgChart1"/>
    <dgm:cxn modelId="{C698153A-9746-4D16-9F26-11B65635E054}" type="presOf" srcId="{C2A97DCE-34A6-4590-B361-EBED52B7B7B8}" destId="{158F41FA-7ABB-4CC9-8C3D-9EA9BC80A239}" srcOrd="0" destOrd="0" presId="urn:microsoft.com/office/officeart/2005/8/layout/orgChart1"/>
    <dgm:cxn modelId="{086C6A3A-905F-4734-8954-2EC70D7525DD}" type="presOf" srcId="{DBEA68D6-E158-4934-BAF2-CD3B153353BA}" destId="{CE01B670-1EEA-4848-90D3-DFD1C7C7F55F}" srcOrd="0" destOrd="0" presId="urn:microsoft.com/office/officeart/2005/8/layout/orgChart1"/>
    <dgm:cxn modelId="{628DDA3B-2077-42C1-9AB5-257577314070}" type="presOf" srcId="{9BC040E4-998B-45CA-8977-58B242280271}" destId="{1F6F4042-65B8-4237-81B6-2851C81F5CFB}" srcOrd="1" destOrd="0" presId="urn:microsoft.com/office/officeart/2005/8/layout/orgChart1"/>
    <dgm:cxn modelId="{363E2D3C-9952-4E44-B088-B07342E332A2}" srcId="{16B9F025-26D9-4707-A43B-920149AE0AE4}" destId="{7B3E0B53-01B6-4C8D-A130-947CBE3E34E7}" srcOrd="0" destOrd="0" parTransId="{D58FABA9-25F9-4D1A-96CD-91A88990A61E}" sibTransId="{1B20C758-5E19-4A48-BA50-30DFE545CD77}"/>
    <dgm:cxn modelId="{E611523E-D565-4DB4-B55A-0B4B3C37E849}" type="presOf" srcId="{FD625440-ACEF-4300-8687-6CEBA2945290}" destId="{8C6CEC2D-5C68-4AE5-ABD6-CA46CB12FF3E}" srcOrd="1" destOrd="0" presId="urn:microsoft.com/office/officeart/2005/8/layout/orgChart1"/>
    <dgm:cxn modelId="{658DA55D-9F4E-46C7-A40D-0394BFA749D0}" type="presOf" srcId="{10A0EA3D-3AD4-4A16-AC66-3525B6400D15}" destId="{BD047E60-9F9C-4B43-B9EF-1A7F5A8327BA}" srcOrd="1" destOrd="0" presId="urn:microsoft.com/office/officeart/2005/8/layout/orgChart1"/>
    <dgm:cxn modelId="{34B56460-18FB-4CFC-BBFA-C86C7D351731}" type="presOf" srcId="{2E876C7E-C816-474D-BB5E-A96106D5BEA8}" destId="{8405BD21-BCAC-42BF-B33C-1AFD9E5DF7E3}" srcOrd="1" destOrd="0" presId="urn:microsoft.com/office/officeart/2005/8/layout/orgChart1"/>
    <dgm:cxn modelId="{CA644660-5D34-45C0-BF81-89345379CA14}" type="presOf" srcId="{2D8B6326-EC73-41D4-B5AE-B3A219F2E821}" destId="{BEDB3BFC-B74F-4BE5-A4C5-EDBCB1FE1592}" srcOrd="1" destOrd="0" presId="urn:microsoft.com/office/officeart/2005/8/layout/orgChart1"/>
    <dgm:cxn modelId="{A177CD43-CB22-415D-9255-3DB1AFF16263}" type="presOf" srcId="{E6705F0C-8F92-43FF-B8F1-DCEF56F49F1B}" destId="{EAE31D92-B14E-4AAE-A358-B82F41655A8E}" srcOrd="0" destOrd="0" presId="urn:microsoft.com/office/officeart/2005/8/layout/orgChart1"/>
    <dgm:cxn modelId="{83DB8B64-9E39-47F3-AAA9-9CD436B4A269}" type="presOf" srcId="{EA7A691D-224B-4CC6-B51B-49DFE08EAB5D}" destId="{79E8D496-0999-44E6-98BD-85C21382612A}" srcOrd="0" destOrd="0" presId="urn:microsoft.com/office/officeart/2005/8/layout/orgChart1"/>
    <dgm:cxn modelId="{CE3A9864-32D7-4FC9-AF44-56FA685E5AC9}" type="presOf" srcId="{4D6BB9F9-BB34-4A96-A6BE-0B616E8E8AFB}" destId="{DBE97D86-6208-4964-A85C-B060FB83F5B3}" srcOrd="0" destOrd="0" presId="urn:microsoft.com/office/officeart/2005/8/layout/orgChart1"/>
    <dgm:cxn modelId="{96CFF044-8CAC-419B-AD23-7B275CC6A3BF}" type="presOf" srcId="{D58FABA9-25F9-4D1A-96CD-91A88990A61E}" destId="{AE6B95AC-B7FF-437C-AB0C-B735337EDF45}" srcOrd="0" destOrd="0" presId="urn:microsoft.com/office/officeart/2005/8/layout/orgChart1"/>
    <dgm:cxn modelId="{61525846-DF17-4BBF-ABCA-87156D4C6CB3}" srcId="{0A6D5C0B-A1BF-41BD-AA8D-43F936D399EA}" destId="{2392570D-CD25-4402-BDB1-6247EC5CB26B}" srcOrd="0" destOrd="0" parTransId="{1D5038B6-D740-4968-84E4-386AC3BBCFF1}" sibTransId="{A0CD90F9-5A7A-403D-9EC6-89CEC260B975}"/>
    <dgm:cxn modelId="{6F1AF346-C44F-4723-B0C1-6E39211AA954}" srcId="{0F02B370-286F-4E1B-80A8-B2AD40265B7C}" destId="{319573FB-B0C5-4E3E-8CD8-06EE1D4C0B4C}" srcOrd="0" destOrd="0" parTransId="{CEAAC9B7-141B-4183-985B-8E9751ADA46A}" sibTransId="{3AC0A962-2918-4945-854E-F03598D13DBB}"/>
    <dgm:cxn modelId="{C7B69E68-4F47-4401-A007-87F7B3012AE2}" type="presOf" srcId="{64A1F72D-FD9C-4BB8-ADDA-C1E53BDE6E12}" destId="{C34CFD65-D935-46E2-B183-FEE9390AD0C9}" srcOrd="1" destOrd="0" presId="urn:microsoft.com/office/officeart/2005/8/layout/orgChart1"/>
    <dgm:cxn modelId="{637DBA48-A362-42CD-90AC-E68D805889CF}" type="presOf" srcId="{10A0EA3D-3AD4-4A16-AC66-3525B6400D15}" destId="{248530AC-F178-403E-A897-42E299E5ED21}" srcOrd="0" destOrd="0" presId="urn:microsoft.com/office/officeart/2005/8/layout/orgChart1"/>
    <dgm:cxn modelId="{15EBD368-AAA6-40AF-B8E4-69AD7A8242FA}" type="presOf" srcId="{55BA3BE3-9737-4499-9DB2-20F8FC9BAA21}" destId="{FA6BA2CF-C942-47BA-8DA8-93187517A0A5}" srcOrd="0" destOrd="0" presId="urn:microsoft.com/office/officeart/2005/8/layout/orgChart1"/>
    <dgm:cxn modelId="{A9056969-C911-4ABB-B882-785FA218467B}" type="presOf" srcId="{724DBF7C-ACCC-48F2-BA44-C84D9D47100A}" destId="{9E3689DE-0B95-45F7-BE39-7F31CA8CF640}" srcOrd="0" destOrd="0" presId="urn:microsoft.com/office/officeart/2005/8/layout/orgChart1"/>
    <dgm:cxn modelId="{F4C6FF49-3EE5-4D43-AD05-8D59706A3B83}" srcId="{45B979B5-5140-41B1-AB1A-4CFD1F31F457}" destId="{7036A3B9-3318-42CA-A814-158F0EEF419F}" srcOrd="0" destOrd="0" parTransId="{009F6970-0FD7-45CD-B617-86E57BB37476}" sibTransId="{181F456C-6D18-4865-9C35-848E9262059C}"/>
    <dgm:cxn modelId="{2358566A-91E0-48E3-8B75-52F0B78EEB18}" type="presOf" srcId="{29818013-F89F-4387-A82B-3E16BE7EF2FC}" destId="{73CA9CB1-72E6-4705-89BC-73AFE6EA646C}" srcOrd="0" destOrd="0" presId="urn:microsoft.com/office/officeart/2005/8/layout/orgChart1"/>
    <dgm:cxn modelId="{BFB1026B-FB0F-4E55-97E9-AD1B5C68CC58}" type="presOf" srcId="{5D602089-6FFC-4F09-966B-E1C102E76D84}" destId="{37B0697C-3582-4D28-A5C2-5E9B6F925313}" srcOrd="0" destOrd="0" presId="urn:microsoft.com/office/officeart/2005/8/layout/orgChart1"/>
    <dgm:cxn modelId="{BDFC4F4B-7595-4E87-A369-BB1EF6A5A005}" srcId="{10A0EA3D-3AD4-4A16-AC66-3525B6400D15}" destId="{0F02B370-286F-4E1B-80A8-B2AD40265B7C}" srcOrd="1" destOrd="0" parTransId="{F967AC73-60EA-4945-AEC1-1AE5D8629C87}" sibTransId="{50FF85E0-74FC-459E-B8CB-53E1D88D20DF}"/>
    <dgm:cxn modelId="{E3697B4B-D43F-4729-8887-7ADB71920ACE}" srcId="{0F02B370-286F-4E1B-80A8-B2AD40265B7C}" destId="{CC574E56-A082-47D4-9C31-6C2D0B9A5757}" srcOrd="1" destOrd="0" parTransId="{EFBF3EC7-DF05-486A-985C-177F86A8F777}" sibTransId="{67AFCA2A-D63D-4649-B928-F702F8FA0C73}"/>
    <dgm:cxn modelId="{AA95FD4B-2A68-455D-BF23-3B40A849BD25}" type="presOf" srcId="{92162928-B373-4802-B988-4C318FAE4B4C}" destId="{E053A169-9C0A-4979-A9C3-739101C47B4F}" srcOrd="0" destOrd="0" presId="urn:microsoft.com/office/officeart/2005/8/layout/orgChart1"/>
    <dgm:cxn modelId="{19F5036C-B76D-4C6C-B954-F7B9A913310E}" type="presOf" srcId="{FE236F9A-75BA-482D-B3FC-91E9E4B12C5E}" destId="{64B5CD95-4D6E-4D1A-99C4-82DDC700ABE8}" srcOrd="0" destOrd="0" presId="urn:microsoft.com/office/officeart/2005/8/layout/orgChart1"/>
    <dgm:cxn modelId="{9EBAE14C-858E-40DB-B28B-26A6C3267D44}" srcId="{E6705F0C-8F92-43FF-B8F1-DCEF56F49F1B}" destId="{0ECF3338-7D2D-4AA1-91AE-D87E6F776C5D}" srcOrd="1" destOrd="0" parTransId="{55A908E2-D71C-4AFA-B6BB-04FEDD56A803}" sibTransId="{4288C6AF-1070-46FA-9070-43898FB2BF4E}"/>
    <dgm:cxn modelId="{BFB1886D-D43A-491D-92C7-02219B31EF26}" type="presOf" srcId="{DFE2D782-0257-4517-B133-0177D0E75005}" destId="{06A77555-F37B-456F-934C-6F05D1ACE144}" srcOrd="0" destOrd="0" presId="urn:microsoft.com/office/officeart/2005/8/layout/orgChart1"/>
    <dgm:cxn modelId="{B8E7AB4D-BFB2-4B4D-8D14-DEF3ED6504E4}" srcId="{0A6D5C0B-A1BF-41BD-AA8D-43F936D399EA}" destId="{3BD99E24-5469-4178-99D5-D243F5471843}" srcOrd="1" destOrd="0" parTransId="{AADEA549-1AF2-4136-A906-C6E1053877B8}" sibTransId="{337EEDD4-ED7D-4382-A98F-97E0626EA288}"/>
    <dgm:cxn modelId="{28A8C56D-506B-4537-B953-345697C59EE9}" type="presOf" srcId="{0A6D5C0B-A1BF-41BD-AA8D-43F936D399EA}" destId="{A16E3FA9-1B5B-46B1-AE9C-23AA6716D2DC}" srcOrd="0" destOrd="0" presId="urn:microsoft.com/office/officeart/2005/8/layout/orgChart1"/>
    <dgm:cxn modelId="{16F7F54E-B0C2-4129-B92D-8DE372385E3B}" srcId="{DBEA68D6-E158-4934-BAF2-CD3B153353BA}" destId="{10A0EA3D-3AD4-4A16-AC66-3525B6400D15}" srcOrd="0" destOrd="0" parTransId="{C9D49A3E-3F67-4AE3-9FDA-6F9BB1AF9BD8}" sibTransId="{E0ACF1AB-2B68-4A49-8ADA-3E481ED4AF09}"/>
    <dgm:cxn modelId="{095CE84F-A02A-4D4E-9DC1-C5DC9C7CA449}" srcId="{2D8B6326-EC73-41D4-B5AE-B3A219F2E821}" destId="{55BA3BE3-9737-4499-9DB2-20F8FC9BAA21}" srcOrd="1" destOrd="0" parTransId="{29818013-F89F-4387-A82B-3E16BE7EF2FC}" sibTransId="{0B3EDBD7-3BB9-4550-B174-A35A0A7C1E50}"/>
    <dgm:cxn modelId="{10E7FD4F-0564-4879-906D-FF0CB4FB9706}" type="presOf" srcId="{7036A3B9-3318-42CA-A814-158F0EEF419F}" destId="{2EA8CB97-6314-4CD6-BD98-30875BAEF3C2}" srcOrd="1" destOrd="0" presId="urn:microsoft.com/office/officeart/2005/8/layout/orgChart1"/>
    <dgm:cxn modelId="{EF7E3B70-5426-48AE-88AE-2D9A3B5B4E8A}" type="presOf" srcId="{55A908E2-D71C-4AFA-B6BB-04FEDD56A803}" destId="{E63AEF2A-5707-451C-B2AF-A2F010F4869A}" srcOrd="0" destOrd="0" presId="urn:microsoft.com/office/officeart/2005/8/layout/orgChart1"/>
    <dgm:cxn modelId="{FB1AE450-14B9-430F-977C-34DBD07081D3}" type="presOf" srcId="{4D6BB9F9-BB34-4A96-A6BE-0B616E8E8AFB}" destId="{8A5C5397-112E-4E3A-B87D-66AC8A287039}" srcOrd="1" destOrd="0" presId="urn:microsoft.com/office/officeart/2005/8/layout/orgChart1"/>
    <dgm:cxn modelId="{B6EBC652-C196-459B-9CD1-0BA76BC6D306}" type="presOf" srcId="{DF9E427A-F061-4D73-876E-50DFE6A2B7E5}" destId="{016EC23A-2D0E-41F6-A49C-4A8A9AA629EE}" srcOrd="0" destOrd="0" presId="urn:microsoft.com/office/officeart/2005/8/layout/orgChart1"/>
    <dgm:cxn modelId="{5E5DA373-5A18-4492-B5E6-B6C854247BEF}" type="presOf" srcId="{CC574E56-A082-47D4-9C31-6C2D0B9A5757}" destId="{003A27D5-C441-4BDE-B491-2926D650BF29}" srcOrd="1" destOrd="0" presId="urn:microsoft.com/office/officeart/2005/8/layout/orgChart1"/>
    <dgm:cxn modelId="{F2F06474-C947-4300-975F-E9EFFD6186EA}" srcId="{0F02B370-286F-4E1B-80A8-B2AD40265B7C}" destId="{45B979B5-5140-41B1-AB1A-4CFD1F31F457}" srcOrd="2" destOrd="0" parTransId="{1A705274-68A4-4281-BC60-B6C0EF30C1AD}" sibTransId="{CE7DE28A-639C-4B52-890F-0DA5F4C9AE01}"/>
    <dgm:cxn modelId="{45414C54-07E5-4F8D-BDEF-DC37CCC0F46E}" type="presOf" srcId="{CC8256DA-36B8-4020-AB0C-DB3F6ED7F2F3}" destId="{321842BE-9D9C-41BA-A042-5C6B538FEDF8}" srcOrd="0" destOrd="0" presId="urn:microsoft.com/office/officeart/2005/8/layout/orgChart1"/>
    <dgm:cxn modelId="{00038874-0582-44C0-9D99-699914878FE5}" type="presOf" srcId="{CEAAC9B7-141B-4183-985B-8E9751ADA46A}" destId="{65430254-9CDB-4161-ABC2-189ED9E2FB33}" srcOrd="0" destOrd="0" presId="urn:microsoft.com/office/officeart/2005/8/layout/orgChart1"/>
    <dgm:cxn modelId="{DD0A1675-53B7-4F7C-9EB5-AA4EFDC3E744}" type="presOf" srcId="{0ECF3338-7D2D-4AA1-91AE-D87E6F776C5D}" destId="{66C90501-8F88-4369-9688-FFB1CA151018}" srcOrd="0" destOrd="0" presId="urn:microsoft.com/office/officeart/2005/8/layout/orgChart1"/>
    <dgm:cxn modelId="{52A55B55-D07D-45CB-91E4-7F2C64A6EFF3}" type="presOf" srcId="{5D602089-6FFC-4F09-966B-E1C102E76D84}" destId="{A53E6D41-CA17-4DDE-BF9F-92FB22307706}" srcOrd="1" destOrd="0" presId="urn:microsoft.com/office/officeart/2005/8/layout/orgChart1"/>
    <dgm:cxn modelId="{B245C075-C87D-4BBB-9B2C-27C6D53A37E6}" type="presOf" srcId="{619CD40E-E239-4DB9-A9C1-DB44653BF638}" destId="{D4C84C0C-C6B2-4200-A4EF-526CAF1F096E}" srcOrd="0" destOrd="0" presId="urn:microsoft.com/office/officeart/2005/8/layout/orgChart1"/>
    <dgm:cxn modelId="{C28D2656-9EE9-42F4-9922-A4AC25A64CA3}" srcId="{2D8B6326-EC73-41D4-B5AE-B3A219F2E821}" destId="{64A1F72D-FD9C-4BB8-ADDA-C1E53BDE6E12}" srcOrd="0" destOrd="0" parTransId="{FEA8C848-75CE-4B6A-8611-7841855B0E52}" sibTransId="{A61BDCE4-4D5C-498C-A64F-EB43F75FE165}"/>
    <dgm:cxn modelId="{58726E5A-C29B-439A-AF3E-79D7A00168E8}" type="presOf" srcId="{0A6D5C0B-A1BF-41BD-AA8D-43F936D399EA}" destId="{A0AC0E93-74DD-412D-8618-C5AD8E644AE4}" srcOrd="1" destOrd="0" presId="urn:microsoft.com/office/officeart/2005/8/layout/orgChart1"/>
    <dgm:cxn modelId="{4AF2BD5A-AD91-4AC7-AFE4-64EDDC7D0638}" type="presOf" srcId="{16B9F025-26D9-4707-A43B-920149AE0AE4}" destId="{84287ECC-DEBE-413C-A956-78CE40A707BE}" srcOrd="0" destOrd="0" presId="urn:microsoft.com/office/officeart/2005/8/layout/orgChart1"/>
    <dgm:cxn modelId="{691E767D-2696-4C47-AF86-A86C609BA682}" type="presOf" srcId="{F967AC73-60EA-4945-AEC1-1AE5D8629C87}" destId="{AB1F82AE-D204-494B-90C7-632A99586039}" srcOrd="0" destOrd="0" presId="urn:microsoft.com/office/officeart/2005/8/layout/orgChart1"/>
    <dgm:cxn modelId="{B0FADE7D-7BE5-4D70-A868-E7C8467E7878}" type="presOf" srcId="{0ECF3338-7D2D-4AA1-91AE-D87E6F776C5D}" destId="{322F18F6-5D1B-4394-A14C-BA3671A3F5E7}" srcOrd="1" destOrd="0" presId="urn:microsoft.com/office/officeart/2005/8/layout/orgChart1"/>
    <dgm:cxn modelId="{2C3F3980-AE4C-4B26-84A6-70DC8A8DCF56}" type="presOf" srcId="{3539EC54-61FE-43B7-958D-F6EBE8DF6EDE}" destId="{C5601B73-35B5-4692-AB0D-448B9ACF9F55}" srcOrd="0" destOrd="0" presId="urn:microsoft.com/office/officeart/2005/8/layout/orgChart1"/>
    <dgm:cxn modelId="{012C0C81-AC6B-4123-90E2-5C6A4DAB07BF}" type="presOf" srcId="{95ACD138-D64B-454C-B11C-D6046EA93A9D}" destId="{9EF85F5D-5919-4E99-85EE-8DE0C170C4B6}" srcOrd="0" destOrd="0" presId="urn:microsoft.com/office/officeart/2005/8/layout/orgChart1"/>
    <dgm:cxn modelId="{AB1B4C89-3E38-4A45-B514-400ECB1D77B6}" srcId="{5D602089-6FFC-4F09-966B-E1C102E76D84}" destId="{4D6BB9F9-BB34-4A96-A6BE-0B616E8E8AFB}" srcOrd="0" destOrd="0" parTransId="{D10EF9F4-07C9-498F-8DD2-5931240CA024}" sibTransId="{30080594-100B-41AA-A75D-40B51827AB0F}"/>
    <dgm:cxn modelId="{C87D168A-3D19-4B05-BCB8-485182E8FB07}" type="presOf" srcId="{EA38C552-3B7E-409A-8B38-5CE110FC9A3B}" destId="{E95F9E51-5B45-4FE5-AC16-E249DCC7718A}" srcOrd="0" destOrd="0" presId="urn:microsoft.com/office/officeart/2005/8/layout/orgChart1"/>
    <dgm:cxn modelId="{57F9498A-F0AB-4892-A195-EB7CA1E5E185}" type="presOf" srcId="{F91D6C10-6CEF-4634-95F9-D6E39921BC32}" destId="{B110F7BD-1CD5-4DEE-8020-2FAAAB7901B8}" srcOrd="1" destOrd="0" presId="urn:microsoft.com/office/officeart/2005/8/layout/orgChart1"/>
    <dgm:cxn modelId="{4771D28A-9A0F-4357-AD2C-182AFF898B38}" type="presOf" srcId="{E6705F0C-8F92-43FF-B8F1-DCEF56F49F1B}" destId="{13C29200-2895-47C1-9F29-DE22439E8428}" srcOrd="1" destOrd="0" presId="urn:microsoft.com/office/officeart/2005/8/layout/orgChart1"/>
    <dgm:cxn modelId="{5BE4718C-0D37-4A9B-B645-4BBCD8C1C499}" srcId="{92162928-B373-4802-B988-4C318FAE4B4C}" destId="{C22C221F-4FDF-476B-9FE1-586B0A40985C}" srcOrd="3" destOrd="0" parTransId="{5DC9D882-9140-45F9-9798-3479B3CE9B75}" sibTransId="{C285579F-7A23-4B94-BD40-211DC3A21EEF}"/>
    <dgm:cxn modelId="{A9516490-61C0-48DF-A13B-646EDBE6A5FA}" srcId="{619CD40E-E239-4DB9-A9C1-DB44653BF638}" destId="{356D2AB2-D5E1-46A2-8E3D-6502081F3B6B}" srcOrd="1" destOrd="0" parTransId="{898C9DFC-1C97-47BB-84CE-9F6441CD8500}" sibTransId="{2EE7B95B-E4E5-4CA2-9D14-0E73C2AC495C}"/>
    <dgm:cxn modelId="{D2196D90-0630-4743-BF64-9433BB6A0AAD}" type="presOf" srcId="{5BE4EC25-C7C3-4D45-AE92-5E362FECCEEC}" destId="{DF89B64B-E4DE-4F34-AC15-B59778846679}" srcOrd="0" destOrd="0" presId="urn:microsoft.com/office/officeart/2005/8/layout/orgChart1"/>
    <dgm:cxn modelId="{63A79591-F279-4353-BAA1-75FCF7C260A6}" type="presOf" srcId="{2392570D-CD25-4402-BDB1-6247EC5CB26B}" destId="{008E1232-9848-4D9A-BFFD-D6AECFAE0954}" srcOrd="1" destOrd="0" presId="urn:microsoft.com/office/officeart/2005/8/layout/orgChart1"/>
    <dgm:cxn modelId="{0C9FC091-1604-4997-8344-68C2E5A51774}" type="presOf" srcId="{FD625440-ACEF-4300-8687-6CEBA2945290}" destId="{3A58DEC0-94AF-425E-885B-C547374C837E}" srcOrd="0" destOrd="0" presId="urn:microsoft.com/office/officeart/2005/8/layout/orgChart1"/>
    <dgm:cxn modelId="{B8F08693-3F67-4CFB-80D6-4304CAA41A9D}" type="presOf" srcId="{2D8B6326-EC73-41D4-B5AE-B3A219F2E821}" destId="{27621395-F4B0-480A-9491-17A0636A7CB2}" srcOrd="0" destOrd="0" presId="urn:microsoft.com/office/officeart/2005/8/layout/orgChart1"/>
    <dgm:cxn modelId="{B7E9FF93-E2D4-4B7A-9FB6-D403D695C86F}" type="presOf" srcId="{EFBF3EC7-DF05-486A-985C-177F86A8F777}" destId="{005D2523-8424-478F-AF82-A77D2A812AAD}" srcOrd="0" destOrd="0" presId="urn:microsoft.com/office/officeart/2005/8/layout/orgChart1"/>
    <dgm:cxn modelId="{C5BD2594-A9EE-4402-8097-82FB8A7033A7}" type="presOf" srcId="{EE2C81C1-C93D-4C55-A259-DF79B5E6330C}" destId="{9106CFD0-431D-48D7-8CF2-ED5BDFB84736}" srcOrd="0" destOrd="0" presId="urn:microsoft.com/office/officeart/2005/8/layout/orgChart1"/>
    <dgm:cxn modelId="{452C3098-89AD-43BC-BAE4-8998F57035DF}" srcId="{9DB61D50-F0AB-451D-BD44-A4B6966FFBEE}" destId="{B37BF6C3-85E2-4868-A426-46965A11CA3F}" srcOrd="1" destOrd="0" parTransId="{EEEE3A1A-DEC7-44B4-8694-D6EC9095A607}" sibTransId="{9AEABDCE-06B4-4F2F-AFB6-9C6599B7F61E}"/>
    <dgm:cxn modelId="{1768C29B-86FD-4F18-94D6-AF83B8699173}" type="presOf" srcId="{619CD40E-E239-4DB9-A9C1-DB44653BF638}" destId="{9DDD9186-3EF3-435A-AAE3-B00C0E9C8742}" srcOrd="1" destOrd="0" presId="urn:microsoft.com/office/officeart/2005/8/layout/orgChart1"/>
    <dgm:cxn modelId="{DF987C9D-A6F5-4E90-9775-70B2DDD28B1F}" srcId="{2392570D-CD25-4402-BDB1-6247EC5CB26B}" destId="{3B9A5A33-3767-46C8-8D06-7C423B1BE002}" srcOrd="1" destOrd="0" parTransId="{2C11FCC0-2AC6-4D38-89B2-6A04AC9AB4E2}" sibTransId="{891984F8-9073-44F5-92E9-6AF6EEF15BD4}"/>
    <dgm:cxn modelId="{DF09509F-85E7-460B-AAF7-967933D3AD9C}" type="presOf" srcId="{B37BF6C3-85E2-4868-A426-46965A11CA3F}" destId="{924A8DA1-7CB6-4E77-9C12-3A1FF6F777B3}" srcOrd="1" destOrd="0" presId="urn:microsoft.com/office/officeart/2005/8/layout/orgChart1"/>
    <dgm:cxn modelId="{344D69A6-DF7E-4631-9D45-B397FC60C88F}" srcId="{DF9E427A-F061-4D73-876E-50DFE6A2B7E5}" destId="{EA7A691D-224B-4CC6-B51B-49DFE08EAB5D}" srcOrd="3" destOrd="0" parTransId="{B407BD27-FA7A-48A7-A2A3-AF5A973BD699}" sibTransId="{E3FFD15B-90BA-46AC-81B5-F05647C34A91}"/>
    <dgm:cxn modelId="{49A02DA8-92BB-429F-A755-417A2EC3E9B9}" srcId="{10A0EA3D-3AD4-4A16-AC66-3525B6400D15}" destId="{92162928-B373-4802-B988-4C318FAE4B4C}" srcOrd="0" destOrd="0" parTransId="{691118F6-AAF5-40E0-AD6D-235FADC018C0}" sibTransId="{7F58E25C-EE12-4CC1-9C39-BC755918B106}"/>
    <dgm:cxn modelId="{E537D2AA-EB0F-4299-8693-32966F189EB6}" type="presOf" srcId="{7B3E0B53-01B6-4C8D-A130-947CBE3E34E7}" destId="{621A15A6-0925-450B-A5E7-67F5C79B5887}" srcOrd="1" destOrd="0" presId="urn:microsoft.com/office/officeart/2005/8/layout/orgChart1"/>
    <dgm:cxn modelId="{42BD26AE-5ABC-4EB2-9F7F-0B0D983D5D83}" srcId="{3BD99E24-5469-4178-99D5-D243F5471843}" destId="{F91D6C10-6CEF-4634-95F9-D6E39921BC32}" srcOrd="0" destOrd="0" parTransId="{A3DDB020-C749-41D1-9319-837467C28824}" sibTransId="{7FB98FBF-73D5-47AD-8D9A-E0C0FA466895}"/>
    <dgm:cxn modelId="{BE98EEB0-7AD7-46EE-8D10-5E8E2B813169}" srcId="{EA7A691D-224B-4CC6-B51B-49DFE08EAB5D}" destId="{2C5BAA72-8327-42CA-BC23-B76E24B4E859}" srcOrd="0" destOrd="0" parTransId="{724DBF7C-ACCC-48F2-BA44-C84D9D47100A}" sibTransId="{7C191F9D-2C2C-474D-BF7E-49EE34E17993}"/>
    <dgm:cxn modelId="{FB0E45B3-8116-4937-B564-4E1275CAFDE5}" srcId="{C22C221F-4FDF-476B-9FE1-586B0A40985C}" destId="{523FDB1C-1D41-45D9-B046-2DD3F9BAC547}" srcOrd="0" destOrd="0" parTransId="{95ACD138-D64B-454C-B11C-D6046EA93A9D}" sibTransId="{ADE2B933-8F43-46FB-AE30-38F4BB015124}"/>
    <dgm:cxn modelId="{CD9E9FB3-6B6F-4DEE-AF01-6A34A62406A7}" srcId="{92162928-B373-4802-B988-4C318FAE4B4C}" destId="{619CD40E-E239-4DB9-A9C1-DB44653BF638}" srcOrd="2" destOrd="0" parTransId="{FE236F9A-75BA-482D-B3FC-91E9E4B12C5E}" sibTransId="{9F1CDB29-7FF5-43ED-801E-181521B0C4C9}"/>
    <dgm:cxn modelId="{960B02B4-E483-4A51-B93B-FBB79E12A2CA}" srcId="{CC574E56-A082-47D4-9C31-6C2D0B9A5757}" destId="{2E876C7E-C816-474D-BB5E-A96106D5BEA8}" srcOrd="0" destOrd="0" parTransId="{76D43298-E637-47C2-9FC8-FB08E7161D0E}" sibTransId="{FCD90318-5CCA-497C-BA0B-EDA3216690AC}"/>
    <dgm:cxn modelId="{C787BFB4-F6CF-4B9F-80EF-5EADED407D36}" type="presOf" srcId="{17E9C29B-07A9-4233-B31D-B1DC54635A1B}" destId="{5A600B17-93A8-45ED-A3AB-2D30488BAFD8}" srcOrd="0" destOrd="0" presId="urn:microsoft.com/office/officeart/2005/8/layout/orgChart1"/>
    <dgm:cxn modelId="{D095AFB5-BB89-4BCE-AF4E-FA283183AFFE}" type="presOf" srcId="{C22C221F-4FDF-476B-9FE1-586B0A40985C}" destId="{79F1773B-C34D-4246-9B35-DDD8C5BC5FED}" srcOrd="1" destOrd="0" presId="urn:microsoft.com/office/officeart/2005/8/layout/orgChart1"/>
    <dgm:cxn modelId="{B946B1B5-31E5-4A1C-A521-CD1A764D4727}" type="presOf" srcId="{356D2AB2-D5E1-46A2-8E3D-6502081F3B6B}" destId="{B00FF97A-AC44-4C0E-A887-C9471E2FFC4B}" srcOrd="1" destOrd="0" presId="urn:microsoft.com/office/officeart/2005/8/layout/orgChart1"/>
    <dgm:cxn modelId="{0608E6B5-3451-4880-9D17-C853EF97C7FF}" srcId="{0F02B370-286F-4E1B-80A8-B2AD40265B7C}" destId="{16B9F025-26D9-4707-A43B-920149AE0AE4}" srcOrd="3" destOrd="0" parTransId="{433EF7FB-BDCA-44DF-B011-E0668C211230}" sibTransId="{32B9E2BD-CF71-44D6-9B71-9B2310E3FDA8}"/>
    <dgm:cxn modelId="{9FADC0B9-C774-4B54-8425-F5AA1609A03C}" srcId="{DF9E427A-F061-4D73-876E-50DFE6A2B7E5}" destId="{FD625440-ACEF-4300-8687-6CEBA2945290}" srcOrd="1" destOrd="0" parTransId="{EE2C81C1-C93D-4C55-A259-DF79B5E6330C}" sibTransId="{44F22472-61AC-4490-A36A-60616202F0A7}"/>
    <dgm:cxn modelId="{64B01BBA-3F49-444B-B8B3-8914548E79F9}" type="presOf" srcId="{B37BF6C3-85E2-4868-A426-46965A11CA3F}" destId="{CC45507F-A4CB-4D43-B773-58944119F6CB}" srcOrd="0" destOrd="0" presId="urn:microsoft.com/office/officeart/2005/8/layout/orgChart1"/>
    <dgm:cxn modelId="{C46940BB-BE7C-4CF1-99A7-FD60432DB8A2}" type="presOf" srcId="{0F02B370-286F-4E1B-80A8-B2AD40265B7C}" destId="{78F581A2-A236-4AAE-9594-81595AF744C3}" srcOrd="0" destOrd="0" presId="urn:microsoft.com/office/officeart/2005/8/layout/orgChart1"/>
    <dgm:cxn modelId="{7884D2BE-2A3B-4777-A6CC-29F5E43C5E0D}" type="presOf" srcId="{3B9A5A33-3767-46C8-8D06-7C423B1BE002}" destId="{576D4FB6-6474-426E-A330-798455D2DB3A}" srcOrd="1" destOrd="0" presId="urn:microsoft.com/office/officeart/2005/8/layout/orgChart1"/>
    <dgm:cxn modelId="{2BC9ACBF-1347-4496-8D27-81B2BFF34741}" type="presOf" srcId="{F91D6C10-6CEF-4634-95F9-D6E39921BC32}" destId="{0B087DF1-E7FC-4C26-8196-78C2E4BD2DBF}" srcOrd="0" destOrd="0" presId="urn:microsoft.com/office/officeart/2005/8/layout/orgChart1"/>
    <dgm:cxn modelId="{2DE6E5C3-8897-4ACD-A86D-77D5C4CBB6B7}" srcId="{E6705F0C-8F92-43FF-B8F1-DCEF56F49F1B}" destId="{F58DCB0F-1652-4E33-ABB4-B0BF809BD356}" srcOrd="0" destOrd="0" parTransId="{A6E4A57E-4F06-4136-B951-431FB4BF2B91}" sibTransId="{4507C06B-2F37-428E-96FF-E538246AC007}"/>
    <dgm:cxn modelId="{7295DCC5-4768-476A-911B-BB48674CA49E}" srcId="{92162928-B373-4802-B988-4C318FAE4B4C}" destId="{9DB61D50-F0AB-451D-BD44-A4B6966FFBEE}" srcOrd="1" destOrd="0" parTransId="{90EEE5FC-4D8C-4C57-962D-F0094DD26B86}" sibTransId="{9C3DFA2C-DC22-44D0-97C1-EE2870DC75F0}"/>
    <dgm:cxn modelId="{BE9B0FC7-EF59-474A-8631-FBE286FD8BA6}" type="presOf" srcId="{5DC9D882-9140-45F9-9798-3479B3CE9B75}" destId="{BF400FD6-75C9-4935-BEA5-7DD1DECFB142}" srcOrd="0" destOrd="0" presId="urn:microsoft.com/office/officeart/2005/8/layout/orgChart1"/>
    <dgm:cxn modelId="{FD1620C8-FB0B-4D4D-8B45-765421EBE541}" type="presOf" srcId="{9DB61D50-F0AB-451D-BD44-A4B6966FFBEE}" destId="{801901D6-0708-415A-923A-4E14C6479418}" srcOrd="1" destOrd="0" presId="urn:microsoft.com/office/officeart/2005/8/layout/orgChart1"/>
    <dgm:cxn modelId="{147A8FC8-C2C7-4762-AB9F-A7C0FE6FE31F}" type="presOf" srcId="{3BD99E24-5469-4178-99D5-D243F5471843}" destId="{9A2CF599-5AAF-4487-B9EA-336E91E68094}" srcOrd="0" destOrd="0" presId="urn:microsoft.com/office/officeart/2005/8/layout/orgChart1"/>
    <dgm:cxn modelId="{8C4C4ACC-3DD9-47F0-BC9C-86DB7FC20955}" type="presOf" srcId="{A6E4A57E-4F06-4136-B951-431FB4BF2B91}" destId="{65F17EF7-DD51-43F8-A960-FC96D2E24270}" srcOrd="0" destOrd="0" presId="urn:microsoft.com/office/officeart/2005/8/layout/orgChart1"/>
    <dgm:cxn modelId="{5B1B87CC-7DAE-4E0F-99E8-920397472768}" type="presOf" srcId="{691118F6-AAF5-40E0-AD6D-235FADC018C0}" destId="{A6E2B9B1-B808-4C3E-9CA4-FDBFEB7C6E12}" srcOrd="0" destOrd="0" presId="urn:microsoft.com/office/officeart/2005/8/layout/orgChart1"/>
    <dgm:cxn modelId="{3C30BCCC-9ABC-438E-9E57-E1447E216BE6}" type="presOf" srcId="{F58DCB0F-1652-4E33-ABB4-B0BF809BD356}" destId="{8A1BD9F2-08B0-4753-AFB3-F9553B182959}" srcOrd="1" destOrd="0" presId="urn:microsoft.com/office/officeart/2005/8/layout/orgChart1"/>
    <dgm:cxn modelId="{CBA2B6CD-1FF0-4047-9C76-F3586091A814}" type="presOf" srcId="{97626179-7316-43B9-AF53-A2BBD2ED3A41}" destId="{4460CE3C-6B4A-4FCA-AB98-AB7324872359}" srcOrd="1" destOrd="0" presId="urn:microsoft.com/office/officeart/2005/8/layout/orgChart1"/>
    <dgm:cxn modelId="{254362CE-64C7-4FFC-A891-0C42DD77224E}" type="presOf" srcId="{90EEE5FC-4D8C-4C57-962D-F0094DD26B86}" destId="{0C643637-EDFE-49BD-B5A8-AE88869C5D90}" srcOrd="0" destOrd="0" presId="urn:microsoft.com/office/officeart/2005/8/layout/orgChart1"/>
    <dgm:cxn modelId="{B9D981CE-FC53-4C5F-ABCB-932DAB0989AB}" type="presOf" srcId="{2392570D-CD25-4402-BDB1-6247EC5CB26B}" destId="{6E7DBB0A-C00C-414A-8A83-F2ADB94F72A6}" srcOrd="0" destOrd="0" presId="urn:microsoft.com/office/officeart/2005/8/layout/orgChart1"/>
    <dgm:cxn modelId="{F98E7DD1-6941-45CE-8346-5718E3C5F401}" type="presOf" srcId="{898C9DFC-1C97-47BB-84CE-9F6441CD8500}" destId="{5DDAC3E6-874C-4FFD-A47C-38C3DDFB129E}" srcOrd="0" destOrd="0" presId="urn:microsoft.com/office/officeart/2005/8/layout/orgChart1"/>
    <dgm:cxn modelId="{A575AAD1-3DE7-4B01-ACC2-53545F8F4546}" type="presOf" srcId="{45B979B5-5140-41B1-AB1A-4CFD1F31F457}" destId="{25D63A0C-22E3-4C87-BBB5-6D81F516969F}" srcOrd="0" destOrd="0" presId="urn:microsoft.com/office/officeart/2005/8/layout/orgChart1"/>
    <dgm:cxn modelId="{36C034D2-9E13-447C-9B7F-068F96DE01E6}" type="presOf" srcId="{2C11FCC0-2AC6-4D38-89B2-6A04AC9AB4E2}" destId="{4E9A2494-3D7F-439F-B9B6-5A1885E67B14}" srcOrd="0" destOrd="0" presId="urn:microsoft.com/office/officeart/2005/8/layout/orgChart1"/>
    <dgm:cxn modelId="{A4ABBBD2-546D-4DED-AE98-E33B67AB92B6}" type="presOf" srcId="{6DA316BC-5472-4B61-BDEB-FEDFF8B395AD}" destId="{CD82200D-9BA5-4A17-A0E1-4F97F9B08CAF}" srcOrd="1" destOrd="0" presId="urn:microsoft.com/office/officeart/2005/8/layout/orgChart1"/>
    <dgm:cxn modelId="{359682D3-71DF-44E9-AE36-F7C531629955}" type="presOf" srcId="{2C5BAA72-8327-42CA-BC23-B76E24B4E859}" destId="{766058DC-9CCE-4DDA-904D-B113A4551A24}" srcOrd="0" destOrd="0" presId="urn:microsoft.com/office/officeart/2005/8/layout/orgChart1"/>
    <dgm:cxn modelId="{892AC9D3-84E3-483C-A662-0D37C3306CAE}" type="presOf" srcId="{55BA3BE3-9737-4499-9DB2-20F8FC9BAA21}" destId="{E4DDB4F6-24DF-4865-9EDF-A82E1B4F7712}" srcOrd="1" destOrd="0" presId="urn:microsoft.com/office/officeart/2005/8/layout/orgChart1"/>
    <dgm:cxn modelId="{754682D7-4176-4F05-AA9E-AE4FA7AB290B}" type="presOf" srcId="{2E876C7E-C816-474D-BB5E-A96106D5BEA8}" destId="{24EC56E3-343B-4EA7-AECF-D2ADEA53B6BF}" srcOrd="0" destOrd="0" presId="urn:microsoft.com/office/officeart/2005/8/layout/orgChart1"/>
    <dgm:cxn modelId="{EC7C03D8-F058-4317-B9C0-F9E1EA278A18}" type="presOf" srcId="{8FFC1D3C-564F-4507-8928-61EDD49E4D7D}" destId="{5FBC3CE6-8027-43C3-AE72-BCAD739134A8}" srcOrd="0" destOrd="0" presId="urn:microsoft.com/office/officeart/2005/8/layout/orgChart1"/>
    <dgm:cxn modelId="{350D68D9-8AA0-4191-BDE1-038DF457B310}" type="presOf" srcId="{EA7A691D-224B-4CC6-B51B-49DFE08EAB5D}" destId="{B86349F5-66F0-4C4F-8501-80EE4DD53D1F}" srcOrd="1" destOrd="0" presId="urn:microsoft.com/office/officeart/2005/8/layout/orgChart1"/>
    <dgm:cxn modelId="{249F8DDB-6811-498D-A907-0BDA3AFA5E0B}" srcId="{9DB61D50-F0AB-451D-BD44-A4B6966FFBEE}" destId="{5B1E8577-4CF9-442E-A829-30D138CDF425}" srcOrd="0" destOrd="0" parTransId="{C2A97DCE-34A6-4590-B361-EBED52B7B7B8}" sibTransId="{738E35BC-614C-488E-8FF4-5CD685FA25BC}"/>
    <dgm:cxn modelId="{D38C99DE-5D25-44E1-BF7D-C40B7A1D1B0F}" type="presOf" srcId="{EEEE3A1A-DEC7-44B4-8694-D6EC9095A607}" destId="{4F31F0DB-C7B0-4F53-B734-8D53BC0BF73E}" srcOrd="0" destOrd="0" presId="urn:microsoft.com/office/officeart/2005/8/layout/orgChart1"/>
    <dgm:cxn modelId="{B705B0DF-52BE-4D81-912F-02643C39AEE7}" type="presOf" srcId="{76D43298-E637-47C2-9FC8-FB08E7161D0E}" destId="{3D379152-0770-45CF-AB1D-AFF612734C62}" srcOrd="0" destOrd="0" presId="urn:microsoft.com/office/officeart/2005/8/layout/orgChart1"/>
    <dgm:cxn modelId="{7BB092E1-91E1-47D9-9851-4177732B7F2C}" type="presOf" srcId="{C22C221F-4FDF-476B-9FE1-586B0A40985C}" destId="{4869B4B3-E732-495C-86BB-1D4A4F789970}" srcOrd="0" destOrd="0" presId="urn:microsoft.com/office/officeart/2005/8/layout/orgChart1"/>
    <dgm:cxn modelId="{97779BE1-03C4-4081-B476-9828244A26C4}" type="presOf" srcId="{D10EF9F4-07C9-498F-8DD2-5931240CA024}" destId="{0291CE1C-F461-42FD-92E9-80D924B2AA6E}" srcOrd="0" destOrd="0" presId="urn:microsoft.com/office/officeart/2005/8/layout/orgChart1"/>
    <dgm:cxn modelId="{E296CFEE-67F7-4661-9C81-0F78558F1AA0}" type="presOf" srcId="{EA38C552-3B7E-409A-8B38-5CE110FC9A3B}" destId="{F4C4ECBA-D021-45BC-80C1-5AEA8EFB2ADA}" srcOrd="1" destOrd="0" presId="urn:microsoft.com/office/officeart/2005/8/layout/orgChart1"/>
    <dgm:cxn modelId="{9C59F5EE-0493-4F3E-9072-E6E8C47C1860}" srcId="{319573FB-B0C5-4E3E-8CD8-06EE1D4C0B4C}" destId="{5D602089-6FFC-4F09-966B-E1C102E76D84}" srcOrd="0" destOrd="0" parTransId="{65C85B5D-B026-43DF-8823-962A23C49FB0}" sibTransId="{9110511F-57B0-4825-99A4-FBFAA652C77D}"/>
    <dgm:cxn modelId="{C1F92FF0-5C02-45FA-9102-9DCC6DBA5E4B}" type="presOf" srcId="{92162928-B373-4802-B988-4C318FAE4B4C}" destId="{38710617-AD94-492E-877A-67DEA8A29246}" srcOrd="1" destOrd="0" presId="urn:microsoft.com/office/officeart/2005/8/layout/orgChart1"/>
    <dgm:cxn modelId="{A11A0BF1-1A05-4A0B-ADEB-B2C2145C64B8}" type="presOf" srcId="{B3C76091-5368-4912-B5FF-0AD3F30CA124}" destId="{EDFF0DCF-8733-4B5E-925F-FB7A26254795}" srcOrd="0" destOrd="0" presId="urn:microsoft.com/office/officeart/2005/8/layout/orgChart1"/>
    <dgm:cxn modelId="{D7B816F3-B00D-4EDA-ABF3-CE6366C16FB8}" type="presOf" srcId="{1D5038B6-D740-4968-84E4-386AC3BBCFF1}" destId="{E6D379AB-808F-433C-8637-9672B736FC85}" srcOrd="0" destOrd="0" presId="urn:microsoft.com/office/officeart/2005/8/layout/orgChart1"/>
    <dgm:cxn modelId="{623D01F4-2777-4028-95A6-96D2CC246674}" type="presOf" srcId="{64A1F72D-FD9C-4BB8-ADDA-C1E53BDE6E12}" destId="{B45B2076-93CD-42AD-B19F-27FB69234682}" srcOrd="0" destOrd="0" presId="urn:microsoft.com/office/officeart/2005/8/layout/orgChart1"/>
    <dgm:cxn modelId="{60B3C0F9-DC7F-4A4F-835C-EB1A3D45C479}" type="presOf" srcId="{F58DCB0F-1652-4E33-ABB4-B0BF809BD356}" destId="{54199003-05D7-45E1-96CD-0686B4F3473A}" srcOrd="0" destOrd="0" presId="urn:microsoft.com/office/officeart/2005/8/layout/orgChart1"/>
    <dgm:cxn modelId="{F825ECFB-A33B-490B-853F-B102A4CF4786}" type="presOf" srcId="{9DB61D50-F0AB-451D-BD44-A4B6966FFBEE}" destId="{310DBADD-A0A4-4250-B721-E330E444A769}" srcOrd="0" destOrd="0" presId="urn:microsoft.com/office/officeart/2005/8/layout/orgChart1"/>
    <dgm:cxn modelId="{1F6955FE-871A-4AA5-B174-5E359EED2CFF}" type="presOf" srcId="{523FDB1C-1D41-45D9-B046-2DD3F9BAC547}" destId="{60A84E32-9E06-4EAB-915C-545077C2314B}" srcOrd="0" destOrd="0" presId="urn:microsoft.com/office/officeart/2005/8/layout/orgChart1"/>
    <dgm:cxn modelId="{B84D01FF-96FD-47B1-A334-A49DF5127B6C}" type="presOf" srcId="{45B979B5-5140-41B1-AB1A-4CFD1F31F457}" destId="{8934E1AF-F3CC-4F16-9E13-6EF637168DB6}" srcOrd="1" destOrd="0" presId="urn:microsoft.com/office/officeart/2005/8/layout/orgChart1"/>
    <dgm:cxn modelId="{F5F654FF-C61A-4198-ADD8-E74F7CA1C2B7}" type="presOf" srcId="{523FDB1C-1D41-45D9-B046-2DD3F9BAC547}" destId="{CD0BABB2-D586-4958-A01F-B4B440B79301}" srcOrd="1" destOrd="0" presId="urn:microsoft.com/office/officeart/2005/8/layout/orgChart1"/>
    <dgm:cxn modelId="{4FBB667E-D212-4AD8-A78F-3AD440C9A23F}" type="presParOf" srcId="{CE01B670-1EEA-4848-90D3-DFD1C7C7F55F}" destId="{3AF247A6-5907-446E-AA6F-4BAC28FD9F2C}" srcOrd="0" destOrd="0" presId="urn:microsoft.com/office/officeart/2005/8/layout/orgChart1"/>
    <dgm:cxn modelId="{B51EDF9A-6B3F-49B3-9E70-F599BA284602}" type="presParOf" srcId="{3AF247A6-5907-446E-AA6F-4BAC28FD9F2C}" destId="{FB8CCF8C-63A8-4B00-B8C6-A24AC6552628}" srcOrd="0" destOrd="0" presId="urn:microsoft.com/office/officeart/2005/8/layout/orgChart1"/>
    <dgm:cxn modelId="{AB6B622C-30AE-487E-BD45-29EEABE683CC}" type="presParOf" srcId="{FB8CCF8C-63A8-4B00-B8C6-A24AC6552628}" destId="{248530AC-F178-403E-A897-42E299E5ED21}" srcOrd="0" destOrd="0" presId="urn:microsoft.com/office/officeart/2005/8/layout/orgChart1"/>
    <dgm:cxn modelId="{89B38AC4-F895-460E-946E-C92EA9F04CDE}" type="presParOf" srcId="{FB8CCF8C-63A8-4B00-B8C6-A24AC6552628}" destId="{BD047E60-9F9C-4B43-B9EF-1A7F5A8327BA}" srcOrd="1" destOrd="0" presId="urn:microsoft.com/office/officeart/2005/8/layout/orgChart1"/>
    <dgm:cxn modelId="{C546A49E-E79A-418A-A73E-1581E13165E6}" type="presParOf" srcId="{3AF247A6-5907-446E-AA6F-4BAC28FD9F2C}" destId="{9098D234-D388-4106-B539-B7C38DD6D81C}" srcOrd="1" destOrd="0" presId="urn:microsoft.com/office/officeart/2005/8/layout/orgChart1"/>
    <dgm:cxn modelId="{42B5EA5A-BF01-46C1-994D-9C67E1CFA12F}" type="presParOf" srcId="{9098D234-D388-4106-B539-B7C38DD6D81C}" destId="{A6E2B9B1-B808-4C3E-9CA4-FDBFEB7C6E12}" srcOrd="0" destOrd="0" presId="urn:microsoft.com/office/officeart/2005/8/layout/orgChart1"/>
    <dgm:cxn modelId="{0DCB0726-C602-4F0E-8B1B-6E4CFC537C0C}" type="presParOf" srcId="{9098D234-D388-4106-B539-B7C38DD6D81C}" destId="{842694ED-63FE-41F5-8205-A2D2ED7AB622}" srcOrd="1" destOrd="0" presId="urn:microsoft.com/office/officeart/2005/8/layout/orgChart1"/>
    <dgm:cxn modelId="{0BF29A8D-CBD7-4762-903E-34602380AFBA}" type="presParOf" srcId="{842694ED-63FE-41F5-8205-A2D2ED7AB622}" destId="{156B7B81-9C4B-4435-88FA-61CD1E94F7AC}" srcOrd="0" destOrd="0" presId="urn:microsoft.com/office/officeart/2005/8/layout/orgChart1"/>
    <dgm:cxn modelId="{60AE490E-F7DC-4BFD-B7AF-442AA3AE4033}" type="presParOf" srcId="{156B7B81-9C4B-4435-88FA-61CD1E94F7AC}" destId="{E053A169-9C0A-4979-A9C3-739101C47B4F}" srcOrd="0" destOrd="0" presId="urn:microsoft.com/office/officeart/2005/8/layout/orgChart1"/>
    <dgm:cxn modelId="{018258FC-8590-4AF5-9C2C-2A90498A52BC}" type="presParOf" srcId="{156B7B81-9C4B-4435-88FA-61CD1E94F7AC}" destId="{38710617-AD94-492E-877A-67DEA8A29246}" srcOrd="1" destOrd="0" presId="urn:microsoft.com/office/officeart/2005/8/layout/orgChart1"/>
    <dgm:cxn modelId="{C40A958F-4CAA-493E-980C-E8890AA28881}" type="presParOf" srcId="{842694ED-63FE-41F5-8205-A2D2ED7AB622}" destId="{EE25FEE9-C0A4-43A3-BC29-09C1DC02735B}" srcOrd="1" destOrd="0" presId="urn:microsoft.com/office/officeart/2005/8/layout/orgChart1"/>
    <dgm:cxn modelId="{51C9B123-398B-4185-A255-E5BFC86562BB}" type="presParOf" srcId="{EE25FEE9-C0A4-43A3-BC29-09C1DC02735B}" destId="{EDFF0DCF-8733-4B5E-925F-FB7A26254795}" srcOrd="0" destOrd="0" presId="urn:microsoft.com/office/officeart/2005/8/layout/orgChart1"/>
    <dgm:cxn modelId="{6AC7B5E4-2117-4948-8FFF-8712CFD7EC94}" type="presParOf" srcId="{EE25FEE9-C0A4-43A3-BC29-09C1DC02735B}" destId="{4E75635F-BF0A-40EC-B20D-25ADDAA1BDB8}" srcOrd="1" destOrd="0" presId="urn:microsoft.com/office/officeart/2005/8/layout/orgChart1"/>
    <dgm:cxn modelId="{F377C77D-93F7-4122-9E4F-09D4AF827FDB}" type="presParOf" srcId="{4E75635F-BF0A-40EC-B20D-25ADDAA1BDB8}" destId="{B9E03E8B-7B90-4AD1-B84D-7E27F2A1AA3A}" srcOrd="0" destOrd="0" presId="urn:microsoft.com/office/officeart/2005/8/layout/orgChart1"/>
    <dgm:cxn modelId="{9865BC95-1B11-4C15-B84B-A316D0C1A5EA}" type="presParOf" srcId="{B9E03E8B-7B90-4AD1-B84D-7E27F2A1AA3A}" destId="{A16E3FA9-1B5B-46B1-AE9C-23AA6716D2DC}" srcOrd="0" destOrd="0" presId="urn:microsoft.com/office/officeart/2005/8/layout/orgChart1"/>
    <dgm:cxn modelId="{E15236FF-BD49-41D8-BA68-C867EEB008DE}" type="presParOf" srcId="{B9E03E8B-7B90-4AD1-B84D-7E27F2A1AA3A}" destId="{A0AC0E93-74DD-412D-8618-C5AD8E644AE4}" srcOrd="1" destOrd="0" presId="urn:microsoft.com/office/officeart/2005/8/layout/orgChart1"/>
    <dgm:cxn modelId="{8393AE7B-719B-4B59-9592-2DA705E1118D}" type="presParOf" srcId="{4E75635F-BF0A-40EC-B20D-25ADDAA1BDB8}" destId="{090B3B2D-5D85-4F10-AE97-111017870F80}" srcOrd="1" destOrd="0" presId="urn:microsoft.com/office/officeart/2005/8/layout/orgChart1"/>
    <dgm:cxn modelId="{64CB66B1-83B5-4880-AB4C-7FC736F9A19B}" type="presParOf" srcId="{090B3B2D-5D85-4F10-AE97-111017870F80}" destId="{E6D379AB-808F-433C-8637-9672B736FC85}" srcOrd="0" destOrd="0" presId="urn:microsoft.com/office/officeart/2005/8/layout/orgChart1"/>
    <dgm:cxn modelId="{612E674C-371E-4D1C-AA98-194DB842D9B9}" type="presParOf" srcId="{090B3B2D-5D85-4F10-AE97-111017870F80}" destId="{74D9B382-8202-45C5-9E1D-418BDC6462C6}" srcOrd="1" destOrd="0" presId="urn:microsoft.com/office/officeart/2005/8/layout/orgChart1"/>
    <dgm:cxn modelId="{18E39F10-7189-4946-B5CA-C1B332E16695}" type="presParOf" srcId="{74D9B382-8202-45C5-9E1D-418BDC6462C6}" destId="{F33915B8-3969-48DB-9B0D-5820254E1908}" srcOrd="0" destOrd="0" presId="urn:microsoft.com/office/officeart/2005/8/layout/orgChart1"/>
    <dgm:cxn modelId="{2C46350F-BD05-49CA-AB1E-E76A03368F31}" type="presParOf" srcId="{F33915B8-3969-48DB-9B0D-5820254E1908}" destId="{6E7DBB0A-C00C-414A-8A83-F2ADB94F72A6}" srcOrd="0" destOrd="0" presId="urn:microsoft.com/office/officeart/2005/8/layout/orgChart1"/>
    <dgm:cxn modelId="{6E1718EF-DF25-4674-BA39-4A68E894891F}" type="presParOf" srcId="{F33915B8-3969-48DB-9B0D-5820254E1908}" destId="{008E1232-9848-4D9A-BFFD-D6AECFAE0954}" srcOrd="1" destOrd="0" presId="urn:microsoft.com/office/officeart/2005/8/layout/orgChart1"/>
    <dgm:cxn modelId="{863DBCA2-D6AA-4411-9860-072187C6648E}" type="presParOf" srcId="{74D9B382-8202-45C5-9E1D-418BDC6462C6}" destId="{BCF5548B-6290-4F2D-B14C-F05E8AF56BB5}" srcOrd="1" destOrd="0" presId="urn:microsoft.com/office/officeart/2005/8/layout/orgChart1"/>
    <dgm:cxn modelId="{28B52EB9-DB76-46A9-B22D-3FD47EDD571B}" type="presParOf" srcId="{BCF5548B-6290-4F2D-B14C-F05E8AF56BB5}" destId="{DF89B64B-E4DE-4F34-AC15-B59778846679}" srcOrd="0" destOrd="0" presId="urn:microsoft.com/office/officeart/2005/8/layout/orgChart1"/>
    <dgm:cxn modelId="{D7F7D60C-D1BE-4E89-B23B-13BE2A8DF8AC}" type="presParOf" srcId="{BCF5548B-6290-4F2D-B14C-F05E8AF56BB5}" destId="{93831BB1-EDFF-4987-AE57-38F949DE9F6B}" srcOrd="1" destOrd="0" presId="urn:microsoft.com/office/officeart/2005/8/layout/orgChart1"/>
    <dgm:cxn modelId="{894EF3DA-938F-4110-BF33-D42EC73759EF}" type="presParOf" srcId="{93831BB1-EDFF-4987-AE57-38F949DE9F6B}" destId="{8C10E91B-E871-4BF1-9E20-CC17523B8FE3}" srcOrd="0" destOrd="0" presId="urn:microsoft.com/office/officeart/2005/8/layout/orgChart1"/>
    <dgm:cxn modelId="{C040444B-5014-4D1D-A8D7-1E6FED9FF01A}" type="presParOf" srcId="{8C10E91B-E871-4BF1-9E20-CC17523B8FE3}" destId="{E95F9E51-5B45-4FE5-AC16-E249DCC7718A}" srcOrd="0" destOrd="0" presId="urn:microsoft.com/office/officeart/2005/8/layout/orgChart1"/>
    <dgm:cxn modelId="{F41A834C-2839-44DB-A565-5034045A644D}" type="presParOf" srcId="{8C10E91B-E871-4BF1-9E20-CC17523B8FE3}" destId="{F4C4ECBA-D021-45BC-80C1-5AEA8EFB2ADA}" srcOrd="1" destOrd="0" presId="urn:microsoft.com/office/officeart/2005/8/layout/orgChart1"/>
    <dgm:cxn modelId="{E2095584-5725-4E02-82B4-110F1B03B4BE}" type="presParOf" srcId="{93831BB1-EDFF-4987-AE57-38F949DE9F6B}" destId="{4C5A2F06-3039-420A-A31F-7451C2C14C53}" srcOrd="1" destOrd="0" presId="urn:microsoft.com/office/officeart/2005/8/layout/orgChart1"/>
    <dgm:cxn modelId="{3BE19D8C-3391-4F7F-9DBC-2F6CEB5EB49F}" type="presParOf" srcId="{93831BB1-EDFF-4987-AE57-38F949DE9F6B}" destId="{26C07A88-471F-42A7-B45D-3AD492B2FBC8}" srcOrd="2" destOrd="0" presId="urn:microsoft.com/office/officeart/2005/8/layout/orgChart1"/>
    <dgm:cxn modelId="{5245262B-7B11-48EE-A924-493B8C8EB24D}" type="presParOf" srcId="{BCF5548B-6290-4F2D-B14C-F05E8AF56BB5}" destId="{4E9A2494-3D7F-439F-B9B6-5A1885E67B14}" srcOrd="2" destOrd="0" presId="urn:microsoft.com/office/officeart/2005/8/layout/orgChart1"/>
    <dgm:cxn modelId="{7905E6D7-E9BD-4FA2-97CA-3062A27058C7}" type="presParOf" srcId="{BCF5548B-6290-4F2D-B14C-F05E8AF56BB5}" destId="{EB9EBAE7-A4B1-49EF-8DF9-A932534D4735}" srcOrd="3" destOrd="0" presId="urn:microsoft.com/office/officeart/2005/8/layout/orgChart1"/>
    <dgm:cxn modelId="{09F598A1-F267-47CB-A9EB-D08561D7AC6C}" type="presParOf" srcId="{EB9EBAE7-A4B1-49EF-8DF9-A932534D4735}" destId="{59BFFBA0-47ED-41CA-AC36-80E40C74C59E}" srcOrd="0" destOrd="0" presId="urn:microsoft.com/office/officeart/2005/8/layout/orgChart1"/>
    <dgm:cxn modelId="{F9D23E11-DB24-4CA3-8D53-49C3636176A9}" type="presParOf" srcId="{59BFFBA0-47ED-41CA-AC36-80E40C74C59E}" destId="{A468C6A1-170D-4034-A198-F7D9507CBDF4}" srcOrd="0" destOrd="0" presId="urn:microsoft.com/office/officeart/2005/8/layout/orgChart1"/>
    <dgm:cxn modelId="{6FF3AC15-DA76-4B53-AF7B-CB9D19146BCA}" type="presParOf" srcId="{59BFFBA0-47ED-41CA-AC36-80E40C74C59E}" destId="{576D4FB6-6474-426E-A330-798455D2DB3A}" srcOrd="1" destOrd="0" presId="urn:microsoft.com/office/officeart/2005/8/layout/orgChart1"/>
    <dgm:cxn modelId="{6D42FD67-3124-4FBC-8FFD-A0B663CF278E}" type="presParOf" srcId="{EB9EBAE7-A4B1-49EF-8DF9-A932534D4735}" destId="{D89921C1-7F33-4133-AC1C-88AEB7E1B106}" srcOrd="1" destOrd="0" presId="urn:microsoft.com/office/officeart/2005/8/layout/orgChart1"/>
    <dgm:cxn modelId="{718D74EF-F1D1-411B-96A3-623204B42C2E}" type="presParOf" srcId="{EB9EBAE7-A4B1-49EF-8DF9-A932534D4735}" destId="{6F1122A1-8357-46F9-9373-14E601A7BCFC}" srcOrd="2" destOrd="0" presId="urn:microsoft.com/office/officeart/2005/8/layout/orgChart1"/>
    <dgm:cxn modelId="{5648FACB-89FC-4146-BCE8-B1DFB32583BA}" type="presParOf" srcId="{74D9B382-8202-45C5-9E1D-418BDC6462C6}" destId="{D6DF1890-01CD-443B-BCB9-1CB87035EF67}" srcOrd="2" destOrd="0" presId="urn:microsoft.com/office/officeart/2005/8/layout/orgChart1"/>
    <dgm:cxn modelId="{267FC8EC-11DD-4B21-93AD-05EF1ED0972B}" type="presParOf" srcId="{090B3B2D-5D85-4F10-AE97-111017870F80}" destId="{B7F7EB2F-DA8E-48B8-A896-F492E37D849B}" srcOrd="2" destOrd="0" presId="urn:microsoft.com/office/officeart/2005/8/layout/orgChart1"/>
    <dgm:cxn modelId="{852CD0D6-C5B7-448F-88B3-0AC32F05F949}" type="presParOf" srcId="{090B3B2D-5D85-4F10-AE97-111017870F80}" destId="{C8D1D7BD-3DFC-448F-9815-B96CF5C5FA7A}" srcOrd="3" destOrd="0" presId="urn:microsoft.com/office/officeart/2005/8/layout/orgChart1"/>
    <dgm:cxn modelId="{EE4CB163-66FB-4174-A426-A745A59D4C88}" type="presParOf" srcId="{C8D1D7BD-3DFC-448F-9815-B96CF5C5FA7A}" destId="{0372C0A8-1B0F-4F2E-B2D1-23290BBBB19C}" srcOrd="0" destOrd="0" presId="urn:microsoft.com/office/officeart/2005/8/layout/orgChart1"/>
    <dgm:cxn modelId="{C0B33088-80D1-4B7F-A24C-49C4D1550583}" type="presParOf" srcId="{0372C0A8-1B0F-4F2E-B2D1-23290BBBB19C}" destId="{9A2CF599-5AAF-4487-B9EA-336E91E68094}" srcOrd="0" destOrd="0" presId="urn:microsoft.com/office/officeart/2005/8/layout/orgChart1"/>
    <dgm:cxn modelId="{D79F263D-4BA4-41D6-88A1-B9B149A9E7C2}" type="presParOf" srcId="{0372C0A8-1B0F-4F2E-B2D1-23290BBBB19C}" destId="{448B29B5-8575-42BE-87FF-DE2A9D35AF33}" srcOrd="1" destOrd="0" presId="urn:microsoft.com/office/officeart/2005/8/layout/orgChart1"/>
    <dgm:cxn modelId="{5141450A-5163-487C-9A9E-1C248E909785}" type="presParOf" srcId="{C8D1D7BD-3DFC-448F-9815-B96CF5C5FA7A}" destId="{CAFDC0CF-9D66-43E1-8E33-64888DCE2B5B}" srcOrd="1" destOrd="0" presId="urn:microsoft.com/office/officeart/2005/8/layout/orgChart1"/>
    <dgm:cxn modelId="{8BDEB523-04C6-4117-8F2B-D01D16781A37}" type="presParOf" srcId="{CAFDC0CF-9D66-43E1-8E33-64888DCE2B5B}" destId="{DC078AA1-CB4E-4689-B777-FD54DDE866CA}" srcOrd="0" destOrd="0" presId="urn:microsoft.com/office/officeart/2005/8/layout/orgChart1"/>
    <dgm:cxn modelId="{CA02123A-5BCF-48BF-B472-78860FDB238D}" type="presParOf" srcId="{CAFDC0CF-9D66-43E1-8E33-64888DCE2B5B}" destId="{4BFE58A2-8957-4CB3-BBFA-932C61278061}" srcOrd="1" destOrd="0" presId="urn:microsoft.com/office/officeart/2005/8/layout/orgChart1"/>
    <dgm:cxn modelId="{379AE34A-6E2D-4E88-8ACD-022219FFF669}" type="presParOf" srcId="{4BFE58A2-8957-4CB3-BBFA-932C61278061}" destId="{777E423E-8386-4ECB-A57E-ECF838CFE9E6}" srcOrd="0" destOrd="0" presId="urn:microsoft.com/office/officeart/2005/8/layout/orgChart1"/>
    <dgm:cxn modelId="{838367DB-5A43-4F25-B72C-D2455C31CF55}" type="presParOf" srcId="{777E423E-8386-4ECB-A57E-ECF838CFE9E6}" destId="{0B087DF1-E7FC-4C26-8196-78C2E4BD2DBF}" srcOrd="0" destOrd="0" presId="urn:microsoft.com/office/officeart/2005/8/layout/orgChart1"/>
    <dgm:cxn modelId="{51C24FBF-BDEA-4B50-9C4A-0771D9C7EF93}" type="presParOf" srcId="{777E423E-8386-4ECB-A57E-ECF838CFE9E6}" destId="{B110F7BD-1CD5-4DEE-8020-2FAAAB7901B8}" srcOrd="1" destOrd="0" presId="urn:microsoft.com/office/officeart/2005/8/layout/orgChart1"/>
    <dgm:cxn modelId="{69F2F58D-0773-4E91-8002-174A576582C5}" type="presParOf" srcId="{4BFE58A2-8957-4CB3-BBFA-932C61278061}" destId="{3E5E64C7-C2D6-4C05-BA10-613DBF0CB43E}" srcOrd="1" destOrd="0" presId="urn:microsoft.com/office/officeart/2005/8/layout/orgChart1"/>
    <dgm:cxn modelId="{4AF4797E-C6AF-4E8D-AAE2-2BCE968249F6}" type="presParOf" srcId="{4BFE58A2-8957-4CB3-BBFA-932C61278061}" destId="{393B8765-41BA-4238-B114-D82F381740C4}" srcOrd="2" destOrd="0" presId="urn:microsoft.com/office/officeart/2005/8/layout/orgChart1"/>
    <dgm:cxn modelId="{F7767942-A2E7-4E8B-8798-E336DFBF50B9}" type="presParOf" srcId="{CAFDC0CF-9D66-43E1-8E33-64888DCE2B5B}" destId="{06A77555-F37B-456F-934C-6F05D1ACE144}" srcOrd="2" destOrd="0" presId="urn:microsoft.com/office/officeart/2005/8/layout/orgChart1"/>
    <dgm:cxn modelId="{CE7BE659-F2A2-4689-A93E-70D53E2C47FE}" type="presParOf" srcId="{CAFDC0CF-9D66-43E1-8E33-64888DCE2B5B}" destId="{C0591514-0F6B-4724-BD35-3D309EBA6517}" srcOrd="3" destOrd="0" presId="urn:microsoft.com/office/officeart/2005/8/layout/orgChart1"/>
    <dgm:cxn modelId="{52FE429F-F647-4CB7-99EF-0F22E43016D8}" type="presParOf" srcId="{C0591514-0F6B-4724-BD35-3D309EBA6517}" destId="{E64BBC55-8B20-465B-B789-AE0E837BC388}" srcOrd="0" destOrd="0" presId="urn:microsoft.com/office/officeart/2005/8/layout/orgChart1"/>
    <dgm:cxn modelId="{3179808E-D018-473A-933A-9D7AF648F1CD}" type="presParOf" srcId="{E64BBC55-8B20-465B-B789-AE0E837BC388}" destId="{5FBC3CE6-8027-43C3-AE72-BCAD739134A8}" srcOrd="0" destOrd="0" presId="urn:microsoft.com/office/officeart/2005/8/layout/orgChart1"/>
    <dgm:cxn modelId="{2A955EC6-FD79-49E1-81F9-87525DF106F4}" type="presParOf" srcId="{E64BBC55-8B20-465B-B789-AE0E837BC388}" destId="{2B794891-7256-4941-A3FA-B6DBBEF63F40}" srcOrd="1" destOrd="0" presId="urn:microsoft.com/office/officeart/2005/8/layout/orgChart1"/>
    <dgm:cxn modelId="{EB7AC4D2-A8F1-45A1-AEC0-86B47F896BC1}" type="presParOf" srcId="{C0591514-0F6B-4724-BD35-3D309EBA6517}" destId="{4FCEA79B-02F2-4F15-97EE-8CE805F20066}" srcOrd="1" destOrd="0" presId="urn:microsoft.com/office/officeart/2005/8/layout/orgChart1"/>
    <dgm:cxn modelId="{24D09F35-C10B-4AEB-8A47-818C7E88843C}" type="presParOf" srcId="{C0591514-0F6B-4724-BD35-3D309EBA6517}" destId="{FD5854AD-D58A-455A-9166-AEBB1AB7EE61}" srcOrd="2" destOrd="0" presId="urn:microsoft.com/office/officeart/2005/8/layout/orgChart1"/>
    <dgm:cxn modelId="{78D06C4F-A220-4AA8-BC9C-F03CA0D300C1}" type="presParOf" srcId="{C8D1D7BD-3DFC-448F-9815-B96CF5C5FA7A}" destId="{8F95CDDE-0D1D-41ED-8355-F014C7974E5F}" srcOrd="2" destOrd="0" presId="urn:microsoft.com/office/officeart/2005/8/layout/orgChart1"/>
    <dgm:cxn modelId="{F980A20E-A61D-4A4A-BEB5-4696E15234F9}" type="presParOf" srcId="{4E75635F-BF0A-40EC-B20D-25ADDAA1BDB8}" destId="{F845BA34-B5C8-4DB1-BA47-945D4ACC6234}" srcOrd="2" destOrd="0" presId="urn:microsoft.com/office/officeart/2005/8/layout/orgChart1"/>
    <dgm:cxn modelId="{160A0DAA-5FF5-405A-8EFC-45EAC504C5F7}" type="presParOf" srcId="{EE25FEE9-C0A4-43A3-BC29-09C1DC02735B}" destId="{0C643637-EDFE-49BD-B5A8-AE88869C5D90}" srcOrd="2" destOrd="0" presId="urn:microsoft.com/office/officeart/2005/8/layout/orgChart1"/>
    <dgm:cxn modelId="{E1F46E66-2474-4886-8F2D-CB20C2D55AB7}" type="presParOf" srcId="{EE25FEE9-C0A4-43A3-BC29-09C1DC02735B}" destId="{9518D3BC-6D28-4F5A-88EE-CF48F3ECA29A}" srcOrd="3" destOrd="0" presId="urn:microsoft.com/office/officeart/2005/8/layout/orgChart1"/>
    <dgm:cxn modelId="{A950432C-E662-4A39-ABE1-F9CDB3672047}" type="presParOf" srcId="{9518D3BC-6D28-4F5A-88EE-CF48F3ECA29A}" destId="{331E143E-FFAD-43DE-BD5B-57B51E4F360C}" srcOrd="0" destOrd="0" presId="urn:microsoft.com/office/officeart/2005/8/layout/orgChart1"/>
    <dgm:cxn modelId="{D760732F-68B1-42DE-BBB6-D907743C182F}" type="presParOf" srcId="{331E143E-FFAD-43DE-BD5B-57B51E4F360C}" destId="{310DBADD-A0A4-4250-B721-E330E444A769}" srcOrd="0" destOrd="0" presId="urn:microsoft.com/office/officeart/2005/8/layout/orgChart1"/>
    <dgm:cxn modelId="{4CEEF8A3-A333-4F1A-BCE4-56E5EBF00370}" type="presParOf" srcId="{331E143E-FFAD-43DE-BD5B-57B51E4F360C}" destId="{801901D6-0708-415A-923A-4E14C6479418}" srcOrd="1" destOrd="0" presId="urn:microsoft.com/office/officeart/2005/8/layout/orgChart1"/>
    <dgm:cxn modelId="{E50EB63D-5F61-45AB-9392-EE46ADB3DD60}" type="presParOf" srcId="{9518D3BC-6D28-4F5A-88EE-CF48F3ECA29A}" destId="{F050A5BB-6117-4AF1-957C-B67BF195469C}" srcOrd="1" destOrd="0" presId="urn:microsoft.com/office/officeart/2005/8/layout/orgChart1"/>
    <dgm:cxn modelId="{D07A2804-B914-475F-AF76-5C2C1C21B7E6}" type="presParOf" srcId="{F050A5BB-6117-4AF1-957C-B67BF195469C}" destId="{158F41FA-7ABB-4CC9-8C3D-9EA9BC80A239}" srcOrd="0" destOrd="0" presId="urn:microsoft.com/office/officeart/2005/8/layout/orgChart1"/>
    <dgm:cxn modelId="{15D750DA-8C27-49F6-A5D4-CBBCB2F0E5E2}" type="presParOf" srcId="{F050A5BB-6117-4AF1-957C-B67BF195469C}" destId="{C446C10C-7992-4CE7-AFF6-036DBDE011D5}" srcOrd="1" destOrd="0" presId="urn:microsoft.com/office/officeart/2005/8/layout/orgChart1"/>
    <dgm:cxn modelId="{A27F7F0C-86BC-42B0-8E47-503C24DC9383}" type="presParOf" srcId="{C446C10C-7992-4CE7-AFF6-036DBDE011D5}" destId="{F583350C-8FF3-4269-80FC-4CFBD015ED83}" srcOrd="0" destOrd="0" presId="urn:microsoft.com/office/officeart/2005/8/layout/orgChart1"/>
    <dgm:cxn modelId="{76924A8B-C1F3-41E0-9498-4980866EB5D5}" type="presParOf" srcId="{F583350C-8FF3-4269-80FC-4CFBD015ED83}" destId="{46CEB7EC-3CBA-4DF4-8264-BC9137079912}" srcOrd="0" destOrd="0" presId="urn:microsoft.com/office/officeart/2005/8/layout/orgChart1"/>
    <dgm:cxn modelId="{47973401-5BF8-49EA-8AEF-543C32EF296C}" type="presParOf" srcId="{F583350C-8FF3-4269-80FC-4CFBD015ED83}" destId="{CC1F989D-2EC2-4CEA-9562-8414B1D3E154}" srcOrd="1" destOrd="0" presId="urn:microsoft.com/office/officeart/2005/8/layout/orgChart1"/>
    <dgm:cxn modelId="{D2B89FA6-349E-4108-91C4-1A0C2C396133}" type="presParOf" srcId="{C446C10C-7992-4CE7-AFF6-036DBDE011D5}" destId="{4B6CBDE1-727F-4256-BAE0-759A064D050F}" srcOrd="1" destOrd="0" presId="urn:microsoft.com/office/officeart/2005/8/layout/orgChart1"/>
    <dgm:cxn modelId="{BDCB702B-A3E7-4CDA-B4D7-B45ED7F30611}" type="presParOf" srcId="{C446C10C-7992-4CE7-AFF6-036DBDE011D5}" destId="{87FF85B9-9ACD-4A40-8577-B90B06647B75}" srcOrd="2" destOrd="0" presId="urn:microsoft.com/office/officeart/2005/8/layout/orgChart1"/>
    <dgm:cxn modelId="{2C84FD56-08D6-46D4-BCE0-B76CE6180011}" type="presParOf" srcId="{F050A5BB-6117-4AF1-957C-B67BF195469C}" destId="{4F31F0DB-C7B0-4F53-B734-8D53BC0BF73E}" srcOrd="2" destOrd="0" presId="urn:microsoft.com/office/officeart/2005/8/layout/orgChart1"/>
    <dgm:cxn modelId="{AC1B2D51-4CD8-4768-9613-A245F9FBB997}" type="presParOf" srcId="{F050A5BB-6117-4AF1-957C-B67BF195469C}" destId="{823FBEA6-95ED-4734-8987-E96F58F42198}" srcOrd="3" destOrd="0" presId="urn:microsoft.com/office/officeart/2005/8/layout/orgChart1"/>
    <dgm:cxn modelId="{B9B7A4BC-3109-4D1D-A109-B2D8143A3456}" type="presParOf" srcId="{823FBEA6-95ED-4734-8987-E96F58F42198}" destId="{39649F7E-7A0C-4B09-9CA1-CE69F1FE7F94}" srcOrd="0" destOrd="0" presId="urn:microsoft.com/office/officeart/2005/8/layout/orgChart1"/>
    <dgm:cxn modelId="{49238003-3575-4DE2-8DAF-AB5DCD5631E6}" type="presParOf" srcId="{39649F7E-7A0C-4B09-9CA1-CE69F1FE7F94}" destId="{CC45507F-A4CB-4D43-B773-58944119F6CB}" srcOrd="0" destOrd="0" presId="urn:microsoft.com/office/officeart/2005/8/layout/orgChart1"/>
    <dgm:cxn modelId="{03B45321-5B39-4E1B-BA4B-101F49EE3D16}" type="presParOf" srcId="{39649F7E-7A0C-4B09-9CA1-CE69F1FE7F94}" destId="{924A8DA1-7CB6-4E77-9C12-3A1FF6F777B3}" srcOrd="1" destOrd="0" presId="urn:microsoft.com/office/officeart/2005/8/layout/orgChart1"/>
    <dgm:cxn modelId="{F0233C20-DB04-4838-8894-C94F5DC4F70D}" type="presParOf" srcId="{823FBEA6-95ED-4734-8987-E96F58F42198}" destId="{5140A959-F9A9-487C-916B-E28608486012}" srcOrd="1" destOrd="0" presId="urn:microsoft.com/office/officeart/2005/8/layout/orgChart1"/>
    <dgm:cxn modelId="{A19E1AFE-9E39-4C86-8139-3B755FA32A42}" type="presParOf" srcId="{823FBEA6-95ED-4734-8987-E96F58F42198}" destId="{0E78B5AA-9216-42AE-8A24-9CBE67FBFF9D}" srcOrd="2" destOrd="0" presId="urn:microsoft.com/office/officeart/2005/8/layout/orgChart1"/>
    <dgm:cxn modelId="{FD75ED65-C5B2-456D-B483-A49D39992BEC}" type="presParOf" srcId="{9518D3BC-6D28-4F5A-88EE-CF48F3ECA29A}" destId="{25A2110C-388E-42D4-AEC7-35766F5E6108}" srcOrd="2" destOrd="0" presId="urn:microsoft.com/office/officeart/2005/8/layout/orgChart1"/>
    <dgm:cxn modelId="{4F35B0C4-C985-47B8-8F02-347B603E97CF}" type="presParOf" srcId="{EE25FEE9-C0A4-43A3-BC29-09C1DC02735B}" destId="{64B5CD95-4D6E-4D1A-99C4-82DDC700ABE8}" srcOrd="4" destOrd="0" presId="urn:microsoft.com/office/officeart/2005/8/layout/orgChart1"/>
    <dgm:cxn modelId="{62813851-016C-427F-B078-4A90E1849566}" type="presParOf" srcId="{EE25FEE9-C0A4-43A3-BC29-09C1DC02735B}" destId="{299334A7-86DF-4659-A34A-6F3567013082}" srcOrd="5" destOrd="0" presId="urn:microsoft.com/office/officeart/2005/8/layout/orgChart1"/>
    <dgm:cxn modelId="{3BDB08EC-7170-4526-9505-5ED2D84241AC}" type="presParOf" srcId="{299334A7-86DF-4659-A34A-6F3567013082}" destId="{D3A82B38-058B-429F-BDB9-D618331BC706}" srcOrd="0" destOrd="0" presId="urn:microsoft.com/office/officeart/2005/8/layout/orgChart1"/>
    <dgm:cxn modelId="{72AEAF9B-7BD7-4437-A3C2-D8140F18C591}" type="presParOf" srcId="{D3A82B38-058B-429F-BDB9-D618331BC706}" destId="{D4C84C0C-C6B2-4200-A4EF-526CAF1F096E}" srcOrd="0" destOrd="0" presId="urn:microsoft.com/office/officeart/2005/8/layout/orgChart1"/>
    <dgm:cxn modelId="{555E48C1-C781-4EA5-88E4-180C99E39EEC}" type="presParOf" srcId="{D3A82B38-058B-429F-BDB9-D618331BC706}" destId="{9DDD9186-3EF3-435A-AAE3-B00C0E9C8742}" srcOrd="1" destOrd="0" presId="urn:microsoft.com/office/officeart/2005/8/layout/orgChart1"/>
    <dgm:cxn modelId="{4551A981-C958-4DC7-A578-C7F680C6F488}" type="presParOf" srcId="{299334A7-86DF-4659-A34A-6F3567013082}" destId="{0E70E0DA-1A43-46D9-920A-A72BBB4B4F6A}" srcOrd="1" destOrd="0" presId="urn:microsoft.com/office/officeart/2005/8/layout/orgChart1"/>
    <dgm:cxn modelId="{FEEBC6EB-1C5E-4B7D-B458-F99D73644257}" type="presParOf" srcId="{0E70E0DA-1A43-46D9-920A-A72BBB4B4F6A}" destId="{5A600B17-93A8-45ED-A3AB-2D30488BAFD8}" srcOrd="0" destOrd="0" presId="urn:microsoft.com/office/officeart/2005/8/layout/orgChart1"/>
    <dgm:cxn modelId="{67BE643F-8583-4E76-9061-1D2100F7D8FB}" type="presParOf" srcId="{0E70E0DA-1A43-46D9-920A-A72BBB4B4F6A}" destId="{F30B024B-4F40-4D3F-96C7-01CAA06DDB68}" srcOrd="1" destOrd="0" presId="urn:microsoft.com/office/officeart/2005/8/layout/orgChart1"/>
    <dgm:cxn modelId="{A32D4F03-4CEB-46FC-BC7A-EC7578245B14}" type="presParOf" srcId="{F30B024B-4F40-4D3F-96C7-01CAA06DDB68}" destId="{BD2AB7BB-BB0F-4EF7-B01D-09F1D95551EC}" srcOrd="0" destOrd="0" presId="urn:microsoft.com/office/officeart/2005/8/layout/orgChart1"/>
    <dgm:cxn modelId="{46A9B79F-A4CE-411A-9598-55A466A12E54}" type="presParOf" srcId="{BD2AB7BB-BB0F-4EF7-B01D-09F1D95551EC}" destId="{B6E27B42-B4B1-423A-A1FA-BACEFB570EAE}" srcOrd="0" destOrd="0" presId="urn:microsoft.com/office/officeart/2005/8/layout/orgChart1"/>
    <dgm:cxn modelId="{49BE45D4-8B1B-411A-887B-2E5AD09681A8}" type="presParOf" srcId="{BD2AB7BB-BB0F-4EF7-B01D-09F1D95551EC}" destId="{CD82200D-9BA5-4A17-A0E1-4F97F9B08CAF}" srcOrd="1" destOrd="0" presId="urn:microsoft.com/office/officeart/2005/8/layout/orgChart1"/>
    <dgm:cxn modelId="{F8F3A2CE-776B-436F-9029-48F9DAA99E2F}" type="presParOf" srcId="{F30B024B-4F40-4D3F-96C7-01CAA06DDB68}" destId="{3DFB65B6-85A9-4286-8894-ACDB08D16A2C}" srcOrd="1" destOrd="0" presId="urn:microsoft.com/office/officeart/2005/8/layout/orgChart1"/>
    <dgm:cxn modelId="{AF42920E-83CA-4F2A-9315-93EBF26B24A7}" type="presParOf" srcId="{F30B024B-4F40-4D3F-96C7-01CAA06DDB68}" destId="{3CA59097-854A-4169-A744-FFA6BE05299A}" srcOrd="2" destOrd="0" presId="urn:microsoft.com/office/officeart/2005/8/layout/orgChart1"/>
    <dgm:cxn modelId="{3F7B4134-B73F-4EE1-AE86-3A87BA49BFC7}" type="presParOf" srcId="{0E70E0DA-1A43-46D9-920A-A72BBB4B4F6A}" destId="{5DDAC3E6-874C-4FFD-A47C-38C3DDFB129E}" srcOrd="2" destOrd="0" presId="urn:microsoft.com/office/officeart/2005/8/layout/orgChart1"/>
    <dgm:cxn modelId="{BA0072AE-AA0E-4EDD-8BC4-3569143024B2}" type="presParOf" srcId="{0E70E0DA-1A43-46D9-920A-A72BBB4B4F6A}" destId="{2B1E6827-A493-4757-A54E-1A75DBBD8549}" srcOrd="3" destOrd="0" presId="urn:microsoft.com/office/officeart/2005/8/layout/orgChart1"/>
    <dgm:cxn modelId="{282AF89E-D97B-43EB-8435-C0A953151326}" type="presParOf" srcId="{2B1E6827-A493-4757-A54E-1A75DBBD8549}" destId="{F3188FB7-D475-4963-B322-E01D98AEB4A2}" srcOrd="0" destOrd="0" presId="urn:microsoft.com/office/officeart/2005/8/layout/orgChart1"/>
    <dgm:cxn modelId="{8DA6B63D-4346-4AE0-920E-E2A8AAF72EE9}" type="presParOf" srcId="{F3188FB7-D475-4963-B322-E01D98AEB4A2}" destId="{E6CA5385-D6DB-4AD8-8EF1-5D4D6E62D785}" srcOrd="0" destOrd="0" presId="urn:microsoft.com/office/officeart/2005/8/layout/orgChart1"/>
    <dgm:cxn modelId="{43317672-1E56-48BF-AEA6-9C36DBC9B5F6}" type="presParOf" srcId="{F3188FB7-D475-4963-B322-E01D98AEB4A2}" destId="{B00FF97A-AC44-4C0E-A887-C9471E2FFC4B}" srcOrd="1" destOrd="0" presId="urn:microsoft.com/office/officeart/2005/8/layout/orgChart1"/>
    <dgm:cxn modelId="{A368247C-F839-4A74-AB0C-4D23C394935D}" type="presParOf" srcId="{2B1E6827-A493-4757-A54E-1A75DBBD8549}" destId="{695760C4-8E80-4577-9FD4-24F2428643C1}" srcOrd="1" destOrd="0" presId="urn:microsoft.com/office/officeart/2005/8/layout/orgChart1"/>
    <dgm:cxn modelId="{208E494E-308E-4E3E-804A-8EA053271FBA}" type="presParOf" srcId="{2B1E6827-A493-4757-A54E-1A75DBBD8549}" destId="{9117FB12-F68D-4D2C-9DCD-CA66FDC4F6B3}" srcOrd="2" destOrd="0" presId="urn:microsoft.com/office/officeart/2005/8/layout/orgChart1"/>
    <dgm:cxn modelId="{DC09C3A8-F1C0-4DBC-BC0F-32121B3734F0}" type="presParOf" srcId="{299334A7-86DF-4659-A34A-6F3567013082}" destId="{DCDF8A00-353E-41AA-B83A-19A71B33810D}" srcOrd="2" destOrd="0" presId="urn:microsoft.com/office/officeart/2005/8/layout/orgChart1"/>
    <dgm:cxn modelId="{EAC5AD7A-6F9F-46BA-980C-D12109AC0B5C}" type="presParOf" srcId="{EE25FEE9-C0A4-43A3-BC29-09C1DC02735B}" destId="{BF400FD6-75C9-4935-BEA5-7DD1DECFB142}" srcOrd="6" destOrd="0" presId="urn:microsoft.com/office/officeart/2005/8/layout/orgChart1"/>
    <dgm:cxn modelId="{70326364-CFF7-4704-A47F-E397E707FE76}" type="presParOf" srcId="{EE25FEE9-C0A4-43A3-BC29-09C1DC02735B}" destId="{84BACD2D-3A26-4B01-B034-E7BA7A30F136}" srcOrd="7" destOrd="0" presId="urn:microsoft.com/office/officeart/2005/8/layout/orgChart1"/>
    <dgm:cxn modelId="{3C6523DF-7C8E-44F7-BDFC-19EC0952B302}" type="presParOf" srcId="{84BACD2D-3A26-4B01-B034-E7BA7A30F136}" destId="{2D2E23A9-CDF7-476B-BE6A-41B4E425A08B}" srcOrd="0" destOrd="0" presId="urn:microsoft.com/office/officeart/2005/8/layout/orgChart1"/>
    <dgm:cxn modelId="{BA95E59A-33D8-45F2-922F-186960E87845}" type="presParOf" srcId="{2D2E23A9-CDF7-476B-BE6A-41B4E425A08B}" destId="{4869B4B3-E732-495C-86BB-1D4A4F789970}" srcOrd="0" destOrd="0" presId="urn:microsoft.com/office/officeart/2005/8/layout/orgChart1"/>
    <dgm:cxn modelId="{CCA720E1-742C-4E24-B614-ED81251FD07B}" type="presParOf" srcId="{2D2E23A9-CDF7-476B-BE6A-41B4E425A08B}" destId="{79F1773B-C34D-4246-9B35-DDD8C5BC5FED}" srcOrd="1" destOrd="0" presId="urn:microsoft.com/office/officeart/2005/8/layout/orgChart1"/>
    <dgm:cxn modelId="{56D2DC77-5DA0-4796-9695-D2441B682E98}" type="presParOf" srcId="{84BACD2D-3A26-4B01-B034-E7BA7A30F136}" destId="{3C51B039-39BB-42F8-BAF6-F1653DE710DF}" srcOrd="1" destOrd="0" presId="urn:microsoft.com/office/officeart/2005/8/layout/orgChart1"/>
    <dgm:cxn modelId="{552346A4-A411-4CF8-9285-09FB5B84AC1E}" type="presParOf" srcId="{3C51B039-39BB-42F8-BAF6-F1653DE710DF}" destId="{9EF85F5D-5919-4E99-85EE-8DE0C170C4B6}" srcOrd="0" destOrd="0" presId="urn:microsoft.com/office/officeart/2005/8/layout/orgChart1"/>
    <dgm:cxn modelId="{F55303C2-DE32-469E-BC6D-28F33589E1BA}" type="presParOf" srcId="{3C51B039-39BB-42F8-BAF6-F1653DE710DF}" destId="{BD5259DD-8353-4EA1-8B65-46A34F94BE8E}" srcOrd="1" destOrd="0" presId="urn:microsoft.com/office/officeart/2005/8/layout/orgChart1"/>
    <dgm:cxn modelId="{3A83CCC4-914E-4CFF-ADEE-B3861FB0AFD9}" type="presParOf" srcId="{BD5259DD-8353-4EA1-8B65-46A34F94BE8E}" destId="{3A3A8B17-1954-4BE9-A23C-719261D1790F}" srcOrd="0" destOrd="0" presId="urn:microsoft.com/office/officeart/2005/8/layout/orgChart1"/>
    <dgm:cxn modelId="{038BEDD1-EC60-4B6B-BC9C-1098E1E833BE}" type="presParOf" srcId="{3A3A8B17-1954-4BE9-A23C-719261D1790F}" destId="{60A84E32-9E06-4EAB-915C-545077C2314B}" srcOrd="0" destOrd="0" presId="urn:microsoft.com/office/officeart/2005/8/layout/orgChart1"/>
    <dgm:cxn modelId="{FCAA639F-4CFD-4EA4-ADE2-CCB96359D4C9}" type="presParOf" srcId="{3A3A8B17-1954-4BE9-A23C-719261D1790F}" destId="{CD0BABB2-D586-4958-A01F-B4B440B79301}" srcOrd="1" destOrd="0" presId="urn:microsoft.com/office/officeart/2005/8/layout/orgChart1"/>
    <dgm:cxn modelId="{810C4905-15AB-49CC-8360-B89C58F1A611}" type="presParOf" srcId="{BD5259DD-8353-4EA1-8B65-46A34F94BE8E}" destId="{6A9DA710-7AE8-41DE-A926-E1F5BEE7696E}" srcOrd="1" destOrd="0" presId="urn:microsoft.com/office/officeart/2005/8/layout/orgChart1"/>
    <dgm:cxn modelId="{0366EA61-EC1E-4DC3-ACB4-B288DADCA892}" type="presParOf" srcId="{BD5259DD-8353-4EA1-8B65-46A34F94BE8E}" destId="{44D61C60-2EC6-4B02-8D2C-620B48E662A5}" srcOrd="2" destOrd="0" presId="urn:microsoft.com/office/officeart/2005/8/layout/orgChart1"/>
    <dgm:cxn modelId="{5EAA1951-4537-4A5D-88E8-5CD56EFA2B18}" type="presParOf" srcId="{3C51B039-39BB-42F8-BAF6-F1653DE710DF}" destId="{CF9951BA-F30F-4CA9-92C3-0F5393A4DD44}" srcOrd="2" destOrd="0" presId="urn:microsoft.com/office/officeart/2005/8/layout/orgChart1"/>
    <dgm:cxn modelId="{83DD4310-0CEA-49B7-9398-B91A034656B6}" type="presParOf" srcId="{3C51B039-39BB-42F8-BAF6-F1653DE710DF}" destId="{DF8EDB55-B0B4-43B4-A84C-4E9AC587017F}" srcOrd="3" destOrd="0" presId="urn:microsoft.com/office/officeart/2005/8/layout/orgChart1"/>
    <dgm:cxn modelId="{0E8CCA28-9C83-4948-89FC-7792A82D5F6D}" type="presParOf" srcId="{DF8EDB55-B0B4-43B4-A84C-4E9AC587017F}" destId="{24FF20EB-1B92-43A3-92FF-43F8E5A0F4AB}" srcOrd="0" destOrd="0" presId="urn:microsoft.com/office/officeart/2005/8/layout/orgChart1"/>
    <dgm:cxn modelId="{0DA7EFCC-CAAC-4867-9C4C-6DD0E8260C84}" type="presParOf" srcId="{24FF20EB-1B92-43A3-92FF-43F8E5A0F4AB}" destId="{C7CDE670-CE40-48DC-8A4B-9E6867A5FCC5}" srcOrd="0" destOrd="0" presId="urn:microsoft.com/office/officeart/2005/8/layout/orgChart1"/>
    <dgm:cxn modelId="{AEC5D16D-AAF2-464A-A20F-F59E41ABDC5F}" type="presParOf" srcId="{24FF20EB-1B92-43A3-92FF-43F8E5A0F4AB}" destId="{1F6F4042-65B8-4237-81B6-2851C81F5CFB}" srcOrd="1" destOrd="0" presId="urn:microsoft.com/office/officeart/2005/8/layout/orgChart1"/>
    <dgm:cxn modelId="{39FD8D02-BAB2-43F5-9938-C22137E6F254}" type="presParOf" srcId="{DF8EDB55-B0B4-43B4-A84C-4E9AC587017F}" destId="{26B06036-72A8-47DB-BB12-8E32C1D7CD75}" srcOrd="1" destOrd="0" presId="urn:microsoft.com/office/officeart/2005/8/layout/orgChart1"/>
    <dgm:cxn modelId="{0D95095A-1BA3-47EC-ACE5-6409913B1F5A}" type="presParOf" srcId="{DF8EDB55-B0B4-43B4-A84C-4E9AC587017F}" destId="{72821EDE-CB08-4BDA-AAAE-5BE9FC9C2AA8}" srcOrd="2" destOrd="0" presId="urn:microsoft.com/office/officeart/2005/8/layout/orgChart1"/>
    <dgm:cxn modelId="{E0AEC5E6-5AC7-4F2D-9BAE-45BB6E821450}" type="presParOf" srcId="{84BACD2D-3A26-4B01-B034-E7BA7A30F136}" destId="{3A76B52B-ACC1-4D70-8F57-B1908F47EEC1}" srcOrd="2" destOrd="0" presId="urn:microsoft.com/office/officeart/2005/8/layout/orgChart1"/>
    <dgm:cxn modelId="{F4AC80A2-8E45-49B8-A4AD-81E4DA9E1A35}" type="presParOf" srcId="{842694ED-63FE-41F5-8205-A2D2ED7AB622}" destId="{7AE4D891-AFDF-47CA-AE12-C9E64E4BC610}" srcOrd="2" destOrd="0" presId="urn:microsoft.com/office/officeart/2005/8/layout/orgChart1"/>
    <dgm:cxn modelId="{967796E2-3E3B-4CCE-8E31-DA5ECCCF3D67}" type="presParOf" srcId="{9098D234-D388-4106-B539-B7C38DD6D81C}" destId="{AB1F82AE-D204-494B-90C7-632A99586039}" srcOrd="2" destOrd="0" presId="urn:microsoft.com/office/officeart/2005/8/layout/orgChart1"/>
    <dgm:cxn modelId="{2B0EACE1-C9DE-489F-BE92-99BC3445CC46}" type="presParOf" srcId="{9098D234-D388-4106-B539-B7C38DD6D81C}" destId="{DC0B2FDF-D839-45FE-9E9A-D22897A1B887}" srcOrd="3" destOrd="0" presId="urn:microsoft.com/office/officeart/2005/8/layout/orgChart1"/>
    <dgm:cxn modelId="{32526F69-3672-4B6E-976F-265A34E7498E}" type="presParOf" srcId="{DC0B2FDF-D839-45FE-9E9A-D22897A1B887}" destId="{1B76E2B1-AF57-455C-83AC-6048046D1721}" srcOrd="0" destOrd="0" presId="urn:microsoft.com/office/officeart/2005/8/layout/orgChart1"/>
    <dgm:cxn modelId="{1F139FA7-CDD7-408B-B0E8-4F7EC916E026}" type="presParOf" srcId="{1B76E2B1-AF57-455C-83AC-6048046D1721}" destId="{78F581A2-A236-4AAE-9594-81595AF744C3}" srcOrd="0" destOrd="0" presId="urn:microsoft.com/office/officeart/2005/8/layout/orgChart1"/>
    <dgm:cxn modelId="{B2C9282E-5BA1-43E1-A875-14EA99C7049D}" type="presParOf" srcId="{1B76E2B1-AF57-455C-83AC-6048046D1721}" destId="{45497D4B-7384-4409-B2DD-8111D10AE21C}" srcOrd="1" destOrd="0" presId="urn:microsoft.com/office/officeart/2005/8/layout/orgChart1"/>
    <dgm:cxn modelId="{347E6146-2FAB-43AF-B1C7-EA2717D74034}" type="presParOf" srcId="{DC0B2FDF-D839-45FE-9E9A-D22897A1B887}" destId="{7655522E-218E-4AD1-9853-C6F4EBC0DDEE}" srcOrd="1" destOrd="0" presId="urn:microsoft.com/office/officeart/2005/8/layout/orgChart1"/>
    <dgm:cxn modelId="{DFD36AFF-FBFE-4E38-B883-F0E7A7CD150D}" type="presParOf" srcId="{7655522E-218E-4AD1-9853-C6F4EBC0DDEE}" destId="{65430254-9CDB-4161-ABC2-189ED9E2FB33}" srcOrd="0" destOrd="0" presId="urn:microsoft.com/office/officeart/2005/8/layout/orgChart1"/>
    <dgm:cxn modelId="{39109E1C-9B57-4C3E-AD21-61C008A73011}" type="presParOf" srcId="{7655522E-218E-4AD1-9853-C6F4EBC0DDEE}" destId="{C4D10532-21CD-436E-915E-ABD5601F235E}" srcOrd="1" destOrd="0" presId="urn:microsoft.com/office/officeart/2005/8/layout/orgChart1"/>
    <dgm:cxn modelId="{E657FE35-822F-41E9-9854-2C906CB32752}" type="presParOf" srcId="{C4D10532-21CD-436E-915E-ABD5601F235E}" destId="{B2E3046D-BC34-47A4-8AEF-91F231EA9795}" srcOrd="0" destOrd="0" presId="urn:microsoft.com/office/officeart/2005/8/layout/orgChart1"/>
    <dgm:cxn modelId="{30DDA1F4-89AB-4D52-A591-E34B3535573E}" type="presParOf" srcId="{B2E3046D-BC34-47A4-8AEF-91F231EA9795}" destId="{A936896F-1010-480B-ACB0-3D616759C456}" srcOrd="0" destOrd="0" presId="urn:microsoft.com/office/officeart/2005/8/layout/orgChart1"/>
    <dgm:cxn modelId="{DC323BE9-A284-49B0-AD01-157BD5830589}" type="presParOf" srcId="{B2E3046D-BC34-47A4-8AEF-91F231EA9795}" destId="{F9DCDD9C-D8E3-45B4-A2F5-35C41208782B}" srcOrd="1" destOrd="0" presId="urn:microsoft.com/office/officeart/2005/8/layout/orgChart1"/>
    <dgm:cxn modelId="{F5A9A671-17D6-469B-BF9C-CB94D129FE21}" type="presParOf" srcId="{C4D10532-21CD-436E-915E-ABD5601F235E}" destId="{5D181167-E703-4E07-A30C-2ADD2101D9DE}" srcOrd="1" destOrd="0" presId="urn:microsoft.com/office/officeart/2005/8/layout/orgChart1"/>
    <dgm:cxn modelId="{BA4A5832-5B44-4782-8551-4BA1ED577E09}" type="presParOf" srcId="{5D181167-E703-4E07-A30C-2ADD2101D9DE}" destId="{0DB3FA4D-CBCD-4AF7-BFC9-B83423CA22F2}" srcOrd="0" destOrd="0" presId="urn:microsoft.com/office/officeart/2005/8/layout/orgChart1"/>
    <dgm:cxn modelId="{18970197-7F28-4CE4-93B6-AC116E2E04A3}" type="presParOf" srcId="{5D181167-E703-4E07-A30C-2ADD2101D9DE}" destId="{138861CC-8B42-48F9-9AB6-4918ACCBF0E3}" srcOrd="1" destOrd="0" presId="urn:microsoft.com/office/officeart/2005/8/layout/orgChart1"/>
    <dgm:cxn modelId="{F8877138-EB65-48A8-93E7-EBD8EA7ACCBA}" type="presParOf" srcId="{138861CC-8B42-48F9-9AB6-4918ACCBF0E3}" destId="{EE16D481-5C3F-454F-AD72-3984EC75951A}" srcOrd="0" destOrd="0" presId="urn:microsoft.com/office/officeart/2005/8/layout/orgChart1"/>
    <dgm:cxn modelId="{964439AA-A208-475E-86DA-B7393A274D4B}" type="presParOf" srcId="{EE16D481-5C3F-454F-AD72-3984EC75951A}" destId="{37B0697C-3582-4D28-A5C2-5E9B6F925313}" srcOrd="0" destOrd="0" presId="urn:microsoft.com/office/officeart/2005/8/layout/orgChart1"/>
    <dgm:cxn modelId="{2CDB8407-8689-4E3A-BA55-603CCB42C683}" type="presParOf" srcId="{EE16D481-5C3F-454F-AD72-3984EC75951A}" destId="{A53E6D41-CA17-4DDE-BF9F-92FB22307706}" srcOrd="1" destOrd="0" presId="urn:microsoft.com/office/officeart/2005/8/layout/orgChart1"/>
    <dgm:cxn modelId="{36C0C1C1-ED31-4CB1-AA27-42077C142BFC}" type="presParOf" srcId="{138861CC-8B42-48F9-9AB6-4918ACCBF0E3}" destId="{373FE73A-CE15-498F-8C75-E9899AE7F465}" srcOrd="1" destOrd="0" presId="urn:microsoft.com/office/officeart/2005/8/layout/orgChart1"/>
    <dgm:cxn modelId="{435DD65D-715B-479B-A80B-D35F689EBF97}" type="presParOf" srcId="{373FE73A-CE15-498F-8C75-E9899AE7F465}" destId="{0291CE1C-F461-42FD-92E9-80D924B2AA6E}" srcOrd="0" destOrd="0" presId="urn:microsoft.com/office/officeart/2005/8/layout/orgChart1"/>
    <dgm:cxn modelId="{7A809AC8-DEDC-478E-8F10-929E76E0EE57}" type="presParOf" srcId="{373FE73A-CE15-498F-8C75-E9899AE7F465}" destId="{08E2976C-4365-463D-BB11-4AD9C2C85387}" srcOrd="1" destOrd="0" presId="urn:microsoft.com/office/officeart/2005/8/layout/orgChart1"/>
    <dgm:cxn modelId="{08EA7DC3-1CB5-44A4-B4EF-33AE93863BF4}" type="presParOf" srcId="{08E2976C-4365-463D-BB11-4AD9C2C85387}" destId="{3F7614D0-712B-4B4B-A9BC-1E1321CF130F}" srcOrd="0" destOrd="0" presId="urn:microsoft.com/office/officeart/2005/8/layout/orgChart1"/>
    <dgm:cxn modelId="{29D699CA-18B9-4353-BB12-C1033522C285}" type="presParOf" srcId="{3F7614D0-712B-4B4B-A9BC-1E1321CF130F}" destId="{DBE97D86-6208-4964-A85C-B060FB83F5B3}" srcOrd="0" destOrd="0" presId="urn:microsoft.com/office/officeart/2005/8/layout/orgChart1"/>
    <dgm:cxn modelId="{B0FAE19A-C16B-4D22-9EF4-86B5353D7799}" type="presParOf" srcId="{3F7614D0-712B-4B4B-A9BC-1E1321CF130F}" destId="{8A5C5397-112E-4E3A-B87D-66AC8A287039}" srcOrd="1" destOrd="0" presId="urn:microsoft.com/office/officeart/2005/8/layout/orgChart1"/>
    <dgm:cxn modelId="{25C494CA-7D83-4947-A9E3-22C8A8323148}" type="presParOf" srcId="{08E2976C-4365-463D-BB11-4AD9C2C85387}" destId="{06B3381F-B201-495C-BAF4-D3694AE31A41}" srcOrd="1" destOrd="0" presId="urn:microsoft.com/office/officeart/2005/8/layout/orgChart1"/>
    <dgm:cxn modelId="{260707EB-C898-47DF-9EB9-6E544D0591BA}" type="presParOf" srcId="{08E2976C-4365-463D-BB11-4AD9C2C85387}" destId="{619398BA-D64E-4F24-A95B-4E7F86F91E87}" srcOrd="2" destOrd="0" presId="urn:microsoft.com/office/officeart/2005/8/layout/orgChart1"/>
    <dgm:cxn modelId="{254DAA4E-AEEE-493F-ACDF-D1FAE8EF19E0}" type="presParOf" srcId="{138861CC-8B42-48F9-9AB6-4918ACCBF0E3}" destId="{15DCB37C-3626-4625-8EF4-D37A8B6C7FA7}" srcOrd="2" destOrd="0" presId="urn:microsoft.com/office/officeart/2005/8/layout/orgChart1"/>
    <dgm:cxn modelId="{CDE73549-0E08-4891-B5BA-43D3B57DB907}" type="presParOf" srcId="{C4D10532-21CD-436E-915E-ABD5601F235E}" destId="{1F77533D-8A21-4982-B9A4-26B6822950F2}" srcOrd="2" destOrd="0" presId="urn:microsoft.com/office/officeart/2005/8/layout/orgChart1"/>
    <dgm:cxn modelId="{69E30FF3-DCA4-47F4-B808-34F97F36B6E2}" type="presParOf" srcId="{7655522E-218E-4AD1-9853-C6F4EBC0DDEE}" destId="{005D2523-8424-478F-AF82-A77D2A812AAD}" srcOrd="2" destOrd="0" presId="urn:microsoft.com/office/officeart/2005/8/layout/orgChart1"/>
    <dgm:cxn modelId="{2B4F7083-F327-44DB-A7A7-7364BCA1BAB3}" type="presParOf" srcId="{7655522E-218E-4AD1-9853-C6F4EBC0DDEE}" destId="{F3CC7C0A-DAFA-4EEE-BDF8-E794A8143720}" srcOrd="3" destOrd="0" presId="urn:microsoft.com/office/officeart/2005/8/layout/orgChart1"/>
    <dgm:cxn modelId="{398E8492-6D1D-4ED4-AA52-F23A1119F652}" type="presParOf" srcId="{F3CC7C0A-DAFA-4EEE-BDF8-E794A8143720}" destId="{95CD03E6-598B-41FF-8A99-5C9056E75765}" srcOrd="0" destOrd="0" presId="urn:microsoft.com/office/officeart/2005/8/layout/orgChart1"/>
    <dgm:cxn modelId="{AD6A6D4B-C478-4317-9C40-7E9313451D24}" type="presParOf" srcId="{95CD03E6-598B-41FF-8A99-5C9056E75765}" destId="{E95EEA3D-4541-4C9D-84F4-8DDE5EF37C4B}" srcOrd="0" destOrd="0" presId="urn:microsoft.com/office/officeart/2005/8/layout/orgChart1"/>
    <dgm:cxn modelId="{27E2EE61-496B-4DA0-8339-C0C3C85E0605}" type="presParOf" srcId="{95CD03E6-598B-41FF-8A99-5C9056E75765}" destId="{003A27D5-C441-4BDE-B491-2926D650BF29}" srcOrd="1" destOrd="0" presId="urn:microsoft.com/office/officeart/2005/8/layout/orgChart1"/>
    <dgm:cxn modelId="{02162084-56FA-4C20-81FD-200B9ECC5EA7}" type="presParOf" srcId="{F3CC7C0A-DAFA-4EEE-BDF8-E794A8143720}" destId="{CC4F88FE-DFDA-42AF-9340-3D4006C2E0E8}" srcOrd="1" destOrd="0" presId="urn:microsoft.com/office/officeart/2005/8/layout/orgChart1"/>
    <dgm:cxn modelId="{9F5EDE30-8674-42E0-8B33-B195E7256330}" type="presParOf" srcId="{CC4F88FE-DFDA-42AF-9340-3D4006C2E0E8}" destId="{3D379152-0770-45CF-AB1D-AFF612734C62}" srcOrd="0" destOrd="0" presId="urn:microsoft.com/office/officeart/2005/8/layout/orgChart1"/>
    <dgm:cxn modelId="{CBE8D474-7FA8-4390-957F-616E2EB4D0E9}" type="presParOf" srcId="{CC4F88FE-DFDA-42AF-9340-3D4006C2E0E8}" destId="{EC49460E-6352-4D35-8AF4-B68FBCE84347}" srcOrd="1" destOrd="0" presId="urn:microsoft.com/office/officeart/2005/8/layout/orgChart1"/>
    <dgm:cxn modelId="{BD465F93-46A3-4302-BEB7-1C1327F58918}" type="presParOf" srcId="{EC49460E-6352-4D35-8AF4-B68FBCE84347}" destId="{9FFB66F1-A3E7-43A2-8AE8-346CBEC50561}" srcOrd="0" destOrd="0" presId="urn:microsoft.com/office/officeart/2005/8/layout/orgChart1"/>
    <dgm:cxn modelId="{3E81599D-1E14-4E7A-9AFE-56A0BCC86170}" type="presParOf" srcId="{9FFB66F1-A3E7-43A2-8AE8-346CBEC50561}" destId="{24EC56E3-343B-4EA7-AECF-D2ADEA53B6BF}" srcOrd="0" destOrd="0" presId="urn:microsoft.com/office/officeart/2005/8/layout/orgChart1"/>
    <dgm:cxn modelId="{94627C06-F4B4-4B4A-AA9E-B77215008D73}" type="presParOf" srcId="{9FFB66F1-A3E7-43A2-8AE8-346CBEC50561}" destId="{8405BD21-BCAC-42BF-B33C-1AFD9E5DF7E3}" srcOrd="1" destOrd="0" presId="urn:microsoft.com/office/officeart/2005/8/layout/orgChart1"/>
    <dgm:cxn modelId="{C08DE9E9-8FA4-40E4-BD0E-E9390BAB6BE1}" type="presParOf" srcId="{EC49460E-6352-4D35-8AF4-B68FBCE84347}" destId="{5AED7195-82CB-47B9-B019-B64AF2AB51B6}" srcOrd="1" destOrd="0" presId="urn:microsoft.com/office/officeart/2005/8/layout/orgChart1"/>
    <dgm:cxn modelId="{76B208A4-05C0-4ACF-B76A-CA1FB991F504}" type="presParOf" srcId="{EC49460E-6352-4D35-8AF4-B68FBCE84347}" destId="{293964AF-30C3-4B67-BE21-488BAB0A92AB}" srcOrd="2" destOrd="0" presId="urn:microsoft.com/office/officeart/2005/8/layout/orgChart1"/>
    <dgm:cxn modelId="{94C7566A-636B-46AA-9E63-438152B724FF}" type="presParOf" srcId="{F3CC7C0A-DAFA-4EEE-BDF8-E794A8143720}" destId="{BA31BF6B-DAA9-44B0-8421-7C8D3E6C3805}" srcOrd="2" destOrd="0" presId="urn:microsoft.com/office/officeart/2005/8/layout/orgChart1"/>
    <dgm:cxn modelId="{F6F647E5-10C9-4FF7-8853-5198D9EB9037}" type="presParOf" srcId="{7655522E-218E-4AD1-9853-C6F4EBC0DDEE}" destId="{84C02F9C-A6B1-483A-AFEB-D0648A87B3F3}" srcOrd="4" destOrd="0" presId="urn:microsoft.com/office/officeart/2005/8/layout/orgChart1"/>
    <dgm:cxn modelId="{91D20F4E-39D2-4F6B-9755-B6BDA7818135}" type="presParOf" srcId="{7655522E-218E-4AD1-9853-C6F4EBC0DDEE}" destId="{25C4C396-A593-4910-8E9A-522906A45F35}" srcOrd="5" destOrd="0" presId="urn:microsoft.com/office/officeart/2005/8/layout/orgChart1"/>
    <dgm:cxn modelId="{B1F8D115-C202-44BB-A849-C9A3D2D8157E}" type="presParOf" srcId="{25C4C396-A593-4910-8E9A-522906A45F35}" destId="{A44E4C18-8BDF-40DC-8BF3-8D9A6EF5AF7D}" srcOrd="0" destOrd="0" presId="urn:microsoft.com/office/officeart/2005/8/layout/orgChart1"/>
    <dgm:cxn modelId="{E0C0EBB0-4774-42FE-B0F3-3B24DE84A04B}" type="presParOf" srcId="{A44E4C18-8BDF-40DC-8BF3-8D9A6EF5AF7D}" destId="{25D63A0C-22E3-4C87-BBB5-6D81F516969F}" srcOrd="0" destOrd="0" presId="urn:microsoft.com/office/officeart/2005/8/layout/orgChart1"/>
    <dgm:cxn modelId="{A917CC52-5DDE-4537-9503-86EAD30F964A}" type="presParOf" srcId="{A44E4C18-8BDF-40DC-8BF3-8D9A6EF5AF7D}" destId="{8934E1AF-F3CC-4F16-9E13-6EF637168DB6}" srcOrd="1" destOrd="0" presId="urn:microsoft.com/office/officeart/2005/8/layout/orgChart1"/>
    <dgm:cxn modelId="{CD5ABD17-D4D8-4194-BD1C-9D1A47622F16}" type="presParOf" srcId="{25C4C396-A593-4910-8E9A-522906A45F35}" destId="{31995385-F681-4783-B0C5-72AECA2B1424}" srcOrd="1" destOrd="0" presId="urn:microsoft.com/office/officeart/2005/8/layout/orgChart1"/>
    <dgm:cxn modelId="{36F600D7-8150-4E80-9622-372C7B606DDA}" type="presParOf" srcId="{31995385-F681-4783-B0C5-72AECA2B1424}" destId="{7C91C493-8D93-44E3-A34B-01C71D090787}" srcOrd="0" destOrd="0" presId="urn:microsoft.com/office/officeart/2005/8/layout/orgChart1"/>
    <dgm:cxn modelId="{30092876-3131-48E2-97B1-FF2D90AFAB8B}" type="presParOf" srcId="{31995385-F681-4783-B0C5-72AECA2B1424}" destId="{CAC5D77F-C587-4648-9C00-77226227D8BB}" srcOrd="1" destOrd="0" presId="urn:microsoft.com/office/officeart/2005/8/layout/orgChart1"/>
    <dgm:cxn modelId="{DD304ECF-A27C-4C92-913F-46EE3A778730}" type="presParOf" srcId="{CAC5D77F-C587-4648-9C00-77226227D8BB}" destId="{71DE1BAE-1A93-4BCC-898A-0B64E7A8DEB3}" srcOrd="0" destOrd="0" presId="urn:microsoft.com/office/officeart/2005/8/layout/orgChart1"/>
    <dgm:cxn modelId="{C1A9B4E3-1C21-4382-B325-2790F210107F}" type="presParOf" srcId="{71DE1BAE-1A93-4BCC-898A-0B64E7A8DEB3}" destId="{8A08AF83-EB63-406E-B412-D66040A41734}" srcOrd="0" destOrd="0" presId="urn:microsoft.com/office/officeart/2005/8/layout/orgChart1"/>
    <dgm:cxn modelId="{D418F26F-9450-45ED-B737-7877AB5D93F7}" type="presParOf" srcId="{71DE1BAE-1A93-4BCC-898A-0B64E7A8DEB3}" destId="{2EA8CB97-6314-4CD6-BD98-30875BAEF3C2}" srcOrd="1" destOrd="0" presId="urn:microsoft.com/office/officeart/2005/8/layout/orgChart1"/>
    <dgm:cxn modelId="{834B90F6-E725-4B01-B655-095294F5D1BC}" type="presParOf" srcId="{CAC5D77F-C587-4648-9C00-77226227D8BB}" destId="{25E397DC-8E55-43D2-AF03-CDC8DEDF8E1D}" srcOrd="1" destOrd="0" presId="urn:microsoft.com/office/officeart/2005/8/layout/orgChart1"/>
    <dgm:cxn modelId="{4857E9A7-507F-455C-9DAA-F55626F8623C}" type="presParOf" srcId="{CAC5D77F-C587-4648-9C00-77226227D8BB}" destId="{A5DB56D0-895B-4E41-B889-6346A824838B}" srcOrd="2" destOrd="0" presId="urn:microsoft.com/office/officeart/2005/8/layout/orgChart1"/>
    <dgm:cxn modelId="{2F250331-FD98-4D6C-B066-A651EC7A8AE8}" type="presParOf" srcId="{25C4C396-A593-4910-8E9A-522906A45F35}" destId="{C8F2FE40-4420-48C1-B927-6335303CBDB8}" srcOrd="2" destOrd="0" presId="urn:microsoft.com/office/officeart/2005/8/layout/orgChart1"/>
    <dgm:cxn modelId="{410999AD-5793-4183-8C11-BE7DC2776606}" type="presParOf" srcId="{7655522E-218E-4AD1-9853-C6F4EBC0DDEE}" destId="{EC851356-23C2-445A-91FA-8E14B22846B0}" srcOrd="6" destOrd="0" presId="urn:microsoft.com/office/officeart/2005/8/layout/orgChart1"/>
    <dgm:cxn modelId="{E0B90C50-A082-46F8-AC80-5B9E7844383A}" type="presParOf" srcId="{7655522E-218E-4AD1-9853-C6F4EBC0DDEE}" destId="{48753E4B-AF39-484E-97C1-EA29361263B7}" srcOrd="7" destOrd="0" presId="urn:microsoft.com/office/officeart/2005/8/layout/orgChart1"/>
    <dgm:cxn modelId="{61FE7B7D-3954-4195-9403-2D5DDEE88A2E}" type="presParOf" srcId="{48753E4B-AF39-484E-97C1-EA29361263B7}" destId="{B72C13F8-3A4B-4DA3-88A6-41AC30432B7B}" srcOrd="0" destOrd="0" presId="urn:microsoft.com/office/officeart/2005/8/layout/orgChart1"/>
    <dgm:cxn modelId="{A1181596-401A-46A2-9868-DF5878686CC7}" type="presParOf" srcId="{B72C13F8-3A4B-4DA3-88A6-41AC30432B7B}" destId="{84287ECC-DEBE-413C-A956-78CE40A707BE}" srcOrd="0" destOrd="0" presId="urn:microsoft.com/office/officeart/2005/8/layout/orgChart1"/>
    <dgm:cxn modelId="{01D717D4-B618-4C09-B291-CBD3B0950043}" type="presParOf" srcId="{B72C13F8-3A4B-4DA3-88A6-41AC30432B7B}" destId="{D4C67ED9-F033-4020-9B07-CFE0A217DA2F}" srcOrd="1" destOrd="0" presId="urn:microsoft.com/office/officeart/2005/8/layout/orgChart1"/>
    <dgm:cxn modelId="{9969F472-D9B9-4F06-BEA2-F9E6F5153591}" type="presParOf" srcId="{48753E4B-AF39-484E-97C1-EA29361263B7}" destId="{E1804732-ACDD-42C9-B820-1826CA952D3D}" srcOrd="1" destOrd="0" presId="urn:microsoft.com/office/officeart/2005/8/layout/orgChart1"/>
    <dgm:cxn modelId="{1438D1DB-720A-4E67-83A4-07A99243D409}" type="presParOf" srcId="{E1804732-ACDD-42C9-B820-1826CA952D3D}" destId="{AE6B95AC-B7FF-437C-AB0C-B735337EDF45}" srcOrd="0" destOrd="0" presId="urn:microsoft.com/office/officeart/2005/8/layout/orgChart1"/>
    <dgm:cxn modelId="{E110E996-31B5-4C0F-87B3-A323358269A5}" type="presParOf" srcId="{E1804732-ACDD-42C9-B820-1826CA952D3D}" destId="{AC8FFF38-CCC1-41DA-B3F3-98C088F40DF2}" srcOrd="1" destOrd="0" presId="urn:microsoft.com/office/officeart/2005/8/layout/orgChart1"/>
    <dgm:cxn modelId="{A01CB680-34AF-422E-9426-89917655B5BD}" type="presParOf" srcId="{AC8FFF38-CCC1-41DA-B3F3-98C088F40DF2}" destId="{FD4F2699-6E0E-49E0-955C-E71FB0A24D6E}" srcOrd="0" destOrd="0" presId="urn:microsoft.com/office/officeart/2005/8/layout/orgChart1"/>
    <dgm:cxn modelId="{219C1625-2948-4BC0-BCA9-23335EA20599}" type="presParOf" srcId="{FD4F2699-6E0E-49E0-955C-E71FB0A24D6E}" destId="{36E402CB-8F78-4747-9B97-B86FD73355B6}" srcOrd="0" destOrd="0" presId="urn:microsoft.com/office/officeart/2005/8/layout/orgChart1"/>
    <dgm:cxn modelId="{D95FAD47-0BBD-4835-B383-2D8A914DCB80}" type="presParOf" srcId="{FD4F2699-6E0E-49E0-955C-E71FB0A24D6E}" destId="{621A15A6-0925-450B-A5E7-67F5C79B5887}" srcOrd="1" destOrd="0" presId="urn:microsoft.com/office/officeart/2005/8/layout/orgChart1"/>
    <dgm:cxn modelId="{71CE6B4E-C56B-473A-B068-043936AAC15F}" type="presParOf" srcId="{AC8FFF38-CCC1-41DA-B3F3-98C088F40DF2}" destId="{D0C6F540-CA6B-486D-922D-39D7D97AE668}" srcOrd="1" destOrd="0" presId="urn:microsoft.com/office/officeart/2005/8/layout/orgChart1"/>
    <dgm:cxn modelId="{3C665763-A428-44E5-A9B7-23CD987E61A6}" type="presParOf" srcId="{AC8FFF38-CCC1-41DA-B3F3-98C088F40DF2}" destId="{ED36D29F-F2D8-45A9-A37C-A7C26EED8C3C}" srcOrd="2" destOrd="0" presId="urn:microsoft.com/office/officeart/2005/8/layout/orgChart1"/>
    <dgm:cxn modelId="{F9D0644A-E9DB-4F02-A04C-52E211472100}" type="presParOf" srcId="{48753E4B-AF39-484E-97C1-EA29361263B7}" destId="{53F888B8-6BC1-4766-ACAD-AF75C43377FD}" srcOrd="2" destOrd="0" presId="urn:microsoft.com/office/officeart/2005/8/layout/orgChart1"/>
    <dgm:cxn modelId="{78FD61C4-0744-42D2-A675-10C55341183E}" type="presParOf" srcId="{DC0B2FDF-D839-45FE-9E9A-D22897A1B887}" destId="{67DAF67C-13D5-4345-A3A2-7B8725F07673}" srcOrd="2" destOrd="0" presId="urn:microsoft.com/office/officeart/2005/8/layout/orgChart1"/>
    <dgm:cxn modelId="{1226C14C-7F1F-4983-BF93-A21CE347FB22}" type="presParOf" srcId="{9098D234-D388-4106-B539-B7C38DD6D81C}" destId="{727B956F-D72C-4AE4-8D9E-D5EAAA044204}" srcOrd="4" destOrd="0" presId="urn:microsoft.com/office/officeart/2005/8/layout/orgChart1"/>
    <dgm:cxn modelId="{4E3EA350-EAF1-4526-9CA5-D2CC10DE9C59}" type="presParOf" srcId="{9098D234-D388-4106-B539-B7C38DD6D81C}" destId="{3F0D928F-C5C6-4209-89C7-2DC22F440C9A}" srcOrd="5" destOrd="0" presId="urn:microsoft.com/office/officeart/2005/8/layout/orgChart1"/>
    <dgm:cxn modelId="{2717CE35-81F0-4A60-95B7-C231CED94C78}" type="presParOf" srcId="{3F0D928F-C5C6-4209-89C7-2DC22F440C9A}" destId="{89A646BC-328E-41A9-8DF1-DCDA6CC3C425}" srcOrd="0" destOrd="0" presId="urn:microsoft.com/office/officeart/2005/8/layout/orgChart1"/>
    <dgm:cxn modelId="{2D23661C-4E63-4B01-8483-052FC3BCD968}" type="presParOf" srcId="{89A646BC-328E-41A9-8DF1-DCDA6CC3C425}" destId="{016EC23A-2D0E-41F6-A49C-4A8A9AA629EE}" srcOrd="0" destOrd="0" presId="urn:microsoft.com/office/officeart/2005/8/layout/orgChart1"/>
    <dgm:cxn modelId="{70E0F40B-B039-460D-8C28-F9407D8882F5}" type="presParOf" srcId="{89A646BC-328E-41A9-8DF1-DCDA6CC3C425}" destId="{CBB73073-E2BE-4561-B51B-94EBAD9E9723}" srcOrd="1" destOrd="0" presId="urn:microsoft.com/office/officeart/2005/8/layout/orgChart1"/>
    <dgm:cxn modelId="{BC2EB7CD-B0F5-4022-B025-A784BFB511B3}" type="presParOf" srcId="{3F0D928F-C5C6-4209-89C7-2DC22F440C9A}" destId="{A2D7CAED-0941-4B4F-8DD4-28606AD9D38D}" srcOrd="1" destOrd="0" presId="urn:microsoft.com/office/officeart/2005/8/layout/orgChart1"/>
    <dgm:cxn modelId="{1198AC21-F8BC-4FC2-9AAB-0334651C9881}" type="presParOf" srcId="{A2D7CAED-0941-4B4F-8DD4-28606AD9D38D}" destId="{C5601B73-35B5-4692-AB0D-448B9ACF9F55}" srcOrd="0" destOrd="0" presId="urn:microsoft.com/office/officeart/2005/8/layout/orgChart1"/>
    <dgm:cxn modelId="{4D47C3BB-B1FC-4866-BFF8-F3752712FC5E}" type="presParOf" srcId="{A2D7CAED-0941-4B4F-8DD4-28606AD9D38D}" destId="{D4630854-6614-45FC-A7B9-31F404E723E7}" srcOrd="1" destOrd="0" presId="urn:microsoft.com/office/officeart/2005/8/layout/orgChart1"/>
    <dgm:cxn modelId="{99C4F5F9-81F0-4EAE-A401-1EEE2FD838A7}" type="presParOf" srcId="{D4630854-6614-45FC-A7B9-31F404E723E7}" destId="{C96B082E-DB07-4D30-BC82-57C67A2AEF37}" srcOrd="0" destOrd="0" presId="urn:microsoft.com/office/officeart/2005/8/layout/orgChart1"/>
    <dgm:cxn modelId="{4EFA0297-58EE-4AC4-AB87-9ADA03D53BA0}" type="presParOf" srcId="{C96B082E-DB07-4D30-BC82-57C67A2AEF37}" destId="{EAE31D92-B14E-4AAE-A358-B82F41655A8E}" srcOrd="0" destOrd="0" presId="urn:microsoft.com/office/officeart/2005/8/layout/orgChart1"/>
    <dgm:cxn modelId="{253B6C8B-1C8B-4BC2-ABAF-AD7CABC9E501}" type="presParOf" srcId="{C96B082E-DB07-4D30-BC82-57C67A2AEF37}" destId="{13C29200-2895-47C1-9F29-DE22439E8428}" srcOrd="1" destOrd="0" presId="urn:microsoft.com/office/officeart/2005/8/layout/orgChart1"/>
    <dgm:cxn modelId="{55527BA6-958A-45AF-AA97-1D7BE8457B62}" type="presParOf" srcId="{D4630854-6614-45FC-A7B9-31F404E723E7}" destId="{F6A06B94-80BD-4FAE-BBBD-D9773075AA4A}" srcOrd="1" destOrd="0" presId="urn:microsoft.com/office/officeart/2005/8/layout/orgChart1"/>
    <dgm:cxn modelId="{65A92A61-5BE8-4318-A920-6683B6A2C7AC}" type="presParOf" srcId="{F6A06B94-80BD-4FAE-BBBD-D9773075AA4A}" destId="{65F17EF7-DD51-43F8-A960-FC96D2E24270}" srcOrd="0" destOrd="0" presId="urn:microsoft.com/office/officeart/2005/8/layout/orgChart1"/>
    <dgm:cxn modelId="{786A5CFD-0016-4B8B-82E9-BBC955D8D6E9}" type="presParOf" srcId="{F6A06B94-80BD-4FAE-BBBD-D9773075AA4A}" destId="{FEF3F94E-83E4-497B-88DD-1B03D9D47D7D}" srcOrd="1" destOrd="0" presId="urn:microsoft.com/office/officeart/2005/8/layout/orgChart1"/>
    <dgm:cxn modelId="{E87BAE0A-849D-4764-82CE-6B5A9B5280BE}" type="presParOf" srcId="{FEF3F94E-83E4-497B-88DD-1B03D9D47D7D}" destId="{A40FAAED-DEBF-4F77-8DE0-6AF025F47A0F}" srcOrd="0" destOrd="0" presId="urn:microsoft.com/office/officeart/2005/8/layout/orgChart1"/>
    <dgm:cxn modelId="{02766EAC-F977-48B6-8F63-2BC32466587C}" type="presParOf" srcId="{A40FAAED-DEBF-4F77-8DE0-6AF025F47A0F}" destId="{54199003-05D7-45E1-96CD-0686B4F3473A}" srcOrd="0" destOrd="0" presId="urn:microsoft.com/office/officeart/2005/8/layout/orgChart1"/>
    <dgm:cxn modelId="{D738F453-63FA-450D-8222-FEB6A54C67B9}" type="presParOf" srcId="{A40FAAED-DEBF-4F77-8DE0-6AF025F47A0F}" destId="{8A1BD9F2-08B0-4753-AFB3-F9553B182959}" srcOrd="1" destOrd="0" presId="urn:microsoft.com/office/officeart/2005/8/layout/orgChart1"/>
    <dgm:cxn modelId="{DBF12BEE-E70D-45CC-9F12-6BC2EBB1262F}" type="presParOf" srcId="{FEF3F94E-83E4-497B-88DD-1B03D9D47D7D}" destId="{E65B5A4B-6656-4F9E-820E-E79B794E243D}" srcOrd="1" destOrd="0" presId="urn:microsoft.com/office/officeart/2005/8/layout/orgChart1"/>
    <dgm:cxn modelId="{B156907C-5E9E-4524-8D2A-BA05F98C675B}" type="presParOf" srcId="{FEF3F94E-83E4-497B-88DD-1B03D9D47D7D}" destId="{39B7773A-2BE3-4D23-A97B-FC6A65674748}" srcOrd="2" destOrd="0" presId="urn:microsoft.com/office/officeart/2005/8/layout/orgChart1"/>
    <dgm:cxn modelId="{D7A6A08D-ABE8-4663-AF1F-9D9EBE5C371A}" type="presParOf" srcId="{F6A06B94-80BD-4FAE-BBBD-D9773075AA4A}" destId="{E63AEF2A-5707-451C-B2AF-A2F010F4869A}" srcOrd="2" destOrd="0" presId="urn:microsoft.com/office/officeart/2005/8/layout/orgChart1"/>
    <dgm:cxn modelId="{3CBE2C80-14FD-43F1-8705-A88253AB5EAC}" type="presParOf" srcId="{F6A06B94-80BD-4FAE-BBBD-D9773075AA4A}" destId="{E24D22EC-90D9-460B-9276-3ED5DD2F004D}" srcOrd="3" destOrd="0" presId="urn:microsoft.com/office/officeart/2005/8/layout/orgChart1"/>
    <dgm:cxn modelId="{6DA6CC92-19D0-4F57-B45A-7866265FEEDB}" type="presParOf" srcId="{E24D22EC-90D9-460B-9276-3ED5DD2F004D}" destId="{C4B39571-E4EB-463B-BDE4-AC90F4806727}" srcOrd="0" destOrd="0" presId="urn:microsoft.com/office/officeart/2005/8/layout/orgChart1"/>
    <dgm:cxn modelId="{F03B4A15-CF17-46FE-97D8-BC458FC4CCF1}" type="presParOf" srcId="{C4B39571-E4EB-463B-BDE4-AC90F4806727}" destId="{66C90501-8F88-4369-9688-FFB1CA151018}" srcOrd="0" destOrd="0" presId="urn:microsoft.com/office/officeart/2005/8/layout/orgChart1"/>
    <dgm:cxn modelId="{3F6A830B-85D7-4480-A79E-22CB604EEF6D}" type="presParOf" srcId="{C4B39571-E4EB-463B-BDE4-AC90F4806727}" destId="{322F18F6-5D1B-4394-A14C-BA3671A3F5E7}" srcOrd="1" destOrd="0" presId="urn:microsoft.com/office/officeart/2005/8/layout/orgChart1"/>
    <dgm:cxn modelId="{4BFEEFDE-12EF-4593-BE6A-84133837ECED}" type="presParOf" srcId="{E24D22EC-90D9-460B-9276-3ED5DD2F004D}" destId="{99C7985F-94D3-42CD-BC7B-0307818C7DDF}" srcOrd="1" destOrd="0" presId="urn:microsoft.com/office/officeart/2005/8/layout/orgChart1"/>
    <dgm:cxn modelId="{60FA4B43-29E5-40D6-8024-A30DEF67DEF2}" type="presParOf" srcId="{E24D22EC-90D9-460B-9276-3ED5DD2F004D}" destId="{B0D4570D-CA95-4626-9731-A591139CC679}" srcOrd="2" destOrd="0" presId="urn:microsoft.com/office/officeart/2005/8/layout/orgChart1"/>
    <dgm:cxn modelId="{CF1C859F-E920-4DB0-9C7B-ACED391E49C2}" type="presParOf" srcId="{D4630854-6614-45FC-A7B9-31F404E723E7}" destId="{6B1A3F28-8ACE-48A0-AC4B-E93570E43FEB}" srcOrd="2" destOrd="0" presId="urn:microsoft.com/office/officeart/2005/8/layout/orgChart1"/>
    <dgm:cxn modelId="{2DD58278-8AF0-44CC-A7D1-84A8FFBF757C}" type="presParOf" srcId="{A2D7CAED-0941-4B4F-8DD4-28606AD9D38D}" destId="{9106CFD0-431D-48D7-8CF2-ED5BDFB84736}" srcOrd="2" destOrd="0" presId="urn:microsoft.com/office/officeart/2005/8/layout/orgChart1"/>
    <dgm:cxn modelId="{42CD4BD6-8903-4B04-8C34-1D3D3EA574EE}" type="presParOf" srcId="{A2D7CAED-0941-4B4F-8DD4-28606AD9D38D}" destId="{3610AD30-406B-43F7-88CD-B9DCF1B56C4E}" srcOrd="3" destOrd="0" presId="urn:microsoft.com/office/officeart/2005/8/layout/orgChart1"/>
    <dgm:cxn modelId="{19C1F3E0-415B-4D30-82AA-65308B9F39A1}" type="presParOf" srcId="{3610AD30-406B-43F7-88CD-B9DCF1B56C4E}" destId="{7B2A0801-DE62-4DCB-A25A-79C562EFF2C8}" srcOrd="0" destOrd="0" presId="urn:microsoft.com/office/officeart/2005/8/layout/orgChart1"/>
    <dgm:cxn modelId="{4F9AD145-862B-481A-9F6B-F64E40EA8018}" type="presParOf" srcId="{7B2A0801-DE62-4DCB-A25A-79C562EFF2C8}" destId="{3A58DEC0-94AF-425E-885B-C547374C837E}" srcOrd="0" destOrd="0" presId="urn:microsoft.com/office/officeart/2005/8/layout/orgChart1"/>
    <dgm:cxn modelId="{AF461F76-1B6A-44D8-BCA5-A11D0D03635C}" type="presParOf" srcId="{7B2A0801-DE62-4DCB-A25A-79C562EFF2C8}" destId="{8C6CEC2D-5C68-4AE5-ABD6-CA46CB12FF3E}" srcOrd="1" destOrd="0" presId="urn:microsoft.com/office/officeart/2005/8/layout/orgChart1"/>
    <dgm:cxn modelId="{C02E61A2-67DF-4D1F-B219-D12ADA8A8946}" type="presParOf" srcId="{3610AD30-406B-43F7-88CD-B9DCF1B56C4E}" destId="{AC287F1C-A840-4942-AF3E-865CF6E66DD1}" srcOrd="1" destOrd="0" presId="urn:microsoft.com/office/officeart/2005/8/layout/orgChart1"/>
    <dgm:cxn modelId="{7DE5D5B4-E058-4E3D-9EF1-BA7DED92B4F4}" type="presParOf" srcId="{AC287F1C-A840-4942-AF3E-865CF6E66DD1}" destId="{321842BE-9D9C-41BA-A042-5C6B538FEDF8}" srcOrd="0" destOrd="0" presId="urn:microsoft.com/office/officeart/2005/8/layout/orgChart1"/>
    <dgm:cxn modelId="{74602D0C-FF5F-4615-AEF0-87D40E467146}" type="presParOf" srcId="{AC287F1C-A840-4942-AF3E-865CF6E66DD1}" destId="{A2B43D85-3482-4152-901C-1AC591F3CA2E}" srcOrd="1" destOrd="0" presId="urn:microsoft.com/office/officeart/2005/8/layout/orgChart1"/>
    <dgm:cxn modelId="{7AFDE913-2B83-4341-A716-E56B66F47E05}" type="presParOf" srcId="{A2B43D85-3482-4152-901C-1AC591F3CA2E}" destId="{06C36ACE-8C50-419A-BD1C-CA6CC0ED0E74}" srcOrd="0" destOrd="0" presId="urn:microsoft.com/office/officeart/2005/8/layout/orgChart1"/>
    <dgm:cxn modelId="{B33D2FAE-8718-4818-8430-D84A542F5193}" type="presParOf" srcId="{06C36ACE-8C50-419A-BD1C-CA6CC0ED0E74}" destId="{7AC5136C-52E5-45A1-BCFE-0D9BFA626A01}" srcOrd="0" destOrd="0" presId="urn:microsoft.com/office/officeart/2005/8/layout/orgChart1"/>
    <dgm:cxn modelId="{65010CDF-11E9-42CB-BECA-44EA5B6D957F}" type="presParOf" srcId="{06C36ACE-8C50-419A-BD1C-CA6CC0ED0E74}" destId="{4460CE3C-6B4A-4FCA-AB98-AB7324872359}" srcOrd="1" destOrd="0" presId="urn:microsoft.com/office/officeart/2005/8/layout/orgChart1"/>
    <dgm:cxn modelId="{A04E893A-6CE3-4CD2-83CC-8F71B50E75E7}" type="presParOf" srcId="{A2B43D85-3482-4152-901C-1AC591F3CA2E}" destId="{88047DDE-AE00-4E0D-8B66-1D18F41A9A9F}" srcOrd="1" destOrd="0" presId="urn:microsoft.com/office/officeart/2005/8/layout/orgChart1"/>
    <dgm:cxn modelId="{F0546311-E50A-40A4-9A33-58F71CD812FD}" type="presParOf" srcId="{A2B43D85-3482-4152-901C-1AC591F3CA2E}" destId="{BFCC271F-EED8-4DC7-8C9D-CFC79EB45056}" srcOrd="2" destOrd="0" presId="urn:microsoft.com/office/officeart/2005/8/layout/orgChart1"/>
    <dgm:cxn modelId="{B5227FE8-7189-4D6D-BF35-425B5D20A45E}" type="presParOf" srcId="{3610AD30-406B-43F7-88CD-B9DCF1B56C4E}" destId="{9305C1E7-2AF0-451B-A274-3D02773E054B}" srcOrd="2" destOrd="0" presId="urn:microsoft.com/office/officeart/2005/8/layout/orgChart1"/>
    <dgm:cxn modelId="{B839C56F-1C01-4F51-8E47-41A306227341}" type="presParOf" srcId="{A2D7CAED-0941-4B4F-8DD4-28606AD9D38D}" destId="{0C5E88CB-BE4E-40AD-8DD6-89EAEC658486}" srcOrd="4" destOrd="0" presId="urn:microsoft.com/office/officeart/2005/8/layout/orgChart1"/>
    <dgm:cxn modelId="{B450E999-8302-42D9-8FD6-ABC93BFD17DF}" type="presParOf" srcId="{A2D7CAED-0941-4B4F-8DD4-28606AD9D38D}" destId="{E08E3F96-DC70-428E-82C6-6BE62BC63B6F}" srcOrd="5" destOrd="0" presId="urn:microsoft.com/office/officeart/2005/8/layout/orgChart1"/>
    <dgm:cxn modelId="{EFDC3F28-811A-4B86-BC96-348F2AB329D6}" type="presParOf" srcId="{E08E3F96-DC70-428E-82C6-6BE62BC63B6F}" destId="{A0CC702C-EFC5-4F90-9C4E-2DD81EEB6D66}" srcOrd="0" destOrd="0" presId="urn:microsoft.com/office/officeart/2005/8/layout/orgChart1"/>
    <dgm:cxn modelId="{1AB82A7E-9B86-4EE0-8ADD-407ECE4918F5}" type="presParOf" srcId="{A0CC702C-EFC5-4F90-9C4E-2DD81EEB6D66}" destId="{27621395-F4B0-480A-9491-17A0636A7CB2}" srcOrd="0" destOrd="0" presId="urn:microsoft.com/office/officeart/2005/8/layout/orgChart1"/>
    <dgm:cxn modelId="{AD930855-6B96-4A7A-8411-E8819A847CC4}" type="presParOf" srcId="{A0CC702C-EFC5-4F90-9C4E-2DD81EEB6D66}" destId="{BEDB3BFC-B74F-4BE5-A4C5-EDBCB1FE1592}" srcOrd="1" destOrd="0" presId="urn:microsoft.com/office/officeart/2005/8/layout/orgChart1"/>
    <dgm:cxn modelId="{AFFCDBE6-7E23-4278-927A-2A0B1ECECC5C}" type="presParOf" srcId="{E08E3F96-DC70-428E-82C6-6BE62BC63B6F}" destId="{21D78952-A5AE-4159-8467-A459C0C03C34}" srcOrd="1" destOrd="0" presId="urn:microsoft.com/office/officeart/2005/8/layout/orgChart1"/>
    <dgm:cxn modelId="{5EE6A09C-3F7F-4B8C-9D6F-6BA6E7A5D3B4}" type="presParOf" srcId="{21D78952-A5AE-4159-8467-A459C0C03C34}" destId="{F4CAF982-5E49-4E2D-897E-DC2247DDA3A4}" srcOrd="0" destOrd="0" presId="urn:microsoft.com/office/officeart/2005/8/layout/orgChart1"/>
    <dgm:cxn modelId="{AB4B4A1D-2FA5-4892-BF41-0B9C0810D2B5}" type="presParOf" srcId="{21D78952-A5AE-4159-8467-A459C0C03C34}" destId="{890A00B1-C414-462C-B812-F01FC0B0A6EF}" srcOrd="1" destOrd="0" presId="urn:microsoft.com/office/officeart/2005/8/layout/orgChart1"/>
    <dgm:cxn modelId="{401BF069-00BC-4461-B7A8-BF385A1FEDFA}" type="presParOf" srcId="{890A00B1-C414-462C-B812-F01FC0B0A6EF}" destId="{4EEFEE88-E43F-4148-848A-17E79FEAADDE}" srcOrd="0" destOrd="0" presId="urn:microsoft.com/office/officeart/2005/8/layout/orgChart1"/>
    <dgm:cxn modelId="{4F80032D-3333-4775-B3EC-959D185D2924}" type="presParOf" srcId="{4EEFEE88-E43F-4148-848A-17E79FEAADDE}" destId="{B45B2076-93CD-42AD-B19F-27FB69234682}" srcOrd="0" destOrd="0" presId="urn:microsoft.com/office/officeart/2005/8/layout/orgChart1"/>
    <dgm:cxn modelId="{2EF1FDED-4CAD-41C7-86C0-33BA7016F77B}" type="presParOf" srcId="{4EEFEE88-E43F-4148-848A-17E79FEAADDE}" destId="{C34CFD65-D935-46E2-B183-FEE9390AD0C9}" srcOrd="1" destOrd="0" presId="urn:microsoft.com/office/officeart/2005/8/layout/orgChart1"/>
    <dgm:cxn modelId="{F97954AE-8643-4331-8E71-09682CF58D73}" type="presParOf" srcId="{890A00B1-C414-462C-B812-F01FC0B0A6EF}" destId="{407DCEE7-D0E1-4483-8560-B24D0E8C6AC9}" srcOrd="1" destOrd="0" presId="urn:microsoft.com/office/officeart/2005/8/layout/orgChart1"/>
    <dgm:cxn modelId="{16A0C898-4651-4C9E-AC30-E3913D5C8264}" type="presParOf" srcId="{890A00B1-C414-462C-B812-F01FC0B0A6EF}" destId="{8746E8FD-05EB-4B33-AE71-50FB50B73ADA}" srcOrd="2" destOrd="0" presId="urn:microsoft.com/office/officeart/2005/8/layout/orgChart1"/>
    <dgm:cxn modelId="{293F839B-F93C-4BFF-9873-51BF549EDEF5}" type="presParOf" srcId="{21D78952-A5AE-4159-8467-A459C0C03C34}" destId="{73CA9CB1-72E6-4705-89BC-73AFE6EA646C}" srcOrd="2" destOrd="0" presId="urn:microsoft.com/office/officeart/2005/8/layout/orgChart1"/>
    <dgm:cxn modelId="{9C159173-A72C-400D-86CC-FACADBA59B0A}" type="presParOf" srcId="{21D78952-A5AE-4159-8467-A459C0C03C34}" destId="{040DB4AE-F4D0-44B5-9673-8E9076951FE4}" srcOrd="3" destOrd="0" presId="urn:microsoft.com/office/officeart/2005/8/layout/orgChart1"/>
    <dgm:cxn modelId="{1237A066-51C5-415F-83C0-F6FD147D2DA3}" type="presParOf" srcId="{040DB4AE-F4D0-44B5-9673-8E9076951FE4}" destId="{4E90A6AA-05A6-4F4E-B39E-4587E5D99ED7}" srcOrd="0" destOrd="0" presId="urn:microsoft.com/office/officeart/2005/8/layout/orgChart1"/>
    <dgm:cxn modelId="{FC54A8F7-C78F-4CB3-9B97-03F3A34DAB4D}" type="presParOf" srcId="{4E90A6AA-05A6-4F4E-B39E-4587E5D99ED7}" destId="{FA6BA2CF-C942-47BA-8DA8-93187517A0A5}" srcOrd="0" destOrd="0" presId="urn:microsoft.com/office/officeart/2005/8/layout/orgChart1"/>
    <dgm:cxn modelId="{5E26D455-D821-45F8-9004-67F601743E77}" type="presParOf" srcId="{4E90A6AA-05A6-4F4E-B39E-4587E5D99ED7}" destId="{E4DDB4F6-24DF-4865-9EDF-A82E1B4F7712}" srcOrd="1" destOrd="0" presId="urn:microsoft.com/office/officeart/2005/8/layout/orgChart1"/>
    <dgm:cxn modelId="{A6C174C5-2FEB-4C28-B340-BF5426BA0ED9}" type="presParOf" srcId="{040DB4AE-F4D0-44B5-9673-8E9076951FE4}" destId="{CE64019C-E4F6-4236-A3C2-13F34970D74D}" srcOrd="1" destOrd="0" presId="urn:microsoft.com/office/officeart/2005/8/layout/orgChart1"/>
    <dgm:cxn modelId="{00310AA2-0D39-4345-A44C-18861FE89849}" type="presParOf" srcId="{040DB4AE-F4D0-44B5-9673-8E9076951FE4}" destId="{F3CBA037-9725-4A9E-8D12-6A8A692FC1EA}" srcOrd="2" destOrd="0" presId="urn:microsoft.com/office/officeart/2005/8/layout/orgChart1"/>
    <dgm:cxn modelId="{C6C1D1DB-FB9F-49BD-B445-8E7903B91188}" type="presParOf" srcId="{E08E3F96-DC70-428E-82C6-6BE62BC63B6F}" destId="{A0D4CF8C-A8DC-4CC7-A36D-C7BB839CB831}" srcOrd="2" destOrd="0" presId="urn:microsoft.com/office/officeart/2005/8/layout/orgChart1"/>
    <dgm:cxn modelId="{D6506871-67A1-4160-9A02-7A2B24A7A804}" type="presParOf" srcId="{A2D7CAED-0941-4B4F-8DD4-28606AD9D38D}" destId="{0B2BD740-A746-445F-AF40-BB2F784E4E4D}" srcOrd="6" destOrd="0" presId="urn:microsoft.com/office/officeart/2005/8/layout/orgChart1"/>
    <dgm:cxn modelId="{DA082771-E7F8-4DF1-BB41-7860BEAD7FAB}" type="presParOf" srcId="{A2D7CAED-0941-4B4F-8DD4-28606AD9D38D}" destId="{A751C02D-8CFF-496F-BACE-64054131C7D0}" srcOrd="7" destOrd="0" presId="urn:microsoft.com/office/officeart/2005/8/layout/orgChart1"/>
    <dgm:cxn modelId="{E250B52B-F008-4B14-8467-80E84E0533C2}" type="presParOf" srcId="{A751C02D-8CFF-496F-BACE-64054131C7D0}" destId="{A52E5884-245B-4C4C-9CF9-704814FF598C}" srcOrd="0" destOrd="0" presId="urn:microsoft.com/office/officeart/2005/8/layout/orgChart1"/>
    <dgm:cxn modelId="{BB1C6FD4-6E43-4E36-A3DF-E38E0DF73DAC}" type="presParOf" srcId="{A52E5884-245B-4C4C-9CF9-704814FF598C}" destId="{79E8D496-0999-44E6-98BD-85C21382612A}" srcOrd="0" destOrd="0" presId="urn:microsoft.com/office/officeart/2005/8/layout/orgChart1"/>
    <dgm:cxn modelId="{FB773D3D-05BE-4553-A26B-5B8FA7BE96F4}" type="presParOf" srcId="{A52E5884-245B-4C4C-9CF9-704814FF598C}" destId="{B86349F5-66F0-4C4F-8501-80EE4DD53D1F}" srcOrd="1" destOrd="0" presId="urn:microsoft.com/office/officeart/2005/8/layout/orgChart1"/>
    <dgm:cxn modelId="{3755F744-D037-43C4-B8A3-27AF33438D38}" type="presParOf" srcId="{A751C02D-8CFF-496F-BACE-64054131C7D0}" destId="{63F6CFCC-04E3-439E-96E3-BC77AABD286D}" srcOrd="1" destOrd="0" presId="urn:microsoft.com/office/officeart/2005/8/layout/orgChart1"/>
    <dgm:cxn modelId="{F40DBD31-F4A2-4A16-98A9-CE94CB514511}" type="presParOf" srcId="{63F6CFCC-04E3-439E-96E3-BC77AABD286D}" destId="{9E3689DE-0B95-45F7-BE39-7F31CA8CF640}" srcOrd="0" destOrd="0" presId="urn:microsoft.com/office/officeart/2005/8/layout/orgChart1"/>
    <dgm:cxn modelId="{44490EB0-3F54-4C20-83B9-B1817AFA4C36}" type="presParOf" srcId="{63F6CFCC-04E3-439E-96E3-BC77AABD286D}" destId="{FE38ABEB-17F1-457E-89E1-5CB9953DD362}" srcOrd="1" destOrd="0" presId="urn:microsoft.com/office/officeart/2005/8/layout/orgChart1"/>
    <dgm:cxn modelId="{14E262C4-23D0-49D7-8479-E657197B7226}" type="presParOf" srcId="{FE38ABEB-17F1-457E-89E1-5CB9953DD362}" destId="{6EBA33EA-9529-4448-9449-3E328F803190}" srcOrd="0" destOrd="0" presId="urn:microsoft.com/office/officeart/2005/8/layout/orgChart1"/>
    <dgm:cxn modelId="{3B087D6E-11DE-4ACA-95AF-0A33B6968DAC}" type="presParOf" srcId="{6EBA33EA-9529-4448-9449-3E328F803190}" destId="{766058DC-9CCE-4DDA-904D-B113A4551A24}" srcOrd="0" destOrd="0" presId="urn:microsoft.com/office/officeart/2005/8/layout/orgChart1"/>
    <dgm:cxn modelId="{96AD6489-AA30-4343-9F9C-1ED805771BFF}" type="presParOf" srcId="{6EBA33EA-9529-4448-9449-3E328F803190}" destId="{6932B59E-1C2C-4F9B-9367-2158E1CCF250}" srcOrd="1" destOrd="0" presId="urn:microsoft.com/office/officeart/2005/8/layout/orgChart1"/>
    <dgm:cxn modelId="{92E5A91C-53CC-4F07-839E-1EC936003D68}" type="presParOf" srcId="{FE38ABEB-17F1-457E-89E1-5CB9953DD362}" destId="{EC5E76F6-0CE7-414F-834E-A1AAC5D5A076}" srcOrd="1" destOrd="0" presId="urn:microsoft.com/office/officeart/2005/8/layout/orgChart1"/>
    <dgm:cxn modelId="{F7B09740-2043-424D-B452-6AD97F9B726C}" type="presParOf" srcId="{FE38ABEB-17F1-457E-89E1-5CB9953DD362}" destId="{614C7509-3A90-4E3D-B377-F61834850E5A}" srcOrd="2" destOrd="0" presId="urn:microsoft.com/office/officeart/2005/8/layout/orgChart1"/>
    <dgm:cxn modelId="{C4D4BAD0-C5BB-4D50-8CAC-0FA74EAC4D24}" type="presParOf" srcId="{A751C02D-8CFF-496F-BACE-64054131C7D0}" destId="{0111A95D-65AA-4381-94D9-FAAE8815331E}" srcOrd="2" destOrd="0" presId="urn:microsoft.com/office/officeart/2005/8/layout/orgChart1"/>
    <dgm:cxn modelId="{8E61FE00-7549-4FFF-B42D-E6FDEFADBEDB}" type="presParOf" srcId="{3F0D928F-C5C6-4209-89C7-2DC22F440C9A}" destId="{06DD9A92-3EBE-4509-A0B6-B94B2A043EB1}" srcOrd="2" destOrd="0" presId="urn:microsoft.com/office/officeart/2005/8/layout/orgChart1"/>
    <dgm:cxn modelId="{B1F64BBE-0E4B-4DB0-BED0-E85B49F92B04}" type="presParOf" srcId="{3AF247A6-5907-446E-AA6F-4BAC28FD9F2C}" destId="{6192D81C-FD83-484A-8948-A0EBD03E85B6}"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9F980D-1625-4680-A60F-669D153BD48C}">
      <dsp:nvSpPr>
        <dsp:cNvPr id="0" name=""/>
        <dsp:cNvSpPr/>
      </dsp:nvSpPr>
      <dsp:spPr>
        <a:xfrm>
          <a:off x="0" y="651584"/>
          <a:ext cx="6253721" cy="11934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AU" sz="3000" kern="1200"/>
            <a:t>Offence Management Data Governance, Model and Ownership</a:t>
          </a:r>
          <a:endParaRPr lang="en-US" sz="3000" kern="1200"/>
        </a:p>
      </dsp:txBody>
      <dsp:txXfrm>
        <a:off x="58257" y="709841"/>
        <a:ext cx="6137207" cy="1076886"/>
      </dsp:txXfrm>
    </dsp:sp>
    <dsp:sp modelId="{A467622C-4471-4284-A909-3057EF570ECD}">
      <dsp:nvSpPr>
        <dsp:cNvPr id="0" name=""/>
        <dsp:cNvSpPr/>
      </dsp:nvSpPr>
      <dsp:spPr>
        <a:xfrm>
          <a:off x="0" y="1931384"/>
          <a:ext cx="6253721" cy="1193400"/>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AU" sz="3000" kern="1200"/>
            <a:t>FMP Discovery</a:t>
          </a:r>
          <a:endParaRPr lang="en-US" sz="3000" kern="1200"/>
        </a:p>
      </dsp:txBody>
      <dsp:txXfrm>
        <a:off x="58257" y="1989641"/>
        <a:ext cx="6137207" cy="1076886"/>
      </dsp:txXfrm>
    </dsp:sp>
    <dsp:sp modelId="{CAECEB6B-BCBE-4898-934C-FFD403FDA405}">
      <dsp:nvSpPr>
        <dsp:cNvPr id="0" name=""/>
        <dsp:cNvSpPr/>
      </dsp:nvSpPr>
      <dsp:spPr>
        <a:xfrm>
          <a:off x="0" y="3211184"/>
          <a:ext cx="6253721" cy="119340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AU" sz="3000" kern="1200"/>
            <a:t>IAP IIPS</a:t>
          </a:r>
          <a:endParaRPr lang="en-US" sz="3000" kern="1200"/>
        </a:p>
      </dsp:txBody>
      <dsp:txXfrm>
        <a:off x="58257" y="3269441"/>
        <a:ext cx="6137207" cy="10768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F3AFFD-3A44-4668-927A-912AF9A62BF3}">
      <dsp:nvSpPr>
        <dsp:cNvPr id="0" name=""/>
        <dsp:cNvSpPr/>
      </dsp:nvSpPr>
      <dsp:spPr>
        <a:xfrm>
          <a:off x="5775835" y="1081012"/>
          <a:ext cx="92964" cy="1035889"/>
        </a:xfrm>
        <a:custGeom>
          <a:avLst/>
          <a:gdLst/>
          <a:ahLst/>
          <a:cxnLst/>
          <a:rect l="0" t="0" r="0" b="0"/>
          <a:pathLst>
            <a:path>
              <a:moveTo>
                <a:pt x="92964" y="0"/>
              </a:moveTo>
              <a:lnTo>
                <a:pt x="92964" y="1035889"/>
              </a:lnTo>
              <a:lnTo>
                <a:pt x="0" y="1035889"/>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1E02B0-8CF3-49F1-85F9-2385BAAA1BCC}">
      <dsp:nvSpPr>
        <dsp:cNvPr id="0" name=""/>
        <dsp:cNvSpPr/>
      </dsp:nvSpPr>
      <dsp:spPr>
        <a:xfrm>
          <a:off x="5868799" y="1081012"/>
          <a:ext cx="92964" cy="407272"/>
        </a:xfrm>
        <a:custGeom>
          <a:avLst/>
          <a:gdLst/>
          <a:ahLst/>
          <a:cxnLst/>
          <a:rect l="0" t="0" r="0" b="0"/>
          <a:pathLst>
            <a:path>
              <a:moveTo>
                <a:pt x="0" y="0"/>
              </a:moveTo>
              <a:lnTo>
                <a:pt x="0" y="407272"/>
              </a:lnTo>
              <a:lnTo>
                <a:pt x="92964" y="40727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B180ACB-30A7-4246-B30B-621CBCE75455}">
      <dsp:nvSpPr>
        <dsp:cNvPr id="0" name=""/>
        <dsp:cNvSpPr/>
      </dsp:nvSpPr>
      <dsp:spPr>
        <a:xfrm>
          <a:off x="5775835" y="1081012"/>
          <a:ext cx="92964" cy="407272"/>
        </a:xfrm>
        <a:custGeom>
          <a:avLst/>
          <a:gdLst/>
          <a:ahLst/>
          <a:cxnLst/>
          <a:rect l="0" t="0" r="0" b="0"/>
          <a:pathLst>
            <a:path>
              <a:moveTo>
                <a:pt x="92964" y="0"/>
              </a:moveTo>
              <a:lnTo>
                <a:pt x="92964" y="407272"/>
              </a:lnTo>
              <a:lnTo>
                <a:pt x="0" y="40727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275E6C-EF52-44B6-A1FE-02C759FE80EB}">
      <dsp:nvSpPr>
        <dsp:cNvPr id="0" name=""/>
        <dsp:cNvSpPr/>
      </dsp:nvSpPr>
      <dsp:spPr>
        <a:xfrm>
          <a:off x="10908071"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489D5DD-FC37-42DE-962B-6993F423AF34}">
      <dsp:nvSpPr>
        <dsp:cNvPr id="0" name=""/>
        <dsp:cNvSpPr/>
      </dsp:nvSpPr>
      <dsp:spPr>
        <a:xfrm>
          <a:off x="11216501" y="2966863"/>
          <a:ext cx="91440" cy="185928"/>
        </a:xfrm>
        <a:custGeom>
          <a:avLst/>
          <a:gdLst/>
          <a:ahLst/>
          <a:cxnLst/>
          <a:rect l="0" t="0" r="0" b="0"/>
          <a:pathLst>
            <a:path>
              <a:moveTo>
                <a:pt x="45720" y="0"/>
              </a:moveTo>
              <a:lnTo>
                <a:pt x="4572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DC2B85-A8D5-4593-867F-DC0483840EB2}">
      <dsp:nvSpPr>
        <dsp:cNvPr id="0" name=""/>
        <dsp:cNvSpPr/>
      </dsp:nvSpPr>
      <dsp:spPr>
        <a:xfrm>
          <a:off x="5868799" y="1081012"/>
          <a:ext cx="5393421" cy="1443162"/>
        </a:xfrm>
        <a:custGeom>
          <a:avLst/>
          <a:gdLst/>
          <a:ahLst/>
          <a:cxnLst/>
          <a:rect l="0" t="0" r="0" b="0"/>
          <a:pathLst>
            <a:path>
              <a:moveTo>
                <a:pt x="0" y="0"/>
              </a:moveTo>
              <a:lnTo>
                <a:pt x="0" y="1350198"/>
              </a:lnTo>
              <a:lnTo>
                <a:pt x="5393421" y="1350198"/>
              </a:lnTo>
              <a:lnTo>
                <a:pt x="5393421" y="144316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13A015-EC16-4B9F-A988-FF8A7BBB88A6}">
      <dsp:nvSpPr>
        <dsp:cNvPr id="0" name=""/>
        <dsp:cNvSpPr/>
      </dsp:nvSpPr>
      <dsp:spPr>
        <a:xfrm>
          <a:off x="9808939"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43EF91F-8DA5-43EF-8EB3-BB146F5BF4EF}">
      <dsp:nvSpPr>
        <dsp:cNvPr id="0" name=""/>
        <dsp:cNvSpPr/>
      </dsp:nvSpPr>
      <dsp:spPr>
        <a:xfrm>
          <a:off x="9808939"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316BAB-E484-4713-88F8-60BFB9ECB2F9}">
      <dsp:nvSpPr>
        <dsp:cNvPr id="0" name=""/>
        <dsp:cNvSpPr/>
      </dsp:nvSpPr>
      <dsp:spPr>
        <a:xfrm>
          <a:off x="9627436" y="2966863"/>
          <a:ext cx="535652" cy="185928"/>
        </a:xfrm>
        <a:custGeom>
          <a:avLst/>
          <a:gdLst/>
          <a:ahLst/>
          <a:cxnLst/>
          <a:rect l="0" t="0" r="0" b="0"/>
          <a:pathLst>
            <a:path>
              <a:moveTo>
                <a:pt x="0" y="0"/>
              </a:moveTo>
              <a:lnTo>
                <a:pt x="0" y="92964"/>
              </a:lnTo>
              <a:lnTo>
                <a:pt x="535652" y="92964"/>
              </a:lnTo>
              <a:lnTo>
                <a:pt x="535652"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09402AC-4CF6-4F22-8D6A-D3C1188B5393}">
      <dsp:nvSpPr>
        <dsp:cNvPr id="0" name=""/>
        <dsp:cNvSpPr/>
      </dsp:nvSpPr>
      <dsp:spPr>
        <a:xfrm>
          <a:off x="8737634"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2C6395-CDA7-4EB2-8956-CE67599F0711}">
      <dsp:nvSpPr>
        <dsp:cNvPr id="0" name=""/>
        <dsp:cNvSpPr/>
      </dsp:nvSpPr>
      <dsp:spPr>
        <a:xfrm>
          <a:off x="9091784" y="2966863"/>
          <a:ext cx="535652" cy="185928"/>
        </a:xfrm>
        <a:custGeom>
          <a:avLst/>
          <a:gdLst/>
          <a:ahLst/>
          <a:cxnLst/>
          <a:rect l="0" t="0" r="0" b="0"/>
          <a:pathLst>
            <a:path>
              <a:moveTo>
                <a:pt x="535652" y="0"/>
              </a:moveTo>
              <a:lnTo>
                <a:pt x="535652" y="92964"/>
              </a:lnTo>
              <a:lnTo>
                <a:pt x="0" y="92964"/>
              </a:lnTo>
              <a:lnTo>
                <a:pt x="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7FA171-3DC1-4B30-B97D-AAB0EE775448}">
      <dsp:nvSpPr>
        <dsp:cNvPr id="0" name=""/>
        <dsp:cNvSpPr/>
      </dsp:nvSpPr>
      <dsp:spPr>
        <a:xfrm>
          <a:off x="5868799" y="1081012"/>
          <a:ext cx="3758637" cy="1443162"/>
        </a:xfrm>
        <a:custGeom>
          <a:avLst/>
          <a:gdLst/>
          <a:ahLst/>
          <a:cxnLst/>
          <a:rect l="0" t="0" r="0" b="0"/>
          <a:pathLst>
            <a:path>
              <a:moveTo>
                <a:pt x="0" y="0"/>
              </a:moveTo>
              <a:lnTo>
                <a:pt x="0" y="1350198"/>
              </a:lnTo>
              <a:lnTo>
                <a:pt x="3758637" y="1350198"/>
              </a:lnTo>
              <a:lnTo>
                <a:pt x="3758637" y="144316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D600AC-D904-45AA-A6C7-5EAC376DA718}">
      <dsp:nvSpPr>
        <dsp:cNvPr id="0" name=""/>
        <dsp:cNvSpPr/>
      </dsp:nvSpPr>
      <dsp:spPr>
        <a:xfrm>
          <a:off x="7622649"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E6867E7-74AC-4BF1-A9FA-4AC7261C94EA}">
      <dsp:nvSpPr>
        <dsp:cNvPr id="0" name=""/>
        <dsp:cNvSpPr/>
      </dsp:nvSpPr>
      <dsp:spPr>
        <a:xfrm>
          <a:off x="7622649"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1396398-C9F6-48F4-AA4F-1E9F79E1591E}">
      <dsp:nvSpPr>
        <dsp:cNvPr id="0" name=""/>
        <dsp:cNvSpPr/>
      </dsp:nvSpPr>
      <dsp:spPr>
        <a:xfrm>
          <a:off x="7441147" y="2966863"/>
          <a:ext cx="535652" cy="185928"/>
        </a:xfrm>
        <a:custGeom>
          <a:avLst/>
          <a:gdLst/>
          <a:ahLst/>
          <a:cxnLst/>
          <a:rect l="0" t="0" r="0" b="0"/>
          <a:pathLst>
            <a:path>
              <a:moveTo>
                <a:pt x="0" y="0"/>
              </a:moveTo>
              <a:lnTo>
                <a:pt x="0" y="92964"/>
              </a:lnTo>
              <a:lnTo>
                <a:pt x="535652" y="92964"/>
              </a:lnTo>
              <a:lnTo>
                <a:pt x="535652"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7B956F-D72C-4AE4-8D9E-D5EAAA044204}">
      <dsp:nvSpPr>
        <dsp:cNvPr id="0" name=""/>
        <dsp:cNvSpPr/>
      </dsp:nvSpPr>
      <dsp:spPr>
        <a:xfrm>
          <a:off x="6551344"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104FA65-B4C0-4B7B-8F35-47D7504F3B76}">
      <dsp:nvSpPr>
        <dsp:cNvPr id="0" name=""/>
        <dsp:cNvSpPr/>
      </dsp:nvSpPr>
      <dsp:spPr>
        <a:xfrm>
          <a:off x="6551344"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F5DE40-A613-44B8-8873-5CB179E71291}">
      <dsp:nvSpPr>
        <dsp:cNvPr id="0" name=""/>
        <dsp:cNvSpPr/>
      </dsp:nvSpPr>
      <dsp:spPr>
        <a:xfrm>
          <a:off x="6905495" y="2966863"/>
          <a:ext cx="535652" cy="185928"/>
        </a:xfrm>
        <a:custGeom>
          <a:avLst/>
          <a:gdLst/>
          <a:ahLst/>
          <a:cxnLst/>
          <a:rect l="0" t="0" r="0" b="0"/>
          <a:pathLst>
            <a:path>
              <a:moveTo>
                <a:pt x="535652" y="0"/>
              </a:moveTo>
              <a:lnTo>
                <a:pt x="535652" y="92964"/>
              </a:lnTo>
              <a:lnTo>
                <a:pt x="0" y="92964"/>
              </a:lnTo>
              <a:lnTo>
                <a:pt x="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193982-A47D-4ECB-B6F6-8F1D6A7062BB}">
      <dsp:nvSpPr>
        <dsp:cNvPr id="0" name=""/>
        <dsp:cNvSpPr/>
      </dsp:nvSpPr>
      <dsp:spPr>
        <a:xfrm>
          <a:off x="5868799" y="1081012"/>
          <a:ext cx="1572347" cy="1443162"/>
        </a:xfrm>
        <a:custGeom>
          <a:avLst/>
          <a:gdLst/>
          <a:ahLst/>
          <a:cxnLst/>
          <a:rect l="0" t="0" r="0" b="0"/>
          <a:pathLst>
            <a:path>
              <a:moveTo>
                <a:pt x="0" y="0"/>
              </a:moveTo>
              <a:lnTo>
                <a:pt x="0" y="1350198"/>
              </a:lnTo>
              <a:lnTo>
                <a:pt x="1572347" y="1350198"/>
              </a:lnTo>
              <a:lnTo>
                <a:pt x="1572347" y="144316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330A31-E4B1-4DBE-8295-7FF2B6F93947}">
      <dsp:nvSpPr>
        <dsp:cNvPr id="0" name=""/>
        <dsp:cNvSpPr/>
      </dsp:nvSpPr>
      <dsp:spPr>
        <a:xfrm>
          <a:off x="5445629"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3E2946-2059-42EA-A351-3111CB6D5C07}">
      <dsp:nvSpPr>
        <dsp:cNvPr id="0" name=""/>
        <dsp:cNvSpPr/>
      </dsp:nvSpPr>
      <dsp:spPr>
        <a:xfrm>
          <a:off x="5445629"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947F22D-5100-4BE4-9D48-37CDC0BB22B8}">
      <dsp:nvSpPr>
        <dsp:cNvPr id="0" name=""/>
        <dsp:cNvSpPr/>
      </dsp:nvSpPr>
      <dsp:spPr>
        <a:xfrm>
          <a:off x="5264127" y="2966863"/>
          <a:ext cx="535652" cy="185928"/>
        </a:xfrm>
        <a:custGeom>
          <a:avLst/>
          <a:gdLst/>
          <a:ahLst/>
          <a:cxnLst/>
          <a:rect l="0" t="0" r="0" b="0"/>
          <a:pathLst>
            <a:path>
              <a:moveTo>
                <a:pt x="0" y="0"/>
              </a:moveTo>
              <a:lnTo>
                <a:pt x="0" y="92964"/>
              </a:lnTo>
              <a:lnTo>
                <a:pt x="535652" y="92964"/>
              </a:lnTo>
              <a:lnTo>
                <a:pt x="535652"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3E33AA-274E-4C00-AFCA-9DB6EDEE5D26}">
      <dsp:nvSpPr>
        <dsp:cNvPr id="0" name=""/>
        <dsp:cNvSpPr/>
      </dsp:nvSpPr>
      <dsp:spPr>
        <a:xfrm>
          <a:off x="4374325"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1F82AE-D204-494B-90C7-632A99586039}">
      <dsp:nvSpPr>
        <dsp:cNvPr id="0" name=""/>
        <dsp:cNvSpPr/>
      </dsp:nvSpPr>
      <dsp:spPr>
        <a:xfrm>
          <a:off x="4374325"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884A9FB-42E4-4FD9-8810-1F98F3262087}">
      <dsp:nvSpPr>
        <dsp:cNvPr id="0" name=""/>
        <dsp:cNvSpPr/>
      </dsp:nvSpPr>
      <dsp:spPr>
        <a:xfrm>
          <a:off x="4728475" y="2966863"/>
          <a:ext cx="535652" cy="185928"/>
        </a:xfrm>
        <a:custGeom>
          <a:avLst/>
          <a:gdLst/>
          <a:ahLst/>
          <a:cxnLst/>
          <a:rect l="0" t="0" r="0" b="0"/>
          <a:pathLst>
            <a:path>
              <a:moveTo>
                <a:pt x="535652" y="0"/>
              </a:moveTo>
              <a:lnTo>
                <a:pt x="535652" y="92964"/>
              </a:lnTo>
              <a:lnTo>
                <a:pt x="0" y="92964"/>
              </a:lnTo>
              <a:lnTo>
                <a:pt x="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681CE4-8CA0-49DE-A9F3-C600278D7504}">
      <dsp:nvSpPr>
        <dsp:cNvPr id="0" name=""/>
        <dsp:cNvSpPr/>
      </dsp:nvSpPr>
      <dsp:spPr>
        <a:xfrm>
          <a:off x="5264127" y="1081012"/>
          <a:ext cx="604671" cy="1443162"/>
        </a:xfrm>
        <a:custGeom>
          <a:avLst/>
          <a:gdLst/>
          <a:ahLst/>
          <a:cxnLst/>
          <a:rect l="0" t="0" r="0" b="0"/>
          <a:pathLst>
            <a:path>
              <a:moveTo>
                <a:pt x="604671" y="0"/>
              </a:moveTo>
              <a:lnTo>
                <a:pt x="604671" y="1350198"/>
              </a:lnTo>
              <a:lnTo>
                <a:pt x="0" y="1350198"/>
              </a:lnTo>
              <a:lnTo>
                <a:pt x="0" y="144316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BDBD7F3-6083-4497-968C-19145A3D4B38}">
      <dsp:nvSpPr>
        <dsp:cNvPr id="0" name=""/>
        <dsp:cNvSpPr/>
      </dsp:nvSpPr>
      <dsp:spPr>
        <a:xfrm>
          <a:off x="3303020"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8EA941-22A2-4756-B568-D27A6756260D}">
      <dsp:nvSpPr>
        <dsp:cNvPr id="0" name=""/>
        <dsp:cNvSpPr/>
      </dsp:nvSpPr>
      <dsp:spPr>
        <a:xfrm>
          <a:off x="3303020"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E3C7ECF-52B2-4972-B708-71595BC37092}">
      <dsp:nvSpPr>
        <dsp:cNvPr id="0" name=""/>
        <dsp:cNvSpPr/>
      </dsp:nvSpPr>
      <dsp:spPr>
        <a:xfrm>
          <a:off x="2050213" y="2966863"/>
          <a:ext cx="1606957" cy="185928"/>
        </a:xfrm>
        <a:custGeom>
          <a:avLst/>
          <a:gdLst/>
          <a:ahLst/>
          <a:cxnLst/>
          <a:rect l="0" t="0" r="0" b="0"/>
          <a:pathLst>
            <a:path>
              <a:moveTo>
                <a:pt x="0" y="0"/>
              </a:moveTo>
              <a:lnTo>
                <a:pt x="0" y="92964"/>
              </a:lnTo>
              <a:lnTo>
                <a:pt x="1606957" y="92964"/>
              </a:lnTo>
              <a:lnTo>
                <a:pt x="1606957"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E2A867-31D4-403E-B790-54B802E39EC7}">
      <dsp:nvSpPr>
        <dsp:cNvPr id="0" name=""/>
        <dsp:cNvSpPr/>
      </dsp:nvSpPr>
      <dsp:spPr>
        <a:xfrm>
          <a:off x="2231715"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8F7C288-D6AB-4F4F-83B5-1D5B84952672}">
      <dsp:nvSpPr>
        <dsp:cNvPr id="0" name=""/>
        <dsp:cNvSpPr/>
      </dsp:nvSpPr>
      <dsp:spPr>
        <a:xfrm>
          <a:off x="2231715"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282935C-36BA-42D1-9CF4-5DC857687C79}">
      <dsp:nvSpPr>
        <dsp:cNvPr id="0" name=""/>
        <dsp:cNvSpPr/>
      </dsp:nvSpPr>
      <dsp:spPr>
        <a:xfrm>
          <a:off x="2050213" y="2966863"/>
          <a:ext cx="535652" cy="185928"/>
        </a:xfrm>
        <a:custGeom>
          <a:avLst/>
          <a:gdLst/>
          <a:ahLst/>
          <a:cxnLst/>
          <a:rect l="0" t="0" r="0" b="0"/>
          <a:pathLst>
            <a:path>
              <a:moveTo>
                <a:pt x="0" y="0"/>
              </a:moveTo>
              <a:lnTo>
                <a:pt x="0" y="92964"/>
              </a:lnTo>
              <a:lnTo>
                <a:pt x="535652" y="92964"/>
              </a:lnTo>
              <a:lnTo>
                <a:pt x="535652"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05519F-6ECB-4AAF-B47A-F3D32DB6B10C}">
      <dsp:nvSpPr>
        <dsp:cNvPr id="0" name=""/>
        <dsp:cNvSpPr/>
      </dsp:nvSpPr>
      <dsp:spPr>
        <a:xfrm>
          <a:off x="1160411" y="3595479"/>
          <a:ext cx="132806" cy="2293123"/>
        </a:xfrm>
        <a:custGeom>
          <a:avLst/>
          <a:gdLst/>
          <a:ahLst/>
          <a:cxnLst/>
          <a:rect l="0" t="0" r="0" b="0"/>
          <a:pathLst>
            <a:path>
              <a:moveTo>
                <a:pt x="0" y="0"/>
              </a:moveTo>
              <a:lnTo>
                <a:pt x="0" y="2293123"/>
              </a:lnTo>
              <a:lnTo>
                <a:pt x="132806" y="229312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19CF286-327E-4771-A756-F0B2B9DBDA4B}">
      <dsp:nvSpPr>
        <dsp:cNvPr id="0" name=""/>
        <dsp:cNvSpPr/>
      </dsp:nvSpPr>
      <dsp:spPr>
        <a:xfrm>
          <a:off x="1160411" y="3595479"/>
          <a:ext cx="132806" cy="1664506"/>
        </a:xfrm>
        <a:custGeom>
          <a:avLst/>
          <a:gdLst/>
          <a:ahLst/>
          <a:cxnLst/>
          <a:rect l="0" t="0" r="0" b="0"/>
          <a:pathLst>
            <a:path>
              <a:moveTo>
                <a:pt x="0" y="0"/>
              </a:moveTo>
              <a:lnTo>
                <a:pt x="0" y="1664506"/>
              </a:lnTo>
              <a:lnTo>
                <a:pt x="132806" y="166450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E61498-7424-433C-B920-4C4E22FE37C9}">
      <dsp:nvSpPr>
        <dsp:cNvPr id="0" name=""/>
        <dsp:cNvSpPr/>
      </dsp:nvSpPr>
      <dsp:spPr>
        <a:xfrm>
          <a:off x="1160411"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BEE66D-DBFC-4B5B-824F-AE729B3E2A92}">
      <dsp:nvSpPr>
        <dsp:cNvPr id="0" name=""/>
        <dsp:cNvSpPr/>
      </dsp:nvSpPr>
      <dsp:spPr>
        <a:xfrm>
          <a:off x="1160411"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E2B9B1-B808-4C3E-9CA4-FDBFEB7C6E12}">
      <dsp:nvSpPr>
        <dsp:cNvPr id="0" name=""/>
        <dsp:cNvSpPr/>
      </dsp:nvSpPr>
      <dsp:spPr>
        <a:xfrm>
          <a:off x="1514561" y="2966863"/>
          <a:ext cx="535652" cy="185928"/>
        </a:xfrm>
        <a:custGeom>
          <a:avLst/>
          <a:gdLst/>
          <a:ahLst/>
          <a:cxnLst/>
          <a:rect l="0" t="0" r="0" b="0"/>
          <a:pathLst>
            <a:path>
              <a:moveTo>
                <a:pt x="535652" y="0"/>
              </a:moveTo>
              <a:lnTo>
                <a:pt x="535652" y="92964"/>
              </a:lnTo>
              <a:lnTo>
                <a:pt x="0" y="92964"/>
              </a:lnTo>
              <a:lnTo>
                <a:pt x="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7A0AFA-0687-4CD7-A02C-2B5A2A29DC08}">
      <dsp:nvSpPr>
        <dsp:cNvPr id="0" name=""/>
        <dsp:cNvSpPr/>
      </dsp:nvSpPr>
      <dsp:spPr>
        <a:xfrm>
          <a:off x="89106"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71179AC-5FAC-4A39-B7FF-0414C95E3528}">
      <dsp:nvSpPr>
        <dsp:cNvPr id="0" name=""/>
        <dsp:cNvSpPr/>
      </dsp:nvSpPr>
      <dsp:spPr>
        <a:xfrm>
          <a:off x="89106"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A3097E-DF06-4306-90D8-092D17D517A3}">
      <dsp:nvSpPr>
        <dsp:cNvPr id="0" name=""/>
        <dsp:cNvSpPr/>
      </dsp:nvSpPr>
      <dsp:spPr>
        <a:xfrm>
          <a:off x="443256" y="2966863"/>
          <a:ext cx="1606957" cy="185928"/>
        </a:xfrm>
        <a:custGeom>
          <a:avLst/>
          <a:gdLst/>
          <a:ahLst/>
          <a:cxnLst/>
          <a:rect l="0" t="0" r="0" b="0"/>
          <a:pathLst>
            <a:path>
              <a:moveTo>
                <a:pt x="1606957" y="0"/>
              </a:moveTo>
              <a:lnTo>
                <a:pt x="1606957" y="92964"/>
              </a:lnTo>
              <a:lnTo>
                <a:pt x="0" y="92964"/>
              </a:lnTo>
              <a:lnTo>
                <a:pt x="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9DD715D-069C-4BC2-A1E9-3705206A9E7E}">
      <dsp:nvSpPr>
        <dsp:cNvPr id="0" name=""/>
        <dsp:cNvSpPr/>
      </dsp:nvSpPr>
      <dsp:spPr>
        <a:xfrm>
          <a:off x="2050213" y="1081012"/>
          <a:ext cx="3818586" cy="1443162"/>
        </a:xfrm>
        <a:custGeom>
          <a:avLst/>
          <a:gdLst/>
          <a:ahLst/>
          <a:cxnLst/>
          <a:rect l="0" t="0" r="0" b="0"/>
          <a:pathLst>
            <a:path>
              <a:moveTo>
                <a:pt x="3818586" y="0"/>
              </a:moveTo>
              <a:lnTo>
                <a:pt x="3818586" y="1350198"/>
              </a:lnTo>
              <a:lnTo>
                <a:pt x="0" y="1350198"/>
              </a:lnTo>
              <a:lnTo>
                <a:pt x="0" y="144316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8A01CC-3BEE-415F-A2AB-98EE968D4C9E}">
      <dsp:nvSpPr>
        <dsp:cNvPr id="0" name=""/>
        <dsp:cNvSpPr/>
      </dsp:nvSpPr>
      <dsp:spPr>
        <a:xfrm>
          <a:off x="45674" y="638324"/>
          <a:ext cx="11646251" cy="442687"/>
        </a:xfrm>
        <a:prstGeom prst="rect">
          <a:avLst/>
        </a:prstGeom>
        <a:solidFill>
          <a:srgbClr val="002060"/>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AU" sz="2400" kern="1200"/>
            <a:t>Offence Management</a:t>
          </a:r>
        </a:p>
      </dsp:txBody>
      <dsp:txXfrm>
        <a:off x="45674" y="638324"/>
        <a:ext cx="11646251" cy="442687"/>
      </dsp:txXfrm>
    </dsp:sp>
    <dsp:sp modelId="{EF0DF732-FD85-4D52-8905-6DCB2A652547}">
      <dsp:nvSpPr>
        <dsp:cNvPr id="0" name=""/>
        <dsp:cNvSpPr/>
      </dsp:nvSpPr>
      <dsp:spPr>
        <a:xfrm>
          <a:off x="32690" y="2524175"/>
          <a:ext cx="4035047" cy="44268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Product Management &amp; Governance</a:t>
          </a:r>
        </a:p>
      </dsp:txBody>
      <dsp:txXfrm>
        <a:off x="32690" y="2524175"/>
        <a:ext cx="4035047" cy="442687"/>
      </dsp:txXfrm>
    </dsp:sp>
    <dsp:sp modelId="{D7DEFF10-285D-460F-B6C2-3621F12D5071}">
      <dsp:nvSpPr>
        <dsp:cNvPr id="0" name=""/>
        <dsp:cNvSpPr/>
      </dsp:nvSpPr>
      <dsp:spPr>
        <a:xfrm>
          <a:off x="568"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Planning &amp; Control</a:t>
          </a:r>
        </a:p>
      </dsp:txBody>
      <dsp:txXfrm>
        <a:off x="568" y="3152792"/>
        <a:ext cx="885375" cy="442687"/>
      </dsp:txXfrm>
    </dsp:sp>
    <dsp:sp modelId="{88D6AF2A-AB2A-4DDC-9F25-5FEB13DE3F9A}">
      <dsp:nvSpPr>
        <dsp:cNvPr id="0" name=""/>
        <dsp:cNvSpPr/>
      </dsp:nvSpPr>
      <dsp:spPr>
        <a:xfrm>
          <a:off x="221912"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Product Description</a:t>
          </a:r>
        </a:p>
      </dsp:txBody>
      <dsp:txXfrm>
        <a:off x="221912" y="3781408"/>
        <a:ext cx="885375" cy="442687"/>
      </dsp:txXfrm>
    </dsp:sp>
    <dsp:sp modelId="{80857E5D-5A40-47FA-A4DC-63DCAE736606}">
      <dsp:nvSpPr>
        <dsp:cNvPr id="0" name=""/>
        <dsp:cNvSpPr/>
      </dsp:nvSpPr>
      <dsp:spPr>
        <a:xfrm>
          <a:off x="221912"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Delivery Plan</a:t>
          </a:r>
        </a:p>
      </dsp:txBody>
      <dsp:txXfrm>
        <a:off x="221912" y="4410025"/>
        <a:ext cx="885375" cy="442687"/>
      </dsp:txXfrm>
    </dsp:sp>
    <dsp:sp modelId="{E053A169-9C0A-4979-A9C3-739101C47B4F}">
      <dsp:nvSpPr>
        <dsp:cNvPr id="0" name=""/>
        <dsp:cNvSpPr/>
      </dsp:nvSpPr>
      <dsp:spPr>
        <a:xfrm>
          <a:off x="1071873"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Risk, Issue &amp; Assurance</a:t>
          </a:r>
        </a:p>
      </dsp:txBody>
      <dsp:txXfrm>
        <a:off x="1071873" y="3152792"/>
        <a:ext cx="885375" cy="442687"/>
      </dsp:txXfrm>
    </dsp:sp>
    <dsp:sp modelId="{9602321A-0529-41BB-8BDE-C5896B1187CD}">
      <dsp:nvSpPr>
        <dsp:cNvPr id="0" name=""/>
        <dsp:cNvSpPr/>
      </dsp:nvSpPr>
      <dsp:spPr>
        <a:xfrm>
          <a:off x="1293217"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Risk Register</a:t>
          </a:r>
        </a:p>
      </dsp:txBody>
      <dsp:txXfrm>
        <a:off x="1293217" y="3781408"/>
        <a:ext cx="885375" cy="442687"/>
      </dsp:txXfrm>
    </dsp:sp>
    <dsp:sp modelId="{F4DC1B83-6C23-49DE-87E8-6B79DB8CBA59}">
      <dsp:nvSpPr>
        <dsp:cNvPr id="0" name=""/>
        <dsp:cNvSpPr/>
      </dsp:nvSpPr>
      <dsp:spPr>
        <a:xfrm>
          <a:off x="1293217"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Issue Register</a:t>
          </a:r>
        </a:p>
      </dsp:txBody>
      <dsp:txXfrm>
        <a:off x="1293217" y="4410025"/>
        <a:ext cx="885375" cy="442687"/>
      </dsp:txXfrm>
    </dsp:sp>
    <dsp:sp modelId="{81E07694-06DE-4DA4-BA15-F7FF4EF31C21}">
      <dsp:nvSpPr>
        <dsp:cNvPr id="0" name=""/>
        <dsp:cNvSpPr/>
      </dsp:nvSpPr>
      <dsp:spPr>
        <a:xfrm>
          <a:off x="1293217" y="5038642"/>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Quality Register</a:t>
          </a:r>
        </a:p>
      </dsp:txBody>
      <dsp:txXfrm>
        <a:off x="1293217" y="5038642"/>
        <a:ext cx="885375" cy="442687"/>
      </dsp:txXfrm>
    </dsp:sp>
    <dsp:sp modelId="{7B137947-D56C-407A-8B26-BA72901EA159}">
      <dsp:nvSpPr>
        <dsp:cNvPr id="0" name=""/>
        <dsp:cNvSpPr/>
      </dsp:nvSpPr>
      <dsp:spPr>
        <a:xfrm>
          <a:off x="1293217" y="5667259"/>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Assumptions Log</a:t>
          </a:r>
        </a:p>
      </dsp:txBody>
      <dsp:txXfrm>
        <a:off x="1293217" y="5667259"/>
        <a:ext cx="885375" cy="442687"/>
      </dsp:txXfrm>
    </dsp:sp>
    <dsp:sp modelId="{ED485508-0335-465D-B2BE-F208E31B5FAA}">
      <dsp:nvSpPr>
        <dsp:cNvPr id="0" name=""/>
        <dsp:cNvSpPr/>
      </dsp:nvSpPr>
      <dsp:spPr>
        <a:xfrm>
          <a:off x="2143178"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Change &amp; Configuration Control</a:t>
          </a:r>
        </a:p>
      </dsp:txBody>
      <dsp:txXfrm>
        <a:off x="2143178" y="3152792"/>
        <a:ext cx="885375" cy="442687"/>
      </dsp:txXfrm>
    </dsp:sp>
    <dsp:sp modelId="{FB93CA0E-E6CE-4F14-88AC-8614787B9A43}">
      <dsp:nvSpPr>
        <dsp:cNvPr id="0" name=""/>
        <dsp:cNvSpPr/>
      </dsp:nvSpPr>
      <dsp:spPr>
        <a:xfrm>
          <a:off x="2364522"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b="0" i="0" u="none" kern="1200"/>
            <a:t>Configuration Item Record</a:t>
          </a:r>
          <a:r>
            <a:rPr lang="en-AU" sz="800" kern="1200"/>
            <a:t> </a:t>
          </a:r>
        </a:p>
      </dsp:txBody>
      <dsp:txXfrm>
        <a:off x="2364522" y="3781408"/>
        <a:ext cx="885375" cy="442687"/>
      </dsp:txXfrm>
    </dsp:sp>
    <dsp:sp modelId="{52B16FFE-364E-498E-A9B3-C43BC3B88381}">
      <dsp:nvSpPr>
        <dsp:cNvPr id="0" name=""/>
        <dsp:cNvSpPr/>
      </dsp:nvSpPr>
      <dsp:spPr>
        <a:xfrm>
          <a:off x="2364522"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b="0" i="0" u="none" kern="1200"/>
            <a:t>Change Register</a:t>
          </a:r>
          <a:r>
            <a:rPr lang="en-AU" sz="800" kern="1200"/>
            <a:t> </a:t>
          </a:r>
        </a:p>
      </dsp:txBody>
      <dsp:txXfrm>
        <a:off x="2364522" y="4410025"/>
        <a:ext cx="885375" cy="442687"/>
      </dsp:txXfrm>
    </dsp:sp>
    <dsp:sp modelId="{BC5145C2-F5F8-4F0A-98B6-E0C52595BF1E}">
      <dsp:nvSpPr>
        <dsp:cNvPr id="0" name=""/>
        <dsp:cNvSpPr/>
      </dsp:nvSpPr>
      <dsp:spPr>
        <a:xfrm>
          <a:off x="3214482"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Closure &amp; Continuous Improvement</a:t>
          </a:r>
        </a:p>
      </dsp:txBody>
      <dsp:txXfrm>
        <a:off x="3214482" y="3152792"/>
        <a:ext cx="885375" cy="442687"/>
      </dsp:txXfrm>
    </dsp:sp>
    <dsp:sp modelId="{FDDCF144-34C8-47DC-8A61-AD413DD9A0C0}">
      <dsp:nvSpPr>
        <dsp:cNvPr id="0" name=""/>
        <dsp:cNvSpPr/>
      </dsp:nvSpPr>
      <dsp:spPr>
        <a:xfrm>
          <a:off x="3435826"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Acceptance / Sign-off Record</a:t>
          </a:r>
        </a:p>
      </dsp:txBody>
      <dsp:txXfrm>
        <a:off x="3435826" y="3781408"/>
        <a:ext cx="885375" cy="442687"/>
      </dsp:txXfrm>
    </dsp:sp>
    <dsp:sp modelId="{ABFB3F97-6CE9-4E52-918E-35F874A43BCD}">
      <dsp:nvSpPr>
        <dsp:cNvPr id="0" name=""/>
        <dsp:cNvSpPr/>
      </dsp:nvSpPr>
      <dsp:spPr>
        <a:xfrm>
          <a:off x="3435826"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Lessons Learned Log</a:t>
          </a:r>
        </a:p>
      </dsp:txBody>
      <dsp:txXfrm>
        <a:off x="3435826" y="4410025"/>
        <a:ext cx="885375" cy="442687"/>
      </dsp:txXfrm>
    </dsp:sp>
    <dsp:sp modelId="{99F6D3EC-9833-4C01-AE72-D18361D51C5B}">
      <dsp:nvSpPr>
        <dsp:cNvPr id="0" name=""/>
        <dsp:cNvSpPr/>
      </dsp:nvSpPr>
      <dsp:spPr>
        <a:xfrm>
          <a:off x="4267230" y="2524175"/>
          <a:ext cx="1993795" cy="44268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Requirements &amp; Design</a:t>
          </a:r>
        </a:p>
      </dsp:txBody>
      <dsp:txXfrm>
        <a:off x="4267230" y="2524175"/>
        <a:ext cx="1993795" cy="442687"/>
      </dsp:txXfrm>
    </dsp:sp>
    <dsp:sp modelId="{CB02243B-C17F-4AA8-825F-D4F211D97915}">
      <dsp:nvSpPr>
        <dsp:cNvPr id="0" name=""/>
        <dsp:cNvSpPr/>
      </dsp:nvSpPr>
      <dsp:spPr>
        <a:xfrm>
          <a:off x="4285787"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Current State &amp; Requirements</a:t>
          </a:r>
        </a:p>
      </dsp:txBody>
      <dsp:txXfrm>
        <a:off x="4285787" y="3152792"/>
        <a:ext cx="885375" cy="442687"/>
      </dsp:txXfrm>
    </dsp:sp>
    <dsp:sp modelId="{78F581A2-A236-4AAE-9594-81595AF744C3}">
      <dsp:nvSpPr>
        <dsp:cNvPr id="0" name=""/>
        <dsp:cNvSpPr/>
      </dsp:nvSpPr>
      <dsp:spPr>
        <a:xfrm>
          <a:off x="4507131"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Current State Assessment</a:t>
          </a:r>
        </a:p>
      </dsp:txBody>
      <dsp:txXfrm>
        <a:off x="4507131" y="3781408"/>
        <a:ext cx="885375" cy="442687"/>
      </dsp:txXfrm>
    </dsp:sp>
    <dsp:sp modelId="{5C7EA8F3-06B8-4CA9-AB03-BC7A37C3AC8C}">
      <dsp:nvSpPr>
        <dsp:cNvPr id="0" name=""/>
        <dsp:cNvSpPr/>
      </dsp:nvSpPr>
      <dsp:spPr>
        <a:xfrm>
          <a:off x="4507131"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Business Requirements</a:t>
          </a:r>
        </a:p>
      </dsp:txBody>
      <dsp:txXfrm>
        <a:off x="4507131" y="4410025"/>
        <a:ext cx="885375" cy="442687"/>
      </dsp:txXfrm>
    </dsp:sp>
    <dsp:sp modelId="{6AC24378-0A44-4A7E-8BBF-103B1AD48708}">
      <dsp:nvSpPr>
        <dsp:cNvPr id="0" name=""/>
        <dsp:cNvSpPr/>
      </dsp:nvSpPr>
      <dsp:spPr>
        <a:xfrm>
          <a:off x="5357092"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Solution Design</a:t>
          </a:r>
        </a:p>
      </dsp:txBody>
      <dsp:txXfrm>
        <a:off x="5357092" y="3152792"/>
        <a:ext cx="885375" cy="442687"/>
      </dsp:txXfrm>
    </dsp:sp>
    <dsp:sp modelId="{B5BB71F7-A0FC-4F6C-B14D-D1D62FA86602}">
      <dsp:nvSpPr>
        <dsp:cNvPr id="0" name=""/>
        <dsp:cNvSpPr/>
      </dsp:nvSpPr>
      <dsp:spPr>
        <a:xfrm>
          <a:off x="5578436"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Functional Specification</a:t>
          </a:r>
        </a:p>
      </dsp:txBody>
      <dsp:txXfrm>
        <a:off x="5578436" y="3781408"/>
        <a:ext cx="885375" cy="442687"/>
      </dsp:txXfrm>
    </dsp:sp>
    <dsp:sp modelId="{821E3EC7-A6B7-46AC-8BCF-806121184152}">
      <dsp:nvSpPr>
        <dsp:cNvPr id="0" name=""/>
        <dsp:cNvSpPr/>
      </dsp:nvSpPr>
      <dsp:spPr>
        <a:xfrm>
          <a:off x="5578436"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Technical Specification</a:t>
          </a:r>
        </a:p>
      </dsp:txBody>
      <dsp:txXfrm>
        <a:off x="5578436" y="4410025"/>
        <a:ext cx="885375" cy="442687"/>
      </dsp:txXfrm>
    </dsp:sp>
    <dsp:sp modelId="{2A36DFCF-50EA-4F73-AE79-4C68056A9760}">
      <dsp:nvSpPr>
        <dsp:cNvPr id="0" name=""/>
        <dsp:cNvSpPr/>
      </dsp:nvSpPr>
      <dsp:spPr>
        <a:xfrm>
          <a:off x="6446954" y="2524175"/>
          <a:ext cx="1988385" cy="44268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Business Process &amp; Operating Model</a:t>
          </a:r>
        </a:p>
      </dsp:txBody>
      <dsp:txXfrm>
        <a:off x="6446954" y="2524175"/>
        <a:ext cx="1988385" cy="442687"/>
      </dsp:txXfrm>
    </dsp:sp>
    <dsp:sp modelId="{9EA1F9B9-4D92-4870-BBD2-CB4F964CD17D}">
      <dsp:nvSpPr>
        <dsp:cNvPr id="0" name=""/>
        <dsp:cNvSpPr/>
      </dsp:nvSpPr>
      <dsp:spPr>
        <a:xfrm>
          <a:off x="6462807"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Process Design</a:t>
          </a:r>
        </a:p>
      </dsp:txBody>
      <dsp:txXfrm>
        <a:off x="6462807" y="3152792"/>
        <a:ext cx="885375" cy="442687"/>
      </dsp:txXfrm>
    </dsp:sp>
    <dsp:sp modelId="{550D8D09-93EA-4A4E-97F1-95DB55475A48}">
      <dsp:nvSpPr>
        <dsp:cNvPr id="0" name=""/>
        <dsp:cNvSpPr/>
      </dsp:nvSpPr>
      <dsp:spPr>
        <a:xfrm>
          <a:off x="6684151"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Business Process Maps</a:t>
          </a:r>
        </a:p>
      </dsp:txBody>
      <dsp:txXfrm>
        <a:off x="6684151" y="3781408"/>
        <a:ext cx="885375" cy="442687"/>
      </dsp:txXfrm>
    </dsp:sp>
    <dsp:sp modelId="{016EC23A-2D0E-41F6-A49C-4A8A9AA629EE}">
      <dsp:nvSpPr>
        <dsp:cNvPr id="0" name=""/>
        <dsp:cNvSpPr/>
      </dsp:nvSpPr>
      <dsp:spPr>
        <a:xfrm>
          <a:off x="6684151"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Target Operating Model</a:t>
          </a:r>
        </a:p>
      </dsp:txBody>
      <dsp:txXfrm>
        <a:off x="6684151" y="4410025"/>
        <a:ext cx="885375" cy="442687"/>
      </dsp:txXfrm>
    </dsp:sp>
    <dsp:sp modelId="{55D6CDA0-E2F8-4F44-91CF-D45B8B7CACAF}">
      <dsp:nvSpPr>
        <dsp:cNvPr id="0" name=""/>
        <dsp:cNvSpPr/>
      </dsp:nvSpPr>
      <dsp:spPr>
        <a:xfrm>
          <a:off x="7534111"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Policy, Structure &amp; Procedures</a:t>
          </a:r>
        </a:p>
      </dsp:txBody>
      <dsp:txXfrm>
        <a:off x="7534111" y="3152792"/>
        <a:ext cx="885375" cy="442687"/>
      </dsp:txXfrm>
    </dsp:sp>
    <dsp:sp modelId="{3865DB16-34F6-41C8-ABAD-5A68CDC1E618}">
      <dsp:nvSpPr>
        <dsp:cNvPr id="0" name=""/>
        <dsp:cNvSpPr/>
      </dsp:nvSpPr>
      <dsp:spPr>
        <a:xfrm>
          <a:off x="7755455"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Revised Policies &amp; Procedures</a:t>
          </a:r>
        </a:p>
      </dsp:txBody>
      <dsp:txXfrm>
        <a:off x="7755455" y="3781408"/>
        <a:ext cx="885375" cy="442687"/>
      </dsp:txXfrm>
    </dsp:sp>
    <dsp:sp modelId="{0A5EED6C-F2BD-4DA1-9DA3-1CF629ED9ABF}">
      <dsp:nvSpPr>
        <dsp:cNvPr id="0" name=""/>
        <dsp:cNvSpPr/>
      </dsp:nvSpPr>
      <dsp:spPr>
        <a:xfrm>
          <a:off x="7755455"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Org Structure &amp; RACI Changes</a:t>
          </a:r>
        </a:p>
      </dsp:txBody>
      <dsp:txXfrm>
        <a:off x="7755455" y="4410025"/>
        <a:ext cx="885375" cy="442687"/>
      </dsp:txXfrm>
    </dsp:sp>
    <dsp:sp modelId="{858CCC95-E4CA-427E-8CC5-EA54BE327E50}">
      <dsp:nvSpPr>
        <dsp:cNvPr id="0" name=""/>
        <dsp:cNvSpPr/>
      </dsp:nvSpPr>
      <dsp:spPr>
        <a:xfrm>
          <a:off x="8621269" y="2524175"/>
          <a:ext cx="2012335" cy="44268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Change Impact &amp; Business Readiness</a:t>
          </a:r>
        </a:p>
      </dsp:txBody>
      <dsp:txXfrm>
        <a:off x="8621269" y="2524175"/>
        <a:ext cx="2012335" cy="442687"/>
      </dsp:txXfrm>
    </dsp:sp>
    <dsp:sp modelId="{F5119AFF-7505-49C6-B8CC-5346C5423816}">
      <dsp:nvSpPr>
        <dsp:cNvPr id="0" name=""/>
        <dsp:cNvSpPr/>
      </dsp:nvSpPr>
      <dsp:spPr>
        <a:xfrm>
          <a:off x="8649096"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Impact Assessment</a:t>
          </a:r>
        </a:p>
      </dsp:txBody>
      <dsp:txXfrm>
        <a:off x="8649096" y="3152792"/>
        <a:ext cx="885375" cy="442687"/>
      </dsp:txXfrm>
    </dsp:sp>
    <dsp:sp modelId="{7845EB6B-B9D0-4329-A00A-A032CFA8607F}">
      <dsp:nvSpPr>
        <dsp:cNvPr id="0" name=""/>
        <dsp:cNvSpPr/>
      </dsp:nvSpPr>
      <dsp:spPr>
        <a:xfrm>
          <a:off x="8870440"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Change Impact Assessment</a:t>
          </a:r>
        </a:p>
      </dsp:txBody>
      <dsp:txXfrm>
        <a:off x="8870440" y="3781408"/>
        <a:ext cx="885375" cy="442687"/>
      </dsp:txXfrm>
    </dsp:sp>
    <dsp:sp modelId="{8D4EDDFD-3F99-48DD-B17E-DED0EC8CDDD0}">
      <dsp:nvSpPr>
        <dsp:cNvPr id="0" name=""/>
        <dsp:cNvSpPr/>
      </dsp:nvSpPr>
      <dsp:spPr>
        <a:xfrm>
          <a:off x="9720401"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Readiness &amp; Adoption</a:t>
          </a:r>
        </a:p>
      </dsp:txBody>
      <dsp:txXfrm>
        <a:off x="9720401" y="3152792"/>
        <a:ext cx="885375" cy="442687"/>
      </dsp:txXfrm>
    </dsp:sp>
    <dsp:sp modelId="{6EE46714-DE7C-41DB-BFF7-B9C85E642D2D}">
      <dsp:nvSpPr>
        <dsp:cNvPr id="0" name=""/>
        <dsp:cNvSpPr/>
      </dsp:nvSpPr>
      <dsp:spPr>
        <a:xfrm>
          <a:off x="9941745"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Business Readiness Assessment</a:t>
          </a:r>
        </a:p>
      </dsp:txBody>
      <dsp:txXfrm>
        <a:off x="9941745" y="3781408"/>
        <a:ext cx="885375" cy="442687"/>
      </dsp:txXfrm>
    </dsp:sp>
    <dsp:sp modelId="{23C620D9-0E46-4B77-A12F-3537A154FCBA}">
      <dsp:nvSpPr>
        <dsp:cNvPr id="0" name=""/>
        <dsp:cNvSpPr/>
      </dsp:nvSpPr>
      <dsp:spPr>
        <a:xfrm>
          <a:off x="9941745"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User Work Instructions</a:t>
          </a:r>
        </a:p>
      </dsp:txBody>
      <dsp:txXfrm>
        <a:off x="9941745" y="4410025"/>
        <a:ext cx="885375" cy="442687"/>
      </dsp:txXfrm>
    </dsp:sp>
    <dsp:sp modelId="{B6882BBA-C028-45B6-AA74-004B50941257}">
      <dsp:nvSpPr>
        <dsp:cNvPr id="0" name=""/>
        <dsp:cNvSpPr/>
      </dsp:nvSpPr>
      <dsp:spPr>
        <a:xfrm>
          <a:off x="10819533" y="2524175"/>
          <a:ext cx="885375" cy="44268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Benefits Realisation</a:t>
          </a:r>
        </a:p>
      </dsp:txBody>
      <dsp:txXfrm>
        <a:off x="10819533" y="2524175"/>
        <a:ext cx="885375" cy="442687"/>
      </dsp:txXfrm>
    </dsp:sp>
    <dsp:sp modelId="{D27AD6E2-F859-4EE0-99E8-AC86C2B80631}">
      <dsp:nvSpPr>
        <dsp:cNvPr id="0" name=""/>
        <dsp:cNvSpPr/>
      </dsp:nvSpPr>
      <dsp:spPr>
        <a:xfrm>
          <a:off x="10819533"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Benefits Planning</a:t>
          </a:r>
        </a:p>
      </dsp:txBody>
      <dsp:txXfrm>
        <a:off x="10819533" y="3152792"/>
        <a:ext cx="885375" cy="442687"/>
      </dsp:txXfrm>
    </dsp:sp>
    <dsp:sp modelId="{ED8C2754-99A8-4ED1-BB55-3C2EFFCC0D21}">
      <dsp:nvSpPr>
        <dsp:cNvPr id="0" name=""/>
        <dsp:cNvSpPr/>
      </dsp:nvSpPr>
      <dsp:spPr>
        <a:xfrm>
          <a:off x="11040877"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Benefits Realisation Plan</a:t>
          </a:r>
        </a:p>
      </dsp:txBody>
      <dsp:txXfrm>
        <a:off x="11040877" y="3781408"/>
        <a:ext cx="885375" cy="442687"/>
      </dsp:txXfrm>
    </dsp:sp>
    <dsp:sp modelId="{D601148F-B1EE-4F56-BE11-D57DB74CD47D}">
      <dsp:nvSpPr>
        <dsp:cNvPr id="0" name=""/>
        <dsp:cNvSpPr/>
      </dsp:nvSpPr>
      <dsp:spPr>
        <a:xfrm>
          <a:off x="4890459" y="1266941"/>
          <a:ext cx="885375" cy="442687"/>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Off </a:t>
          </a:r>
          <a:r>
            <a:rPr lang="en-AU" sz="800" kern="1200" err="1"/>
            <a:t>Mgment</a:t>
          </a:r>
          <a:r>
            <a:rPr lang="en-AU" sz="800" kern="1200"/>
            <a:t> Data Governance, Model &amp; Ownership</a:t>
          </a:r>
        </a:p>
      </dsp:txBody>
      <dsp:txXfrm>
        <a:off x="4890459" y="1266941"/>
        <a:ext cx="885375" cy="442687"/>
      </dsp:txXfrm>
    </dsp:sp>
    <dsp:sp modelId="{7965D1EC-84E7-4542-B863-81778AA1A4D3}">
      <dsp:nvSpPr>
        <dsp:cNvPr id="0" name=""/>
        <dsp:cNvSpPr/>
      </dsp:nvSpPr>
      <dsp:spPr>
        <a:xfrm>
          <a:off x="5961764" y="1266941"/>
          <a:ext cx="885375" cy="442687"/>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FMP Discovery</a:t>
          </a:r>
        </a:p>
      </dsp:txBody>
      <dsp:txXfrm>
        <a:off x="5961764" y="1266941"/>
        <a:ext cx="885375" cy="442687"/>
      </dsp:txXfrm>
    </dsp:sp>
    <dsp:sp modelId="{4F00C08F-FE83-4353-956E-AD781481EE01}">
      <dsp:nvSpPr>
        <dsp:cNvPr id="0" name=""/>
        <dsp:cNvSpPr/>
      </dsp:nvSpPr>
      <dsp:spPr>
        <a:xfrm>
          <a:off x="4890459" y="1895558"/>
          <a:ext cx="885375" cy="442687"/>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IAP IIPS</a:t>
          </a:r>
        </a:p>
      </dsp:txBody>
      <dsp:txXfrm>
        <a:off x="4890459" y="1895558"/>
        <a:ext cx="885375" cy="4426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F536E5-54F1-4250-A683-3BD57AE14EDC}">
      <dsp:nvSpPr>
        <dsp:cNvPr id="0" name=""/>
        <dsp:cNvSpPr/>
      </dsp:nvSpPr>
      <dsp:spPr>
        <a:xfrm>
          <a:off x="11151942" y="3310292"/>
          <a:ext cx="91440" cy="521671"/>
        </a:xfrm>
        <a:custGeom>
          <a:avLst/>
          <a:gdLst/>
          <a:ahLst/>
          <a:cxnLst/>
          <a:rect l="0" t="0" r="0" b="0"/>
          <a:pathLst>
            <a:path>
              <a:moveTo>
                <a:pt x="45720" y="0"/>
              </a:moveTo>
              <a:lnTo>
                <a:pt x="45720" y="521671"/>
              </a:lnTo>
              <a:lnTo>
                <a:pt x="112600" y="52167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FF8C7A-9DB0-4ADB-96BA-89557D7AFE21}">
      <dsp:nvSpPr>
        <dsp:cNvPr id="0" name=""/>
        <dsp:cNvSpPr/>
      </dsp:nvSpPr>
      <dsp:spPr>
        <a:xfrm>
          <a:off x="11151942" y="3310292"/>
          <a:ext cx="91440" cy="205101"/>
        </a:xfrm>
        <a:custGeom>
          <a:avLst/>
          <a:gdLst/>
          <a:ahLst/>
          <a:cxnLst/>
          <a:rect l="0" t="0" r="0" b="0"/>
          <a:pathLst>
            <a:path>
              <a:moveTo>
                <a:pt x="45720" y="0"/>
              </a:moveTo>
              <a:lnTo>
                <a:pt x="45720" y="205101"/>
              </a:lnTo>
              <a:lnTo>
                <a:pt x="112600" y="20510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DA037EC-DBAD-4608-9CBC-AEEE72A2869A}">
      <dsp:nvSpPr>
        <dsp:cNvPr id="0" name=""/>
        <dsp:cNvSpPr/>
      </dsp:nvSpPr>
      <dsp:spPr>
        <a:xfrm>
          <a:off x="10087448" y="2967052"/>
          <a:ext cx="1288563" cy="91440"/>
        </a:xfrm>
        <a:custGeom>
          <a:avLst/>
          <a:gdLst/>
          <a:ahLst/>
          <a:cxnLst/>
          <a:rect l="0" t="0" r="0" b="0"/>
          <a:pathLst>
            <a:path>
              <a:moveTo>
                <a:pt x="0" y="45720"/>
              </a:moveTo>
              <a:lnTo>
                <a:pt x="0" y="73486"/>
              </a:lnTo>
              <a:lnTo>
                <a:pt x="1288563" y="73486"/>
              </a:lnTo>
              <a:lnTo>
                <a:pt x="1288563" y="12030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862C6EB-C345-472F-9B4D-890028D4F3B4}">
      <dsp:nvSpPr>
        <dsp:cNvPr id="0" name=""/>
        <dsp:cNvSpPr/>
      </dsp:nvSpPr>
      <dsp:spPr>
        <a:xfrm>
          <a:off x="10612436" y="3310292"/>
          <a:ext cx="91440" cy="521671"/>
        </a:xfrm>
        <a:custGeom>
          <a:avLst/>
          <a:gdLst/>
          <a:ahLst/>
          <a:cxnLst/>
          <a:rect l="0" t="0" r="0" b="0"/>
          <a:pathLst>
            <a:path>
              <a:moveTo>
                <a:pt x="45720" y="0"/>
              </a:moveTo>
              <a:lnTo>
                <a:pt x="45720" y="521671"/>
              </a:lnTo>
              <a:lnTo>
                <a:pt x="112600" y="52167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E9A201-1E87-4498-B766-971A7AB702B0}">
      <dsp:nvSpPr>
        <dsp:cNvPr id="0" name=""/>
        <dsp:cNvSpPr/>
      </dsp:nvSpPr>
      <dsp:spPr>
        <a:xfrm>
          <a:off x="10612436" y="3310292"/>
          <a:ext cx="91440" cy="205101"/>
        </a:xfrm>
        <a:custGeom>
          <a:avLst/>
          <a:gdLst/>
          <a:ahLst/>
          <a:cxnLst/>
          <a:rect l="0" t="0" r="0" b="0"/>
          <a:pathLst>
            <a:path>
              <a:moveTo>
                <a:pt x="45720" y="0"/>
              </a:moveTo>
              <a:lnTo>
                <a:pt x="45720" y="205101"/>
              </a:lnTo>
              <a:lnTo>
                <a:pt x="112600" y="20510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BD1B778-84AE-48C7-B2CB-DA211C6A3487}">
      <dsp:nvSpPr>
        <dsp:cNvPr id="0" name=""/>
        <dsp:cNvSpPr/>
      </dsp:nvSpPr>
      <dsp:spPr>
        <a:xfrm>
          <a:off x="10087448" y="2967052"/>
          <a:ext cx="749057" cy="91440"/>
        </a:xfrm>
        <a:custGeom>
          <a:avLst/>
          <a:gdLst/>
          <a:ahLst/>
          <a:cxnLst/>
          <a:rect l="0" t="0" r="0" b="0"/>
          <a:pathLst>
            <a:path>
              <a:moveTo>
                <a:pt x="0" y="45720"/>
              </a:moveTo>
              <a:lnTo>
                <a:pt x="0" y="73486"/>
              </a:lnTo>
              <a:lnTo>
                <a:pt x="749057" y="73486"/>
              </a:lnTo>
              <a:lnTo>
                <a:pt x="749057" y="12030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D40C1E-70AC-4AC1-897D-818E7BBEF526}">
      <dsp:nvSpPr>
        <dsp:cNvPr id="0" name=""/>
        <dsp:cNvSpPr/>
      </dsp:nvSpPr>
      <dsp:spPr>
        <a:xfrm>
          <a:off x="10072930" y="3310292"/>
          <a:ext cx="91440" cy="521671"/>
        </a:xfrm>
        <a:custGeom>
          <a:avLst/>
          <a:gdLst/>
          <a:ahLst/>
          <a:cxnLst/>
          <a:rect l="0" t="0" r="0" b="0"/>
          <a:pathLst>
            <a:path>
              <a:moveTo>
                <a:pt x="45720" y="0"/>
              </a:moveTo>
              <a:lnTo>
                <a:pt x="45720" y="521671"/>
              </a:lnTo>
              <a:lnTo>
                <a:pt x="112600" y="52167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DF57EF-B244-42F0-B3E1-C366C789F201}">
      <dsp:nvSpPr>
        <dsp:cNvPr id="0" name=""/>
        <dsp:cNvSpPr/>
      </dsp:nvSpPr>
      <dsp:spPr>
        <a:xfrm>
          <a:off x="10072930" y="3310292"/>
          <a:ext cx="91440" cy="205101"/>
        </a:xfrm>
        <a:custGeom>
          <a:avLst/>
          <a:gdLst/>
          <a:ahLst/>
          <a:cxnLst/>
          <a:rect l="0" t="0" r="0" b="0"/>
          <a:pathLst>
            <a:path>
              <a:moveTo>
                <a:pt x="45720" y="0"/>
              </a:moveTo>
              <a:lnTo>
                <a:pt x="45720" y="205101"/>
              </a:lnTo>
              <a:lnTo>
                <a:pt x="112600" y="20510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DA8526-758D-4DFD-855E-46991217F0E9}">
      <dsp:nvSpPr>
        <dsp:cNvPr id="0" name=""/>
        <dsp:cNvSpPr/>
      </dsp:nvSpPr>
      <dsp:spPr>
        <a:xfrm>
          <a:off x="10087448" y="2967052"/>
          <a:ext cx="209551" cy="91440"/>
        </a:xfrm>
        <a:custGeom>
          <a:avLst/>
          <a:gdLst/>
          <a:ahLst/>
          <a:cxnLst/>
          <a:rect l="0" t="0" r="0" b="0"/>
          <a:pathLst>
            <a:path>
              <a:moveTo>
                <a:pt x="0" y="45720"/>
              </a:moveTo>
              <a:lnTo>
                <a:pt x="0" y="73486"/>
              </a:lnTo>
              <a:lnTo>
                <a:pt x="209551" y="73486"/>
              </a:lnTo>
              <a:lnTo>
                <a:pt x="209551" y="12030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8EBFBF2-C907-4F37-88D4-170126C5F441}">
      <dsp:nvSpPr>
        <dsp:cNvPr id="0" name=""/>
        <dsp:cNvSpPr/>
      </dsp:nvSpPr>
      <dsp:spPr>
        <a:xfrm>
          <a:off x="9533424" y="3626862"/>
          <a:ext cx="91440" cy="521671"/>
        </a:xfrm>
        <a:custGeom>
          <a:avLst/>
          <a:gdLst/>
          <a:ahLst/>
          <a:cxnLst/>
          <a:rect l="0" t="0" r="0" b="0"/>
          <a:pathLst>
            <a:path>
              <a:moveTo>
                <a:pt x="45720" y="0"/>
              </a:moveTo>
              <a:lnTo>
                <a:pt x="45720" y="521671"/>
              </a:lnTo>
              <a:lnTo>
                <a:pt x="112600" y="52167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C94847-6B55-45C5-B66B-3216E3E5F848}">
      <dsp:nvSpPr>
        <dsp:cNvPr id="0" name=""/>
        <dsp:cNvSpPr/>
      </dsp:nvSpPr>
      <dsp:spPr>
        <a:xfrm>
          <a:off x="9533424" y="3626862"/>
          <a:ext cx="91440" cy="205101"/>
        </a:xfrm>
        <a:custGeom>
          <a:avLst/>
          <a:gdLst/>
          <a:ahLst/>
          <a:cxnLst/>
          <a:rect l="0" t="0" r="0" b="0"/>
          <a:pathLst>
            <a:path>
              <a:moveTo>
                <a:pt x="45720" y="0"/>
              </a:moveTo>
              <a:lnTo>
                <a:pt x="45720" y="205101"/>
              </a:lnTo>
              <a:lnTo>
                <a:pt x="112600" y="20510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7343D4B-0AB4-456F-9488-72D199D309B4}">
      <dsp:nvSpPr>
        <dsp:cNvPr id="0" name=""/>
        <dsp:cNvSpPr/>
      </dsp:nvSpPr>
      <dsp:spPr>
        <a:xfrm>
          <a:off x="9217987" y="3310292"/>
          <a:ext cx="539505" cy="93633"/>
        </a:xfrm>
        <a:custGeom>
          <a:avLst/>
          <a:gdLst/>
          <a:ahLst/>
          <a:cxnLst/>
          <a:rect l="0" t="0" r="0" b="0"/>
          <a:pathLst>
            <a:path>
              <a:moveTo>
                <a:pt x="0" y="0"/>
              </a:moveTo>
              <a:lnTo>
                <a:pt x="0" y="46816"/>
              </a:lnTo>
              <a:lnTo>
                <a:pt x="539505" y="46816"/>
              </a:lnTo>
              <a:lnTo>
                <a:pt x="539505" y="93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FF150A-EBE8-43FD-8FC9-3AE071286D6E}">
      <dsp:nvSpPr>
        <dsp:cNvPr id="0" name=""/>
        <dsp:cNvSpPr/>
      </dsp:nvSpPr>
      <dsp:spPr>
        <a:xfrm>
          <a:off x="8993918" y="3626862"/>
          <a:ext cx="91440" cy="838240"/>
        </a:xfrm>
        <a:custGeom>
          <a:avLst/>
          <a:gdLst/>
          <a:ahLst/>
          <a:cxnLst/>
          <a:rect l="0" t="0" r="0" b="0"/>
          <a:pathLst>
            <a:path>
              <a:moveTo>
                <a:pt x="45720" y="0"/>
              </a:moveTo>
              <a:lnTo>
                <a:pt x="45720" y="838240"/>
              </a:lnTo>
              <a:lnTo>
                <a:pt x="112600" y="83824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55AB8C-EDCE-4865-88D0-227CBF2D428A}">
      <dsp:nvSpPr>
        <dsp:cNvPr id="0" name=""/>
        <dsp:cNvSpPr/>
      </dsp:nvSpPr>
      <dsp:spPr>
        <a:xfrm>
          <a:off x="8993918" y="3626862"/>
          <a:ext cx="91440" cy="521671"/>
        </a:xfrm>
        <a:custGeom>
          <a:avLst/>
          <a:gdLst/>
          <a:ahLst/>
          <a:cxnLst/>
          <a:rect l="0" t="0" r="0" b="0"/>
          <a:pathLst>
            <a:path>
              <a:moveTo>
                <a:pt x="45720" y="0"/>
              </a:moveTo>
              <a:lnTo>
                <a:pt x="45720" y="521671"/>
              </a:lnTo>
              <a:lnTo>
                <a:pt x="112600" y="52167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54713D4-C1B9-4B17-83DE-9CB22B6E6325}">
      <dsp:nvSpPr>
        <dsp:cNvPr id="0" name=""/>
        <dsp:cNvSpPr/>
      </dsp:nvSpPr>
      <dsp:spPr>
        <a:xfrm>
          <a:off x="8993918" y="3626862"/>
          <a:ext cx="91440" cy="205101"/>
        </a:xfrm>
        <a:custGeom>
          <a:avLst/>
          <a:gdLst/>
          <a:ahLst/>
          <a:cxnLst/>
          <a:rect l="0" t="0" r="0" b="0"/>
          <a:pathLst>
            <a:path>
              <a:moveTo>
                <a:pt x="45720" y="0"/>
              </a:moveTo>
              <a:lnTo>
                <a:pt x="45720" y="205101"/>
              </a:lnTo>
              <a:lnTo>
                <a:pt x="112600" y="20510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A44B0E-DFA1-487B-B09E-E7F552EB6B15}">
      <dsp:nvSpPr>
        <dsp:cNvPr id="0" name=""/>
        <dsp:cNvSpPr/>
      </dsp:nvSpPr>
      <dsp:spPr>
        <a:xfrm>
          <a:off x="9172267" y="3310292"/>
          <a:ext cx="91440" cy="93633"/>
        </a:xfrm>
        <a:custGeom>
          <a:avLst/>
          <a:gdLst/>
          <a:ahLst/>
          <a:cxnLst/>
          <a:rect l="0" t="0" r="0" b="0"/>
          <a:pathLst>
            <a:path>
              <a:moveTo>
                <a:pt x="45720" y="0"/>
              </a:moveTo>
              <a:lnTo>
                <a:pt x="45720" y="93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8F7389B-5714-4F20-B10A-DD25786227CB}">
      <dsp:nvSpPr>
        <dsp:cNvPr id="0" name=""/>
        <dsp:cNvSpPr/>
      </dsp:nvSpPr>
      <dsp:spPr>
        <a:xfrm>
          <a:off x="8454412" y="3626862"/>
          <a:ext cx="91440" cy="521671"/>
        </a:xfrm>
        <a:custGeom>
          <a:avLst/>
          <a:gdLst/>
          <a:ahLst/>
          <a:cxnLst/>
          <a:rect l="0" t="0" r="0" b="0"/>
          <a:pathLst>
            <a:path>
              <a:moveTo>
                <a:pt x="45720" y="0"/>
              </a:moveTo>
              <a:lnTo>
                <a:pt x="45720" y="521671"/>
              </a:lnTo>
              <a:lnTo>
                <a:pt x="112600" y="52167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11FC902-96D9-42D7-9A0D-8800261298E5}">
      <dsp:nvSpPr>
        <dsp:cNvPr id="0" name=""/>
        <dsp:cNvSpPr/>
      </dsp:nvSpPr>
      <dsp:spPr>
        <a:xfrm>
          <a:off x="8454412" y="3626862"/>
          <a:ext cx="91440" cy="205101"/>
        </a:xfrm>
        <a:custGeom>
          <a:avLst/>
          <a:gdLst/>
          <a:ahLst/>
          <a:cxnLst/>
          <a:rect l="0" t="0" r="0" b="0"/>
          <a:pathLst>
            <a:path>
              <a:moveTo>
                <a:pt x="45720" y="0"/>
              </a:moveTo>
              <a:lnTo>
                <a:pt x="45720" y="205101"/>
              </a:lnTo>
              <a:lnTo>
                <a:pt x="112600" y="20510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695BF23-9396-4255-BAE3-665A4D1C6790}">
      <dsp:nvSpPr>
        <dsp:cNvPr id="0" name=""/>
        <dsp:cNvSpPr/>
      </dsp:nvSpPr>
      <dsp:spPr>
        <a:xfrm>
          <a:off x="8678481" y="3310292"/>
          <a:ext cx="539505" cy="93633"/>
        </a:xfrm>
        <a:custGeom>
          <a:avLst/>
          <a:gdLst/>
          <a:ahLst/>
          <a:cxnLst/>
          <a:rect l="0" t="0" r="0" b="0"/>
          <a:pathLst>
            <a:path>
              <a:moveTo>
                <a:pt x="539505" y="0"/>
              </a:moveTo>
              <a:lnTo>
                <a:pt x="539505" y="46816"/>
              </a:lnTo>
              <a:lnTo>
                <a:pt x="0" y="46816"/>
              </a:lnTo>
              <a:lnTo>
                <a:pt x="0" y="93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FD8986A-89D1-4AB0-90F1-C4A1CBCF7A0C}">
      <dsp:nvSpPr>
        <dsp:cNvPr id="0" name=""/>
        <dsp:cNvSpPr/>
      </dsp:nvSpPr>
      <dsp:spPr>
        <a:xfrm>
          <a:off x="9217987" y="2967052"/>
          <a:ext cx="869460" cy="91440"/>
        </a:xfrm>
        <a:custGeom>
          <a:avLst/>
          <a:gdLst/>
          <a:ahLst/>
          <a:cxnLst/>
          <a:rect l="0" t="0" r="0" b="0"/>
          <a:pathLst>
            <a:path>
              <a:moveTo>
                <a:pt x="869460" y="45720"/>
              </a:moveTo>
              <a:lnTo>
                <a:pt x="869460" y="73486"/>
              </a:lnTo>
              <a:lnTo>
                <a:pt x="0" y="73486"/>
              </a:lnTo>
              <a:lnTo>
                <a:pt x="0" y="12030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7B956F-D72C-4AE4-8D9E-D5EAAA044204}">
      <dsp:nvSpPr>
        <dsp:cNvPr id="0" name=""/>
        <dsp:cNvSpPr/>
      </dsp:nvSpPr>
      <dsp:spPr>
        <a:xfrm>
          <a:off x="5943600" y="2677153"/>
          <a:ext cx="4143847" cy="112683"/>
        </a:xfrm>
        <a:custGeom>
          <a:avLst/>
          <a:gdLst/>
          <a:ahLst/>
          <a:cxnLst/>
          <a:rect l="0" t="0" r="0" b="0"/>
          <a:pathLst>
            <a:path>
              <a:moveTo>
                <a:pt x="0" y="0"/>
              </a:moveTo>
              <a:lnTo>
                <a:pt x="0" y="65866"/>
              </a:lnTo>
              <a:lnTo>
                <a:pt x="4143847" y="65866"/>
              </a:lnTo>
              <a:lnTo>
                <a:pt x="4143847" y="112683"/>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3634C68-5FA8-42A3-81B3-648DDDE44948}">
      <dsp:nvSpPr>
        <dsp:cNvPr id="0" name=""/>
        <dsp:cNvSpPr/>
      </dsp:nvSpPr>
      <dsp:spPr>
        <a:xfrm>
          <a:off x="7762574" y="3310292"/>
          <a:ext cx="91440" cy="521671"/>
        </a:xfrm>
        <a:custGeom>
          <a:avLst/>
          <a:gdLst/>
          <a:ahLst/>
          <a:cxnLst/>
          <a:rect l="0" t="0" r="0" b="0"/>
          <a:pathLst>
            <a:path>
              <a:moveTo>
                <a:pt x="45720" y="0"/>
              </a:moveTo>
              <a:lnTo>
                <a:pt x="45720" y="521671"/>
              </a:lnTo>
              <a:lnTo>
                <a:pt x="112600" y="52167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4E76F8-D64B-4B6E-B3BE-49434DFF7696}">
      <dsp:nvSpPr>
        <dsp:cNvPr id="0" name=""/>
        <dsp:cNvSpPr/>
      </dsp:nvSpPr>
      <dsp:spPr>
        <a:xfrm>
          <a:off x="7762574" y="3310292"/>
          <a:ext cx="91440" cy="205101"/>
        </a:xfrm>
        <a:custGeom>
          <a:avLst/>
          <a:gdLst/>
          <a:ahLst/>
          <a:cxnLst/>
          <a:rect l="0" t="0" r="0" b="0"/>
          <a:pathLst>
            <a:path>
              <a:moveTo>
                <a:pt x="45720" y="0"/>
              </a:moveTo>
              <a:lnTo>
                <a:pt x="45720" y="205101"/>
              </a:lnTo>
              <a:lnTo>
                <a:pt x="112600" y="20510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B1EBB3-A86C-4F50-B601-6E7332F71D5F}">
      <dsp:nvSpPr>
        <dsp:cNvPr id="0" name=""/>
        <dsp:cNvSpPr/>
      </dsp:nvSpPr>
      <dsp:spPr>
        <a:xfrm>
          <a:off x="6693817" y="2960757"/>
          <a:ext cx="1292825" cy="91440"/>
        </a:xfrm>
        <a:custGeom>
          <a:avLst/>
          <a:gdLst/>
          <a:ahLst/>
          <a:cxnLst/>
          <a:rect l="0" t="0" r="0" b="0"/>
          <a:pathLst>
            <a:path>
              <a:moveTo>
                <a:pt x="0" y="45720"/>
              </a:moveTo>
              <a:lnTo>
                <a:pt x="0" y="79782"/>
              </a:lnTo>
              <a:lnTo>
                <a:pt x="1292825" y="79782"/>
              </a:lnTo>
              <a:lnTo>
                <a:pt x="1292825" y="12659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1DE498-6297-47CC-BA20-74986F32AC30}">
      <dsp:nvSpPr>
        <dsp:cNvPr id="0" name=""/>
        <dsp:cNvSpPr/>
      </dsp:nvSpPr>
      <dsp:spPr>
        <a:xfrm>
          <a:off x="7223068" y="3310292"/>
          <a:ext cx="91440" cy="521671"/>
        </a:xfrm>
        <a:custGeom>
          <a:avLst/>
          <a:gdLst/>
          <a:ahLst/>
          <a:cxnLst/>
          <a:rect l="0" t="0" r="0" b="0"/>
          <a:pathLst>
            <a:path>
              <a:moveTo>
                <a:pt x="45720" y="0"/>
              </a:moveTo>
              <a:lnTo>
                <a:pt x="45720" y="521671"/>
              </a:lnTo>
              <a:lnTo>
                <a:pt x="112600" y="52167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990F4E-7337-4047-B901-7C3BCD9D2D92}">
      <dsp:nvSpPr>
        <dsp:cNvPr id="0" name=""/>
        <dsp:cNvSpPr/>
      </dsp:nvSpPr>
      <dsp:spPr>
        <a:xfrm>
          <a:off x="7223068" y="3310292"/>
          <a:ext cx="91440" cy="205101"/>
        </a:xfrm>
        <a:custGeom>
          <a:avLst/>
          <a:gdLst/>
          <a:ahLst/>
          <a:cxnLst/>
          <a:rect l="0" t="0" r="0" b="0"/>
          <a:pathLst>
            <a:path>
              <a:moveTo>
                <a:pt x="45720" y="0"/>
              </a:moveTo>
              <a:lnTo>
                <a:pt x="45720" y="205101"/>
              </a:lnTo>
              <a:lnTo>
                <a:pt x="112600" y="20510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185FB99-CF0D-4A88-97B1-86A46F11E643}">
      <dsp:nvSpPr>
        <dsp:cNvPr id="0" name=""/>
        <dsp:cNvSpPr/>
      </dsp:nvSpPr>
      <dsp:spPr>
        <a:xfrm>
          <a:off x="6693817" y="2960757"/>
          <a:ext cx="753319" cy="91440"/>
        </a:xfrm>
        <a:custGeom>
          <a:avLst/>
          <a:gdLst/>
          <a:ahLst/>
          <a:cxnLst/>
          <a:rect l="0" t="0" r="0" b="0"/>
          <a:pathLst>
            <a:path>
              <a:moveTo>
                <a:pt x="0" y="45720"/>
              </a:moveTo>
              <a:lnTo>
                <a:pt x="0" y="79782"/>
              </a:lnTo>
              <a:lnTo>
                <a:pt x="753319" y="79782"/>
              </a:lnTo>
              <a:lnTo>
                <a:pt x="753319" y="12659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D3AA60-48BC-4B2E-B581-8ED42078DD30}">
      <dsp:nvSpPr>
        <dsp:cNvPr id="0" name=""/>
        <dsp:cNvSpPr/>
      </dsp:nvSpPr>
      <dsp:spPr>
        <a:xfrm>
          <a:off x="6683562" y="3310292"/>
          <a:ext cx="91440" cy="521671"/>
        </a:xfrm>
        <a:custGeom>
          <a:avLst/>
          <a:gdLst/>
          <a:ahLst/>
          <a:cxnLst/>
          <a:rect l="0" t="0" r="0" b="0"/>
          <a:pathLst>
            <a:path>
              <a:moveTo>
                <a:pt x="45720" y="0"/>
              </a:moveTo>
              <a:lnTo>
                <a:pt x="45720" y="521671"/>
              </a:lnTo>
              <a:lnTo>
                <a:pt x="112600" y="52167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80CA0CC-DB69-47E8-AC78-EB0630218FBB}">
      <dsp:nvSpPr>
        <dsp:cNvPr id="0" name=""/>
        <dsp:cNvSpPr/>
      </dsp:nvSpPr>
      <dsp:spPr>
        <a:xfrm>
          <a:off x="6683562" y="3310292"/>
          <a:ext cx="91440" cy="205101"/>
        </a:xfrm>
        <a:custGeom>
          <a:avLst/>
          <a:gdLst/>
          <a:ahLst/>
          <a:cxnLst/>
          <a:rect l="0" t="0" r="0" b="0"/>
          <a:pathLst>
            <a:path>
              <a:moveTo>
                <a:pt x="45720" y="0"/>
              </a:moveTo>
              <a:lnTo>
                <a:pt x="45720" y="205101"/>
              </a:lnTo>
              <a:lnTo>
                <a:pt x="112600" y="20510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3C8123-5F8B-47BD-A575-544DD043BF29}">
      <dsp:nvSpPr>
        <dsp:cNvPr id="0" name=""/>
        <dsp:cNvSpPr/>
      </dsp:nvSpPr>
      <dsp:spPr>
        <a:xfrm>
          <a:off x="6693817" y="2960757"/>
          <a:ext cx="213813" cy="91440"/>
        </a:xfrm>
        <a:custGeom>
          <a:avLst/>
          <a:gdLst/>
          <a:ahLst/>
          <a:cxnLst/>
          <a:rect l="0" t="0" r="0" b="0"/>
          <a:pathLst>
            <a:path>
              <a:moveTo>
                <a:pt x="0" y="45720"/>
              </a:moveTo>
              <a:lnTo>
                <a:pt x="0" y="79782"/>
              </a:lnTo>
              <a:lnTo>
                <a:pt x="213813" y="79782"/>
              </a:lnTo>
              <a:lnTo>
                <a:pt x="213813" y="12659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1507BE6-07DE-445E-B8FE-46C149D50E35}">
      <dsp:nvSpPr>
        <dsp:cNvPr id="0" name=""/>
        <dsp:cNvSpPr/>
      </dsp:nvSpPr>
      <dsp:spPr>
        <a:xfrm>
          <a:off x="6144056" y="3626862"/>
          <a:ext cx="91440" cy="521671"/>
        </a:xfrm>
        <a:custGeom>
          <a:avLst/>
          <a:gdLst/>
          <a:ahLst/>
          <a:cxnLst/>
          <a:rect l="0" t="0" r="0" b="0"/>
          <a:pathLst>
            <a:path>
              <a:moveTo>
                <a:pt x="45720" y="0"/>
              </a:moveTo>
              <a:lnTo>
                <a:pt x="45720" y="521671"/>
              </a:lnTo>
              <a:lnTo>
                <a:pt x="112600" y="52167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EF20BD-6F6A-49E1-8D9F-13300921DECA}">
      <dsp:nvSpPr>
        <dsp:cNvPr id="0" name=""/>
        <dsp:cNvSpPr/>
      </dsp:nvSpPr>
      <dsp:spPr>
        <a:xfrm>
          <a:off x="6144056" y="3626862"/>
          <a:ext cx="91440" cy="205101"/>
        </a:xfrm>
        <a:custGeom>
          <a:avLst/>
          <a:gdLst/>
          <a:ahLst/>
          <a:cxnLst/>
          <a:rect l="0" t="0" r="0" b="0"/>
          <a:pathLst>
            <a:path>
              <a:moveTo>
                <a:pt x="45720" y="0"/>
              </a:moveTo>
              <a:lnTo>
                <a:pt x="45720" y="205101"/>
              </a:lnTo>
              <a:lnTo>
                <a:pt x="112600" y="20510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A1A634-AC53-4ABB-80B1-24F78EB5B80A}">
      <dsp:nvSpPr>
        <dsp:cNvPr id="0" name=""/>
        <dsp:cNvSpPr/>
      </dsp:nvSpPr>
      <dsp:spPr>
        <a:xfrm>
          <a:off x="5828619" y="3310292"/>
          <a:ext cx="539505" cy="93633"/>
        </a:xfrm>
        <a:custGeom>
          <a:avLst/>
          <a:gdLst/>
          <a:ahLst/>
          <a:cxnLst/>
          <a:rect l="0" t="0" r="0" b="0"/>
          <a:pathLst>
            <a:path>
              <a:moveTo>
                <a:pt x="0" y="0"/>
              </a:moveTo>
              <a:lnTo>
                <a:pt x="0" y="46816"/>
              </a:lnTo>
              <a:lnTo>
                <a:pt x="539505" y="46816"/>
              </a:lnTo>
              <a:lnTo>
                <a:pt x="539505" y="93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A1A5A3-C1CD-4EAA-BB62-1088D77C7554}">
      <dsp:nvSpPr>
        <dsp:cNvPr id="0" name=""/>
        <dsp:cNvSpPr/>
      </dsp:nvSpPr>
      <dsp:spPr>
        <a:xfrm>
          <a:off x="5604550" y="3626862"/>
          <a:ext cx="91440" cy="838240"/>
        </a:xfrm>
        <a:custGeom>
          <a:avLst/>
          <a:gdLst/>
          <a:ahLst/>
          <a:cxnLst/>
          <a:rect l="0" t="0" r="0" b="0"/>
          <a:pathLst>
            <a:path>
              <a:moveTo>
                <a:pt x="45720" y="0"/>
              </a:moveTo>
              <a:lnTo>
                <a:pt x="45720" y="838240"/>
              </a:lnTo>
              <a:lnTo>
                <a:pt x="112600" y="83824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C880A9C-5BE4-4596-BAA3-41E8CBF9D83D}">
      <dsp:nvSpPr>
        <dsp:cNvPr id="0" name=""/>
        <dsp:cNvSpPr/>
      </dsp:nvSpPr>
      <dsp:spPr>
        <a:xfrm>
          <a:off x="5604550" y="3626862"/>
          <a:ext cx="91440" cy="521671"/>
        </a:xfrm>
        <a:custGeom>
          <a:avLst/>
          <a:gdLst/>
          <a:ahLst/>
          <a:cxnLst/>
          <a:rect l="0" t="0" r="0" b="0"/>
          <a:pathLst>
            <a:path>
              <a:moveTo>
                <a:pt x="45720" y="0"/>
              </a:moveTo>
              <a:lnTo>
                <a:pt x="45720" y="521671"/>
              </a:lnTo>
              <a:lnTo>
                <a:pt x="112600" y="52167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451FE72-65D1-497E-8239-CC85C56A15E4}">
      <dsp:nvSpPr>
        <dsp:cNvPr id="0" name=""/>
        <dsp:cNvSpPr/>
      </dsp:nvSpPr>
      <dsp:spPr>
        <a:xfrm>
          <a:off x="5604550" y="3626862"/>
          <a:ext cx="91440" cy="205101"/>
        </a:xfrm>
        <a:custGeom>
          <a:avLst/>
          <a:gdLst/>
          <a:ahLst/>
          <a:cxnLst/>
          <a:rect l="0" t="0" r="0" b="0"/>
          <a:pathLst>
            <a:path>
              <a:moveTo>
                <a:pt x="45720" y="0"/>
              </a:moveTo>
              <a:lnTo>
                <a:pt x="45720" y="205101"/>
              </a:lnTo>
              <a:lnTo>
                <a:pt x="112600" y="20510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8D5DC35-EFEF-4EC7-84EE-8C209E611921}">
      <dsp:nvSpPr>
        <dsp:cNvPr id="0" name=""/>
        <dsp:cNvSpPr/>
      </dsp:nvSpPr>
      <dsp:spPr>
        <a:xfrm>
          <a:off x="5782899" y="3310292"/>
          <a:ext cx="91440" cy="93633"/>
        </a:xfrm>
        <a:custGeom>
          <a:avLst/>
          <a:gdLst/>
          <a:ahLst/>
          <a:cxnLst/>
          <a:rect l="0" t="0" r="0" b="0"/>
          <a:pathLst>
            <a:path>
              <a:moveTo>
                <a:pt x="45720" y="0"/>
              </a:moveTo>
              <a:lnTo>
                <a:pt x="45720" y="93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D0849D-28A7-4279-9916-E399617C812F}">
      <dsp:nvSpPr>
        <dsp:cNvPr id="0" name=""/>
        <dsp:cNvSpPr/>
      </dsp:nvSpPr>
      <dsp:spPr>
        <a:xfrm>
          <a:off x="5065044" y="3626862"/>
          <a:ext cx="91440" cy="521671"/>
        </a:xfrm>
        <a:custGeom>
          <a:avLst/>
          <a:gdLst/>
          <a:ahLst/>
          <a:cxnLst/>
          <a:rect l="0" t="0" r="0" b="0"/>
          <a:pathLst>
            <a:path>
              <a:moveTo>
                <a:pt x="45720" y="0"/>
              </a:moveTo>
              <a:lnTo>
                <a:pt x="45720" y="521671"/>
              </a:lnTo>
              <a:lnTo>
                <a:pt x="112600" y="52167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E96FAF-E9D0-4075-9C8F-4B1B19C96FBB}">
      <dsp:nvSpPr>
        <dsp:cNvPr id="0" name=""/>
        <dsp:cNvSpPr/>
      </dsp:nvSpPr>
      <dsp:spPr>
        <a:xfrm>
          <a:off x="5065044" y="3626862"/>
          <a:ext cx="91440" cy="205101"/>
        </a:xfrm>
        <a:custGeom>
          <a:avLst/>
          <a:gdLst/>
          <a:ahLst/>
          <a:cxnLst/>
          <a:rect l="0" t="0" r="0" b="0"/>
          <a:pathLst>
            <a:path>
              <a:moveTo>
                <a:pt x="45720" y="0"/>
              </a:moveTo>
              <a:lnTo>
                <a:pt x="45720" y="205101"/>
              </a:lnTo>
              <a:lnTo>
                <a:pt x="112600" y="20510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8CD924-AD77-48B7-94BF-C134D4D380EA}">
      <dsp:nvSpPr>
        <dsp:cNvPr id="0" name=""/>
        <dsp:cNvSpPr/>
      </dsp:nvSpPr>
      <dsp:spPr>
        <a:xfrm>
          <a:off x="5289113" y="3310292"/>
          <a:ext cx="539505" cy="93633"/>
        </a:xfrm>
        <a:custGeom>
          <a:avLst/>
          <a:gdLst/>
          <a:ahLst/>
          <a:cxnLst/>
          <a:rect l="0" t="0" r="0" b="0"/>
          <a:pathLst>
            <a:path>
              <a:moveTo>
                <a:pt x="539505" y="0"/>
              </a:moveTo>
              <a:lnTo>
                <a:pt x="539505" y="46816"/>
              </a:lnTo>
              <a:lnTo>
                <a:pt x="0" y="46816"/>
              </a:lnTo>
              <a:lnTo>
                <a:pt x="0" y="93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D498E1-98E7-4FD7-9DD9-7BB2AFC68AF5}">
      <dsp:nvSpPr>
        <dsp:cNvPr id="0" name=""/>
        <dsp:cNvSpPr/>
      </dsp:nvSpPr>
      <dsp:spPr>
        <a:xfrm>
          <a:off x="5828619" y="2960757"/>
          <a:ext cx="865198" cy="91440"/>
        </a:xfrm>
        <a:custGeom>
          <a:avLst/>
          <a:gdLst/>
          <a:ahLst/>
          <a:cxnLst/>
          <a:rect l="0" t="0" r="0" b="0"/>
          <a:pathLst>
            <a:path>
              <a:moveTo>
                <a:pt x="865198" y="45720"/>
              </a:moveTo>
              <a:lnTo>
                <a:pt x="865198" y="79782"/>
              </a:lnTo>
              <a:lnTo>
                <a:pt x="0" y="79782"/>
              </a:lnTo>
              <a:lnTo>
                <a:pt x="0" y="12659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1F82AE-D204-494B-90C7-632A99586039}">
      <dsp:nvSpPr>
        <dsp:cNvPr id="0" name=""/>
        <dsp:cNvSpPr/>
      </dsp:nvSpPr>
      <dsp:spPr>
        <a:xfrm>
          <a:off x="5943600" y="2677153"/>
          <a:ext cx="750216" cy="106387"/>
        </a:xfrm>
        <a:custGeom>
          <a:avLst/>
          <a:gdLst/>
          <a:ahLst/>
          <a:cxnLst/>
          <a:rect l="0" t="0" r="0" b="0"/>
          <a:pathLst>
            <a:path>
              <a:moveTo>
                <a:pt x="0" y="0"/>
              </a:moveTo>
              <a:lnTo>
                <a:pt x="0" y="59570"/>
              </a:lnTo>
              <a:lnTo>
                <a:pt x="750216" y="59570"/>
              </a:lnTo>
              <a:lnTo>
                <a:pt x="750216" y="106387"/>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BCC625F-CBCF-444A-861E-CD07B83207E0}">
      <dsp:nvSpPr>
        <dsp:cNvPr id="0" name=""/>
        <dsp:cNvSpPr/>
      </dsp:nvSpPr>
      <dsp:spPr>
        <a:xfrm>
          <a:off x="4320806" y="3310292"/>
          <a:ext cx="91440" cy="838240"/>
        </a:xfrm>
        <a:custGeom>
          <a:avLst/>
          <a:gdLst/>
          <a:ahLst/>
          <a:cxnLst/>
          <a:rect l="0" t="0" r="0" b="0"/>
          <a:pathLst>
            <a:path>
              <a:moveTo>
                <a:pt x="45720" y="0"/>
              </a:moveTo>
              <a:lnTo>
                <a:pt x="45720" y="838240"/>
              </a:lnTo>
              <a:lnTo>
                <a:pt x="112600" y="83824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231088F-D54A-4B67-974D-E04235792F29}">
      <dsp:nvSpPr>
        <dsp:cNvPr id="0" name=""/>
        <dsp:cNvSpPr/>
      </dsp:nvSpPr>
      <dsp:spPr>
        <a:xfrm>
          <a:off x="4320806" y="3310292"/>
          <a:ext cx="91440" cy="521671"/>
        </a:xfrm>
        <a:custGeom>
          <a:avLst/>
          <a:gdLst/>
          <a:ahLst/>
          <a:cxnLst/>
          <a:rect l="0" t="0" r="0" b="0"/>
          <a:pathLst>
            <a:path>
              <a:moveTo>
                <a:pt x="45720" y="0"/>
              </a:moveTo>
              <a:lnTo>
                <a:pt x="45720" y="521671"/>
              </a:lnTo>
              <a:lnTo>
                <a:pt x="112600" y="52167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CBF48D-7227-464A-9FBF-6500D7B12B35}">
      <dsp:nvSpPr>
        <dsp:cNvPr id="0" name=""/>
        <dsp:cNvSpPr/>
      </dsp:nvSpPr>
      <dsp:spPr>
        <a:xfrm>
          <a:off x="4320806" y="3310292"/>
          <a:ext cx="91440" cy="205101"/>
        </a:xfrm>
        <a:custGeom>
          <a:avLst/>
          <a:gdLst/>
          <a:ahLst/>
          <a:cxnLst/>
          <a:rect l="0" t="0" r="0" b="0"/>
          <a:pathLst>
            <a:path>
              <a:moveTo>
                <a:pt x="45720" y="0"/>
              </a:moveTo>
              <a:lnTo>
                <a:pt x="45720" y="205101"/>
              </a:lnTo>
              <a:lnTo>
                <a:pt x="112600" y="20510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3396CA-2023-4B6F-B3D0-486668DC912F}">
      <dsp:nvSpPr>
        <dsp:cNvPr id="0" name=""/>
        <dsp:cNvSpPr/>
      </dsp:nvSpPr>
      <dsp:spPr>
        <a:xfrm>
          <a:off x="2470707" y="2954419"/>
          <a:ext cx="2074168" cy="91440"/>
        </a:xfrm>
        <a:custGeom>
          <a:avLst/>
          <a:gdLst/>
          <a:ahLst/>
          <a:cxnLst/>
          <a:rect l="0" t="0" r="0" b="0"/>
          <a:pathLst>
            <a:path>
              <a:moveTo>
                <a:pt x="0" y="45720"/>
              </a:moveTo>
              <a:lnTo>
                <a:pt x="0" y="86120"/>
              </a:lnTo>
              <a:lnTo>
                <a:pt x="2074168" y="86120"/>
              </a:lnTo>
              <a:lnTo>
                <a:pt x="2074168" y="13293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A63DAF-6A1F-4185-9B30-464E896BE184}">
      <dsp:nvSpPr>
        <dsp:cNvPr id="0" name=""/>
        <dsp:cNvSpPr/>
      </dsp:nvSpPr>
      <dsp:spPr>
        <a:xfrm>
          <a:off x="3781300" y="3626862"/>
          <a:ext cx="91440" cy="521671"/>
        </a:xfrm>
        <a:custGeom>
          <a:avLst/>
          <a:gdLst/>
          <a:ahLst/>
          <a:cxnLst/>
          <a:rect l="0" t="0" r="0" b="0"/>
          <a:pathLst>
            <a:path>
              <a:moveTo>
                <a:pt x="45720" y="0"/>
              </a:moveTo>
              <a:lnTo>
                <a:pt x="45720" y="521671"/>
              </a:lnTo>
              <a:lnTo>
                <a:pt x="112600" y="52167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5F6957F-E9C9-4CAA-8F53-39F89716A8AF}">
      <dsp:nvSpPr>
        <dsp:cNvPr id="0" name=""/>
        <dsp:cNvSpPr/>
      </dsp:nvSpPr>
      <dsp:spPr>
        <a:xfrm>
          <a:off x="3781300" y="3626862"/>
          <a:ext cx="91440" cy="205101"/>
        </a:xfrm>
        <a:custGeom>
          <a:avLst/>
          <a:gdLst/>
          <a:ahLst/>
          <a:cxnLst/>
          <a:rect l="0" t="0" r="0" b="0"/>
          <a:pathLst>
            <a:path>
              <a:moveTo>
                <a:pt x="45720" y="0"/>
              </a:moveTo>
              <a:lnTo>
                <a:pt x="45720" y="205101"/>
              </a:lnTo>
              <a:lnTo>
                <a:pt x="112600" y="20510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690CBE-F11F-47F7-AB42-7974481A2C86}">
      <dsp:nvSpPr>
        <dsp:cNvPr id="0" name=""/>
        <dsp:cNvSpPr/>
      </dsp:nvSpPr>
      <dsp:spPr>
        <a:xfrm>
          <a:off x="3735616" y="3310292"/>
          <a:ext cx="269752" cy="93633"/>
        </a:xfrm>
        <a:custGeom>
          <a:avLst/>
          <a:gdLst/>
          <a:ahLst/>
          <a:cxnLst/>
          <a:rect l="0" t="0" r="0" b="0"/>
          <a:pathLst>
            <a:path>
              <a:moveTo>
                <a:pt x="0" y="0"/>
              </a:moveTo>
              <a:lnTo>
                <a:pt x="0" y="46816"/>
              </a:lnTo>
              <a:lnTo>
                <a:pt x="269752" y="46816"/>
              </a:lnTo>
              <a:lnTo>
                <a:pt x="269752" y="93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DADAB3-565E-4084-8586-8D047CCA6429}">
      <dsp:nvSpPr>
        <dsp:cNvPr id="0" name=""/>
        <dsp:cNvSpPr/>
      </dsp:nvSpPr>
      <dsp:spPr>
        <a:xfrm>
          <a:off x="3241794" y="3626862"/>
          <a:ext cx="91440" cy="838240"/>
        </a:xfrm>
        <a:custGeom>
          <a:avLst/>
          <a:gdLst/>
          <a:ahLst/>
          <a:cxnLst/>
          <a:rect l="0" t="0" r="0" b="0"/>
          <a:pathLst>
            <a:path>
              <a:moveTo>
                <a:pt x="45720" y="0"/>
              </a:moveTo>
              <a:lnTo>
                <a:pt x="45720" y="838240"/>
              </a:lnTo>
              <a:lnTo>
                <a:pt x="112600" y="83824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8E2584-B024-4B8A-A736-7A16718A19B4}">
      <dsp:nvSpPr>
        <dsp:cNvPr id="0" name=""/>
        <dsp:cNvSpPr/>
      </dsp:nvSpPr>
      <dsp:spPr>
        <a:xfrm>
          <a:off x="3241794" y="3626862"/>
          <a:ext cx="91440" cy="521671"/>
        </a:xfrm>
        <a:custGeom>
          <a:avLst/>
          <a:gdLst/>
          <a:ahLst/>
          <a:cxnLst/>
          <a:rect l="0" t="0" r="0" b="0"/>
          <a:pathLst>
            <a:path>
              <a:moveTo>
                <a:pt x="45720" y="0"/>
              </a:moveTo>
              <a:lnTo>
                <a:pt x="45720" y="521671"/>
              </a:lnTo>
              <a:lnTo>
                <a:pt x="112600" y="52167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6F327C7-4B3F-4DC8-8B55-5822D07CCF79}">
      <dsp:nvSpPr>
        <dsp:cNvPr id="0" name=""/>
        <dsp:cNvSpPr/>
      </dsp:nvSpPr>
      <dsp:spPr>
        <a:xfrm>
          <a:off x="3241794" y="3626862"/>
          <a:ext cx="91440" cy="205101"/>
        </a:xfrm>
        <a:custGeom>
          <a:avLst/>
          <a:gdLst/>
          <a:ahLst/>
          <a:cxnLst/>
          <a:rect l="0" t="0" r="0" b="0"/>
          <a:pathLst>
            <a:path>
              <a:moveTo>
                <a:pt x="45720" y="0"/>
              </a:moveTo>
              <a:lnTo>
                <a:pt x="45720" y="205101"/>
              </a:lnTo>
              <a:lnTo>
                <a:pt x="112600" y="20510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F2222D5-0DD0-403F-8DEF-BF4C4921864E}">
      <dsp:nvSpPr>
        <dsp:cNvPr id="0" name=""/>
        <dsp:cNvSpPr/>
      </dsp:nvSpPr>
      <dsp:spPr>
        <a:xfrm>
          <a:off x="3465863" y="3310292"/>
          <a:ext cx="269752" cy="93633"/>
        </a:xfrm>
        <a:custGeom>
          <a:avLst/>
          <a:gdLst/>
          <a:ahLst/>
          <a:cxnLst/>
          <a:rect l="0" t="0" r="0" b="0"/>
          <a:pathLst>
            <a:path>
              <a:moveTo>
                <a:pt x="269752" y="0"/>
              </a:moveTo>
              <a:lnTo>
                <a:pt x="269752" y="46816"/>
              </a:lnTo>
              <a:lnTo>
                <a:pt x="0" y="46816"/>
              </a:lnTo>
              <a:lnTo>
                <a:pt x="0" y="93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83724B7-8A68-4068-9F1F-7461351419E8}">
      <dsp:nvSpPr>
        <dsp:cNvPr id="0" name=""/>
        <dsp:cNvSpPr/>
      </dsp:nvSpPr>
      <dsp:spPr>
        <a:xfrm>
          <a:off x="2470707" y="2954419"/>
          <a:ext cx="1264909" cy="91440"/>
        </a:xfrm>
        <a:custGeom>
          <a:avLst/>
          <a:gdLst/>
          <a:ahLst/>
          <a:cxnLst/>
          <a:rect l="0" t="0" r="0" b="0"/>
          <a:pathLst>
            <a:path>
              <a:moveTo>
                <a:pt x="0" y="45720"/>
              </a:moveTo>
              <a:lnTo>
                <a:pt x="0" y="86120"/>
              </a:lnTo>
              <a:lnTo>
                <a:pt x="1264909" y="86120"/>
              </a:lnTo>
              <a:lnTo>
                <a:pt x="1264909" y="13293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06AFCDF-FC18-4AEF-BC46-0F41330D740B}">
      <dsp:nvSpPr>
        <dsp:cNvPr id="0" name=""/>
        <dsp:cNvSpPr/>
      </dsp:nvSpPr>
      <dsp:spPr>
        <a:xfrm>
          <a:off x="2702288" y="3626862"/>
          <a:ext cx="91440" cy="521671"/>
        </a:xfrm>
        <a:custGeom>
          <a:avLst/>
          <a:gdLst/>
          <a:ahLst/>
          <a:cxnLst/>
          <a:rect l="0" t="0" r="0" b="0"/>
          <a:pathLst>
            <a:path>
              <a:moveTo>
                <a:pt x="45720" y="0"/>
              </a:moveTo>
              <a:lnTo>
                <a:pt x="45720" y="521671"/>
              </a:lnTo>
              <a:lnTo>
                <a:pt x="112600" y="52167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0FD088B-33F5-4BFE-A1DA-A07B1C8A0F37}">
      <dsp:nvSpPr>
        <dsp:cNvPr id="0" name=""/>
        <dsp:cNvSpPr/>
      </dsp:nvSpPr>
      <dsp:spPr>
        <a:xfrm>
          <a:off x="2702288" y="3626862"/>
          <a:ext cx="91440" cy="205101"/>
        </a:xfrm>
        <a:custGeom>
          <a:avLst/>
          <a:gdLst/>
          <a:ahLst/>
          <a:cxnLst/>
          <a:rect l="0" t="0" r="0" b="0"/>
          <a:pathLst>
            <a:path>
              <a:moveTo>
                <a:pt x="45720" y="0"/>
              </a:moveTo>
              <a:lnTo>
                <a:pt x="45720" y="205101"/>
              </a:lnTo>
              <a:lnTo>
                <a:pt x="112600" y="20510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536AC81-1201-4585-BCE9-314430413C60}">
      <dsp:nvSpPr>
        <dsp:cNvPr id="0" name=""/>
        <dsp:cNvSpPr/>
      </dsp:nvSpPr>
      <dsp:spPr>
        <a:xfrm>
          <a:off x="2656604" y="3310292"/>
          <a:ext cx="269752" cy="93633"/>
        </a:xfrm>
        <a:custGeom>
          <a:avLst/>
          <a:gdLst/>
          <a:ahLst/>
          <a:cxnLst/>
          <a:rect l="0" t="0" r="0" b="0"/>
          <a:pathLst>
            <a:path>
              <a:moveTo>
                <a:pt x="0" y="0"/>
              </a:moveTo>
              <a:lnTo>
                <a:pt x="0" y="46816"/>
              </a:lnTo>
              <a:lnTo>
                <a:pt x="269752" y="46816"/>
              </a:lnTo>
              <a:lnTo>
                <a:pt x="269752" y="93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55D00C-7625-4C4E-89B2-F443D3C29081}">
      <dsp:nvSpPr>
        <dsp:cNvPr id="0" name=""/>
        <dsp:cNvSpPr/>
      </dsp:nvSpPr>
      <dsp:spPr>
        <a:xfrm>
          <a:off x="2162782" y="3626862"/>
          <a:ext cx="91440" cy="838240"/>
        </a:xfrm>
        <a:custGeom>
          <a:avLst/>
          <a:gdLst/>
          <a:ahLst/>
          <a:cxnLst/>
          <a:rect l="0" t="0" r="0" b="0"/>
          <a:pathLst>
            <a:path>
              <a:moveTo>
                <a:pt x="45720" y="0"/>
              </a:moveTo>
              <a:lnTo>
                <a:pt x="45720" y="838240"/>
              </a:lnTo>
              <a:lnTo>
                <a:pt x="112600" y="83824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16EFAF-B14B-4155-B9D2-4459673CA659}">
      <dsp:nvSpPr>
        <dsp:cNvPr id="0" name=""/>
        <dsp:cNvSpPr/>
      </dsp:nvSpPr>
      <dsp:spPr>
        <a:xfrm>
          <a:off x="2162782" y="3626862"/>
          <a:ext cx="91440" cy="521671"/>
        </a:xfrm>
        <a:custGeom>
          <a:avLst/>
          <a:gdLst/>
          <a:ahLst/>
          <a:cxnLst/>
          <a:rect l="0" t="0" r="0" b="0"/>
          <a:pathLst>
            <a:path>
              <a:moveTo>
                <a:pt x="45720" y="0"/>
              </a:moveTo>
              <a:lnTo>
                <a:pt x="45720" y="521671"/>
              </a:lnTo>
              <a:lnTo>
                <a:pt x="112600" y="52167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CD1BE29-1B88-4A95-8B97-F8B8705E7D77}">
      <dsp:nvSpPr>
        <dsp:cNvPr id="0" name=""/>
        <dsp:cNvSpPr/>
      </dsp:nvSpPr>
      <dsp:spPr>
        <a:xfrm>
          <a:off x="2162782" y="3626862"/>
          <a:ext cx="91440" cy="205101"/>
        </a:xfrm>
        <a:custGeom>
          <a:avLst/>
          <a:gdLst/>
          <a:ahLst/>
          <a:cxnLst/>
          <a:rect l="0" t="0" r="0" b="0"/>
          <a:pathLst>
            <a:path>
              <a:moveTo>
                <a:pt x="45720" y="0"/>
              </a:moveTo>
              <a:lnTo>
                <a:pt x="45720" y="205101"/>
              </a:lnTo>
              <a:lnTo>
                <a:pt x="112600" y="20510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8CDA83-42CE-47E8-910E-3758DD9C2979}">
      <dsp:nvSpPr>
        <dsp:cNvPr id="0" name=""/>
        <dsp:cNvSpPr/>
      </dsp:nvSpPr>
      <dsp:spPr>
        <a:xfrm>
          <a:off x="2386851" y="3310292"/>
          <a:ext cx="269752" cy="93633"/>
        </a:xfrm>
        <a:custGeom>
          <a:avLst/>
          <a:gdLst/>
          <a:ahLst/>
          <a:cxnLst/>
          <a:rect l="0" t="0" r="0" b="0"/>
          <a:pathLst>
            <a:path>
              <a:moveTo>
                <a:pt x="269752" y="0"/>
              </a:moveTo>
              <a:lnTo>
                <a:pt x="269752" y="46816"/>
              </a:lnTo>
              <a:lnTo>
                <a:pt x="0" y="46816"/>
              </a:lnTo>
              <a:lnTo>
                <a:pt x="0" y="93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8BED81-A362-4C99-BB8D-CCEF2E9AE72F}">
      <dsp:nvSpPr>
        <dsp:cNvPr id="0" name=""/>
        <dsp:cNvSpPr/>
      </dsp:nvSpPr>
      <dsp:spPr>
        <a:xfrm>
          <a:off x="2470707" y="2954419"/>
          <a:ext cx="185897" cy="91440"/>
        </a:xfrm>
        <a:custGeom>
          <a:avLst/>
          <a:gdLst/>
          <a:ahLst/>
          <a:cxnLst/>
          <a:rect l="0" t="0" r="0" b="0"/>
          <a:pathLst>
            <a:path>
              <a:moveTo>
                <a:pt x="0" y="45720"/>
              </a:moveTo>
              <a:lnTo>
                <a:pt x="0" y="86120"/>
              </a:lnTo>
              <a:lnTo>
                <a:pt x="185897" y="86120"/>
              </a:lnTo>
              <a:lnTo>
                <a:pt x="185897" y="13293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916898-3FAD-4BFC-9509-7C4D1AEBDA5B}">
      <dsp:nvSpPr>
        <dsp:cNvPr id="0" name=""/>
        <dsp:cNvSpPr/>
      </dsp:nvSpPr>
      <dsp:spPr>
        <a:xfrm>
          <a:off x="1623276" y="3626862"/>
          <a:ext cx="91440" cy="838240"/>
        </a:xfrm>
        <a:custGeom>
          <a:avLst/>
          <a:gdLst/>
          <a:ahLst/>
          <a:cxnLst/>
          <a:rect l="0" t="0" r="0" b="0"/>
          <a:pathLst>
            <a:path>
              <a:moveTo>
                <a:pt x="45720" y="0"/>
              </a:moveTo>
              <a:lnTo>
                <a:pt x="45720" y="838240"/>
              </a:lnTo>
              <a:lnTo>
                <a:pt x="112600" y="83824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3F4068-8BA9-453F-822B-264AD92AFB84}">
      <dsp:nvSpPr>
        <dsp:cNvPr id="0" name=""/>
        <dsp:cNvSpPr/>
      </dsp:nvSpPr>
      <dsp:spPr>
        <a:xfrm>
          <a:off x="1623276" y="3626862"/>
          <a:ext cx="91440" cy="521671"/>
        </a:xfrm>
        <a:custGeom>
          <a:avLst/>
          <a:gdLst/>
          <a:ahLst/>
          <a:cxnLst/>
          <a:rect l="0" t="0" r="0" b="0"/>
          <a:pathLst>
            <a:path>
              <a:moveTo>
                <a:pt x="45720" y="0"/>
              </a:moveTo>
              <a:lnTo>
                <a:pt x="45720" y="521671"/>
              </a:lnTo>
              <a:lnTo>
                <a:pt x="112600" y="52167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24FDD4-ADB7-42B4-9586-F25F7C1F1156}">
      <dsp:nvSpPr>
        <dsp:cNvPr id="0" name=""/>
        <dsp:cNvSpPr/>
      </dsp:nvSpPr>
      <dsp:spPr>
        <a:xfrm>
          <a:off x="1623276" y="3626862"/>
          <a:ext cx="91440" cy="205101"/>
        </a:xfrm>
        <a:custGeom>
          <a:avLst/>
          <a:gdLst/>
          <a:ahLst/>
          <a:cxnLst/>
          <a:rect l="0" t="0" r="0" b="0"/>
          <a:pathLst>
            <a:path>
              <a:moveTo>
                <a:pt x="45720" y="0"/>
              </a:moveTo>
              <a:lnTo>
                <a:pt x="45720" y="205101"/>
              </a:lnTo>
              <a:lnTo>
                <a:pt x="112600" y="20510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586D9E3-8175-4626-9624-FAD1B7141B63}">
      <dsp:nvSpPr>
        <dsp:cNvPr id="0" name=""/>
        <dsp:cNvSpPr/>
      </dsp:nvSpPr>
      <dsp:spPr>
        <a:xfrm>
          <a:off x="1038087" y="3310292"/>
          <a:ext cx="809258" cy="93633"/>
        </a:xfrm>
        <a:custGeom>
          <a:avLst/>
          <a:gdLst/>
          <a:ahLst/>
          <a:cxnLst/>
          <a:rect l="0" t="0" r="0" b="0"/>
          <a:pathLst>
            <a:path>
              <a:moveTo>
                <a:pt x="0" y="0"/>
              </a:moveTo>
              <a:lnTo>
                <a:pt x="0" y="46816"/>
              </a:lnTo>
              <a:lnTo>
                <a:pt x="809258" y="46816"/>
              </a:lnTo>
              <a:lnTo>
                <a:pt x="809258" y="93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AD2A8DB-63BB-441E-90BA-578D2E70E356}">
      <dsp:nvSpPr>
        <dsp:cNvPr id="0" name=""/>
        <dsp:cNvSpPr/>
      </dsp:nvSpPr>
      <dsp:spPr>
        <a:xfrm>
          <a:off x="1083770" y="3626862"/>
          <a:ext cx="91440" cy="521671"/>
        </a:xfrm>
        <a:custGeom>
          <a:avLst/>
          <a:gdLst/>
          <a:ahLst/>
          <a:cxnLst/>
          <a:rect l="0" t="0" r="0" b="0"/>
          <a:pathLst>
            <a:path>
              <a:moveTo>
                <a:pt x="45720" y="0"/>
              </a:moveTo>
              <a:lnTo>
                <a:pt x="45720" y="521671"/>
              </a:lnTo>
              <a:lnTo>
                <a:pt x="112600" y="52167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FA3FBA-44AB-4D79-ABBF-1DD0904B299C}">
      <dsp:nvSpPr>
        <dsp:cNvPr id="0" name=""/>
        <dsp:cNvSpPr/>
      </dsp:nvSpPr>
      <dsp:spPr>
        <a:xfrm>
          <a:off x="1083770" y="3626862"/>
          <a:ext cx="91440" cy="205101"/>
        </a:xfrm>
        <a:custGeom>
          <a:avLst/>
          <a:gdLst/>
          <a:ahLst/>
          <a:cxnLst/>
          <a:rect l="0" t="0" r="0" b="0"/>
          <a:pathLst>
            <a:path>
              <a:moveTo>
                <a:pt x="45720" y="0"/>
              </a:moveTo>
              <a:lnTo>
                <a:pt x="45720" y="205101"/>
              </a:lnTo>
              <a:lnTo>
                <a:pt x="112600" y="20510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2A89D3-3A75-47D2-8FED-ED538A4A9010}">
      <dsp:nvSpPr>
        <dsp:cNvPr id="0" name=""/>
        <dsp:cNvSpPr/>
      </dsp:nvSpPr>
      <dsp:spPr>
        <a:xfrm>
          <a:off x="1038087" y="3310292"/>
          <a:ext cx="269752" cy="93633"/>
        </a:xfrm>
        <a:custGeom>
          <a:avLst/>
          <a:gdLst/>
          <a:ahLst/>
          <a:cxnLst/>
          <a:rect l="0" t="0" r="0" b="0"/>
          <a:pathLst>
            <a:path>
              <a:moveTo>
                <a:pt x="0" y="0"/>
              </a:moveTo>
              <a:lnTo>
                <a:pt x="0" y="46816"/>
              </a:lnTo>
              <a:lnTo>
                <a:pt x="269752" y="46816"/>
              </a:lnTo>
              <a:lnTo>
                <a:pt x="269752" y="93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34EEF05-C793-4B31-BF4E-09800F94572F}">
      <dsp:nvSpPr>
        <dsp:cNvPr id="0" name=""/>
        <dsp:cNvSpPr/>
      </dsp:nvSpPr>
      <dsp:spPr>
        <a:xfrm>
          <a:off x="544264" y="3626862"/>
          <a:ext cx="91440" cy="838240"/>
        </a:xfrm>
        <a:custGeom>
          <a:avLst/>
          <a:gdLst/>
          <a:ahLst/>
          <a:cxnLst/>
          <a:rect l="0" t="0" r="0" b="0"/>
          <a:pathLst>
            <a:path>
              <a:moveTo>
                <a:pt x="45720" y="0"/>
              </a:moveTo>
              <a:lnTo>
                <a:pt x="45720" y="838240"/>
              </a:lnTo>
              <a:lnTo>
                <a:pt x="112600" y="83824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9FEA7D-CB3E-4CD3-A871-70A81E0869FE}">
      <dsp:nvSpPr>
        <dsp:cNvPr id="0" name=""/>
        <dsp:cNvSpPr/>
      </dsp:nvSpPr>
      <dsp:spPr>
        <a:xfrm>
          <a:off x="544264" y="3626862"/>
          <a:ext cx="91440" cy="521671"/>
        </a:xfrm>
        <a:custGeom>
          <a:avLst/>
          <a:gdLst/>
          <a:ahLst/>
          <a:cxnLst/>
          <a:rect l="0" t="0" r="0" b="0"/>
          <a:pathLst>
            <a:path>
              <a:moveTo>
                <a:pt x="45720" y="0"/>
              </a:moveTo>
              <a:lnTo>
                <a:pt x="45720" y="521671"/>
              </a:lnTo>
              <a:lnTo>
                <a:pt x="112600" y="52167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3BA2A5-6AB7-42D3-B346-5F6A07F4A877}">
      <dsp:nvSpPr>
        <dsp:cNvPr id="0" name=""/>
        <dsp:cNvSpPr/>
      </dsp:nvSpPr>
      <dsp:spPr>
        <a:xfrm>
          <a:off x="544264" y="3626862"/>
          <a:ext cx="91440" cy="205101"/>
        </a:xfrm>
        <a:custGeom>
          <a:avLst/>
          <a:gdLst/>
          <a:ahLst/>
          <a:cxnLst/>
          <a:rect l="0" t="0" r="0" b="0"/>
          <a:pathLst>
            <a:path>
              <a:moveTo>
                <a:pt x="45720" y="0"/>
              </a:moveTo>
              <a:lnTo>
                <a:pt x="45720" y="205101"/>
              </a:lnTo>
              <a:lnTo>
                <a:pt x="112600" y="20510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271776F-6031-473F-B722-558A2C55C3D6}">
      <dsp:nvSpPr>
        <dsp:cNvPr id="0" name=""/>
        <dsp:cNvSpPr/>
      </dsp:nvSpPr>
      <dsp:spPr>
        <a:xfrm>
          <a:off x="768334" y="3310292"/>
          <a:ext cx="269752" cy="93633"/>
        </a:xfrm>
        <a:custGeom>
          <a:avLst/>
          <a:gdLst/>
          <a:ahLst/>
          <a:cxnLst/>
          <a:rect l="0" t="0" r="0" b="0"/>
          <a:pathLst>
            <a:path>
              <a:moveTo>
                <a:pt x="269752" y="0"/>
              </a:moveTo>
              <a:lnTo>
                <a:pt x="269752" y="46816"/>
              </a:lnTo>
              <a:lnTo>
                <a:pt x="0" y="46816"/>
              </a:lnTo>
              <a:lnTo>
                <a:pt x="0" y="93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1AA7F3C-E660-4A68-AABC-FFE0E464D83C}">
      <dsp:nvSpPr>
        <dsp:cNvPr id="0" name=""/>
        <dsp:cNvSpPr/>
      </dsp:nvSpPr>
      <dsp:spPr>
        <a:xfrm>
          <a:off x="4758" y="3626862"/>
          <a:ext cx="91440" cy="838240"/>
        </a:xfrm>
        <a:custGeom>
          <a:avLst/>
          <a:gdLst/>
          <a:ahLst/>
          <a:cxnLst/>
          <a:rect l="0" t="0" r="0" b="0"/>
          <a:pathLst>
            <a:path>
              <a:moveTo>
                <a:pt x="45720" y="0"/>
              </a:moveTo>
              <a:lnTo>
                <a:pt x="45720" y="838240"/>
              </a:lnTo>
              <a:lnTo>
                <a:pt x="112600" y="83824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687EE3-C740-44EF-81F5-C24160C39C26}">
      <dsp:nvSpPr>
        <dsp:cNvPr id="0" name=""/>
        <dsp:cNvSpPr/>
      </dsp:nvSpPr>
      <dsp:spPr>
        <a:xfrm>
          <a:off x="4758" y="3626862"/>
          <a:ext cx="91440" cy="521671"/>
        </a:xfrm>
        <a:custGeom>
          <a:avLst/>
          <a:gdLst/>
          <a:ahLst/>
          <a:cxnLst/>
          <a:rect l="0" t="0" r="0" b="0"/>
          <a:pathLst>
            <a:path>
              <a:moveTo>
                <a:pt x="45720" y="0"/>
              </a:moveTo>
              <a:lnTo>
                <a:pt x="45720" y="521671"/>
              </a:lnTo>
              <a:lnTo>
                <a:pt x="112600" y="52167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E1C7E6-A64F-4F71-B628-280C9F9A84B1}">
      <dsp:nvSpPr>
        <dsp:cNvPr id="0" name=""/>
        <dsp:cNvSpPr/>
      </dsp:nvSpPr>
      <dsp:spPr>
        <a:xfrm>
          <a:off x="4758" y="3626862"/>
          <a:ext cx="91440" cy="205101"/>
        </a:xfrm>
        <a:custGeom>
          <a:avLst/>
          <a:gdLst/>
          <a:ahLst/>
          <a:cxnLst/>
          <a:rect l="0" t="0" r="0" b="0"/>
          <a:pathLst>
            <a:path>
              <a:moveTo>
                <a:pt x="45720" y="0"/>
              </a:moveTo>
              <a:lnTo>
                <a:pt x="45720" y="205101"/>
              </a:lnTo>
              <a:lnTo>
                <a:pt x="112600" y="20510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CD8546-DFA9-4185-8750-132EE451A931}">
      <dsp:nvSpPr>
        <dsp:cNvPr id="0" name=""/>
        <dsp:cNvSpPr/>
      </dsp:nvSpPr>
      <dsp:spPr>
        <a:xfrm>
          <a:off x="228828" y="3310292"/>
          <a:ext cx="809258" cy="93633"/>
        </a:xfrm>
        <a:custGeom>
          <a:avLst/>
          <a:gdLst/>
          <a:ahLst/>
          <a:cxnLst/>
          <a:rect l="0" t="0" r="0" b="0"/>
          <a:pathLst>
            <a:path>
              <a:moveTo>
                <a:pt x="809258" y="0"/>
              </a:moveTo>
              <a:lnTo>
                <a:pt x="809258" y="46816"/>
              </a:lnTo>
              <a:lnTo>
                <a:pt x="0" y="46816"/>
              </a:lnTo>
              <a:lnTo>
                <a:pt x="0" y="93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FF0DCF-8733-4B5E-925F-FB7A26254795}">
      <dsp:nvSpPr>
        <dsp:cNvPr id="0" name=""/>
        <dsp:cNvSpPr/>
      </dsp:nvSpPr>
      <dsp:spPr>
        <a:xfrm>
          <a:off x="1038087" y="2954419"/>
          <a:ext cx="1432620" cy="91440"/>
        </a:xfrm>
        <a:custGeom>
          <a:avLst/>
          <a:gdLst/>
          <a:ahLst/>
          <a:cxnLst/>
          <a:rect l="0" t="0" r="0" b="0"/>
          <a:pathLst>
            <a:path>
              <a:moveTo>
                <a:pt x="1432620" y="45720"/>
              </a:moveTo>
              <a:lnTo>
                <a:pt x="1432620" y="86120"/>
              </a:lnTo>
              <a:lnTo>
                <a:pt x="0" y="86120"/>
              </a:lnTo>
              <a:lnTo>
                <a:pt x="0" y="13293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E2B9B1-B808-4C3E-9CA4-FDBFEB7C6E12}">
      <dsp:nvSpPr>
        <dsp:cNvPr id="0" name=""/>
        <dsp:cNvSpPr/>
      </dsp:nvSpPr>
      <dsp:spPr>
        <a:xfrm>
          <a:off x="2470707" y="2677153"/>
          <a:ext cx="3472893" cy="100049"/>
        </a:xfrm>
        <a:custGeom>
          <a:avLst/>
          <a:gdLst/>
          <a:ahLst/>
          <a:cxnLst/>
          <a:rect l="0" t="0" r="0" b="0"/>
          <a:pathLst>
            <a:path>
              <a:moveTo>
                <a:pt x="3472893" y="0"/>
              </a:moveTo>
              <a:lnTo>
                <a:pt x="3472893" y="53232"/>
              </a:lnTo>
              <a:lnTo>
                <a:pt x="0" y="53232"/>
              </a:lnTo>
              <a:lnTo>
                <a:pt x="0" y="100049"/>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8530AC-F178-403E-A897-42E299E5ED21}">
      <dsp:nvSpPr>
        <dsp:cNvPr id="0" name=""/>
        <dsp:cNvSpPr/>
      </dsp:nvSpPr>
      <dsp:spPr>
        <a:xfrm>
          <a:off x="1484873" y="2171700"/>
          <a:ext cx="8917454" cy="505452"/>
        </a:xfrm>
        <a:prstGeom prst="rect">
          <a:avLst/>
        </a:prstGeom>
        <a:solidFill>
          <a:srgbClr val="002060"/>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AU" sz="2400" kern="1200"/>
            <a:t>Offence Management</a:t>
          </a:r>
        </a:p>
      </dsp:txBody>
      <dsp:txXfrm>
        <a:off x="1484873" y="2171700"/>
        <a:ext cx="8917454" cy="505452"/>
      </dsp:txXfrm>
    </dsp:sp>
    <dsp:sp modelId="{E053A169-9C0A-4979-A9C3-739101C47B4F}">
      <dsp:nvSpPr>
        <dsp:cNvPr id="0" name=""/>
        <dsp:cNvSpPr/>
      </dsp:nvSpPr>
      <dsp:spPr>
        <a:xfrm>
          <a:off x="119994" y="2777202"/>
          <a:ext cx="4701424" cy="222936"/>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b="0" i="0" u="none" kern="1200"/>
            <a:t>Off </a:t>
          </a:r>
          <a:r>
            <a:rPr lang="en-AU" sz="500" b="0" i="0" u="none" kern="1200" err="1"/>
            <a:t>Mgmt</a:t>
          </a:r>
          <a:r>
            <a:rPr lang="en-AU" sz="500" b="0" i="0" u="none" kern="1200"/>
            <a:t> Data Governance, Model &amp; Ownership</a:t>
          </a:r>
          <a:endParaRPr lang="en-AU" sz="500" kern="1200"/>
        </a:p>
      </dsp:txBody>
      <dsp:txXfrm>
        <a:off x="119994" y="2777202"/>
        <a:ext cx="4701424" cy="222936"/>
      </dsp:txXfrm>
    </dsp:sp>
    <dsp:sp modelId="{A16E3FA9-1B5B-46B1-AE9C-23AA6716D2DC}">
      <dsp:nvSpPr>
        <dsp:cNvPr id="0" name=""/>
        <dsp:cNvSpPr/>
      </dsp:nvSpPr>
      <dsp:spPr>
        <a:xfrm>
          <a:off x="815150" y="3087356"/>
          <a:ext cx="445872" cy="22293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Discovery</a:t>
          </a:r>
        </a:p>
      </dsp:txBody>
      <dsp:txXfrm>
        <a:off x="815150" y="3087356"/>
        <a:ext cx="445872" cy="222936"/>
      </dsp:txXfrm>
    </dsp:sp>
    <dsp:sp modelId="{DC9B7AE9-5984-4C01-A7B8-E46136F86869}">
      <dsp:nvSpPr>
        <dsp:cNvPr id="0" name=""/>
        <dsp:cNvSpPr/>
      </dsp:nvSpPr>
      <dsp:spPr>
        <a:xfrm>
          <a:off x="5891" y="3403925"/>
          <a:ext cx="445872" cy="222936"/>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Business Discovery</a:t>
          </a:r>
        </a:p>
      </dsp:txBody>
      <dsp:txXfrm>
        <a:off x="5891" y="3403925"/>
        <a:ext cx="445872" cy="222936"/>
      </dsp:txXfrm>
    </dsp:sp>
    <dsp:sp modelId="{72D2B8FF-240C-48D8-B9C2-7DFE3AF7CB3B}">
      <dsp:nvSpPr>
        <dsp:cNvPr id="0" name=""/>
        <dsp:cNvSpPr/>
      </dsp:nvSpPr>
      <dsp:spPr>
        <a:xfrm>
          <a:off x="117359" y="372049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Stakeholder Analysis</a:t>
          </a:r>
        </a:p>
      </dsp:txBody>
      <dsp:txXfrm>
        <a:off x="117359" y="3720495"/>
        <a:ext cx="445872" cy="222936"/>
      </dsp:txXfrm>
    </dsp:sp>
    <dsp:sp modelId="{6E9D13A8-0DB7-413A-B469-C6A4E066CD8F}">
      <dsp:nvSpPr>
        <dsp:cNvPr id="0" name=""/>
        <dsp:cNvSpPr/>
      </dsp:nvSpPr>
      <dsp:spPr>
        <a:xfrm>
          <a:off x="117359" y="403706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Current State Assessment</a:t>
          </a:r>
        </a:p>
      </dsp:txBody>
      <dsp:txXfrm>
        <a:off x="117359" y="4037065"/>
        <a:ext cx="445872" cy="222936"/>
      </dsp:txXfrm>
    </dsp:sp>
    <dsp:sp modelId="{9012A185-18BF-409B-A29A-93BEC0571132}">
      <dsp:nvSpPr>
        <dsp:cNvPr id="0" name=""/>
        <dsp:cNvSpPr/>
      </dsp:nvSpPr>
      <dsp:spPr>
        <a:xfrm>
          <a:off x="117359" y="4353634"/>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Process Assessment</a:t>
          </a:r>
        </a:p>
      </dsp:txBody>
      <dsp:txXfrm>
        <a:off x="117359" y="4353634"/>
        <a:ext cx="445872" cy="222936"/>
      </dsp:txXfrm>
    </dsp:sp>
    <dsp:sp modelId="{114778C6-162F-4F5E-9259-25B75E9473B4}">
      <dsp:nvSpPr>
        <dsp:cNvPr id="0" name=""/>
        <dsp:cNvSpPr/>
      </dsp:nvSpPr>
      <dsp:spPr>
        <a:xfrm>
          <a:off x="545397" y="3403925"/>
          <a:ext cx="445872" cy="222936"/>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Governance Discovery</a:t>
          </a:r>
        </a:p>
      </dsp:txBody>
      <dsp:txXfrm>
        <a:off x="545397" y="3403925"/>
        <a:ext cx="445872" cy="222936"/>
      </dsp:txXfrm>
    </dsp:sp>
    <dsp:sp modelId="{DF5DCAF9-CCDB-4E48-AFBD-27692A5C4A09}">
      <dsp:nvSpPr>
        <dsp:cNvPr id="0" name=""/>
        <dsp:cNvSpPr/>
      </dsp:nvSpPr>
      <dsp:spPr>
        <a:xfrm>
          <a:off x="656865" y="372049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Ownership Assessment</a:t>
          </a:r>
        </a:p>
      </dsp:txBody>
      <dsp:txXfrm>
        <a:off x="656865" y="3720495"/>
        <a:ext cx="445872" cy="222936"/>
      </dsp:txXfrm>
    </dsp:sp>
    <dsp:sp modelId="{1ED44247-7FCD-405D-85D8-BB575DBE246A}">
      <dsp:nvSpPr>
        <dsp:cNvPr id="0" name=""/>
        <dsp:cNvSpPr/>
      </dsp:nvSpPr>
      <dsp:spPr>
        <a:xfrm>
          <a:off x="656865" y="403706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Governance Assessment</a:t>
          </a:r>
        </a:p>
      </dsp:txBody>
      <dsp:txXfrm>
        <a:off x="656865" y="4037065"/>
        <a:ext cx="445872" cy="222936"/>
      </dsp:txXfrm>
    </dsp:sp>
    <dsp:sp modelId="{9CDF834E-7890-4531-B27E-8C67A6143810}">
      <dsp:nvSpPr>
        <dsp:cNvPr id="0" name=""/>
        <dsp:cNvSpPr/>
      </dsp:nvSpPr>
      <dsp:spPr>
        <a:xfrm>
          <a:off x="656865" y="4353634"/>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Decision Framework</a:t>
          </a:r>
        </a:p>
      </dsp:txBody>
      <dsp:txXfrm>
        <a:off x="656865" y="4353634"/>
        <a:ext cx="445872" cy="222936"/>
      </dsp:txXfrm>
    </dsp:sp>
    <dsp:sp modelId="{B1DC4D10-5390-4F55-B09B-F65D02043EED}">
      <dsp:nvSpPr>
        <dsp:cNvPr id="0" name=""/>
        <dsp:cNvSpPr/>
      </dsp:nvSpPr>
      <dsp:spPr>
        <a:xfrm>
          <a:off x="1084903" y="3403925"/>
          <a:ext cx="445872" cy="222936"/>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Architecture Discovery</a:t>
          </a:r>
        </a:p>
      </dsp:txBody>
      <dsp:txXfrm>
        <a:off x="1084903" y="3403925"/>
        <a:ext cx="445872" cy="222936"/>
      </dsp:txXfrm>
    </dsp:sp>
    <dsp:sp modelId="{153960CB-5236-4EAC-AF71-1F1D5B0AFFB5}">
      <dsp:nvSpPr>
        <dsp:cNvPr id="0" name=""/>
        <dsp:cNvSpPr/>
      </dsp:nvSpPr>
      <dsp:spPr>
        <a:xfrm>
          <a:off x="1196371" y="372049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System Landscape Assessment</a:t>
          </a:r>
        </a:p>
      </dsp:txBody>
      <dsp:txXfrm>
        <a:off x="1196371" y="3720495"/>
        <a:ext cx="445872" cy="222936"/>
      </dsp:txXfrm>
    </dsp:sp>
    <dsp:sp modelId="{444BBF2F-D161-49C9-A35C-33721E8A2C3F}">
      <dsp:nvSpPr>
        <dsp:cNvPr id="0" name=""/>
        <dsp:cNvSpPr/>
      </dsp:nvSpPr>
      <dsp:spPr>
        <a:xfrm>
          <a:off x="1196371" y="403706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Integration Assessment</a:t>
          </a:r>
        </a:p>
      </dsp:txBody>
      <dsp:txXfrm>
        <a:off x="1196371" y="4037065"/>
        <a:ext cx="445872" cy="222936"/>
      </dsp:txXfrm>
    </dsp:sp>
    <dsp:sp modelId="{81D7E6B9-D027-414C-AF90-A09F55001369}">
      <dsp:nvSpPr>
        <dsp:cNvPr id="0" name=""/>
        <dsp:cNvSpPr/>
      </dsp:nvSpPr>
      <dsp:spPr>
        <a:xfrm>
          <a:off x="1624409" y="3403925"/>
          <a:ext cx="445872" cy="222936"/>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Dependency Discovery</a:t>
          </a:r>
        </a:p>
      </dsp:txBody>
      <dsp:txXfrm>
        <a:off x="1624409" y="3403925"/>
        <a:ext cx="445872" cy="222936"/>
      </dsp:txXfrm>
    </dsp:sp>
    <dsp:sp modelId="{96598CCD-E1AA-44A4-B0AD-B711BFE8C567}">
      <dsp:nvSpPr>
        <dsp:cNvPr id="0" name=""/>
        <dsp:cNvSpPr/>
      </dsp:nvSpPr>
      <dsp:spPr>
        <a:xfrm>
          <a:off x="1735877" y="372049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QRO Dependency Map</a:t>
          </a:r>
        </a:p>
      </dsp:txBody>
      <dsp:txXfrm>
        <a:off x="1735877" y="3720495"/>
        <a:ext cx="445872" cy="222936"/>
      </dsp:txXfrm>
    </dsp:sp>
    <dsp:sp modelId="{2D64400F-78A9-4756-A506-9C724BB03560}">
      <dsp:nvSpPr>
        <dsp:cNvPr id="0" name=""/>
        <dsp:cNvSpPr/>
      </dsp:nvSpPr>
      <dsp:spPr>
        <a:xfrm>
          <a:off x="1735877" y="403706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Legislative Assessment</a:t>
          </a:r>
        </a:p>
      </dsp:txBody>
      <dsp:txXfrm>
        <a:off x="1735877" y="4037065"/>
        <a:ext cx="445872" cy="222936"/>
      </dsp:txXfrm>
    </dsp:sp>
    <dsp:sp modelId="{7318A7D7-297B-4941-875A-939742AAAF70}">
      <dsp:nvSpPr>
        <dsp:cNvPr id="0" name=""/>
        <dsp:cNvSpPr/>
      </dsp:nvSpPr>
      <dsp:spPr>
        <a:xfrm>
          <a:off x="1735877" y="4353634"/>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Funding Assessment</a:t>
          </a:r>
        </a:p>
      </dsp:txBody>
      <dsp:txXfrm>
        <a:off x="1735877" y="4353634"/>
        <a:ext cx="445872" cy="222936"/>
      </dsp:txXfrm>
    </dsp:sp>
    <dsp:sp modelId="{FD613575-A898-41F5-896E-E77AA5B9E5C7}">
      <dsp:nvSpPr>
        <dsp:cNvPr id="0" name=""/>
        <dsp:cNvSpPr/>
      </dsp:nvSpPr>
      <dsp:spPr>
        <a:xfrm>
          <a:off x="2433668" y="3087356"/>
          <a:ext cx="445872" cy="22293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Design</a:t>
          </a:r>
        </a:p>
      </dsp:txBody>
      <dsp:txXfrm>
        <a:off x="2433668" y="3087356"/>
        <a:ext cx="445872" cy="222936"/>
      </dsp:txXfrm>
    </dsp:sp>
    <dsp:sp modelId="{7E7B8DB1-C87B-46F0-874A-E7F1E8220E19}">
      <dsp:nvSpPr>
        <dsp:cNvPr id="0" name=""/>
        <dsp:cNvSpPr/>
      </dsp:nvSpPr>
      <dsp:spPr>
        <a:xfrm>
          <a:off x="2163915" y="3403925"/>
          <a:ext cx="445872" cy="222936"/>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Governance Design</a:t>
          </a:r>
        </a:p>
      </dsp:txBody>
      <dsp:txXfrm>
        <a:off x="2163915" y="3403925"/>
        <a:ext cx="445872" cy="222936"/>
      </dsp:txXfrm>
    </dsp:sp>
    <dsp:sp modelId="{0999E4C7-D8A2-4AF2-977F-87B492328EBB}">
      <dsp:nvSpPr>
        <dsp:cNvPr id="0" name=""/>
        <dsp:cNvSpPr/>
      </dsp:nvSpPr>
      <dsp:spPr>
        <a:xfrm>
          <a:off x="2275383" y="372049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Future Operating Model</a:t>
          </a:r>
        </a:p>
      </dsp:txBody>
      <dsp:txXfrm>
        <a:off x="2275383" y="3720495"/>
        <a:ext cx="445872" cy="222936"/>
      </dsp:txXfrm>
    </dsp:sp>
    <dsp:sp modelId="{3D7B121C-CF22-4E06-9351-0E71D9A4EC23}">
      <dsp:nvSpPr>
        <dsp:cNvPr id="0" name=""/>
        <dsp:cNvSpPr/>
      </dsp:nvSpPr>
      <dsp:spPr>
        <a:xfrm>
          <a:off x="2275383" y="403706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Governance Framework</a:t>
          </a:r>
        </a:p>
      </dsp:txBody>
      <dsp:txXfrm>
        <a:off x="2275383" y="4037065"/>
        <a:ext cx="445872" cy="222936"/>
      </dsp:txXfrm>
    </dsp:sp>
    <dsp:sp modelId="{50ECADE4-F65D-479E-A062-3A524D075131}">
      <dsp:nvSpPr>
        <dsp:cNvPr id="0" name=""/>
        <dsp:cNvSpPr/>
      </dsp:nvSpPr>
      <dsp:spPr>
        <a:xfrm>
          <a:off x="2275383" y="4353634"/>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Ownership Model</a:t>
          </a:r>
        </a:p>
      </dsp:txBody>
      <dsp:txXfrm>
        <a:off x="2275383" y="4353634"/>
        <a:ext cx="445872" cy="222936"/>
      </dsp:txXfrm>
    </dsp:sp>
    <dsp:sp modelId="{0467C9F2-1327-4A3E-B2E2-4C82F5B4348F}">
      <dsp:nvSpPr>
        <dsp:cNvPr id="0" name=""/>
        <dsp:cNvSpPr/>
      </dsp:nvSpPr>
      <dsp:spPr>
        <a:xfrm>
          <a:off x="2703421" y="3403925"/>
          <a:ext cx="445872" cy="222936"/>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Data Design</a:t>
          </a:r>
        </a:p>
      </dsp:txBody>
      <dsp:txXfrm>
        <a:off x="2703421" y="3403925"/>
        <a:ext cx="445872" cy="222936"/>
      </dsp:txXfrm>
    </dsp:sp>
    <dsp:sp modelId="{2F4B6304-7B09-453F-AAB4-68E39E988078}">
      <dsp:nvSpPr>
        <dsp:cNvPr id="0" name=""/>
        <dsp:cNvSpPr/>
      </dsp:nvSpPr>
      <dsp:spPr>
        <a:xfrm>
          <a:off x="2814889" y="372049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Data Governance Model</a:t>
          </a:r>
        </a:p>
      </dsp:txBody>
      <dsp:txXfrm>
        <a:off x="2814889" y="3720495"/>
        <a:ext cx="445872" cy="222936"/>
      </dsp:txXfrm>
    </dsp:sp>
    <dsp:sp modelId="{08009F0F-6DB3-44EF-80BD-E0F5863E561B}">
      <dsp:nvSpPr>
        <dsp:cNvPr id="0" name=""/>
        <dsp:cNvSpPr/>
      </dsp:nvSpPr>
      <dsp:spPr>
        <a:xfrm>
          <a:off x="2814889" y="403706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Information Model</a:t>
          </a:r>
        </a:p>
      </dsp:txBody>
      <dsp:txXfrm>
        <a:off x="2814889" y="4037065"/>
        <a:ext cx="445872" cy="222936"/>
      </dsp:txXfrm>
    </dsp:sp>
    <dsp:sp modelId="{AD8F3E5D-6877-4434-88B6-859210680E76}">
      <dsp:nvSpPr>
        <dsp:cNvPr id="0" name=""/>
        <dsp:cNvSpPr/>
      </dsp:nvSpPr>
      <dsp:spPr>
        <a:xfrm>
          <a:off x="3512680" y="3087356"/>
          <a:ext cx="445872" cy="22293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Delivery</a:t>
          </a:r>
        </a:p>
      </dsp:txBody>
      <dsp:txXfrm>
        <a:off x="3512680" y="3087356"/>
        <a:ext cx="445872" cy="222936"/>
      </dsp:txXfrm>
    </dsp:sp>
    <dsp:sp modelId="{A58D9CD5-EC7C-4E1A-924A-3E2D405A4473}">
      <dsp:nvSpPr>
        <dsp:cNvPr id="0" name=""/>
        <dsp:cNvSpPr/>
      </dsp:nvSpPr>
      <dsp:spPr>
        <a:xfrm>
          <a:off x="3242927" y="3403925"/>
          <a:ext cx="445872" cy="222936"/>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Governance Implementation</a:t>
          </a:r>
        </a:p>
      </dsp:txBody>
      <dsp:txXfrm>
        <a:off x="3242927" y="3403925"/>
        <a:ext cx="445872" cy="222936"/>
      </dsp:txXfrm>
    </dsp:sp>
    <dsp:sp modelId="{7F026EC1-FEA9-4188-8949-AC14A7C35364}">
      <dsp:nvSpPr>
        <dsp:cNvPr id="0" name=""/>
        <dsp:cNvSpPr/>
      </dsp:nvSpPr>
      <dsp:spPr>
        <a:xfrm>
          <a:off x="3354395" y="372049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Governance Artefacts</a:t>
          </a:r>
        </a:p>
      </dsp:txBody>
      <dsp:txXfrm>
        <a:off x="3354395" y="3720495"/>
        <a:ext cx="445872" cy="222936"/>
      </dsp:txXfrm>
    </dsp:sp>
    <dsp:sp modelId="{F37A55F8-5CA0-44EA-A27F-DEFD5459FBD1}">
      <dsp:nvSpPr>
        <dsp:cNvPr id="0" name=""/>
        <dsp:cNvSpPr/>
      </dsp:nvSpPr>
      <dsp:spPr>
        <a:xfrm>
          <a:off x="3354395" y="403706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Committee Structures</a:t>
          </a:r>
        </a:p>
      </dsp:txBody>
      <dsp:txXfrm>
        <a:off x="3354395" y="4037065"/>
        <a:ext cx="445872" cy="222936"/>
      </dsp:txXfrm>
    </dsp:sp>
    <dsp:sp modelId="{05E57D69-EF45-4451-AA13-4E1C85B965D2}">
      <dsp:nvSpPr>
        <dsp:cNvPr id="0" name=""/>
        <dsp:cNvSpPr/>
      </dsp:nvSpPr>
      <dsp:spPr>
        <a:xfrm>
          <a:off x="3354395" y="4353634"/>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Management Process</a:t>
          </a:r>
        </a:p>
      </dsp:txBody>
      <dsp:txXfrm>
        <a:off x="3354395" y="4353634"/>
        <a:ext cx="445872" cy="222936"/>
      </dsp:txXfrm>
    </dsp:sp>
    <dsp:sp modelId="{01501F47-2992-41C1-8338-A9756C7A26EB}">
      <dsp:nvSpPr>
        <dsp:cNvPr id="0" name=""/>
        <dsp:cNvSpPr/>
      </dsp:nvSpPr>
      <dsp:spPr>
        <a:xfrm>
          <a:off x="3782433" y="3403925"/>
          <a:ext cx="445872" cy="222936"/>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Data Implementation</a:t>
          </a:r>
        </a:p>
      </dsp:txBody>
      <dsp:txXfrm>
        <a:off x="3782433" y="3403925"/>
        <a:ext cx="445872" cy="222936"/>
      </dsp:txXfrm>
    </dsp:sp>
    <dsp:sp modelId="{E4B478F0-0C52-450E-9A45-2F8E1AA33B44}">
      <dsp:nvSpPr>
        <dsp:cNvPr id="0" name=""/>
        <dsp:cNvSpPr/>
      </dsp:nvSpPr>
      <dsp:spPr>
        <a:xfrm>
          <a:off x="3893901" y="372049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Data Standards</a:t>
          </a:r>
        </a:p>
      </dsp:txBody>
      <dsp:txXfrm>
        <a:off x="3893901" y="3720495"/>
        <a:ext cx="445872" cy="222936"/>
      </dsp:txXfrm>
    </dsp:sp>
    <dsp:sp modelId="{E062CE4B-2AE7-4C8A-AA4F-0714A7829239}">
      <dsp:nvSpPr>
        <dsp:cNvPr id="0" name=""/>
        <dsp:cNvSpPr/>
      </dsp:nvSpPr>
      <dsp:spPr>
        <a:xfrm>
          <a:off x="3893901" y="403706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Ownership Controls</a:t>
          </a:r>
        </a:p>
      </dsp:txBody>
      <dsp:txXfrm>
        <a:off x="3893901" y="4037065"/>
        <a:ext cx="445872" cy="222936"/>
      </dsp:txXfrm>
    </dsp:sp>
    <dsp:sp modelId="{75BA3DE3-AA99-4354-BFB6-2EC60D0CF7E3}">
      <dsp:nvSpPr>
        <dsp:cNvPr id="0" name=""/>
        <dsp:cNvSpPr/>
      </dsp:nvSpPr>
      <dsp:spPr>
        <a:xfrm>
          <a:off x="4321939" y="3087356"/>
          <a:ext cx="445872" cy="22293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Transition</a:t>
          </a:r>
        </a:p>
      </dsp:txBody>
      <dsp:txXfrm>
        <a:off x="4321939" y="3087356"/>
        <a:ext cx="445872" cy="222936"/>
      </dsp:txXfrm>
    </dsp:sp>
    <dsp:sp modelId="{23097E6C-97B7-41BB-9997-9BFE1B6340E4}">
      <dsp:nvSpPr>
        <dsp:cNvPr id="0" name=""/>
        <dsp:cNvSpPr/>
      </dsp:nvSpPr>
      <dsp:spPr>
        <a:xfrm>
          <a:off x="4433407" y="3403925"/>
          <a:ext cx="445872" cy="222936"/>
        </a:xfrm>
        <a:prstGeom prst="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Adoption Plan</a:t>
          </a:r>
        </a:p>
      </dsp:txBody>
      <dsp:txXfrm>
        <a:off x="4433407" y="3403925"/>
        <a:ext cx="445872" cy="222936"/>
      </dsp:txXfrm>
    </dsp:sp>
    <dsp:sp modelId="{B3E40623-B9E3-4655-80EC-E0B100A35C66}">
      <dsp:nvSpPr>
        <dsp:cNvPr id="0" name=""/>
        <dsp:cNvSpPr/>
      </dsp:nvSpPr>
      <dsp:spPr>
        <a:xfrm>
          <a:off x="4433407" y="372049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Communications Plan</a:t>
          </a:r>
        </a:p>
      </dsp:txBody>
      <dsp:txXfrm>
        <a:off x="4433407" y="3720495"/>
        <a:ext cx="445872" cy="222936"/>
      </dsp:txXfrm>
    </dsp:sp>
    <dsp:sp modelId="{391ED59E-AF6A-4D4F-8DFD-EEC858818628}">
      <dsp:nvSpPr>
        <dsp:cNvPr id="0" name=""/>
        <dsp:cNvSpPr/>
      </dsp:nvSpPr>
      <dsp:spPr>
        <a:xfrm>
          <a:off x="4433407" y="403706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Benefits Baseline</a:t>
          </a:r>
        </a:p>
      </dsp:txBody>
      <dsp:txXfrm>
        <a:off x="4433407" y="4037065"/>
        <a:ext cx="445872" cy="222936"/>
      </dsp:txXfrm>
    </dsp:sp>
    <dsp:sp modelId="{78F581A2-A236-4AAE-9594-81595AF744C3}">
      <dsp:nvSpPr>
        <dsp:cNvPr id="0" name=""/>
        <dsp:cNvSpPr/>
      </dsp:nvSpPr>
      <dsp:spPr>
        <a:xfrm>
          <a:off x="5022013" y="2783540"/>
          <a:ext cx="3343608" cy="222936"/>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FMP Discovery</a:t>
          </a:r>
        </a:p>
      </dsp:txBody>
      <dsp:txXfrm>
        <a:off x="5022013" y="2783540"/>
        <a:ext cx="3343608" cy="222936"/>
      </dsp:txXfrm>
    </dsp:sp>
    <dsp:sp modelId="{CBCCDB28-3F6C-442B-8F77-E59A150F2BD3}">
      <dsp:nvSpPr>
        <dsp:cNvPr id="0" name=""/>
        <dsp:cNvSpPr/>
      </dsp:nvSpPr>
      <dsp:spPr>
        <a:xfrm>
          <a:off x="5605682" y="3087356"/>
          <a:ext cx="445872" cy="22293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Discovery</a:t>
          </a:r>
        </a:p>
      </dsp:txBody>
      <dsp:txXfrm>
        <a:off x="5605682" y="3087356"/>
        <a:ext cx="445872" cy="222936"/>
      </dsp:txXfrm>
    </dsp:sp>
    <dsp:sp modelId="{44868748-A325-4DCA-8BC0-281D89650CAB}">
      <dsp:nvSpPr>
        <dsp:cNvPr id="0" name=""/>
        <dsp:cNvSpPr/>
      </dsp:nvSpPr>
      <dsp:spPr>
        <a:xfrm>
          <a:off x="5066176" y="3403925"/>
          <a:ext cx="445872" cy="222936"/>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Business Discovery</a:t>
          </a:r>
        </a:p>
      </dsp:txBody>
      <dsp:txXfrm>
        <a:off x="5066176" y="3403925"/>
        <a:ext cx="445872" cy="222936"/>
      </dsp:txXfrm>
    </dsp:sp>
    <dsp:sp modelId="{8777B657-BEBB-472D-81F8-61A9B436AC46}">
      <dsp:nvSpPr>
        <dsp:cNvPr id="0" name=""/>
        <dsp:cNvSpPr/>
      </dsp:nvSpPr>
      <dsp:spPr>
        <a:xfrm>
          <a:off x="5177645" y="372049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Current Process Assessment</a:t>
          </a:r>
        </a:p>
      </dsp:txBody>
      <dsp:txXfrm>
        <a:off x="5177645" y="3720495"/>
        <a:ext cx="445872" cy="222936"/>
      </dsp:txXfrm>
    </dsp:sp>
    <dsp:sp modelId="{A2AAA75D-1CB4-407E-B3EE-D44AC4E02C6C}">
      <dsp:nvSpPr>
        <dsp:cNvPr id="0" name=""/>
        <dsp:cNvSpPr/>
      </dsp:nvSpPr>
      <dsp:spPr>
        <a:xfrm>
          <a:off x="5177645" y="403706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User Assessment</a:t>
          </a:r>
        </a:p>
      </dsp:txBody>
      <dsp:txXfrm>
        <a:off x="5177645" y="4037065"/>
        <a:ext cx="445872" cy="222936"/>
      </dsp:txXfrm>
    </dsp:sp>
    <dsp:sp modelId="{521C78FF-7CA1-4AA7-833D-CA886A648D64}">
      <dsp:nvSpPr>
        <dsp:cNvPr id="0" name=""/>
        <dsp:cNvSpPr/>
      </dsp:nvSpPr>
      <dsp:spPr>
        <a:xfrm>
          <a:off x="5605682" y="3403925"/>
          <a:ext cx="445872" cy="222936"/>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Technical Discovery</a:t>
          </a:r>
        </a:p>
      </dsp:txBody>
      <dsp:txXfrm>
        <a:off x="5605682" y="3403925"/>
        <a:ext cx="445872" cy="222936"/>
      </dsp:txXfrm>
    </dsp:sp>
    <dsp:sp modelId="{2D712440-CF72-4A12-BC8D-073CCB231704}">
      <dsp:nvSpPr>
        <dsp:cNvPr id="0" name=""/>
        <dsp:cNvSpPr/>
      </dsp:nvSpPr>
      <dsp:spPr>
        <a:xfrm>
          <a:off x="5717151" y="372049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Interface Assessment</a:t>
          </a:r>
        </a:p>
      </dsp:txBody>
      <dsp:txXfrm>
        <a:off x="5717151" y="3720495"/>
        <a:ext cx="445872" cy="222936"/>
      </dsp:txXfrm>
    </dsp:sp>
    <dsp:sp modelId="{F0F7D6E5-A88C-4133-A8A5-C224BE4DA5F4}">
      <dsp:nvSpPr>
        <dsp:cNvPr id="0" name=""/>
        <dsp:cNvSpPr/>
      </dsp:nvSpPr>
      <dsp:spPr>
        <a:xfrm>
          <a:off x="5717151" y="403706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Service Assessment</a:t>
          </a:r>
        </a:p>
      </dsp:txBody>
      <dsp:txXfrm>
        <a:off x="5717151" y="4037065"/>
        <a:ext cx="445872" cy="222936"/>
      </dsp:txXfrm>
    </dsp:sp>
    <dsp:sp modelId="{6FDB9B7C-8D5D-46A0-B56C-249811C37542}">
      <dsp:nvSpPr>
        <dsp:cNvPr id="0" name=""/>
        <dsp:cNvSpPr/>
      </dsp:nvSpPr>
      <dsp:spPr>
        <a:xfrm>
          <a:off x="5717151" y="4353634"/>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Integration Assessment</a:t>
          </a:r>
        </a:p>
      </dsp:txBody>
      <dsp:txXfrm>
        <a:off x="5717151" y="4353634"/>
        <a:ext cx="445872" cy="222936"/>
      </dsp:txXfrm>
    </dsp:sp>
    <dsp:sp modelId="{FED667C9-3818-4325-B600-3C457E3CEBBE}">
      <dsp:nvSpPr>
        <dsp:cNvPr id="0" name=""/>
        <dsp:cNvSpPr/>
      </dsp:nvSpPr>
      <dsp:spPr>
        <a:xfrm>
          <a:off x="6145188" y="3403925"/>
          <a:ext cx="445872" cy="222936"/>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Risk Discovery</a:t>
          </a:r>
        </a:p>
      </dsp:txBody>
      <dsp:txXfrm>
        <a:off x="6145188" y="3403925"/>
        <a:ext cx="445872" cy="222936"/>
      </dsp:txXfrm>
    </dsp:sp>
    <dsp:sp modelId="{5AE364EB-21F4-4655-9874-B208EC73C077}">
      <dsp:nvSpPr>
        <dsp:cNvPr id="0" name=""/>
        <dsp:cNvSpPr/>
      </dsp:nvSpPr>
      <dsp:spPr>
        <a:xfrm>
          <a:off x="6256657" y="372049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Gap Analysis</a:t>
          </a:r>
        </a:p>
      </dsp:txBody>
      <dsp:txXfrm>
        <a:off x="6256657" y="3720495"/>
        <a:ext cx="445872" cy="222936"/>
      </dsp:txXfrm>
    </dsp:sp>
    <dsp:sp modelId="{6B1DC200-7A53-450B-8E22-A0620754E96A}">
      <dsp:nvSpPr>
        <dsp:cNvPr id="0" name=""/>
        <dsp:cNvSpPr/>
      </dsp:nvSpPr>
      <dsp:spPr>
        <a:xfrm>
          <a:off x="6256657" y="403706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Risk Assessment</a:t>
          </a:r>
        </a:p>
      </dsp:txBody>
      <dsp:txXfrm>
        <a:off x="6256657" y="4037065"/>
        <a:ext cx="445872" cy="222936"/>
      </dsp:txXfrm>
    </dsp:sp>
    <dsp:sp modelId="{A150F277-B09F-4FB7-B48F-028FD128C30B}">
      <dsp:nvSpPr>
        <dsp:cNvPr id="0" name=""/>
        <dsp:cNvSpPr/>
      </dsp:nvSpPr>
      <dsp:spPr>
        <a:xfrm>
          <a:off x="6684694" y="3087356"/>
          <a:ext cx="445872" cy="22293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Design</a:t>
          </a:r>
        </a:p>
      </dsp:txBody>
      <dsp:txXfrm>
        <a:off x="6684694" y="3087356"/>
        <a:ext cx="445872" cy="222936"/>
      </dsp:txXfrm>
    </dsp:sp>
    <dsp:sp modelId="{65B3930C-8A36-4632-AC6A-6D195F2753BB}">
      <dsp:nvSpPr>
        <dsp:cNvPr id="0" name=""/>
        <dsp:cNvSpPr/>
      </dsp:nvSpPr>
      <dsp:spPr>
        <a:xfrm>
          <a:off x="6796163" y="340392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Future State Service Design</a:t>
          </a:r>
        </a:p>
      </dsp:txBody>
      <dsp:txXfrm>
        <a:off x="6796163" y="3403925"/>
        <a:ext cx="445872" cy="222936"/>
      </dsp:txXfrm>
    </dsp:sp>
    <dsp:sp modelId="{CF9C5661-AE5E-4877-A091-875D60A58AD6}">
      <dsp:nvSpPr>
        <dsp:cNvPr id="0" name=""/>
        <dsp:cNvSpPr/>
      </dsp:nvSpPr>
      <dsp:spPr>
        <a:xfrm>
          <a:off x="6796163" y="372049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Integration Design</a:t>
          </a:r>
        </a:p>
      </dsp:txBody>
      <dsp:txXfrm>
        <a:off x="6796163" y="3720495"/>
        <a:ext cx="445872" cy="222936"/>
      </dsp:txXfrm>
    </dsp:sp>
    <dsp:sp modelId="{03EF00E0-31C5-48BD-84E9-308CC687DD98}">
      <dsp:nvSpPr>
        <dsp:cNvPr id="0" name=""/>
        <dsp:cNvSpPr/>
      </dsp:nvSpPr>
      <dsp:spPr>
        <a:xfrm>
          <a:off x="7224200" y="3087356"/>
          <a:ext cx="445872" cy="22293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Delivery</a:t>
          </a:r>
        </a:p>
      </dsp:txBody>
      <dsp:txXfrm>
        <a:off x="7224200" y="3087356"/>
        <a:ext cx="445872" cy="222936"/>
      </dsp:txXfrm>
    </dsp:sp>
    <dsp:sp modelId="{F30133F5-3406-41A6-B55A-93445E05674A}">
      <dsp:nvSpPr>
        <dsp:cNvPr id="0" name=""/>
        <dsp:cNvSpPr/>
      </dsp:nvSpPr>
      <dsp:spPr>
        <a:xfrm>
          <a:off x="7335668" y="340392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Interface Enhancements</a:t>
          </a:r>
        </a:p>
      </dsp:txBody>
      <dsp:txXfrm>
        <a:off x="7335668" y="3403925"/>
        <a:ext cx="445872" cy="222936"/>
      </dsp:txXfrm>
    </dsp:sp>
    <dsp:sp modelId="{1FD3349E-B7F0-445C-9F5A-A0E3B46153A8}">
      <dsp:nvSpPr>
        <dsp:cNvPr id="0" name=""/>
        <dsp:cNvSpPr/>
      </dsp:nvSpPr>
      <dsp:spPr>
        <a:xfrm>
          <a:off x="7335668" y="372049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Service Enhancements</a:t>
          </a:r>
        </a:p>
      </dsp:txBody>
      <dsp:txXfrm>
        <a:off x="7335668" y="3720495"/>
        <a:ext cx="445872" cy="222936"/>
      </dsp:txXfrm>
    </dsp:sp>
    <dsp:sp modelId="{1ABB0C15-4794-401E-B514-BD2AE4F05ABA}">
      <dsp:nvSpPr>
        <dsp:cNvPr id="0" name=""/>
        <dsp:cNvSpPr/>
      </dsp:nvSpPr>
      <dsp:spPr>
        <a:xfrm>
          <a:off x="7763706" y="3087356"/>
          <a:ext cx="445872" cy="22293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Transition</a:t>
          </a:r>
        </a:p>
      </dsp:txBody>
      <dsp:txXfrm>
        <a:off x="7763706" y="3087356"/>
        <a:ext cx="445872" cy="222936"/>
      </dsp:txXfrm>
    </dsp:sp>
    <dsp:sp modelId="{FE5FEA03-2487-4BD7-92F2-3682D35C906F}">
      <dsp:nvSpPr>
        <dsp:cNvPr id="0" name=""/>
        <dsp:cNvSpPr/>
      </dsp:nvSpPr>
      <dsp:spPr>
        <a:xfrm>
          <a:off x="7875174" y="340392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Release Readiness Assessment</a:t>
          </a:r>
        </a:p>
      </dsp:txBody>
      <dsp:txXfrm>
        <a:off x="7875174" y="3403925"/>
        <a:ext cx="445872" cy="222936"/>
      </dsp:txXfrm>
    </dsp:sp>
    <dsp:sp modelId="{A7AA82AC-ADA1-4B1D-A9EC-234937F83FB3}">
      <dsp:nvSpPr>
        <dsp:cNvPr id="0" name=""/>
        <dsp:cNvSpPr/>
      </dsp:nvSpPr>
      <dsp:spPr>
        <a:xfrm>
          <a:off x="7875174" y="372049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Operational Handover</a:t>
          </a:r>
        </a:p>
      </dsp:txBody>
      <dsp:txXfrm>
        <a:off x="7875174" y="3720495"/>
        <a:ext cx="445872" cy="222936"/>
      </dsp:txXfrm>
    </dsp:sp>
    <dsp:sp modelId="{016EC23A-2D0E-41F6-A49C-4A8A9AA629EE}">
      <dsp:nvSpPr>
        <dsp:cNvPr id="0" name=""/>
        <dsp:cNvSpPr/>
      </dsp:nvSpPr>
      <dsp:spPr>
        <a:xfrm>
          <a:off x="8463517" y="2789836"/>
          <a:ext cx="3247861" cy="222936"/>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IAP IIPS</a:t>
          </a:r>
        </a:p>
      </dsp:txBody>
      <dsp:txXfrm>
        <a:off x="8463517" y="2789836"/>
        <a:ext cx="3247861" cy="222936"/>
      </dsp:txXfrm>
    </dsp:sp>
    <dsp:sp modelId="{D593024A-E896-4B3C-805A-883F983D38BF}">
      <dsp:nvSpPr>
        <dsp:cNvPr id="0" name=""/>
        <dsp:cNvSpPr/>
      </dsp:nvSpPr>
      <dsp:spPr>
        <a:xfrm>
          <a:off x="8995051" y="3087356"/>
          <a:ext cx="445872" cy="22293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Discovery</a:t>
          </a:r>
        </a:p>
      </dsp:txBody>
      <dsp:txXfrm>
        <a:off x="8995051" y="3087356"/>
        <a:ext cx="445872" cy="222936"/>
      </dsp:txXfrm>
    </dsp:sp>
    <dsp:sp modelId="{04AB55FC-4158-4DA1-BAA8-B447C65C8BE9}">
      <dsp:nvSpPr>
        <dsp:cNvPr id="0" name=""/>
        <dsp:cNvSpPr/>
      </dsp:nvSpPr>
      <dsp:spPr>
        <a:xfrm>
          <a:off x="8455545" y="3403925"/>
          <a:ext cx="445872" cy="222936"/>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Business Discovery</a:t>
          </a:r>
        </a:p>
      </dsp:txBody>
      <dsp:txXfrm>
        <a:off x="8455545" y="3403925"/>
        <a:ext cx="445872" cy="222936"/>
      </dsp:txXfrm>
    </dsp:sp>
    <dsp:sp modelId="{9E77FDDB-26F2-4849-8BF5-448F3FC8FE97}">
      <dsp:nvSpPr>
        <dsp:cNvPr id="0" name=""/>
        <dsp:cNvSpPr/>
      </dsp:nvSpPr>
      <dsp:spPr>
        <a:xfrm>
          <a:off x="8567013" y="372049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Current Process Assessment</a:t>
          </a:r>
        </a:p>
      </dsp:txBody>
      <dsp:txXfrm>
        <a:off x="8567013" y="3720495"/>
        <a:ext cx="445872" cy="222936"/>
      </dsp:txXfrm>
    </dsp:sp>
    <dsp:sp modelId="{982B58A4-6712-49D3-9258-A51AD9D376C4}">
      <dsp:nvSpPr>
        <dsp:cNvPr id="0" name=""/>
        <dsp:cNvSpPr/>
      </dsp:nvSpPr>
      <dsp:spPr>
        <a:xfrm>
          <a:off x="8567013" y="403706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User Assessment</a:t>
          </a:r>
        </a:p>
      </dsp:txBody>
      <dsp:txXfrm>
        <a:off x="8567013" y="4037065"/>
        <a:ext cx="445872" cy="222936"/>
      </dsp:txXfrm>
    </dsp:sp>
    <dsp:sp modelId="{B6378806-49CA-4D63-81AB-2A60634B7546}">
      <dsp:nvSpPr>
        <dsp:cNvPr id="0" name=""/>
        <dsp:cNvSpPr/>
      </dsp:nvSpPr>
      <dsp:spPr>
        <a:xfrm>
          <a:off x="8995051" y="3403925"/>
          <a:ext cx="445872" cy="222936"/>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Technical Discovery</a:t>
          </a:r>
        </a:p>
      </dsp:txBody>
      <dsp:txXfrm>
        <a:off x="8995051" y="3403925"/>
        <a:ext cx="445872" cy="222936"/>
      </dsp:txXfrm>
    </dsp:sp>
    <dsp:sp modelId="{9EBAE069-6189-4587-B422-157C336D974B}">
      <dsp:nvSpPr>
        <dsp:cNvPr id="0" name=""/>
        <dsp:cNvSpPr/>
      </dsp:nvSpPr>
      <dsp:spPr>
        <a:xfrm>
          <a:off x="9106519" y="372049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Interface Assessment</a:t>
          </a:r>
        </a:p>
      </dsp:txBody>
      <dsp:txXfrm>
        <a:off x="9106519" y="3720495"/>
        <a:ext cx="445872" cy="222936"/>
      </dsp:txXfrm>
    </dsp:sp>
    <dsp:sp modelId="{9C98FF22-66D9-4579-8474-56B2E1852D8C}">
      <dsp:nvSpPr>
        <dsp:cNvPr id="0" name=""/>
        <dsp:cNvSpPr/>
      </dsp:nvSpPr>
      <dsp:spPr>
        <a:xfrm>
          <a:off x="9106519" y="403706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Service Assessments</a:t>
          </a:r>
        </a:p>
      </dsp:txBody>
      <dsp:txXfrm>
        <a:off x="9106519" y="4037065"/>
        <a:ext cx="445872" cy="222936"/>
      </dsp:txXfrm>
    </dsp:sp>
    <dsp:sp modelId="{A5738042-D9AE-4BB5-8432-4264713EA48F}">
      <dsp:nvSpPr>
        <dsp:cNvPr id="0" name=""/>
        <dsp:cNvSpPr/>
      </dsp:nvSpPr>
      <dsp:spPr>
        <a:xfrm>
          <a:off x="9106519" y="4353634"/>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Integration Assessment</a:t>
          </a:r>
        </a:p>
      </dsp:txBody>
      <dsp:txXfrm>
        <a:off x="9106519" y="4353634"/>
        <a:ext cx="445872" cy="222936"/>
      </dsp:txXfrm>
    </dsp:sp>
    <dsp:sp modelId="{DCD3270A-B079-4076-AAFD-1EB3816C8287}">
      <dsp:nvSpPr>
        <dsp:cNvPr id="0" name=""/>
        <dsp:cNvSpPr/>
      </dsp:nvSpPr>
      <dsp:spPr>
        <a:xfrm>
          <a:off x="9534557" y="3403925"/>
          <a:ext cx="445872" cy="222936"/>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Risk Discovery</a:t>
          </a:r>
        </a:p>
      </dsp:txBody>
      <dsp:txXfrm>
        <a:off x="9534557" y="3403925"/>
        <a:ext cx="445872" cy="222936"/>
      </dsp:txXfrm>
    </dsp:sp>
    <dsp:sp modelId="{9C8049AD-2E8C-48B4-9812-2C628B223477}">
      <dsp:nvSpPr>
        <dsp:cNvPr id="0" name=""/>
        <dsp:cNvSpPr/>
      </dsp:nvSpPr>
      <dsp:spPr>
        <a:xfrm>
          <a:off x="9646025" y="372049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Gap Analysis</a:t>
          </a:r>
        </a:p>
      </dsp:txBody>
      <dsp:txXfrm>
        <a:off x="9646025" y="3720495"/>
        <a:ext cx="445872" cy="222936"/>
      </dsp:txXfrm>
    </dsp:sp>
    <dsp:sp modelId="{1F22E27E-FD58-4747-974E-5B630661B9EE}">
      <dsp:nvSpPr>
        <dsp:cNvPr id="0" name=""/>
        <dsp:cNvSpPr/>
      </dsp:nvSpPr>
      <dsp:spPr>
        <a:xfrm>
          <a:off x="9646025" y="403706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Risk Assessment</a:t>
          </a:r>
        </a:p>
      </dsp:txBody>
      <dsp:txXfrm>
        <a:off x="9646025" y="4037065"/>
        <a:ext cx="445872" cy="222936"/>
      </dsp:txXfrm>
    </dsp:sp>
    <dsp:sp modelId="{054845E0-1595-4919-84D7-8171D626E127}">
      <dsp:nvSpPr>
        <dsp:cNvPr id="0" name=""/>
        <dsp:cNvSpPr/>
      </dsp:nvSpPr>
      <dsp:spPr>
        <a:xfrm>
          <a:off x="10074063" y="3087356"/>
          <a:ext cx="445872" cy="22293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Design</a:t>
          </a:r>
        </a:p>
      </dsp:txBody>
      <dsp:txXfrm>
        <a:off x="10074063" y="3087356"/>
        <a:ext cx="445872" cy="222936"/>
      </dsp:txXfrm>
    </dsp:sp>
    <dsp:sp modelId="{3D460071-6F55-48AA-AC92-3703B78B301A}">
      <dsp:nvSpPr>
        <dsp:cNvPr id="0" name=""/>
        <dsp:cNvSpPr/>
      </dsp:nvSpPr>
      <dsp:spPr>
        <a:xfrm>
          <a:off x="10185531" y="340392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Future State Service Design</a:t>
          </a:r>
        </a:p>
      </dsp:txBody>
      <dsp:txXfrm>
        <a:off x="10185531" y="3403925"/>
        <a:ext cx="445872" cy="222936"/>
      </dsp:txXfrm>
    </dsp:sp>
    <dsp:sp modelId="{8920FAAA-ACF2-40E3-A0AA-FC9035055F3E}">
      <dsp:nvSpPr>
        <dsp:cNvPr id="0" name=""/>
        <dsp:cNvSpPr/>
      </dsp:nvSpPr>
      <dsp:spPr>
        <a:xfrm>
          <a:off x="10185531" y="372049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Integration Design</a:t>
          </a:r>
        </a:p>
      </dsp:txBody>
      <dsp:txXfrm>
        <a:off x="10185531" y="3720495"/>
        <a:ext cx="445872" cy="222936"/>
      </dsp:txXfrm>
    </dsp:sp>
    <dsp:sp modelId="{3C360F7E-7844-4739-8475-E996CB1CA7A9}">
      <dsp:nvSpPr>
        <dsp:cNvPr id="0" name=""/>
        <dsp:cNvSpPr/>
      </dsp:nvSpPr>
      <dsp:spPr>
        <a:xfrm>
          <a:off x="10613569" y="3087356"/>
          <a:ext cx="445872" cy="22293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Delivery</a:t>
          </a:r>
        </a:p>
      </dsp:txBody>
      <dsp:txXfrm>
        <a:off x="10613569" y="3087356"/>
        <a:ext cx="445872" cy="222936"/>
      </dsp:txXfrm>
    </dsp:sp>
    <dsp:sp modelId="{D2D40A3A-4418-4AB6-80F4-22869980615E}">
      <dsp:nvSpPr>
        <dsp:cNvPr id="0" name=""/>
        <dsp:cNvSpPr/>
      </dsp:nvSpPr>
      <dsp:spPr>
        <a:xfrm>
          <a:off x="10725037" y="340392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Interface Enhancements</a:t>
          </a:r>
        </a:p>
      </dsp:txBody>
      <dsp:txXfrm>
        <a:off x="10725037" y="3403925"/>
        <a:ext cx="445872" cy="222936"/>
      </dsp:txXfrm>
    </dsp:sp>
    <dsp:sp modelId="{FF320AAD-3D72-4328-98E0-796491D8321C}">
      <dsp:nvSpPr>
        <dsp:cNvPr id="0" name=""/>
        <dsp:cNvSpPr/>
      </dsp:nvSpPr>
      <dsp:spPr>
        <a:xfrm>
          <a:off x="10725037" y="372049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Service Enhancements</a:t>
          </a:r>
        </a:p>
      </dsp:txBody>
      <dsp:txXfrm>
        <a:off x="10725037" y="3720495"/>
        <a:ext cx="445872" cy="222936"/>
      </dsp:txXfrm>
    </dsp:sp>
    <dsp:sp modelId="{5F44CE33-4888-4023-9DCA-83E2955D0329}">
      <dsp:nvSpPr>
        <dsp:cNvPr id="0" name=""/>
        <dsp:cNvSpPr/>
      </dsp:nvSpPr>
      <dsp:spPr>
        <a:xfrm>
          <a:off x="11153075" y="3087356"/>
          <a:ext cx="445872" cy="22293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Transition</a:t>
          </a:r>
        </a:p>
      </dsp:txBody>
      <dsp:txXfrm>
        <a:off x="11153075" y="3087356"/>
        <a:ext cx="445872" cy="222936"/>
      </dsp:txXfrm>
    </dsp:sp>
    <dsp:sp modelId="{0645CADD-60E1-4E21-A2C0-E7D72A59F30F}">
      <dsp:nvSpPr>
        <dsp:cNvPr id="0" name=""/>
        <dsp:cNvSpPr/>
      </dsp:nvSpPr>
      <dsp:spPr>
        <a:xfrm>
          <a:off x="11264543" y="340392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Release Readiness Assessment</a:t>
          </a:r>
        </a:p>
      </dsp:txBody>
      <dsp:txXfrm>
        <a:off x="11264543" y="3403925"/>
        <a:ext cx="445872" cy="222936"/>
      </dsp:txXfrm>
    </dsp:sp>
    <dsp:sp modelId="{85A57EDB-BF19-4652-A983-201974F0CD01}">
      <dsp:nvSpPr>
        <dsp:cNvPr id="0" name=""/>
        <dsp:cNvSpPr/>
      </dsp:nvSpPr>
      <dsp:spPr>
        <a:xfrm>
          <a:off x="11264543" y="3720495"/>
          <a:ext cx="445872" cy="22293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Operational Handover</a:t>
          </a:r>
        </a:p>
      </dsp:txBody>
      <dsp:txXfrm>
        <a:off x="11264543" y="3720495"/>
        <a:ext cx="445872" cy="2229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9F980D-1625-4680-A60F-669D153BD48C}">
      <dsp:nvSpPr>
        <dsp:cNvPr id="0" name=""/>
        <dsp:cNvSpPr/>
      </dsp:nvSpPr>
      <dsp:spPr>
        <a:xfrm>
          <a:off x="0" y="651584"/>
          <a:ext cx="6253721" cy="11934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AU" sz="3000" kern="1200"/>
            <a:t>Registration and Vehicle Data Governance, Model and Ownership</a:t>
          </a:r>
          <a:endParaRPr lang="en-US" sz="3000" kern="1200"/>
        </a:p>
      </dsp:txBody>
      <dsp:txXfrm>
        <a:off x="58257" y="709841"/>
        <a:ext cx="6137207" cy="1076886"/>
      </dsp:txXfrm>
    </dsp:sp>
    <dsp:sp modelId="{A467622C-4471-4284-A909-3057EF570ECD}">
      <dsp:nvSpPr>
        <dsp:cNvPr id="0" name=""/>
        <dsp:cNvSpPr/>
      </dsp:nvSpPr>
      <dsp:spPr>
        <a:xfrm>
          <a:off x="0" y="1931384"/>
          <a:ext cx="6253721" cy="1193400"/>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AU" sz="3000" kern="1200"/>
            <a:t>Registration Enquiry Service</a:t>
          </a:r>
          <a:endParaRPr lang="en-US" sz="3000" kern="1200"/>
        </a:p>
      </dsp:txBody>
      <dsp:txXfrm>
        <a:off x="58257" y="1989641"/>
        <a:ext cx="6137207" cy="1076886"/>
      </dsp:txXfrm>
    </dsp:sp>
    <dsp:sp modelId="{CAECEB6B-BCBE-4898-934C-FFD403FDA405}">
      <dsp:nvSpPr>
        <dsp:cNvPr id="0" name=""/>
        <dsp:cNvSpPr/>
      </dsp:nvSpPr>
      <dsp:spPr>
        <a:xfrm>
          <a:off x="0" y="3211184"/>
          <a:ext cx="6253721" cy="119340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AU" sz="3000" kern="1200" dirty="0"/>
            <a:t>Vehicle Register</a:t>
          </a:r>
          <a:endParaRPr lang="en-US" sz="3000" kern="1200" dirty="0"/>
        </a:p>
      </dsp:txBody>
      <dsp:txXfrm>
        <a:off x="58257" y="3269441"/>
        <a:ext cx="6137207" cy="107688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BC911E-AAFB-4699-9CB1-11568064295C}">
      <dsp:nvSpPr>
        <dsp:cNvPr id="0" name=""/>
        <dsp:cNvSpPr/>
      </dsp:nvSpPr>
      <dsp:spPr>
        <a:xfrm>
          <a:off x="5775835" y="1081012"/>
          <a:ext cx="92964" cy="1035889"/>
        </a:xfrm>
        <a:custGeom>
          <a:avLst/>
          <a:gdLst/>
          <a:ahLst/>
          <a:cxnLst/>
          <a:rect l="0" t="0" r="0" b="0"/>
          <a:pathLst>
            <a:path>
              <a:moveTo>
                <a:pt x="92964" y="0"/>
              </a:moveTo>
              <a:lnTo>
                <a:pt x="92964" y="1035889"/>
              </a:lnTo>
              <a:lnTo>
                <a:pt x="0" y="1035889"/>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CE9C18-8974-4B7C-A940-26941AA91D93}">
      <dsp:nvSpPr>
        <dsp:cNvPr id="0" name=""/>
        <dsp:cNvSpPr/>
      </dsp:nvSpPr>
      <dsp:spPr>
        <a:xfrm>
          <a:off x="5868799" y="1081012"/>
          <a:ext cx="92964" cy="407272"/>
        </a:xfrm>
        <a:custGeom>
          <a:avLst/>
          <a:gdLst/>
          <a:ahLst/>
          <a:cxnLst/>
          <a:rect l="0" t="0" r="0" b="0"/>
          <a:pathLst>
            <a:path>
              <a:moveTo>
                <a:pt x="0" y="0"/>
              </a:moveTo>
              <a:lnTo>
                <a:pt x="0" y="407272"/>
              </a:lnTo>
              <a:lnTo>
                <a:pt x="92964" y="40727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1FCC5DE-953D-45EF-870D-C0058B9C2A2D}">
      <dsp:nvSpPr>
        <dsp:cNvPr id="0" name=""/>
        <dsp:cNvSpPr/>
      </dsp:nvSpPr>
      <dsp:spPr>
        <a:xfrm>
          <a:off x="5775835" y="1081012"/>
          <a:ext cx="92964" cy="407272"/>
        </a:xfrm>
        <a:custGeom>
          <a:avLst/>
          <a:gdLst/>
          <a:ahLst/>
          <a:cxnLst/>
          <a:rect l="0" t="0" r="0" b="0"/>
          <a:pathLst>
            <a:path>
              <a:moveTo>
                <a:pt x="92964" y="0"/>
              </a:moveTo>
              <a:lnTo>
                <a:pt x="92964" y="407272"/>
              </a:lnTo>
              <a:lnTo>
                <a:pt x="0" y="40727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275E6C-EF52-44B6-A1FE-02C759FE80EB}">
      <dsp:nvSpPr>
        <dsp:cNvPr id="0" name=""/>
        <dsp:cNvSpPr/>
      </dsp:nvSpPr>
      <dsp:spPr>
        <a:xfrm>
          <a:off x="10908071"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489D5DD-FC37-42DE-962B-6993F423AF34}">
      <dsp:nvSpPr>
        <dsp:cNvPr id="0" name=""/>
        <dsp:cNvSpPr/>
      </dsp:nvSpPr>
      <dsp:spPr>
        <a:xfrm>
          <a:off x="11216501" y="2966863"/>
          <a:ext cx="91440" cy="185928"/>
        </a:xfrm>
        <a:custGeom>
          <a:avLst/>
          <a:gdLst/>
          <a:ahLst/>
          <a:cxnLst/>
          <a:rect l="0" t="0" r="0" b="0"/>
          <a:pathLst>
            <a:path>
              <a:moveTo>
                <a:pt x="45720" y="0"/>
              </a:moveTo>
              <a:lnTo>
                <a:pt x="4572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DC2B85-A8D5-4593-867F-DC0483840EB2}">
      <dsp:nvSpPr>
        <dsp:cNvPr id="0" name=""/>
        <dsp:cNvSpPr/>
      </dsp:nvSpPr>
      <dsp:spPr>
        <a:xfrm>
          <a:off x="5868799" y="1081012"/>
          <a:ext cx="5393421" cy="1443162"/>
        </a:xfrm>
        <a:custGeom>
          <a:avLst/>
          <a:gdLst/>
          <a:ahLst/>
          <a:cxnLst/>
          <a:rect l="0" t="0" r="0" b="0"/>
          <a:pathLst>
            <a:path>
              <a:moveTo>
                <a:pt x="0" y="0"/>
              </a:moveTo>
              <a:lnTo>
                <a:pt x="0" y="1350198"/>
              </a:lnTo>
              <a:lnTo>
                <a:pt x="5393421" y="1350198"/>
              </a:lnTo>
              <a:lnTo>
                <a:pt x="5393421" y="144316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13A015-EC16-4B9F-A988-FF8A7BBB88A6}">
      <dsp:nvSpPr>
        <dsp:cNvPr id="0" name=""/>
        <dsp:cNvSpPr/>
      </dsp:nvSpPr>
      <dsp:spPr>
        <a:xfrm>
          <a:off x="9808939"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43EF91F-8DA5-43EF-8EB3-BB146F5BF4EF}">
      <dsp:nvSpPr>
        <dsp:cNvPr id="0" name=""/>
        <dsp:cNvSpPr/>
      </dsp:nvSpPr>
      <dsp:spPr>
        <a:xfrm>
          <a:off x="9808939"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316BAB-E484-4713-88F8-60BFB9ECB2F9}">
      <dsp:nvSpPr>
        <dsp:cNvPr id="0" name=""/>
        <dsp:cNvSpPr/>
      </dsp:nvSpPr>
      <dsp:spPr>
        <a:xfrm>
          <a:off x="9627436" y="2966863"/>
          <a:ext cx="535652" cy="185928"/>
        </a:xfrm>
        <a:custGeom>
          <a:avLst/>
          <a:gdLst/>
          <a:ahLst/>
          <a:cxnLst/>
          <a:rect l="0" t="0" r="0" b="0"/>
          <a:pathLst>
            <a:path>
              <a:moveTo>
                <a:pt x="0" y="0"/>
              </a:moveTo>
              <a:lnTo>
                <a:pt x="0" y="92964"/>
              </a:lnTo>
              <a:lnTo>
                <a:pt x="535652" y="92964"/>
              </a:lnTo>
              <a:lnTo>
                <a:pt x="535652"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09402AC-4CF6-4F22-8D6A-D3C1188B5393}">
      <dsp:nvSpPr>
        <dsp:cNvPr id="0" name=""/>
        <dsp:cNvSpPr/>
      </dsp:nvSpPr>
      <dsp:spPr>
        <a:xfrm>
          <a:off x="8737634"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2C6395-CDA7-4EB2-8956-CE67599F0711}">
      <dsp:nvSpPr>
        <dsp:cNvPr id="0" name=""/>
        <dsp:cNvSpPr/>
      </dsp:nvSpPr>
      <dsp:spPr>
        <a:xfrm>
          <a:off x="9091784" y="2966863"/>
          <a:ext cx="535652" cy="185928"/>
        </a:xfrm>
        <a:custGeom>
          <a:avLst/>
          <a:gdLst/>
          <a:ahLst/>
          <a:cxnLst/>
          <a:rect l="0" t="0" r="0" b="0"/>
          <a:pathLst>
            <a:path>
              <a:moveTo>
                <a:pt x="535652" y="0"/>
              </a:moveTo>
              <a:lnTo>
                <a:pt x="535652" y="92964"/>
              </a:lnTo>
              <a:lnTo>
                <a:pt x="0" y="92964"/>
              </a:lnTo>
              <a:lnTo>
                <a:pt x="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7FA171-3DC1-4B30-B97D-AAB0EE775448}">
      <dsp:nvSpPr>
        <dsp:cNvPr id="0" name=""/>
        <dsp:cNvSpPr/>
      </dsp:nvSpPr>
      <dsp:spPr>
        <a:xfrm>
          <a:off x="5868799" y="1081012"/>
          <a:ext cx="3758637" cy="1443162"/>
        </a:xfrm>
        <a:custGeom>
          <a:avLst/>
          <a:gdLst/>
          <a:ahLst/>
          <a:cxnLst/>
          <a:rect l="0" t="0" r="0" b="0"/>
          <a:pathLst>
            <a:path>
              <a:moveTo>
                <a:pt x="0" y="0"/>
              </a:moveTo>
              <a:lnTo>
                <a:pt x="0" y="1350198"/>
              </a:lnTo>
              <a:lnTo>
                <a:pt x="3758637" y="1350198"/>
              </a:lnTo>
              <a:lnTo>
                <a:pt x="3758637" y="144316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D600AC-D904-45AA-A6C7-5EAC376DA718}">
      <dsp:nvSpPr>
        <dsp:cNvPr id="0" name=""/>
        <dsp:cNvSpPr/>
      </dsp:nvSpPr>
      <dsp:spPr>
        <a:xfrm>
          <a:off x="7622649"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E6867E7-74AC-4BF1-A9FA-4AC7261C94EA}">
      <dsp:nvSpPr>
        <dsp:cNvPr id="0" name=""/>
        <dsp:cNvSpPr/>
      </dsp:nvSpPr>
      <dsp:spPr>
        <a:xfrm>
          <a:off x="7622649"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1396398-C9F6-48F4-AA4F-1E9F79E1591E}">
      <dsp:nvSpPr>
        <dsp:cNvPr id="0" name=""/>
        <dsp:cNvSpPr/>
      </dsp:nvSpPr>
      <dsp:spPr>
        <a:xfrm>
          <a:off x="7441147" y="2966863"/>
          <a:ext cx="535652" cy="185928"/>
        </a:xfrm>
        <a:custGeom>
          <a:avLst/>
          <a:gdLst/>
          <a:ahLst/>
          <a:cxnLst/>
          <a:rect l="0" t="0" r="0" b="0"/>
          <a:pathLst>
            <a:path>
              <a:moveTo>
                <a:pt x="0" y="0"/>
              </a:moveTo>
              <a:lnTo>
                <a:pt x="0" y="92964"/>
              </a:lnTo>
              <a:lnTo>
                <a:pt x="535652" y="92964"/>
              </a:lnTo>
              <a:lnTo>
                <a:pt x="535652"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7B956F-D72C-4AE4-8D9E-D5EAAA044204}">
      <dsp:nvSpPr>
        <dsp:cNvPr id="0" name=""/>
        <dsp:cNvSpPr/>
      </dsp:nvSpPr>
      <dsp:spPr>
        <a:xfrm>
          <a:off x="6551344"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104FA65-B4C0-4B7B-8F35-47D7504F3B76}">
      <dsp:nvSpPr>
        <dsp:cNvPr id="0" name=""/>
        <dsp:cNvSpPr/>
      </dsp:nvSpPr>
      <dsp:spPr>
        <a:xfrm>
          <a:off x="6551344"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F5DE40-A613-44B8-8873-5CB179E71291}">
      <dsp:nvSpPr>
        <dsp:cNvPr id="0" name=""/>
        <dsp:cNvSpPr/>
      </dsp:nvSpPr>
      <dsp:spPr>
        <a:xfrm>
          <a:off x="6905495" y="2966863"/>
          <a:ext cx="535652" cy="185928"/>
        </a:xfrm>
        <a:custGeom>
          <a:avLst/>
          <a:gdLst/>
          <a:ahLst/>
          <a:cxnLst/>
          <a:rect l="0" t="0" r="0" b="0"/>
          <a:pathLst>
            <a:path>
              <a:moveTo>
                <a:pt x="535652" y="0"/>
              </a:moveTo>
              <a:lnTo>
                <a:pt x="535652" y="92964"/>
              </a:lnTo>
              <a:lnTo>
                <a:pt x="0" y="92964"/>
              </a:lnTo>
              <a:lnTo>
                <a:pt x="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193982-A47D-4ECB-B6F6-8F1D6A7062BB}">
      <dsp:nvSpPr>
        <dsp:cNvPr id="0" name=""/>
        <dsp:cNvSpPr/>
      </dsp:nvSpPr>
      <dsp:spPr>
        <a:xfrm>
          <a:off x="5868799" y="1081012"/>
          <a:ext cx="1572347" cy="1443162"/>
        </a:xfrm>
        <a:custGeom>
          <a:avLst/>
          <a:gdLst/>
          <a:ahLst/>
          <a:cxnLst/>
          <a:rect l="0" t="0" r="0" b="0"/>
          <a:pathLst>
            <a:path>
              <a:moveTo>
                <a:pt x="0" y="0"/>
              </a:moveTo>
              <a:lnTo>
                <a:pt x="0" y="1350198"/>
              </a:lnTo>
              <a:lnTo>
                <a:pt x="1572347" y="1350198"/>
              </a:lnTo>
              <a:lnTo>
                <a:pt x="1572347" y="144316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330A31-E4B1-4DBE-8295-7FF2B6F93947}">
      <dsp:nvSpPr>
        <dsp:cNvPr id="0" name=""/>
        <dsp:cNvSpPr/>
      </dsp:nvSpPr>
      <dsp:spPr>
        <a:xfrm>
          <a:off x="5445629"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3E2946-2059-42EA-A351-3111CB6D5C07}">
      <dsp:nvSpPr>
        <dsp:cNvPr id="0" name=""/>
        <dsp:cNvSpPr/>
      </dsp:nvSpPr>
      <dsp:spPr>
        <a:xfrm>
          <a:off x="5445629"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947F22D-5100-4BE4-9D48-37CDC0BB22B8}">
      <dsp:nvSpPr>
        <dsp:cNvPr id="0" name=""/>
        <dsp:cNvSpPr/>
      </dsp:nvSpPr>
      <dsp:spPr>
        <a:xfrm>
          <a:off x="5264127" y="2966863"/>
          <a:ext cx="535652" cy="185928"/>
        </a:xfrm>
        <a:custGeom>
          <a:avLst/>
          <a:gdLst/>
          <a:ahLst/>
          <a:cxnLst/>
          <a:rect l="0" t="0" r="0" b="0"/>
          <a:pathLst>
            <a:path>
              <a:moveTo>
                <a:pt x="0" y="0"/>
              </a:moveTo>
              <a:lnTo>
                <a:pt x="0" y="92964"/>
              </a:lnTo>
              <a:lnTo>
                <a:pt x="535652" y="92964"/>
              </a:lnTo>
              <a:lnTo>
                <a:pt x="535652"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3E33AA-274E-4C00-AFCA-9DB6EDEE5D26}">
      <dsp:nvSpPr>
        <dsp:cNvPr id="0" name=""/>
        <dsp:cNvSpPr/>
      </dsp:nvSpPr>
      <dsp:spPr>
        <a:xfrm>
          <a:off x="4374325"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1F82AE-D204-494B-90C7-632A99586039}">
      <dsp:nvSpPr>
        <dsp:cNvPr id="0" name=""/>
        <dsp:cNvSpPr/>
      </dsp:nvSpPr>
      <dsp:spPr>
        <a:xfrm>
          <a:off x="4374325"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884A9FB-42E4-4FD9-8810-1F98F3262087}">
      <dsp:nvSpPr>
        <dsp:cNvPr id="0" name=""/>
        <dsp:cNvSpPr/>
      </dsp:nvSpPr>
      <dsp:spPr>
        <a:xfrm>
          <a:off x="4728475" y="2966863"/>
          <a:ext cx="535652" cy="185928"/>
        </a:xfrm>
        <a:custGeom>
          <a:avLst/>
          <a:gdLst/>
          <a:ahLst/>
          <a:cxnLst/>
          <a:rect l="0" t="0" r="0" b="0"/>
          <a:pathLst>
            <a:path>
              <a:moveTo>
                <a:pt x="535652" y="0"/>
              </a:moveTo>
              <a:lnTo>
                <a:pt x="535652" y="92964"/>
              </a:lnTo>
              <a:lnTo>
                <a:pt x="0" y="92964"/>
              </a:lnTo>
              <a:lnTo>
                <a:pt x="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681CE4-8CA0-49DE-A9F3-C600278D7504}">
      <dsp:nvSpPr>
        <dsp:cNvPr id="0" name=""/>
        <dsp:cNvSpPr/>
      </dsp:nvSpPr>
      <dsp:spPr>
        <a:xfrm>
          <a:off x="5264127" y="1081012"/>
          <a:ext cx="604671" cy="1443162"/>
        </a:xfrm>
        <a:custGeom>
          <a:avLst/>
          <a:gdLst/>
          <a:ahLst/>
          <a:cxnLst/>
          <a:rect l="0" t="0" r="0" b="0"/>
          <a:pathLst>
            <a:path>
              <a:moveTo>
                <a:pt x="604671" y="0"/>
              </a:moveTo>
              <a:lnTo>
                <a:pt x="604671" y="1350198"/>
              </a:lnTo>
              <a:lnTo>
                <a:pt x="0" y="1350198"/>
              </a:lnTo>
              <a:lnTo>
                <a:pt x="0" y="144316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BDBD7F3-6083-4497-968C-19145A3D4B38}">
      <dsp:nvSpPr>
        <dsp:cNvPr id="0" name=""/>
        <dsp:cNvSpPr/>
      </dsp:nvSpPr>
      <dsp:spPr>
        <a:xfrm>
          <a:off x="3303020"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8EA941-22A2-4756-B568-D27A6756260D}">
      <dsp:nvSpPr>
        <dsp:cNvPr id="0" name=""/>
        <dsp:cNvSpPr/>
      </dsp:nvSpPr>
      <dsp:spPr>
        <a:xfrm>
          <a:off x="3303020"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E3C7ECF-52B2-4972-B708-71595BC37092}">
      <dsp:nvSpPr>
        <dsp:cNvPr id="0" name=""/>
        <dsp:cNvSpPr/>
      </dsp:nvSpPr>
      <dsp:spPr>
        <a:xfrm>
          <a:off x="2050213" y="2966863"/>
          <a:ext cx="1606957" cy="185928"/>
        </a:xfrm>
        <a:custGeom>
          <a:avLst/>
          <a:gdLst/>
          <a:ahLst/>
          <a:cxnLst/>
          <a:rect l="0" t="0" r="0" b="0"/>
          <a:pathLst>
            <a:path>
              <a:moveTo>
                <a:pt x="0" y="0"/>
              </a:moveTo>
              <a:lnTo>
                <a:pt x="0" y="92964"/>
              </a:lnTo>
              <a:lnTo>
                <a:pt x="1606957" y="92964"/>
              </a:lnTo>
              <a:lnTo>
                <a:pt x="1606957"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E2A867-31D4-403E-B790-54B802E39EC7}">
      <dsp:nvSpPr>
        <dsp:cNvPr id="0" name=""/>
        <dsp:cNvSpPr/>
      </dsp:nvSpPr>
      <dsp:spPr>
        <a:xfrm>
          <a:off x="2231715"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8F7C288-D6AB-4F4F-83B5-1D5B84952672}">
      <dsp:nvSpPr>
        <dsp:cNvPr id="0" name=""/>
        <dsp:cNvSpPr/>
      </dsp:nvSpPr>
      <dsp:spPr>
        <a:xfrm>
          <a:off x="2231715"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282935C-36BA-42D1-9CF4-5DC857687C79}">
      <dsp:nvSpPr>
        <dsp:cNvPr id="0" name=""/>
        <dsp:cNvSpPr/>
      </dsp:nvSpPr>
      <dsp:spPr>
        <a:xfrm>
          <a:off x="2050213" y="2966863"/>
          <a:ext cx="535652" cy="185928"/>
        </a:xfrm>
        <a:custGeom>
          <a:avLst/>
          <a:gdLst/>
          <a:ahLst/>
          <a:cxnLst/>
          <a:rect l="0" t="0" r="0" b="0"/>
          <a:pathLst>
            <a:path>
              <a:moveTo>
                <a:pt x="0" y="0"/>
              </a:moveTo>
              <a:lnTo>
                <a:pt x="0" y="92964"/>
              </a:lnTo>
              <a:lnTo>
                <a:pt x="535652" y="92964"/>
              </a:lnTo>
              <a:lnTo>
                <a:pt x="535652"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05519F-6ECB-4AAF-B47A-F3D32DB6B10C}">
      <dsp:nvSpPr>
        <dsp:cNvPr id="0" name=""/>
        <dsp:cNvSpPr/>
      </dsp:nvSpPr>
      <dsp:spPr>
        <a:xfrm>
          <a:off x="1160411" y="3595479"/>
          <a:ext cx="132806" cy="2293123"/>
        </a:xfrm>
        <a:custGeom>
          <a:avLst/>
          <a:gdLst/>
          <a:ahLst/>
          <a:cxnLst/>
          <a:rect l="0" t="0" r="0" b="0"/>
          <a:pathLst>
            <a:path>
              <a:moveTo>
                <a:pt x="0" y="0"/>
              </a:moveTo>
              <a:lnTo>
                <a:pt x="0" y="2293123"/>
              </a:lnTo>
              <a:lnTo>
                <a:pt x="132806" y="229312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19CF286-327E-4771-A756-F0B2B9DBDA4B}">
      <dsp:nvSpPr>
        <dsp:cNvPr id="0" name=""/>
        <dsp:cNvSpPr/>
      </dsp:nvSpPr>
      <dsp:spPr>
        <a:xfrm>
          <a:off x="1160411" y="3595479"/>
          <a:ext cx="132806" cy="1664506"/>
        </a:xfrm>
        <a:custGeom>
          <a:avLst/>
          <a:gdLst/>
          <a:ahLst/>
          <a:cxnLst/>
          <a:rect l="0" t="0" r="0" b="0"/>
          <a:pathLst>
            <a:path>
              <a:moveTo>
                <a:pt x="0" y="0"/>
              </a:moveTo>
              <a:lnTo>
                <a:pt x="0" y="1664506"/>
              </a:lnTo>
              <a:lnTo>
                <a:pt x="132806" y="166450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E61498-7424-433C-B920-4C4E22FE37C9}">
      <dsp:nvSpPr>
        <dsp:cNvPr id="0" name=""/>
        <dsp:cNvSpPr/>
      </dsp:nvSpPr>
      <dsp:spPr>
        <a:xfrm>
          <a:off x="1160411"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BEE66D-DBFC-4B5B-824F-AE729B3E2A92}">
      <dsp:nvSpPr>
        <dsp:cNvPr id="0" name=""/>
        <dsp:cNvSpPr/>
      </dsp:nvSpPr>
      <dsp:spPr>
        <a:xfrm>
          <a:off x="1160411"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E2B9B1-B808-4C3E-9CA4-FDBFEB7C6E12}">
      <dsp:nvSpPr>
        <dsp:cNvPr id="0" name=""/>
        <dsp:cNvSpPr/>
      </dsp:nvSpPr>
      <dsp:spPr>
        <a:xfrm>
          <a:off x="1514561" y="2966863"/>
          <a:ext cx="535652" cy="185928"/>
        </a:xfrm>
        <a:custGeom>
          <a:avLst/>
          <a:gdLst/>
          <a:ahLst/>
          <a:cxnLst/>
          <a:rect l="0" t="0" r="0" b="0"/>
          <a:pathLst>
            <a:path>
              <a:moveTo>
                <a:pt x="535652" y="0"/>
              </a:moveTo>
              <a:lnTo>
                <a:pt x="535652" y="92964"/>
              </a:lnTo>
              <a:lnTo>
                <a:pt x="0" y="92964"/>
              </a:lnTo>
              <a:lnTo>
                <a:pt x="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7A0AFA-0687-4CD7-A02C-2B5A2A29DC08}">
      <dsp:nvSpPr>
        <dsp:cNvPr id="0" name=""/>
        <dsp:cNvSpPr/>
      </dsp:nvSpPr>
      <dsp:spPr>
        <a:xfrm>
          <a:off x="89106"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71179AC-5FAC-4A39-B7FF-0414C95E3528}">
      <dsp:nvSpPr>
        <dsp:cNvPr id="0" name=""/>
        <dsp:cNvSpPr/>
      </dsp:nvSpPr>
      <dsp:spPr>
        <a:xfrm>
          <a:off x="89106"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A3097E-DF06-4306-90D8-092D17D517A3}">
      <dsp:nvSpPr>
        <dsp:cNvPr id="0" name=""/>
        <dsp:cNvSpPr/>
      </dsp:nvSpPr>
      <dsp:spPr>
        <a:xfrm>
          <a:off x="443256" y="2966863"/>
          <a:ext cx="1606957" cy="185928"/>
        </a:xfrm>
        <a:custGeom>
          <a:avLst/>
          <a:gdLst/>
          <a:ahLst/>
          <a:cxnLst/>
          <a:rect l="0" t="0" r="0" b="0"/>
          <a:pathLst>
            <a:path>
              <a:moveTo>
                <a:pt x="1606957" y="0"/>
              </a:moveTo>
              <a:lnTo>
                <a:pt x="1606957" y="92964"/>
              </a:lnTo>
              <a:lnTo>
                <a:pt x="0" y="92964"/>
              </a:lnTo>
              <a:lnTo>
                <a:pt x="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9DD715D-069C-4BC2-A1E9-3705206A9E7E}">
      <dsp:nvSpPr>
        <dsp:cNvPr id="0" name=""/>
        <dsp:cNvSpPr/>
      </dsp:nvSpPr>
      <dsp:spPr>
        <a:xfrm>
          <a:off x="2050213" y="1081012"/>
          <a:ext cx="3818586" cy="1443162"/>
        </a:xfrm>
        <a:custGeom>
          <a:avLst/>
          <a:gdLst/>
          <a:ahLst/>
          <a:cxnLst/>
          <a:rect l="0" t="0" r="0" b="0"/>
          <a:pathLst>
            <a:path>
              <a:moveTo>
                <a:pt x="3818586" y="0"/>
              </a:moveTo>
              <a:lnTo>
                <a:pt x="3818586" y="1350198"/>
              </a:lnTo>
              <a:lnTo>
                <a:pt x="0" y="1350198"/>
              </a:lnTo>
              <a:lnTo>
                <a:pt x="0" y="144316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8A01CC-3BEE-415F-A2AB-98EE968D4C9E}">
      <dsp:nvSpPr>
        <dsp:cNvPr id="0" name=""/>
        <dsp:cNvSpPr/>
      </dsp:nvSpPr>
      <dsp:spPr>
        <a:xfrm>
          <a:off x="45674" y="638324"/>
          <a:ext cx="11646251" cy="442687"/>
        </a:xfrm>
        <a:prstGeom prst="rect">
          <a:avLst/>
        </a:prstGeom>
        <a:solidFill>
          <a:srgbClr val="002060"/>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AU" sz="2400" kern="1200"/>
            <a:t>Registration &amp; Vehicles</a:t>
          </a:r>
        </a:p>
      </dsp:txBody>
      <dsp:txXfrm>
        <a:off x="45674" y="638324"/>
        <a:ext cx="11646251" cy="442687"/>
      </dsp:txXfrm>
    </dsp:sp>
    <dsp:sp modelId="{EF0DF732-FD85-4D52-8905-6DCB2A652547}">
      <dsp:nvSpPr>
        <dsp:cNvPr id="0" name=""/>
        <dsp:cNvSpPr/>
      </dsp:nvSpPr>
      <dsp:spPr>
        <a:xfrm>
          <a:off x="32690" y="2524175"/>
          <a:ext cx="4035047" cy="44268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Product Management &amp; Governance</a:t>
          </a:r>
        </a:p>
      </dsp:txBody>
      <dsp:txXfrm>
        <a:off x="32690" y="2524175"/>
        <a:ext cx="4035047" cy="442687"/>
      </dsp:txXfrm>
    </dsp:sp>
    <dsp:sp modelId="{D7DEFF10-285D-460F-B6C2-3621F12D5071}">
      <dsp:nvSpPr>
        <dsp:cNvPr id="0" name=""/>
        <dsp:cNvSpPr/>
      </dsp:nvSpPr>
      <dsp:spPr>
        <a:xfrm>
          <a:off x="568"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Planning &amp; Control</a:t>
          </a:r>
        </a:p>
      </dsp:txBody>
      <dsp:txXfrm>
        <a:off x="568" y="3152792"/>
        <a:ext cx="885375" cy="442687"/>
      </dsp:txXfrm>
    </dsp:sp>
    <dsp:sp modelId="{88D6AF2A-AB2A-4DDC-9F25-5FEB13DE3F9A}">
      <dsp:nvSpPr>
        <dsp:cNvPr id="0" name=""/>
        <dsp:cNvSpPr/>
      </dsp:nvSpPr>
      <dsp:spPr>
        <a:xfrm>
          <a:off x="221912"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Product Description</a:t>
          </a:r>
        </a:p>
      </dsp:txBody>
      <dsp:txXfrm>
        <a:off x="221912" y="3781408"/>
        <a:ext cx="885375" cy="442687"/>
      </dsp:txXfrm>
    </dsp:sp>
    <dsp:sp modelId="{80857E5D-5A40-47FA-A4DC-63DCAE736606}">
      <dsp:nvSpPr>
        <dsp:cNvPr id="0" name=""/>
        <dsp:cNvSpPr/>
      </dsp:nvSpPr>
      <dsp:spPr>
        <a:xfrm>
          <a:off x="221912"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Delivery Plan</a:t>
          </a:r>
        </a:p>
      </dsp:txBody>
      <dsp:txXfrm>
        <a:off x="221912" y="4410025"/>
        <a:ext cx="885375" cy="442687"/>
      </dsp:txXfrm>
    </dsp:sp>
    <dsp:sp modelId="{E053A169-9C0A-4979-A9C3-739101C47B4F}">
      <dsp:nvSpPr>
        <dsp:cNvPr id="0" name=""/>
        <dsp:cNvSpPr/>
      </dsp:nvSpPr>
      <dsp:spPr>
        <a:xfrm>
          <a:off x="1071873"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Risk, Issue &amp; Assurance</a:t>
          </a:r>
        </a:p>
      </dsp:txBody>
      <dsp:txXfrm>
        <a:off x="1071873" y="3152792"/>
        <a:ext cx="885375" cy="442687"/>
      </dsp:txXfrm>
    </dsp:sp>
    <dsp:sp modelId="{9602321A-0529-41BB-8BDE-C5896B1187CD}">
      <dsp:nvSpPr>
        <dsp:cNvPr id="0" name=""/>
        <dsp:cNvSpPr/>
      </dsp:nvSpPr>
      <dsp:spPr>
        <a:xfrm>
          <a:off x="1293217"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Risk Register</a:t>
          </a:r>
        </a:p>
      </dsp:txBody>
      <dsp:txXfrm>
        <a:off x="1293217" y="3781408"/>
        <a:ext cx="885375" cy="442687"/>
      </dsp:txXfrm>
    </dsp:sp>
    <dsp:sp modelId="{F4DC1B83-6C23-49DE-87E8-6B79DB8CBA59}">
      <dsp:nvSpPr>
        <dsp:cNvPr id="0" name=""/>
        <dsp:cNvSpPr/>
      </dsp:nvSpPr>
      <dsp:spPr>
        <a:xfrm>
          <a:off x="1293217"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Issue Register</a:t>
          </a:r>
        </a:p>
      </dsp:txBody>
      <dsp:txXfrm>
        <a:off x="1293217" y="4410025"/>
        <a:ext cx="885375" cy="442687"/>
      </dsp:txXfrm>
    </dsp:sp>
    <dsp:sp modelId="{81E07694-06DE-4DA4-BA15-F7FF4EF31C21}">
      <dsp:nvSpPr>
        <dsp:cNvPr id="0" name=""/>
        <dsp:cNvSpPr/>
      </dsp:nvSpPr>
      <dsp:spPr>
        <a:xfrm>
          <a:off x="1293217" y="5038642"/>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Quality Register</a:t>
          </a:r>
        </a:p>
      </dsp:txBody>
      <dsp:txXfrm>
        <a:off x="1293217" y="5038642"/>
        <a:ext cx="885375" cy="442687"/>
      </dsp:txXfrm>
    </dsp:sp>
    <dsp:sp modelId="{7B137947-D56C-407A-8B26-BA72901EA159}">
      <dsp:nvSpPr>
        <dsp:cNvPr id="0" name=""/>
        <dsp:cNvSpPr/>
      </dsp:nvSpPr>
      <dsp:spPr>
        <a:xfrm>
          <a:off x="1293217" y="5667259"/>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Assumptions Log</a:t>
          </a:r>
        </a:p>
      </dsp:txBody>
      <dsp:txXfrm>
        <a:off x="1293217" y="5667259"/>
        <a:ext cx="885375" cy="442687"/>
      </dsp:txXfrm>
    </dsp:sp>
    <dsp:sp modelId="{ED485508-0335-465D-B2BE-F208E31B5FAA}">
      <dsp:nvSpPr>
        <dsp:cNvPr id="0" name=""/>
        <dsp:cNvSpPr/>
      </dsp:nvSpPr>
      <dsp:spPr>
        <a:xfrm>
          <a:off x="2143178"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Change &amp; Configuration Control</a:t>
          </a:r>
        </a:p>
      </dsp:txBody>
      <dsp:txXfrm>
        <a:off x="2143178" y="3152792"/>
        <a:ext cx="885375" cy="442687"/>
      </dsp:txXfrm>
    </dsp:sp>
    <dsp:sp modelId="{FB93CA0E-E6CE-4F14-88AC-8614787B9A43}">
      <dsp:nvSpPr>
        <dsp:cNvPr id="0" name=""/>
        <dsp:cNvSpPr/>
      </dsp:nvSpPr>
      <dsp:spPr>
        <a:xfrm>
          <a:off x="2364522"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b="0" i="0" u="none" kern="1200"/>
            <a:t>Configuration Item Record</a:t>
          </a:r>
          <a:r>
            <a:rPr lang="en-AU" sz="800" kern="1200"/>
            <a:t> </a:t>
          </a:r>
        </a:p>
      </dsp:txBody>
      <dsp:txXfrm>
        <a:off x="2364522" y="3781408"/>
        <a:ext cx="885375" cy="442687"/>
      </dsp:txXfrm>
    </dsp:sp>
    <dsp:sp modelId="{52B16FFE-364E-498E-A9B3-C43BC3B88381}">
      <dsp:nvSpPr>
        <dsp:cNvPr id="0" name=""/>
        <dsp:cNvSpPr/>
      </dsp:nvSpPr>
      <dsp:spPr>
        <a:xfrm>
          <a:off x="2364522"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b="0" i="0" u="none" kern="1200"/>
            <a:t>Change Register</a:t>
          </a:r>
          <a:r>
            <a:rPr lang="en-AU" sz="800" kern="1200"/>
            <a:t> </a:t>
          </a:r>
        </a:p>
      </dsp:txBody>
      <dsp:txXfrm>
        <a:off x="2364522" y="4410025"/>
        <a:ext cx="885375" cy="442687"/>
      </dsp:txXfrm>
    </dsp:sp>
    <dsp:sp modelId="{BC5145C2-F5F8-4F0A-98B6-E0C52595BF1E}">
      <dsp:nvSpPr>
        <dsp:cNvPr id="0" name=""/>
        <dsp:cNvSpPr/>
      </dsp:nvSpPr>
      <dsp:spPr>
        <a:xfrm>
          <a:off x="3214482"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Closure &amp; Continuous Improvement</a:t>
          </a:r>
        </a:p>
      </dsp:txBody>
      <dsp:txXfrm>
        <a:off x="3214482" y="3152792"/>
        <a:ext cx="885375" cy="442687"/>
      </dsp:txXfrm>
    </dsp:sp>
    <dsp:sp modelId="{FDDCF144-34C8-47DC-8A61-AD413DD9A0C0}">
      <dsp:nvSpPr>
        <dsp:cNvPr id="0" name=""/>
        <dsp:cNvSpPr/>
      </dsp:nvSpPr>
      <dsp:spPr>
        <a:xfrm>
          <a:off x="3435826"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Acceptance / Sign-off Record</a:t>
          </a:r>
        </a:p>
      </dsp:txBody>
      <dsp:txXfrm>
        <a:off x="3435826" y="3781408"/>
        <a:ext cx="885375" cy="442687"/>
      </dsp:txXfrm>
    </dsp:sp>
    <dsp:sp modelId="{ABFB3F97-6CE9-4E52-918E-35F874A43BCD}">
      <dsp:nvSpPr>
        <dsp:cNvPr id="0" name=""/>
        <dsp:cNvSpPr/>
      </dsp:nvSpPr>
      <dsp:spPr>
        <a:xfrm>
          <a:off x="3435826"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Lessons Learned Log</a:t>
          </a:r>
        </a:p>
      </dsp:txBody>
      <dsp:txXfrm>
        <a:off x="3435826" y="4410025"/>
        <a:ext cx="885375" cy="442687"/>
      </dsp:txXfrm>
    </dsp:sp>
    <dsp:sp modelId="{99F6D3EC-9833-4C01-AE72-D18361D51C5B}">
      <dsp:nvSpPr>
        <dsp:cNvPr id="0" name=""/>
        <dsp:cNvSpPr/>
      </dsp:nvSpPr>
      <dsp:spPr>
        <a:xfrm>
          <a:off x="4267230" y="2524175"/>
          <a:ext cx="1993795" cy="44268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Requirements &amp; Design</a:t>
          </a:r>
        </a:p>
      </dsp:txBody>
      <dsp:txXfrm>
        <a:off x="4267230" y="2524175"/>
        <a:ext cx="1993795" cy="442687"/>
      </dsp:txXfrm>
    </dsp:sp>
    <dsp:sp modelId="{CB02243B-C17F-4AA8-825F-D4F211D97915}">
      <dsp:nvSpPr>
        <dsp:cNvPr id="0" name=""/>
        <dsp:cNvSpPr/>
      </dsp:nvSpPr>
      <dsp:spPr>
        <a:xfrm>
          <a:off x="4285787"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Current State &amp; Requirements</a:t>
          </a:r>
        </a:p>
      </dsp:txBody>
      <dsp:txXfrm>
        <a:off x="4285787" y="3152792"/>
        <a:ext cx="885375" cy="442687"/>
      </dsp:txXfrm>
    </dsp:sp>
    <dsp:sp modelId="{78F581A2-A236-4AAE-9594-81595AF744C3}">
      <dsp:nvSpPr>
        <dsp:cNvPr id="0" name=""/>
        <dsp:cNvSpPr/>
      </dsp:nvSpPr>
      <dsp:spPr>
        <a:xfrm>
          <a:off x="4507131"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Current State Assessment</a:t>
          </a:r>
        </a:p>
      </dsp:txBody>
      <dsp:txXfrm>
        <a:off x="4507131" y="3781408"/>
        <a:ext cx="885375" cy="442687"/>
      </dsp:txXfrm>
    </dsp:sp>
    <dsp:sp modelId="{5C7EA8F3-06B8-4CA9-AB03-BC7A37C3AC8C}">
      <dsp:nvSpPr>
        <dsp:cNvPr id="0" name=""/>
        <dsp:cNvSpPr/>
      </dsp:nvSpPr>
      <dsp:spPr>
        <a:xfrm>
          <a:off x="4507131"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Business Requirements</a:t>
          </a:r>
        </a:p>
      </dsp:txBody>
      <dsp:txXfrm>
        <a:off x="4507131" y="4410025"/>
        <a:ext cx="885375" cy="442687"/>
      </dsp:txXfrm>
    </dsp:sp>
    <dsp:sp modelId="{6AC24378-0A44-4A7E-8BBF-103B1AD48708}">
      <dsp:nvSpPr>
        <dsp:cNvPr id="0" name=""/>
        <dsp:cNvSpPr/>
      </dsp:nvSpPr>
      <dsp:spPr>
        <a:xfrm>
          <a:off x="5357092"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Solution Design</a:t>
          </a:r>
        </a:p>
      </dsp:txBody>
      <dsp:txXfrm>
        <a:off x="5357092" y="3152792"/>
        <a:ext cx="885375" cy="442687"/>
      </dsp:txXfrm>
    </dsp:sp>
    <dsp:sp modelId="{B5BB71F7-A0FC-4F6C-B14D-D1D62FA86602}">
      <dsp:nvSpPr>
        <dsp:cNvPr id="0" name=""/>
        <dsp:cNvSpPr/>
      </dsp:nvSpPr>
      <dsp:spPr>
        <a:xfrm>
          <a:off x="5578436"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Functional Specification</a:t>
          </a:r>
        </a:p>
      </dsp:txBody>
      <dsp:txXfrm>
        <a:off x="5578436" y="3781408"/>
        <a:ext cx="885375" cy="442687"/>
      </dsp:txXfrm>
    </dsp:sp>
    <dsp:sp modelId="{821E3EC7-A6B7-46AC-8BCF-806121184152}">
      <dsp:nvSpPr>
        <dsp:cNvPr id="0" name=""/>
        <dsp:cNvSpPr/>
      </dsp:nvSpPr>
      <dsp:spPr>
        <a:xfrm>
          <a:off x="5578436"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Technical Specification</a:t>
          </a:r>
        </a:p>
      </dsp:txBody>
      <dsp:txXfrm>
        <a:off x="5578436" y="4410025"/>
        <a:ext cx="885375" cy="442687"/>
      </dsp:txXfrm>
    </dsp:sp>
    <dsp:sp modelId="{2A36DFCF-50EA-4F73-AE79-4C68056A9760}">
      <dsp:nvSpPr>
        <dsp:cNvPr id="0" name=""/>
        <dsp:cNvSpPr/>
      </dsp:nvSpPr>
      <dsp:spPr>
        <a:xfrm>
          <a:off x="6446954" y="2524175"/>
          <a:ext cx="1988385" cy="44268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Business Process &amp; Operating Model</a:t>
          </a:r>
        </a:p>
      </dsp:txBody>
      <dsp:txXfrm>
        <a:off x="6446954" y="2524175"/>
        <a:ext cx="1988385" cy="442687"/>
      </dsp:txXfrm>
    </dsp:sp>
    <dsp:sp modelId="{9EA1F9B9-4D92-4870-BBD2-CB4F964CD17D}">
      <dsp:nvSpPr>
        <dsp:cNvPr id="0" name=""/>
        <dsp:cNvSpPr/>
      </dsp:nvSpPr>
      <dsp:spPr>
        <a:xfrm>
          <a:off x="6462807"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Process Design</a:t>
          </a:r>
        </a:p>
      </dsp:txBody>
      <dsp:txXfrm>
        <a:off x="6462807" y="3152792"/>
        <a:ext cx="885375" cy="442687"/>
      </dsp:txXfrm>
    </dsp:sp>
    <dsp:sp modelId="{550D8D09-93EA-4A4E-97F1-95DB55475A48}">
      <dsp:nvSpPr>
        <dsp:cNvPr id="0" name=""/>
        <dsp:cNvSpPr/>
      </dsp:nvSpPr>
      <dsp:spPr>
        <a:xfrm>
          <a:off x="6684151"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Business Process Maps</a:t>
          </a:r>
        </a:p>
      </dsp:txBody>
      <dsp:txXfrm>
        <a:off x="6684151" y="3781408"/>
        <a:ext cx="885375" cy="442687"/>
      </dsp:txXfrm>
    </dsp:sp>
    <dsp:sp modelId="{016EC23A-2D0E-41F6-A49C-4A8A9AA629EE}">
      <dsp:nvSpPr>
        <dsp:cNvPr id="0" name=""/>
        <dsp:cNvSpPr/>
      </dsp:nvSpPr>
      <dsp:spPr>
        <a:xfrm>
          <a:off x="6684151"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Target Operating Model</a:t>
          </a:r>
        </a:p>
      </dsp:txBody>
      <dsp:txXfrm>
        <a:off x="6684151" y="4410025"/>
        <a:ext cx="885375" cy="442687"/>
      </dsp:txXfrm>
    </dsp:sp>
    <dsp:sp modelId="{55D6CDA0-E2F8-4F44-91CF-D45B8B7CACAF}">
      <dsp:nvSpPr>
        <dsp:cNvPr id="0" name=""/>
        <dsp:cNvSpPr/>
      </dsp:nvSpPr>
      <dsp:spPr>
        <a:xfrm>
          <a:off x="7534111"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Policy, Structure &amp; Procedures</a:t>
          </a:r>
        </a:p>
      </dsp:txBody>
      <dsp:txXfrm>
        <a:off x="7534111" y="3152792"/>
        <a:ext cx="885375" cy="442687"/>
      </dsp:txXfrm>
    </dsp:sp>
    <dsp:sp modelId="{3865DB16-34F6-41C8-ABAD-5A68CDC1E618}">
      <dsp:nvSpPr>
        <dsp:cNvPr id="0" name=""/>
        <dsp:cNvSpPr/>
      </dsp:nvSpPr>
      <dsp:spPr>
        <a:xfrm>
          <a:off x="7755455"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Revised Policies &amp; Procedures</a:t>
          </a:r>
        </a:p>
      </dsp:txBody>
      <dsp:txXfrm>
        <a:off x="7755455" y="3781408"/>
        <a:ext cx="885375" cy="442687"/>
      </dsp:txXfrm>
    </dsp:sp>
    <dsp:sp modelId="{0A5EED6C-F2BD-4DA1-9DA3-1CF629ED9ABF}">
      <dsp:nvSpPr>
        <dsp:cNvPr id="0" name=""/>
        <dsp:cNvSpPr/>
      </dsp:nvSpPr>
      <dsp:spPr>
        <a:xfrm>
          <a:off x="7755455"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Org Structure &amp; RACI Changes</a:t>
          </a:r>
        </a:p>
      </dsp:txBody>
      <dsp:txXfrm>
        <a:off x="7755455" y="4410025"/>
        <a:ext cx="885375" cy="442687"/>
      </dsp:txXfrm>
    </dsp:sp>
    <dsp:sp modelId="{858CCC95-E4CA-427E-8CC5-EA54BE327E50}">
      <dsp:nvSpPr>
        <dsp:cNvPr id="0" name=""/>
        <dsp:cNvSpPr/>
      </dsp:nvSpPr>
      <dsp:spPr>
        <a:xfrm>
          <a:off x="8621269" y="2524175"/>
          <a:ext cx="2012335" cy="44268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Change Impact &amp; Business Readiness</a:t>
          </a:r>
        </a:p>
      </dsp:txBody>
      <dsp:txXfrm>
        <a:off x="8621269" y="2524175"/>
        <a:ext cx="2012335" cy="442687"/>
      </dsp:txXfrm>
    </dsp:sp>
    <dsp:sp modelId="{F5119AFF-7505-49C6-B8CC-5346C5423816}">
      <dsp:nvSpPr>
        <dsp:cNvPr id="0" name=""/>
        <dsp:cNvSpPr/>
      </dsp:nvSpPr>
      <dsp:spPr>
        <a:xfrm>
          <a:off x="8649096"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Impact Assessment</a:t>
          </a:r>
        </a:p>
      </dsp:txBody>
      <dsp:txXfrm>
        <a:off x="8649096" y="3152792"/>
        <a:ext cx="885375" cy="442687"/>
      </dsp:txXfrm>
    </dsp:sp>
    <dsp:sp modelId="{7845EB6B-B9D0-4329-A00A-A032CFA8607F}">
      <dsp:nvSpPr>
        <dsp:cNvPr id="0" name=""/>
        <dsp:cNvSpPr/>
      </dsp:nvSpPr>
      <dsp:spPr>
        <a:xfrm>
          <a:off x="8870440"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Change Impact Assessment</a:t>
          </a:r>
        </a:p>
      </dsp:txBody>
      <dsp:txXfrm>
        <a:off x="8870440" y="3781408"/>
        <a:ext cx="885375" cy="442687"/>
      </dsp:txXfrm>
    </dsp:sp>
    <dsp:sp modelId="{8D4EDDFD-3F99-48DD-B17E-DED0EC8CDDD0}">
      <dsp:nvSpPr>
        <dsp:cNvPr id="0" name=""/>
        <dsp:cNvSpPr/>
      </dsp:nvSpPr>
      <dsp:spPr>
        <a:xfrm>
          <a:off x="9720401"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Readiness &amp; Adoption</a:t>
          </a:r>
        </a:p>
      </dsp:txBody>
      <dsp:txXfrm>
        <a:off x="9720401" y="3152792"/>
        <a:ext cx="885375" cy="442687"/>
      </dsp:txXfrm>
    </dsp:sp>
    <dsp:sp modelId="{6EE46714-DE7C-41DB-BFF7-B9C85E642D2D}">
      <dsp:nvSpPr>
        <dsp:cNvPr id="0" name=""/>
        <dsp:cNvSpPr/>
      </dsp:nvSpPr>
      <dsp:spPr>
        <a:xfrm>
          <a:off x="9941745"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Business Readiness Assessment</a:t>
          </a:r>
        </a:p>
      </dsp:txBody>
      <dsp:txXfrm>
        <a:off x="9941745" y="3781408"/>
        <a:ext cx="885375" cy="442687"/>
      </dsp:txXfrm>
    </dsp:sp>
    <dsp:sp modelId="{23C620D9-0E46-4B77-A12F-3537A154FCBA}">
      <dsp:nvSpPr>
        <dsp:cNvPr id="0" name=""/>
        <dsp:cNvSpPr/>
      </dsp:nvSpPr>
      <dsp:spPr>
        <a:xfrm>
          <a:off x="9941745"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User Work Instructions</a:t>
          </a:r>
        </a:p>
      </dsp:txBody>
      <dsp:txXfrm>
        <a:off x="9941745" y="4410025"/>
        <a:ext cx="885375" cy="442687"/>
      </dsp:txXfrm>
    </dsp:sp>
    <dsp:sp modelId="{B6882BBA-C028-45B6-AA74-004B50941257}">
      <dsp:nvSpPr>
        <dsp:cNvPr id="0" name=""/>
        <dsp:cNvSpPr/>
      </dsp:nvSpPr>
      <dsp:spPr>
        <a:xfrm>
          <a:off x="10819533" y="2524175"/>
          <a:ext cx="885375" cy="44268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Benefits Realisation</a:t>
          </a:r>
        </a:p>
      </dsp:txBody>
      <dsp:txXfrm>
        <a:off x="10819533" y="2524175"/>
        <a:ext cx="885375" cy="442687"/>
      </dsp:txXfrm>
    </dsp:sp>
    <dsp:sp modelId="{D27AD6E2-F859-4EE0-99E8-AC86C2B80631}">
      <dsp:nvSpPr>
        <dsp:cNvPr id="0" name=""/>
        <dsp:cNvSpPr/>
      </dsp:nvSpPr>
      <dsp:spPr>
        <a:xfrm>
          <a:off x="10819533"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Benefits Planning</a:t>
          </a:r>
        </a:p>
      </dsp:txBody>
      <dsp:txXfrm>
        <a:off x="10819533" y="3152792"/>
        <a:ext cx="885375" cy="442687"/>
      </dsp:txXfrm>
    </dsp:sp>
    <dsp:sp modelId="{ED8C2754-99A8-4ED1-BB55-3C2EFFCC0D21}">
      <dsp:nvSpPr>
        <dsp:cNvPr id="0" name=""/>
        <dsp:cNvSpPr/>
      </dsp:nvSpPr>
      <dsp:spPr>
        <a:xfrm>
          <a:off x="11040877"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Benefits Realisation Plan</a:t>
          </a:r>
        </a:p>
      </dsp:txBody>
      <dsp:txXfrm>
        <a:off x="11040877" y="3781408"/>
        <a:ext cx="885375" cy="442687"/>
      </dsp:txXfrm>
    </dsp:sp>
    <dsp:sp modelId="{F30659AE-7A69-44B1-83F3-927304C3259F}">
      <dsp:nvSpPr>
        <dsp:cNvPr id="0" name=""/>
        <dsp:cNvSpPr/>
      </dsp:nvSpPr>
      <dsp:spPr>
        <a:xfrm>
          <a:off x="4890459" y="1266941"/>
          <a:ext cx="885375" cy="442687"/>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R&amp;VM Data Governance, Model and Ownership</a:t>
          </a:r>
        </a:p>
      </dsp:txBody>
      <dsp:txXfrm>
        <a:off x="4890459" y="1266941"/>
        <a:ext cx="885375" cy="442687"/>
      </dsp:txXfrm>
    </dsp:sp>
    <dsp:sp modelId="{FCE28ADB-3E74-406D-8169-E1CAC97312F9}">
      <dsp:nvSpPr>
        <dsp:cNvPr id="0" name=""/>
        <dsp:cNvSpPr/>
      </dsp:nvSpPr>
      <dsp:spPr>
        <a:xfrm>
          <a:off x="5961764" y="1266941"/>
          <a:ext cx="885375" cy="442687"/>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Registration Enquiry Service</a:t>
          </a:r>
        </a:p>
      </dsp:txBody>
      <dsp:txXfrm>
        <a:off x="5961764" y="1266941"/>
        <a:ext cx="885375" cy="442687"/>
      </dsp:txXfrm>
    </dsp:sp>
    <dsp:sp modelId="{45B51ECD-8BA0-4E24-BCBD-CCC219EF15EA}">
      <dsp:nvSpPr>
        <dsp:cNvPr id="0" name=""/>
        <dsp:cNvSpPr/>
      </dsp:nvSpPr>
      <dsp:spPr>
        <a:xfrm>
          <a:off x="4890459" y="1895558"/>
          <a:ext cx="885375" cy="442687"/>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Vehicle Register</a:t>
          </a:r>
        </a:p>
      </dsp:txBody>
      <dsp:txXfrm>
        <a:off x="4890459" y="1895558"/>
        <a:ext cx="885375" cy="44268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9748F2-7FA7-436F-A1FE-B5FB2683E600}">
      <dsp:nvSpPr>
        <dsp:cNvPr id="0" name=""/>
        <dsp:cNvSpPr/>
      </dsp:nvSpPr>
      <dsp:spPr>
        <a:xfrm>
          <a:off x="11082396" y="3490042"/>
          <a:ext cx="91440" cy="551480"/>
        </a:xfrm>
        <a:custGeom>
          <a:avLst/>
          <a:gdLst/>
          <a:ahLst/>
          <a:cxnLst/>
          <a:rect l="0" t="0" r="0" b="0"/>
          <a:pathLst>
            <a:path>
              <a:moveTo>
                <a:pt x="45720" y="0"/>
              </a:moveTo>
              <a:lnTo>
                <a:pt x="45720" y="551480"/>
              </a:lnTo>
              <a:lnTo>
                <a:pt x="116422" y="5514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36FD49-F4E8-4020-ADFC-94E1642749F5}">
      <dsp:nvSpPr>
        <dsp:cNvPr id="0" name=""/>
        <dsp:cNvSpPr/>
      </dsp:nvSpPr>
      <dsp:spPr>
        <a:xfrm>
          <a:off x="11082396" y="3490042"/>
          <a:ext cx="91440" cy="216821"/>
        </a:xfrm>
        <a:custGeom>
          <a:avLst/>
          <a:gdLst/>
          <a:ahLst/>
          <a:cxnLst/>
          <a:rect l="0" t="0" r="0" b="0"/>
          <a:pathLst>
            <a:path>
              <a:moveTo>
                <a:pt x="45720" y="0"/>
              </a:moveTo>
              <a:lnTo>
                <a:pt x="45720" y="216821"/>
              </a:lnTo>
              <a:lnTo>
                <a:pt x="116422" y="21682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DD8FC84-0B7D-40EC-BE88-BF89E36A1CDB}">
      <dsp:nvSpPr>
        <dsp:cNvPr id="0" name=""/>
        <dsp:cNvSpPr/>
      </dsp:nvSpPr>
      <dsp:spPr>
        <a:xfrm>
          <a:off x="9901684" y="3149165"/>
          <a:ext cx="1414972" cy="105200"/>
        </a:xfrm>
        <a:custGeom>
          <a:avLst/>
          <a:gdLst/>
          <a:ahLst/>
          <a:cxnLst/>
          <a:rect l="0" t="0" r="0" b="0"/>
          <a:pathLst>
            <a:path>
              <a:moveTo>
                <a:pt x="0" y="0"/>
              </a:moveTo>
              <a:lnTo>
                <a:pt x="0" y="55708"/>
              </a:lnTo>
              <a:lnTo>
                <a:pt x="1414972" y="55708"/>
              </a:lnTo>
              <a:lnTo>
                <a:pt x="1414972" y="10520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2732D5-0590-4AD5-93EF-EC88406D31CD}">
      <dsp:nvSpPr>
        <dsp:cNvPr id="0" name=""/>
        <dsp:cNvSpPr/>
      </dsp:nvSpPr>
      <dsp:spPr>
        <a:xfrm>
          <a:off x="10512061" y="3490042"/>
          <a:ext cx="91440" cy="886140"/>
        </a:xfrm>
        <a:custGeom>
          <a:avLst/>
          <a:gdLst/>
          <a:ahLst/>
          <a:cxnLst/>
          <a:rect l="0" t="0" r="0" b="0"/>
          <a:pathLst>
            <a:path>
              <a:moveTo>
                <a:pt x="45720" y="0"/>
              </a:moveTo>
              <a:lnTo>
                <a:pt x="45720" y="886140"/>
              </a:lnTo>
              <a:lnTo>
                <a:pt x="116422" y="88614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7065461-6606-4469-85B0-E48F59A397DA}">
      <dsp:nvSpPr>
        <dsp:cNvPr id="0" name=""/>
        <dsp:cNvSpPr/>
      </dsp:nvSpPr>
      <dsp:spPr>
        <a:xfrm>
          <a:off x="10512061" y="3490042"/>
          <a:ext cx="91440" cy="551480"/>
        </a:xfrm>
        <a:custGeom>
          <a:avLst/>
          <a:gdLst/>
          <a:ahLst/>
          <a:cxnLst/>
          <a:rect l="0" t="0" r="0" b="0"/>
          <a:pathLst>
            <a:path>
              <a:moveTo>
                <a:pt x="45720" y="0"/>
              </a:moveTo>
              <a:lnTo>
                <a:pt x="45720" y="551480"/>
              </a:lnTo>
              <a:lnTo>
                <a:pt x="116422" y="5514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72162A-AF1E-4067-AC75-E04F8D508A44}">
      <dsp:nvSpPr>
        <dsp:cNvPr id="0" name=""/>
        <dsp:cNvSpPr/>
      </dsp:nvSpPr>
      <dsp:spPr>
        <a:xfrm>
          <a:off x="10512061" y="3490042"/>
          <a:ext cx="91440" cy="216821"/>
        </a:xfrm>
        <a:custGeom>
          <a:avLst/>
          <a:gdLst/>
          <a:ahLst/>
          <a:cxnLst/>
          <a:rect l="0" t="0" r="0" b="0"/>
          <a:pathLst>
            <a:path>
              <a:moveTo>
                <a:pt x="45720" y="0"/>
              </a:moveTo>
              <a:lnTo>
                <a:pt x="45720" y="216821"/>
              </a:lnTo>
              <a:lnTo>
                <a:pt x="116422" y="21682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BD1B778-84AE-48C7-B2CB-DA211C6A3487}">
      <dsp:nvSpPr>
        <dsp:cNvPr id="0" name=""/>
        <dsp:cNvSpPr/>
      </dsp:nvSpPr>
      <dsp:spPr>
        <a:xfrm>
          <a:off x="9901684" y="3149165"/>
          <a:ext cx="844637" cy="105200"/>
        </a:xfrm>
        <a:custGeom>
          <a:avLst/>
          <a:gdLst/>
          <a:ahLst/>
          <a:cxnLst/>
          <a:rect l="0" t="0" r="0" b="0"/>
          <a:pathLst>
            <a:path>
              <a:moveTo>
                <a:pt x="0" y="0"/>
              </a:moveTo>
              <a:lnTo>
                <a:pt x="0" y="55708"/>
              </a:lnTo>
              <a:lnTo>
                <a:pt x="844637" y="55708"/>
              </a:lnTo>
              <a:lnTo>
                <a:pt x="844637" y="10520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BF88353-DDFA-40D1-9C37-2B7EB5F731CF}">
      <dsp:nvSpPr>
        <dsp:cNvPr id="0" name=""/>
        <dsp:cNvSpPr/>
      </dsp:nvSpPr>
      <dsp:spPr>
        <a:xfrm>
          <a:off x="9941726" y="3490042"/>
          <a:ext cx="91440" cy="551480"/>
        </a:xfrm>
        <a:custGeom>
          <a:avLst/>
          <a:gdLst/>
          <a:ahLst/>
          <a:cxnLst/>
          <a:rect l="0" t="0" r="0" b="0"/>
          <a:pathLst>
            <a:path>
              <a:moveTo>
                <a:pt x="45720" y="0"/>
              </a:moveTo>
              <a:lnTo>
                <a:pt x="45720" y="551480"/>
              </a:lnTo>
              <a:lnTo>
                <a:pt x="116422" y="5514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8AF779C-2A00-493F-8C9D-9861DB3F8D2E}">
      <dsp:nvSpPr>
        <dsp:cNvPr id="0" name=""/>
        <dsp:cNvSpPr/>
      </dsp:nvSpPr>
      <dsp:spPr>
        <a:xfrm>
          <a:off x="9941726" y="3490042"/>
          <a:ext cx="91440" cy="216821"/>
        </a:xfrm>
        <a:custGeom>
          <a:avLst/>
          <a:gdLst/>
          <a:ahLst/>
          <a:cxnLst/>
          <a:rect l="0" t="0" r="0" b="0"/>
          <a:pathLst>
            <a:path>
              <a:moveTo>
                <a:pt x="45720" y="0"/>
              </a:moveTo>
              <a:lnTo>
                <a:pt x="45720" y="216821"/>
              </a:lnTo>
              <a:lnTo>
                <a:pt x="116422" y="21682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DA8526-758D-4DFD-855E-46991217F0E9}">
      <dsp:nvSpPr>
        <dsp:cNvPr id="0" name=""/>
        <dsp:cNvSpPr/>
      </dsp:nvSpPr>
      <dsp:spPr>
        <a:xfrm>
          <a:off x="9901684" y="3149165"/>
          <a:ext cx="274302" cy="105200"/>
        </a:xfrm>
        <a:custGeom>
          <a:avLst/>
          <a:gdLst/>
          <a:ahLst/>
          <a:cxnLst/>
          <a:rect l="0" t="0" r="0" b="0"/>
          <a:pathLst>
            <a:path>
              <a:moveTo>
                <a:pt x="0" y="0"/>
              </a:moveTo>
              <a:lnTo>
                <a:pt x="0" y="55708"/>
              </a:lnTo>
              <a:lnTo>
                <a:pt x="274302" y="55708"/>
              </a:lnTo>
              <a:lnTo>
                <a:pt x="274302" y="10520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92FA50-DF6E-430E-815A-99D13E1A0E90}">
      <dsp:nvSpPr>
        <dsp:cNvPr id="0" name=""/>
        <dsp:cNvSpPr/>
      </dsp:nvSpPr>
      <dsp:spPr>
        <a:xfrm>
          <a:off x="9371391" y="3824701"/>
          <a:ext cx="91440" cy="551480"/>
        </a:xfrm>
        <a:custGeom>
          <a:avLst/>
          <a:gdLst/>
          <a:ahLst/>
          <a:cxnLst/>
          <a:rect l="0" t="0" r="0" b="0"/>
          <a:pathLst>
            <a:path>
              <a:moveTo>
                <a:pt x="45720" y="0"/>
              </a:moveTo>
              <a:lnTo>
                <a:pt x="45720" y="551480"/>
              </a:lnTo>
              <a:lnTo>
                <a:pt x="116422" y="5514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1E544FB-9B45-4E4A-A928-B5792E9A2B05}">
      <dsp:nvSpPr>
        <dsp:cNvPr id="0" name=""/>
        <dsp:cNvSpPr/>
      </dsp:nvSpPr>
      <dsp:spPr>
        <a:xfrm>
          <a:off x="9371391" y="3824701"/>
          <a:ext cx="91440" cy="216821"/>
        </a:xfrm>
        <a:custGeom>
          <a:avLst/>
          <a:gdLst/>
          <a:ahLst/>
          <a:cxnLst/>
          <a:rect l="0" t="0" r="0" b="0"/>
          <a:pathLst>
            <a:path>
              <a:moveTo>
                <a:pt x="45720" y="0"/>
              </a:moveTo>
              <a:lnTo>
                <a:pt x="45720" y="216821"/>
              </a:lnTo>
              <a:lnTo>
                <a:pt x="116422" y="21682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7039C02-FC2A-4903-8E1F-EAB23304EF07}">
      <dsp:nvSpPr>
        <dsp:cNvPr id="0" name=""/>
        <dsp:cNvSpPr/>
      </dsp:nvSpPr>
      <dsp:spPr>
        <a:xfrm>
          <a:off x="9035317" y="3490042"/>
          <a:ext cx="570334" cy="98983"/>
        </a:xfrm>
        <a:custGeom>
          <a:avLst/>
          <a:gdLst/>
          <a:ahLst/>
          <a:cxnLst/>
          <a:rect l="0" t="0" r="0" b="0"/>
          <a:pathLst>
            <a:path>
              <a:moveTo>
                <a:pt x="0" y="0"/>
              </a:moveTo>
              <a:lnTo>
                <a:pt x="0" y="49491"/>
              </a:lnTo>
              <a:lnTo>
                <a:pt x="570334" y="49491"/>
              </a:lnTo>
              <a:lnTo>
                <a:pt x="570334" y="9898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859E787-B4E1-465C-97DC-0111C675C57F}">
      <dsp:nvSpPr>
        <dsp:cNvPr id="0" name=""/>
        <dsp:cNvSpPr/>
      </dsp:nvSpPr>
      <dsp:spPr>
        <a:xfrm>
          <a:off x="8801056" y="3824701"/>
          <a:ext cx="91440" cy="551480"/>
        </a:xfrm>
        <a:custGeom>
          <a:avLst/>
          <a:gdLst/>
          <a:ahLst/>
          <a:cxnLst/>
          <a:rect l="0" t="0" r="0" b="0"/>
          <a:pathLst>
            <a:path>
              <a:moveTo>
                <a:pt x="45720" y="0"/>
              </a:moveTo>
              <a:lnTo>
                <a:pt x="45720" y="551480"/>
              </a:lnTo>
              <a:lnTo>
                <a:pt x="116422" y="5514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DEC4A9-FB22-4882-AFA8-B8AFDD50E56C}">
      <dsp:nvSpPr>
        <dsp:cNvPr id="0" name=""/>
        <dsp:cNvSpPr/>
      </dsp:nvSpPr>
      <dsp:spPr>
        <a:xfrm>
          <a:off x="8801056" y="3824701"/>
          <a:ext cx="91440" cy="216821"/>
        </a:xfrm>
        <a:custGeom>
          <a:avLst/>
          <a:gdLst/>
          <a:ahLst/>
          <a:cxnLst/>
          <a:rect l="0" t="0" r="0" b="0"/>
          <a:pathLst>
            <a:path>
              <a:moveTo>
                <a:pt x="45720" y="0"/>
              </a:moveTo>
              <a:lnTo>
                <a:pt x="45720" y="216821"/>
              </a:lnTo>
              <a:lnTo>
                <a:pt x="116422" y="21682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0F9588-463C-4FC9-96C4-4213A9B5F5A9}">
      <dsp:nvSpPr>
        <dsp:cNvPr id="0" name=""/>
        <dsp:cNvSpPr/>
      </dsp:nvSpPr>
      <dsp:spPr>
        <a:xfrm>
          <a:off x="8989597" y="3490042"/>
          <a:ext cx="91440" cy="98983"/>
        </a:xfrm>
        <a:custGeom>
          <a:avLst/>
          <a:gdLst/>
          <a:ahLst/>
          <a:cxnLst/>
          <a:rect l="0" t="0" r="0" b="0"/>
          <a:pathLst>
            <a:path>
              <a:moveTo>
                <a:pt x="45720" y="0"/>
              </a:moveTo>
              <a:lnTo>
                <a:pt x="45720" y="9898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ACD485-F996-48DE-8627-F5FA58E31110}">
      <dsp:nvSpPr>
        <dsp:cNvPr id="0" name=""/>
        <dsp:cNvSpPr/>
      </dsp:nvSpPr>
      <dsp:spPr>
        <a:xfrm>
          <a:off x="8230721" y="3824701"/>
          <a:ext cx="91440" cy="551480"/>
        </a:xfrm>
        <a:custGeom>
          <a:avLst/>
          <a:gdLst/>
          <a:ahLst/>
          <a:cxnLst/>
          <a:rect l="0" t="0" r="0" b="0"/>
          <a:pathLst>
            <a:path>
              <a:moveTo>
                <a:pt x="45720" y="0"/>
              </a:moveTo>
              <a:lnTo>
                <a:pt x="45720" y="551480"/>
              </a:lnTo>
              <a:lnTo>
                <a:pt x="116422" y="5514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663B93B-AAF8-4E7D-80CE-E72B21288EDC}">
      <dsp:nvSpPr>
        <dsp:cNvPr id="0" name=""/>
        <dsp:cNvSpPr/>
      </dsp:nvSpPr>
      <dsp:spPr>
        <a:xfrm>
          <a:off x="8230721" y="3824701"/>
          <a:ext cx="91440" cy="216821"/>
        </a:xfrm>
        <a:custGeom>
          <a:avLst/>
          <a:gdLst/>
          <a:ahLst/>
          <a:cxnLst/>
          <a:rect l="0" t="0" r="0" b="0"/>
          <a:pathLst>
            <a:path>
              <a:moveTo>
                <a:pt x="45720" y="0"/>
              </a:moveTo>
              <a:lnTo>
                <a:pt x="45720" y="216821"/>
              </a:lnTo>
              <a:lnTo>
                <a:pt x="116422" y="21682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80AC68-1B3B-4D87-A244-7F15C95F8820}">
      <dsp:nvSpPr>
        <dsp:cNvPr id="0" name=""/>
        <dsp:cNvSpPr/>
      </dsp:nvSpPr>
      <dsp:spPr>
        <a:xfrm>
          <a:off x="8464982" y="3490042"/>
          <a:ext cx="570334" cy="98983"/>
        </a:xfrm>
        <a:custGeom>
          <a:avLst/>
          <a:gdLst/>
          <a:ahLst/>
          <a:cxnLst/>
          <a:rect l="0" t="0" r="0" b="0"/>
          <a:pathLst>
            <a:path>
              <a:moveTo>
                <a:pt x="570334" y="0"/>
              </a:moveTo>
              <a:lnTo>
                <a:pt x="570334" y="49491"/>
              </a:lnTo>
              <a:lnTo>
                <a:pt x="0" y="49491"/>
              </a:lnTo>
              <a:lnTo>
                <a:pt x="0" y="9898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FD8986A-89D1-4AB0-90F1-C4A1CBCF7A0C}">
      <dsp:nvSpPr>
        <dsp:cNvPr id="0" name=""/>
        <dsp:cNvSpPr/>
      </dsp:nvSpPr>
      <dsp:spPr>
        <a:xfrm>
          <a:off x="9035317" y="3149165"/>
          <a:ext cx="866366" cy="105200"/>
        </a:xfrm>
        <a:custGeom>
          <a:avLst/>
          <a:gdLst/>
          <a:ahLst/>
          <a:cxnLst/>
          <a:rect l="0" t="0" r="0" b="0"/>
          <a:pathLst>
            <a:path>
              <a:moveTo>
                <a:pt x="866366" y="0"/>
              </a:moveTo>
              <a:lnTo>
                <a:pt x="866366" y="55708"/>
              </a:lnTo>
              <a:lnTo>
                <a:pt x="0" y="55708"/>
              </a:lnTo>
              <a:lnTo>
                <a:pt x="0" y="10520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7B956F-D72C-4AE4-8D9E-D5EAAA044204}">
      <dsp:nvSpPr>
        <dsp:cNvPr id="0" name=""/>
        <dsp:cNvSpPr/>
      </dsp:nvSpPr>
      <dsp:spPr>
        <a:xfrm>
          <a:off x="6110421" y="2820723"/>
          <a:ext cx="3791262" cy="92766"/>
        </a:xfrm>
        <a:custGeom>
          <a:avLst/>
          <a:gdLst/>
          <a:ahLst/>
          <a:cxnLst/>
          <a:rect l="0" t="0" r="0" b="0"/>
          <a:pathLst>
            <a:path>
              <a:moveTo>
                <a:pt x="0" y="0"/>
              </a:moveTo>
              <a:lnTo>
                <a:pt x="0" y="43274"/>
              </a:lnTo>
              <a:lnTo>
                <a:pt x="3791262" y="43274"/>
              </a:lnTo>
              <a:lnTo>
                <a:pt x="3791262" y="92766"/>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0F3064A-28A3-49FD-B7E2-A8F8FBA328A9}">
      <dsp:nvSpPr>
        <dsp:cNvPr id="0" name=""/>
        <dsp:cNvSpPr/>
      </dsp:nvSpPr>
      <dsp:spPr>
        <a:xfrm>
          <a:off x="7542549" y="3490042"/>
          <a:ext cx="91440" cy="551480"/>
        </a:xfrm>
        <a:custGeom>
          <a:avLst/>
          <a:gdLst/>
          <a:ahLst/>
          <a:cxnLst/>
          <a:rect l="0" t="0" r="0" b="0"/>
          <a:pathLst>
            <a:path>
              <a:moveTo>
                <a:pt x="45720" y="0"/>
              </a:moveTo>
              <a:lnTo>
                <a:pt x="45720" y="551480"/>
              </a:lnTo>
              <a:lnTo>
                <a:pt x="116422" y="5514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961C4E-6FE5-4E44-8DDC-E8B6B9582D4E}">
      <dsp:nvSpPr>
        <dsp:cNvPr id="0" name=""/>
        <dsp:cNvSpPr/>
      </dsp:nvSpPr>
      <dsp:spPr>
        <a:xfrm>
          <a:off x="7542549" y="3490042"/>
          <a:ext cx="91440" cy="216821"/>
        </a:xfrm>
        <a:custGeom>
          <a:avLst/>
          <a:gdLst/>
          <a:ahLst/>
          <a:cxnLst/>
          <a:rect l="0" t="0" r="0" b="0"/>
          <a:pathLst>
            <a:path>
              <a:moveTo>
                <a:pt x="45720" y="0"/>
              </a:moveTo>
              <a:lnTo>
                <a:pt x="45720" y="216821"/>
              </a:lnTo>
              <a:lnTo>
                <a:pt x="116422" y="21682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994A2E-9AEC-433B-8194-4854CA24A636}">
      <dsp:nvSpPr>
        <dsp:cNvPr id="0" name=""/>
        <dsp:cNvSpPr/>
      </dsp:nvSpPr>
      <dsp:spPr>
        <a:xfrm>
          <a:off x="6120905" y="3161600"/>
          <a:ext cx="1655903" cy="92766"/>
        </a:xfrm>
        <a:custGeom>
          <a:avLst/>
          <a:gdLst/>
          <a:ahLst/>
          <a:cxnLst/>
          <a:rect l="0" t="0" r="0" b="0"/>
          <a:pathLst>
            <a:path>
              <a:moveTo>
                <a:pt x="0" y="0"/>
              </a:moveTo>
              <a:lnTo>
                <a:pt x="0" y="43274"/>
              </a:lnTo>
              <a:lnTo>
                <a:pt x="1655903" y="43274"/>
              </a:lnTo>
              <a:lnTo>
                <a:pt x="1655903" y="9276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B434D8D-1DD1-47A2-A4E0-11FB170D52FA}">
      <dsp:nvSpPr>
        <dsp:cNvPr id="0" name=""/>
        <dsp:cNvSpPr/>
      </dsp:nvSpPr>
      <dsp:spPr>
        <a:xfrm>
          <a:off x="6972214" y="3490042"/>
          <a:ext cx="91440" cy="886140"/>
        </a:xfrm>
        <a:custGeom>
          <a:avLst/>
          <a:gdLst/>
          <a:ahLst/>
          <a:cxnLst/>
          <a:rect l="0" t="0" r="0" b="0"/>
          <a:pathLst>
            <a:path>
              <a:moveTo>
                <a:pt x="45720" y="0"/>
              </a:moveTo>
              <a:lnTo>
                <a:pt x="45720" y="886140"/>
              </a:lnTo>
              <a:lnTo>
                <a:pt x="116422" y="88614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63B448-F501-4223-9D94-FEF73C736570}">
      <dsp:nvSpPr>
        <dsp:cNvPr id="0" name=""/>
        <dsp:cNvSpPr/>
      </dsp:nvSpPr>
      <dsp:spPr>
        <a:xfrm>
          <a:off x="6972214" y="3490042"/>
          <a:ext cx="91440" cy="551480"/>
        </a:xfrm>
        <a:custGeom>
          <a:avLst/>
          <a:gdLst/>
          <a:ahLst/>
          <a:cxnLst/>
          <a:rect l="0" t="0" r="0" b="0"/>
          <a:pathLst>
            <a:path>
              <a:moveTo>
                <a:pt x="45720" y="0"/>
              </a:moveTo>
              <a:lnTo>
                <a:pt x="45720" y="551480"/>
              </a:lnTo>
              <a:lnTo>
                <a:pt x="116422" y="5514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9EEF3A-F067-44D8-BCF6-9527F3FC9E8D}">
      <dsp:nvSpPr>
        <dsp:cNvPr id="0" name=""/>
        <dsp:cNvSpPr/>
      </dsp:nvSpPr>
      <dsp:spPr>
        <a:xfrm>
          <a:off x="6972214" y="3490042"/>
          <a:ext cx="91440" cy="216821"/>
        </a:xfrm>
        <a:custGeom>
          <a:avLst/>
          <a:gdLst/>
          <a:ahLst/>
          <a:cxnLst/>
          <a:rect l="0" t="0" r="0" b="0"/>
          <a:pathLst>
            <a:path>
              <a:moveTo>
                <a:pt x="45720" y="0"/>
              </a:moveTo>
              <a:lnTo>
                <a:pt x="45720" y="216821"/>
              </a:lnTo>
              <a:lnTo>
                <a:pt x="116422" y="21682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D912F9-BA09-4FCA-B0AF-B0FC55FB52FF}">
      <dsp:nvSpPr>
        <dsp:cNvPr id="0" name=""/>
        <dsp:cNvSpPr/>
      </dsp:nvSpPr>
      <dsp:spPr>
        <a:xfrm>
          <a:off x="6120905" y="3161600"/>
          <a:ext cx="1085568" cy="92766"/>
        </a:xfrm>
        <a:custGeom>
          <a:avLst/>
          <a:gdLst/>
          <a:ahLst/>
          <a:cxnLst/>
          <a:rect l="0" t="0" r="0" b="0"/>
          <a:pathLst>
            <a:path>
              <a:moveTo>
                <a:pt x="0" y="0"/>
              </a:moveTo>
              <a:lnTo>
                <a:pt x="0" y="43274"/>
              </a:lnTo>
              <a:lnTo>
                <a:pt x="1085568" y="43274"/>
              </a:lnTo>
              <a:lnTo>
                <a:pt x="1085568" y="9276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F2F55F-75FC-40CD-BBA6-E1A083F00941}">
      <dsp:nvSpPr>
        <dsp:cNvPr id="0" name=""/>
        <dsp:cNvSpPr/>
      </dsp:nvSpPr>
      <dsp:spPr>
        <a:xfrm>
          <a:off x="6401879" y="3824701"/>
          <a:ext cx="91440" cy="551480"/>
        </a:xfrm>
        <a:custGeom>
          <a:avLst/>
          <a:gdLst/>
          <a:ahLst/>
          <a:cxnLst/>
          <a:rect l="0" t="0" r="0" b="0"/>
          <a:pathLst>
            <a:path>
              <a:moveTo>
                <a:pt x="45720" y="0"/>
              </a:moveTo>
              <a:lnTo>
                <a:pt x="45720" y="551480"/>
              </a:lnTo>
              <a:lnTo>
                <a:pt x="116422" y="5514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90D4E1-0572-49A7-9BED-B05A4E779A5F}">
      <dsp:nvSpPr>
        <dsp:cNvPr id="0" name=""/>
        <dsp:cNvSpPr/>
      </dsp:nvSpPr>
      <dsp:spPr>
        <a:xfrm>
          <a:off x="6401879" y="3824701"/>
          <a:ext cx="91440" cy="216821"/>
        </a:xfrm>
        <a:custGeom>
          <a:avLst/>
          <a:gdLst/>
          <a:ahLst/>
          <a:cxnLst/>
          <a:rect l="0" t="0" r="0" b="0"/>
          <a:pathLst>
            <a:path>
              <a:moveTo>
                <a:pt x="45720" y="0"/>
              </a:moveTo>
              <a:lnTo>
                <a:pt x="45720" y="216821"/>
              </a:lnTo>
              <a:lnTo>
                <a:pt x="116422" y="21682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BBCD64A-20F1-4E9F-9E30-47CAC9A6867E}">
      <dsp:nvSpPr>
        <dsp:cNvPr id="0" name=""/>
        <dsp:cNvSpPr/>
      </dsp:nvSpPr>
      <dsp:spPr>
        <a:xfrm>
          <a:off x="6350972" y="3490042"/>
          <a:ext cx="285167" cy="98983"/>
        </a:xfrm>
        <a:custGeom>
          <a:avLst/>
          <a:gdLst/>
          <a:ahLst/>
          <a:cxnLst/>
          <a:rect l="0" t="0" r="0" b="0"/>
          <a:pathLst>
            <a:path>
              <a:moveTo>
                <a:pt x="0" y="0"/>
              </a:moveTo>
              <a:lnTo>
                <a:pt x="0" y="49491"/>
              </a:lnTo>
              <a:lnTo>
                <a:pt x="285167" y="49491"/>
              </a:lnTo>
              <a:lnTo>
                <a:pt x="285167" y="9898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66487D-4A35-45BA-998F-9C8FF0589185}">
      <dsp:nvSpPr>
        <dsp:cNvPr id="0" name=""/>
        <dsp:cNvSpPr/>
      </dsp:nvSpPr>
      <dsp:spPr>
        <a:xfrm>
          <a:off x="5831544" y="3824701"/>
          <a:ext cx="91440" cy="551480"/>
        </a:xfrm>
        <a:custGeom>
          <a:avLst/>
          <a:gdLst/>
          <a:ahLst/>
          <a:cxnLst/>
          <a:rect l="0" t="0" r="0" b="0"/>
          <a:pathLst>
            <a:path>
              <a:moveTo>
                <a:pt x="45720" y="0"/>
              </a:moveTo>
              <a:lnTo>
                <a:pt x="45720" y="551480"/>
              </a:lnTo>
              <a:lnTo>
                <a:pt x="116422" y="5514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06F480D-4EEC-4374-AAB6-190598DA4A60}">
      <dsp:nvSpPr>
        <dsp:cNvPr id="0" name=""/>
        <dsp:cNvSpPr/>
      </dsp:nvSpPr>
      <dsp:spPr>
        <a:xfrm>
          <a:off x="5831544" y="3824701"/>
          <a:ext cx="91440" cy="216821"/>
        </a:xfrm>
        <a:custGeom>
          <a:avLst/>
          <a:gdLst/>
          <a:ahLst/>
          <a:cxnLst/>
          <a:rect l="0" t="0" r="0" b="0"/>
          <a:pathLst>
            <a:path>
              <a:moveTo>
                <a:pt x="45720" y="0"/>
              </a:moveTo>
              <a:lnTo>
                <a:pt x="45720" y="216821"/>
              </a:lnTo>
              <a:lnTo>
                <a:pt x="116422" y="21682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614F11-18DF-47C0-88DB-C6A3D97DA678}">
      <dsp:nvSpPr>
        <dsp:cNvPr id="0" name=""/>
        <dsp:cNvSpPr/>
      </dsp:nvSpPr>
      <dsp:spPr>
        <a:xfrm>
          <a:off x="6065804" y="3490042"/>
          <a:ext cx="285167" cy="98983"/>
        </a:xfrm>
        <a:custGeom>
          <a:avLst/>
          <a:gdLst/>
          <a:ahLst/>
          <a:cxnLst/>
          <a:rect l="0" t="0" r="0" b="0"/>
          <a:pathLst>
            <a:path>
              <a:moveTo>
                <a:pt x="285167" y="0"/>
              </a:moveTo>
              <a:lnTo>
                <a:pt x="285167" y="49491"/>
              </a:lnTo>
              <a:lnTo>
                <a:pt x="0" y="49491"/>
              </a:lnTo>
              <a:lnTo>
                <a:pt x="0" y="9898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84A5039-464F-4657-8485-6EA8B0CC8231}">
      <dsp:nvSpPr>
        <dsp:cNvPr id="0" name=""/>
        <dsp:cNvSpPr/>
      </dsp:nvSpPr>
      <dsp:spPr>
        <a:xfrm>
          <a:off x="6120905" y="3161600"/>
          <a:ext cx="230066" cy="92766"/>
        </a:xfrm>
        <a:custGeom>
          <a:avLst/>
          <a:gdLst/>
          <a:ahLst/>
          <a:cxnLst/>
          <a:rect l="0" t="0" r="0" b="0"/>
          <a:pathLst>
            <a:path>
              <a:moveTo>
                <a:pt x="0" y="0"/>
              </a:moveTo>
              <a:lnTo>
                <a:pt x="0" y="43274"/>
              </a:lnTo>
              <a:lnTo>
                <a:pt x="230066" y="43274"/>
              </a:lnTo>
              <a:lnTo>
                <a:pt x="230066" y="9276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44683CD-74B8-4C98-95A4-786FB99E1A5B}">
      <dsp:nvSpPr>
        <dsp:cNvPr id="0" name=""/>
        <dsp:cNvSpPr/>
      </dsp:nvSpPr>
      <dsp:spPr>
        <a:xfrm>
          <a:off x="5261209" y="3824701"/>
          <a:ext cx="91440" cy="551480"/>
        </a:xfrm>
        <a:custGeom>
          <a:avLst/>
          <a:gdLst/>
          <a:ahLst/>
          <a:cxnLst/>
          <a:rect l="0" t="0" r="0" b="0"/>
          <a:pathLst>
            <a:path>
              <a:moveTo>
                <a:pt x="45720" y="0"/>
              </a:moveTo>
              <a:lnTo>
                <a:pt x="45720" y="551480"/>
              </a:lnTo>
              <a:lnTo>
                <a:pt x="116422" y="5514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33CD284-D8D7-4D41-ACF2-6D32801CD6D8}">
      <dsp:nvSpPr>
        <dsp:cNvPr id="0" name=""/>
        <dsp:cNvSpPr/>
      </dsp:nvSpPr>
      <dsp:spPr>
        <a:xfrm>
          <a:off x="5261209" y="3824701"/>
          <a:ext cx="91440" cy="216821"/>
        </a:xfrm>
        <a:custGeom>
          <a:avLst/>
          <a:gdLst/>
          <a:ahLst/>
          <a:cxnLst/>
          <a:rect l="0" t="0" r="0" b="0"/>
          <a:pathLst>
            <a:path>
              <a:moveTo>
                <a:pt x="45720" y="0"/>
              </a:moveTo>
              <a:lnTo>
                <a:pt x="45720" y="216821"/>
              </a:lnTo>
              <a:lnTo>
                <a:pt x="116422" y="21682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1FAA7FA-66D3-4603-B8C0-E7EFF2968B8B}">
      <dsp:nvSpPr>
        <dsp:cNvPr id="0" name=""/>
        <dsp:cNvSpPr/>
      </dsp:nvSpPr>
      <dsp:spPr>
        <a:xfrm>
          <a:off x="4925135" y="3490042"/>
          <a:ext cx="570334" cy="98983"/>
        </a:xfrm>
        <a:custGeom>
          <a:avLst/>
          <a:gdLst/>
          <a:ahLst/>
          <a:cxnLst/>
          <a:rect l="0" t="0" r="0" b="0"/>
          <a:pathLst>
            <a:path>
              <a:moveTo>
                <a:pt x="0" y="0"/>
              </a:moveTo>
              <a:lnTo>
                <a:pt x="0" y="49491"/>
              </a:lnTo>
              <a:lnTo>
                <a:pt x="570334" y="49491"/>
              </a:lnTo>
              <a:lnTo>
                <a:pt x="570334" y="9898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B06CB1-C1D2-4CA2-8B84-4A9EF540EB01}">
      <dsp:nvSpPr>
        <dsp:cNvPr id="0" name=""/>
        <dsp:cNvSpPr/>
      </dsp:nvSpPr>
      <dsp:spPr>
        <a:xfrm>
          <a:off x="4690874" y="3824701"/>
          <a:ext cx="91440" cy="551480"/>
        </a:xfrm>
        <a:custGeom>
          <a:avLst/>
          <a:gdLst/>
          <a:ahLst/>
          <a:cxnLst/>
          <a:rect l="0" t="0" r="0" b="0"/>
          <a:pathLst>
            <a:path>
              <a:moveTo>
                <a:pt x="45720" y="0"/>
              </a:moveTo>
              <a:lnTo>
                <a:pt x="45720" y="551480"/>
              </a:lnTo>
              <a:lnTo>
                <a:pt x="116422" y="5514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B18AE8-80A8-4EEF-9628-EE61A236BD60}">
      <dsp:nvSpPr>
        <dsp:cNvPr id="0" name=""/>
        <dsp:cNvSpPr/>
      </dsp:nvSpPr>
      <dsp:spPr>
        <a:xfrm>
          <a:off x="4690874" y="3824701"/>
          <a:ext cx="91440" cy="216821"/>
        </a:xfrm>
        <a:custGeom>
          <a:avLst/>
          <a:gdLst/>
          <a:ahLst/>
          <a:cxnLst/>
          <a:rect l="0" t="0" r="0" b="0"/>
          <a:pathLst>
            <a:path>
              <a:moveTo>
                <a:pt x="45720" y="0"/>
              </a:moveTo>
              <a:lnTo>
                <a:pt x="45720" y="216821"/>
              </a:lnTo>
              <a:lnTo>
                <a:pt x="116422" y="21682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6C046D2-40E6-4E37-98DD-F6BA8C4BA03C}">
      <dsp:nvSpPr>
        <dsp:cNvPr id="0" name=""/>
        <dsp:cNvSpPr/>
      </dsp:nvSpPr>
      <dsp:spPr>
        <a:xfrm>
          <a:off x="4879415" y="3490042"/>
          <a:ext cx="91440" cy="98983"/>
        </a:xfrm>
        <a:custGeom>
          <a:avLst/>
          <a:gdLst/>
          <a:ahLst/>
          <a:cxnLst/>
          <a:rect l="0" t="0" r="0" b="0"/>
          <a:pathLst>
            <a:path>
              <a:moveTo>
                <a:pt x="45720" y="0"/>
              </a:moveTo>
              <a:lnTo>
                <a:pt x="45720" y="9898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B63C2B-3F00-4FBA-9C71-E786EEDF669B}">
      <dsp:nvSpPr>
        <dsp:cNvPr id="0" name=""/>
        <dsp:cNvSpPr/>
      </dsp:nvSpPr>
      <dsp:spPr>
        <a:xfrm>
          <a:off x="4120539" y="3824701"/>
          <a:ext cx="91440" cy="551480"/>
        </a:xfrm>
        <a:custGeom>
          <a:avLst/>
          <a:gdLst/>
          <a:ahLst/>
          <a:cxnLst/>
          <a:rect l="0" t="0" r="0" b="0"/>
          <a:pathLst>
            <a:path>
              <a:moveTo>
                <a:pt x="45720" y="0"/>
              </a:moveTo>
              <a:lnTo>
                <a:pt x="45720" y="551480"/>
              </a:lnTo>
              <a:lnTo>
                <a:pt x="116422" y="5514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A498E9-04D5-4AA4-934F-779273A2E49B}">
      <dsp:nvSpPr>
        <dsp:cNvPr id="0" name=""/>
        <dsp:cNvSpPr/>
      </dsp:nvSpPr>
      <dsp:spPr>
        <a:xfrm>
          <a:off x="4120539" y="3824701"/>
          <a:ext cx="91440" cy="216821"/>
        </a:xfrm>
        <a:custGeom>
          <a:avLst/>
          <a:gdLst/>
          <a:ahLst/>
          <a:cxnLst/>
          <a:rect l="0" t="0" r="0" b="0"/>
          <a:pathLst>
            <a:path>
              <a:moveTo>
                <a:pt x="45720" y="0"/>
              </a:moveTo>
              <a:lnTo>
                <a:pt x="45720" y="216821"/>
              </a:lnTo>
              <a:lnTo>
                <a:pt x="116422" y="21682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231CAD-C4E3-4D61-9F39-83EECF06243C}">
      <dsp:nvSpPr>
        <dsp:cNvPr id="0" name=""/>
        <dsp:cNvSpPr/>
      </dsp:nvSpPr>
      <dsp:spPr>
        <a:xfrm>
          <a:off x="4354800" y="3490042"/>
          <a:ext cx="570334" cy="98983"/>
        </a:xfrm>
        <a:custGeom>
          <a:avLst/>
          <a:gdLst/>
          <a:ahLst/>
          <a:cxnLst/>
          <a:rect l="0" t="0" r="0" b="0"/>
          <a:pathLst>
            <a:path>
              <a:moveTo>
                <a:pt x="570334" y="0"/>
              </a:moveTo>
              <a:lnTo>
                <a:pt x="570334" y="49491"/>
              </a:lnTo>
              <a:lnTo>
                <a:pt x="0" y="49491"/>
              </a:lnTo>
              <a:lnTo>
                <a:pt x="0" y="9898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72DCCE2-1FA7-4DAD-AE54-F64867885634}">
      <dsp:nvSpPr>
        <dsp:cNvPr id="0" name=""/>
        <dsp:cNvSpPr/>
      </dsp:nvSpPr>
      <dsp:spPr>
        <a:xfrm>
          <a:off x="4925135" y="3161600"/>
          <a:ext cx="1195770" cy="92766"/>
        </a:xfrm>
        <a:custGeom>
          <a:avLst/>
          <a:gdLst/>
          <a:ahLst/>
          <a:cxnLst/>
          <a:rect l="0" t="0" r="0" b="0"/>
          <a:pathLst>
            <a:path>
              <a:moveTo>
                <a:pt x="1195770" y="0"/>
              </a:moveTo>
              <a:lnTo>
                <a:pt x="1195770" y="43274"/>
              </a:lnTo>
              <a:lnTo>
                <a:pt x="0" y="43274"/>
              </a:lnTo>
              <a:lnTo>
                <a:pt x="0" y="9276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1F82AE-D204-494B-90C7-632A99586039}">
      <dsp:nvSpPr>
        <dsp:cNvPr id="0" name=""/>
        <dsp:cNvSpPr/>
      </dsp:nvSpPr>
      <dsp:spPr>
        <a:xfrm>
          <a:off x="6064701" y="2820723"/>
          <a:ext cx="91440" cy="105200"/>
        </a:xfrm>
        <a:custGeom>
          <a:avLst/>
          <a:gdLst/>
          <a:ahLst/>
          <a:cxnLst/>
          <a:rect l="0" t="0" r="0" b="0"/>
          <a:pathLst>
            <a:path>
              <a:moveTo>
                <a:pt x="45720" y="0"/>
              </a:moveTo>
              <a:lnTo>
                <a:pt x="45720" y="55708"/>
              </a:lnTo>
              <a:lnTo>
                <a:pt x="56204" y="55708"/>
              </a:lnTo>
              <a:lnTo>
                <a:pt x="56204" y="105200"/>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DC7B7E-DBC9-47AF-A420-5658808367D2}">
      <dsp:nvSpPr>
        <dsp:cNvPr id="0" name=""/>
        <dsp:cNvSpPr/>
      </dsp:nvSpPr>
      <dsp:spPr>
        <a:xfrm>
          <a:off x="3432367" y="3490042"/>
          <a:ext cx="91440" cy="551480"/>
        </a:xfrm>
        <a:custGeom>
          <a:avLst/>
          <a:gdLst/>
          <a:ahLst/>
          <a:cxnLst/>
          <a:rect l="0" t="0" r="0" b="0"/>
          <a:pathLst>
            <a:path>
              <a:moveTo>
                <a:pt x="45720" y="0"/>
              </a:moveTo>
              <a:lnTo>
                <a:pt x="45720" y="551480"/>
              </a:lnTo>
              <a:lnTo>
                <a:pt x="116422" y="5514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9ED2A1B-7A30-4B58-A99C-D7975DA20049}">
      <dsp:nvSpPr>
        <dsp:cNvPr id="0" name=""/>
        <dsp:cNvSpPr/>
      </dsp:nvSpPr>
      <dsp:spPr>
        <a:xfrm>
          <a:off x="3432367" y="3490042"/>
          <a:ext cx="91440" cy="216821"/>
        </a:xfrm>
        <a:custGeom>
          <a:avLst/>
          <a:gdLst/>
          <a:ahLst/>
          <a:cxnLst/>
          <a:rect l="0" t="0" r="0" b="0"/>
          <a:pathLst>
            <a:path>
              <a:moveTo>
                <a:pt x="45720" y="0"/>
              </a:moveTo>
              <a:lnTo>
                <a:pt x="45720" y="216821"/>
              </a:lnTo>
              <a:lnTo>
                <a:pt x="116422" y="21682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F68A2C-904F-4FDE-91AB-56CDE6D695CE}">
      <dsp:nvSpPr>
        <dsp:cNvPr id="0" name=""/>
        <dsp:cNvSpPr/>
      </dsp:nvSpPr>
      <dsp:spPr>
        <a:xfrm>
          <a:off x="1998289" y="3155383"/>
          <a:ext cx="1668337" cy="98983"/>
        </a:xfrm>
        <a:custGeom>
          <a:avLst/>
          <a:gdLst/>
          <a:ahLst/>
          <a:cxnLst/>
          <a:rect l="0" t="0" r="0" b="0"/>
          <a:pathLst>
            <a:path>
              <a:moveTo>
                <a:pt x="0" y="0"/>
              </a:moveTo>
              <a:lnTo>
                <a:pt x="0" y="49491"/>
              </a:lnTo>
              <a:lnTo>
                <a:pt x="1668337" y="49491"/>
              </a:lnTo>
              <a:lnTo>
                <a:pt x="1668337" y="9898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53F0DE-F931-4976-B4F5-D21B343FF8EC}">
      <dsp:nvSpPr>
        <dsp:cNvPr id="0" name=""/>
        <dsp:cNvSpPr/>
      </dsp:nvSpPr>
      <dsp:spPr>
        <a:xfrm>
          <a:off x="2862032" y="3490042"/>
          <a:ext cx="91440" cy="886140"/>
        </a:xfrm>
        <a:custGeom>
          <a:avLst/>
          <a:gdLst/>
          <a:ahLst/>
          <a:cxnLst/>
          <a:rect l="0" t="0" r="0" b="0"/>
          <a:pathLst>
            <a:path>
              <a:moveTo>
                <a:pt x="45720" y="0"/>
              </a:moveTo>
              <a:lnTo>
                <a:pt x="45720" y="886140"/>
              </a:lnTo>
              <a:lnTo>
                <a:pt x="116422" y="88614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29E6C0-0C27-4D63-A964-8C69AC6FF785}">
      <dsp:nvSpPr>
        <dsp:cNvPr id="0" name=""/>
        <dsp:cNvSpPr/>
      </dsp:nvSpPr>
      <dsp:spPr>
        <a:xfrm>
          <a:off x="2862032" y="3490042"/>
          <a:ext cx="91440" cy="551480"/>
        </a:xfrm>
        <a:custGeom>
          <a:avLst/>
          <a:gdLst/>
          <a:ahLst/>
          <a:cxnLst/>
          <a:rect l="0" t="0" r="0" b="0"/>
          <a:pathLst>
            <a:path>
              <a:moveTo>
                <a:pt x="45720" y="0"/>
              </a:moveTo>
              <a:lnTo>
                <a:pt x="45720" y="551480"/>
              </a:lnTo>
              <a:lnTo>
                <a:pt x="116422" y="5514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A57727-9E01-447B-AC2A-5AA972EF5C77}">
      <dsp:nvSpPr>
        <dsp:cNvPr id="0" name=""/>
        <dsp:cNvSpPr/>
      </dsp:nvSpPr>
      <dsp:spPr>
        <a:xfrm>
          <a:off x="2862032" y="3490042"/>
          <a:ext cx="91440" cy="216821"/>
        </a:xfrm>
        <a:custGeom>
          <a:avLst/>
          <a:gdLst/>
          <a:ahLst/>
          <a:cxnLst/>
          <a:rect l="0" t="0" r="0" b="0"/>
          <a:pathLst>
            <a:path>
              <a:moveTo>
                <a:pt x="45720" y="0"/>
              </a:moveTo>
              <a:lnTo>
                <a:pt x="45720" y="216821"/>
              </a:lnTo>
              <a:lnTo>
                <a:pt x="116422" y="21682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B5CD95-4D6E-4D1A-99C4-82DDC700ABE8}">
      <dsp:nvSpPr>
        <dsp:cNvPr id="0" name=""/>
        <dsp:cNvSpPr/>
      </dsp:nvSpPr>
      <dsp:spPr>
        <a:xfrm>
          <a:off x="1998289" y="3155383"/>
          <a:ext cx="1098003" cy="98983"/>
        </a:xfrm>
        <a:custGeom>
          <a:avLst/>
          <a:gdLst/>
          <a:ahLst/>
          <a:cxnLst/>
          <a:rect l="0" t="0" r="0" b="0"/>
          <a:pathLst>
            <a:path>
              <a:moveTo>
                <a:pt x="0" y="0"/>
              </a:moveTo>
              <a:lnTo>
                <a:pt x="0" y="49491"/>
              </a:lnTo>
              <a:lnTo>
                <a:pt x="1098003" y="49491"/>
              </a:lnTo>
              <a:lnTo>
                <a:pt x="1098003" y="9898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C79BB96-64EB-428C-B658-EC13440F85C6}">
      <dsp:nvSpPr>
        <dsp:cNvPr id="0" name=""/>
        <dsp:cNvSpPr/>
      </dsp:nvSpPr>
      <dsp:spPr>
        <a:xfrm>
          <a:off x="2291697" y="3824701"/>
          <a:ext cx="91440" cy="551480"/>
        </a:xfrm>
        <a:custGeom>
          <a:avLst/>
          <a:gdLst/>
          <a:ahLst/>
          <a:cxnLst/>
          <a:rect l="0" t="0" r="0" b="0"/>
          <a:pathLst>
            <a:path>
              <a:moveTo>
                <a:pt x="45720" y="0"/>
              </a:moveTo>
              <a:lnTo>
                <a:pt x="45720" y="551480"/>
              </a:lnTo>
              <a:lnTo>
                <a:pt x="116422" y="5514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FED01F-EA29-452F-8437-E1FC8203CBB7}">
      <dsp:nvSpPr>
        <dsp:cNvPr id="0" name=""/>
        <dsp:cNvSpPr/>
      </dsp:nvSpPr>
      <dsp:spPr>
        <a:xfrm>
          <a:off x="2291697" y="3824701"/>
          <a:ext cx="91440" cy="216821"/>
        </a:xfrm>
        <a:custGeom>
          <a:avLst/>
          <a:gdLst/>
          <a:ahLst/>
          <a:cxnLst/>
          <a:rect l="0" t="0" r="0" b="0"/>
          <a:pathLst>
            <a:path>
              <a:moveTo>
                <a:pt x="45720" y="0"/>
              </a:moveTo>
              <a:lnTo>
                <a:pt x="45720" y="216821"/>
              </a:lnTo>
              <a:lnTo>
                <a:pt x="116422" y="21682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463D50-DACE-45D8-BF03-B5BA485400CB}">
      <dsp:nvSpPr>
        <dsp:cNvPr id="0" name=""/>
        <dsp:cNvSpPr/>
      </dsp:nvSpPr>
      <dsp:spPr>
        <a:xfrm>
          <a:off x="2240790" y="3490042"/>
          <a:ext cx="285167" cy="98983"/>
        </a:xfrm>
        <a:custGeom>
          <a:avLst/>
          <a:gdLst/>
          <a:ahLst/>
          <a:cxnLst/>
          <a:rect l="0" t="0" r="0" b="0"/>
          <a:pathLst>
            <a:path>
              <a:moveTo>
                <a:pt x="0" y="0"/>
              </a:moveTo>
              <a:lnTo>
                <a:pt x="0" y="49491"/>
              </a:lnTo>
              <a:lnTo>
                <a:pt x="285167" y="49491"/>
              </a:lnTo>
              <a:lnTo>
                <a:pt x="285167" y="9898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005A51E-FE52-4140-A735-6D8F830EF571}">
      <dsp:nvSpPr>
        <dsp:cNvPr id="0" name=""/>
        <dsp:cNvSpPr/>
      </dsp:nvSpPr>
      <dsp:spPr>
        <a:xfrm>
          <a:off x="1721362" y="3824701"/>
          <a:ext cx="91440" cy="551480"/>
        </a:xfrm>
        <a:custGeom>
          <a:avLst/>
          <a:gdLst/>
          <a:ahLst/>
          <a:cxnLst/>
          <a:rect l="0" t="0" r="0" b="0"/>
          <a:pathLst>
            <a:path>
              <a:moveTo>
                <a:pt x="45720" y="0"/>
              </a:moveTo>
              <a:lnTo>
                <a:pt x="45720" y="551480"/>
              </a:lnTo>
              <a:lnTo>
                <a:pt x="116422" y="5514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E3C63C-8018-4305-B34D-90B0CF544C44}">
      <dsp:nvSpPr>
        <dsp:cNvPr id="0" name=""/>
        <dsp:cNvSpPr/>
      </dsp:nvSpPr>
      <dsp:spPr>
        <a:xfrm>
          <a:off x="1721362" y="3824701"/>
          <a:ext cx="91440" cy="216821"/>
        </a:xfrm>
        <a:custGeom>
          <a:avLst/>
          <a:gdLst/>
          <a:ahLst/>
          <a:cxnLst/>
          <a:rect l="0" t="0" r="0" b="0"/>
          <a:pathLst>
            <a:path>
              <a:moveTo>
                <a:pt x="45720" y="0"/>
              </a:moveTo>
              <a:lnTo>
                <a:pt x="45720" y="216821"/>
              </a:lnTo>
              <a:lnTo>
                <a:pt x="116422" y="21682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94548E-5FCD-4B0C-B1D0-130E8915929E}">
      <dsp:nvSpPr>
        <dsp:cNvPr id="0" name=""/>
        <dsp:cNvSpPr/>
      </dsp:nvSpPr>
      <dsp:spPr>
        <a:xfrm>
          <a:off x="1955622" y="3490042"/>
          <a:ext cx="285167" cy="98983"/>
        </a:xfrm>
        <a:custGeom>
          <a:avLst/>
          <a:gdLst/>
          <a:ahLst/>
          <a:cxnLst/>
          <a:rect l="0" t="0" r="0" b="0"/>
          <a:pathLst>
            <a:path>
              <a:moveTo>
                <a:pt x="285167" y="0"/>
              </a:moveTo>
              <a:lnTo>
                <a:pt x="285167" y="49491"/>
              </a:lnTo>
              <a:lnTo>
                <a:pt x="0" y="49491"/>
              </a:lnTo>
              <a:lnTo>
                <a:pt x="0" y="9898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643637-EDFE-49BD-B5A8-AE88869C5D90}">
      <dsp:nvSpPr>
        <dsp:cNvPr id="0" name=""/>
        <dsp:cNvSpPr/>
      </dsp:nvSpPr>
      <dsp:spPr>
        <a:xfrm>
          <a:off x="1998289" y="3155383"/>
          <a:ext cx="242500" cy="98983"/>
        </a:xfrm>
        <a:custGeom>
          <a:avLst/>
          <a:gdLst/>
          <a:ahLst/>
          <a:cxnLst/>
          <a:rect l="0" t="0" r="0" b="0"/>
          <a:pathLst>
            <a:path>
              <a:moveTo>
                <a:pt x="0" y="0"/>
              </a:moveTo>
              <a:lnTo>
                <a:pt x="0" y="49491"/>
              </a:lnTo>
              <a:lnTo>
                <a:pt x="242500" y="49491"/>
              </a:lnTo>
              <a:lnTo>
                <a:pt x="242500" y="9898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74F7E-BE27-4A76-982D-DF164425496D}">
      <dsp:nvSpPr>
        <dsp:cNvPr id="0" name=""/>
        <dsp:cNvSpPr/>
      </dsp:nvSpPr>
      <dsp:spPr>
        <a:xfrm>
          <a:off x="1151027" y="3824701"/>
          <a:ext cx="91440" cy="551480"/>
        </a:xfrm>
        <a:custGeom>
          <a:avLst/>
          <a:gdLst/>
          <a:ahLst/>
          <a:cxnLst/>
          <a:rect l="0" t="0" r="0" b="0"/>
          <a:pathLst>
            <a:path>
              <a:moveTo>
                <a:pt x="45720" y="0"/>
              </a:moveTo>
              <a:lnTo>
                <a:pt x="45720" y="551480"/>
              </a:lnTo>
              <a:lnTo>
                <a:pt x="116422" y="5514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5774365-5A5E-4AE0-AD7F-8F14BFD1A3E8}">
      <dsp:nvSpPr>
        <dsp:cNvPr id="0" name=""/>
        <dsp:cNvSpPr/>
      </dsp:nvSpPr>
      <dsp:spPr>
        <a:xfrm>
          <a:off x="1151027" y="3824701"/>
          <a:ext cx="91440" cy="216821"/>
        </a:xfrm>
        <a:custGeom>
          <a:avLst/>
          <a:gdLst/>
          <a:ahLst/>
          <a:cxnLst/>
          <a:rect l="0" t="0" r="0" b="0"/>
          <a:pathLst>
            <a:path>
              <a:moveTo>
                <a:pt x="45720" y="0"/>
              </a:moveTo>
              <a:lnTo>
                <a:pt x="45720" y="216821"/>
              </a:lnTo>
              <a:lnTo>
                <a:pt x="116422" y="21682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816015-FD24-4C5D-BD68-7D68C7C931D6}">
      <dsp:nvSpPr>
        <dsp:cNvPr id="0" name=""/>
        <dsp:cNvSpPr/>
      </dsp:nvSpPr>
      <dsp:spPr>
        <a:xfrm>
          <a:off x="814953" y="3490042"/>
          <a:ext cx="570334" cy="98983"/>
        </a:xfrm>
        <a:custGeom>
          <a:avLst/>
          <a:gdLst/>
          <a:ahLst/>
          <a:cxnLst/>
          <a:rect l="0" t="0" r="0" b="0"/>
          <a:pathLst>
            <a:path>
              <a:moveTo>
                <a:pt x="0" y="0"/>
              </a:moveTo>
              <a:lnTo>
                <a:pt x="0" y="49491"/>
              </a:lnTo>
              <a:lnTo>
                <a:pt x="570334" y="49491"/>
              </a:lnTo>
              <a:lnTo>
                <a:pt x="570334" y="9898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10770AD-E444-4AD3-81BF-F65F0BF4D620}">
      <dsp:nvSpPr>
        <dsp:cNvPr id="0" name=""/>
        <dsp:cNvSpPr/>
      </dsp:nvSpPr>
      <dsp:spPr>
        <a:xfrm>
          <a:off x="580692" y="3824701"/>
          <a:ext cx="91440" cy="551480"/>
        </a:xfrm>
        <a:custGeom>
          <a:avLst/>
          <a:gdLst/>
          <a:ahLst/>
          <a:cxnLst/>
          <a:rect l="0" t="0" r="0" b="0"/>
          <a:pathLst>
            <a:path>
              <a:moveTo>
                <a:pt x="45720" y="0"/>
              </a:moveTo>
              <a:lnTo>
                <a:pt x="45720" y="551480"/>
              </a:lnTo>
              <a:lnTo>
                <a:pt x="116422" y="5514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BD1D3B6-28C4-4238-82D7-93A0B35F795F}">
      <dsp:nvSpPr>
        <dsp:cNvPr id="0" name=""/>
        <dsp:cNvSpPr/>
      </dsp:nvSpPr>
      <dsp:spPr>
        <a:xfrm>
          <a:off x="580692" y="3824701"/>
          <a:ext cx="91440" cy="216821"/>
        </a:xfrm>
        <a:custGeom>
          <a:avLst/>
          <a:gdLst/>
          <a:ahLst/>
          <a:cxnLst/>
          <a:rect l="0" t="0" r="0" b="0"/>
          <a:pathLst>
            <a:path>
              <a:moveTo>
                <a:pt x="45720" y="0"/>
              </a:moveTo>
              <a:lnTo>
                <a:pt x="45720" y="216821"/>
              </a:lnTo>
              <a:lnTo>
                <a:pt x="116422" y="21682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30B4C6C-7229-4FC2-BEE5-0C34BE4B1392}">
      <dsp:nvSpPr>
        <dsp:cNvPr id="0" name=""/>
        <dsp:cNvSpPr/>
      </dsp:nvSpPr>
      <dsp:spPr>
        <a:xfrm>
          <a:off x="769233" y="3490042"/>
          <a:ext cx="91440" cy="98983"/>
        </a:xfrm>
        <a:custGeom>
          <a:avLst/>
          <a:gdLst/>
          <a:ahLst/>
          <a:cxnLst/>
          <a:rect l="0" t="0" r="0" b="0"/>
          <a:pathLst>
            <a:path>
              <a:moveTo>
                <a:pt x="45720" y="0"/>
              </a:moveTo>
              <a:lnTo>
                <a:pt x="45720" y="9898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6415C8-02AD-4886-812B-D609CA875C07}">
      <dsp:nvSpPr>
        <dsp:cNvPr id="0" name=""/>
        <dsp:cNvSpPr/>
      </dsp:nvSpPr>
      <dsp:spPr>
        <a:xfrm>
          <a:off x="10357" y="3824701"/>
          <a:ext cx="91440" cy="551480"/>
        </a:xfrm>
        <a:custGeom>
          <a:avLst/>
          <a:gdLst/>
          <a:ahLst/>
          <a:cxnLst/>
          <a:rect l="0" t="0" r="0" b="0"/>
          <a:pathLst>
            <a:path>
              <a:moveTo>
                <a:pt x="45720" y="0"/>
              </a:moveTo>
              <a:lnTo>
                <a:pt x="45720" y="551480"/>
              </a:lnTo>
              <a:lnTo>
                <a:pt x="116422" y="5514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A027988-1D70-43E4-8AB5-2BDF0D22656D}">
      <dsp:nvSpPr>
        <dsp:cNvPr id="0" name=""/>
        <dsp:cNvSpPr/>
      </dsp:nvSpPr>
      <dsp:spPr>
        <a:xfrm>
          <a:off x="10357" y="3824701"/>
          <a:ext cx="91440" cy="216821"/>
        </a:xfrm>
        <a:custGeom>
          <a:avLst/>
          <a:gdLst/>
          <a:ahLst/>
          <a:cxnLst/>
          <a:rect l="0" t="0" r="0" b="0"/>
          <a:pathLst>
            <a:path>
              <a:moveTo>
                <a:pt x="45720" y="0"/>
              </a:moveTo>
              <a:lnTo>
                <a:pt x="45720" y="216821"/>
              </a:lnTo>
              <a:lnTo>
                <a:pt x="116422" y="21682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B20C72-B519-4911-8E3E-3CF0B00ED522}">
      <dsp:nvSpPr>
        <dsp:cNvPr id="0" name=""/>
        <dsp:cNvSpPr/>
      </dsp:nvSpPr>
      <dsp:spPr>
        <a:xfrm>
          <a:off x="244618" y="3490042"/>
          <a:ext cx="570334" cy="98983"/>
        </a:xfrm>
        <a:custGeom>
          <a:avLst/>
          <a:gdLst/>
          <a:ahLst/>
          <a:cxnLst/>
          <a:rect l="0" t="0" r="0" b="0"/>
          <a:pathLst>
            <a:path>
              <a:moveTo>
                <a:pt x="570334" y="0"/>
              </a:moveTo>
              <a:lnTo>
                <a:pt x="570334" y="49491"/>
              </a:lnTo>
              <a:lnTo>
                <a:pt x="0" y="49491"/>
              </a:lnTo>
              <a:lnTo>
                <a:pt x="0" y="9898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FF0DCF-8733-4B5E-925F-FB7A26254795}">
      <dsp:nvSpPr>
        <dsp:cNvPr id="0" name=""/>
        <dsp:cNvSpPr/>
      </dsp:nvSpPr>
      <dsp:spPr>
        <a:xfrm>
          <a:off x="814953" y="3155383"/>
          <a:ext cx="1183336" cy="98983"/>
        </a:xfrm>
        <a:custGeom>
          <a:avLst/>
          <a:gdLst/>
          <a:ahLst/>
          <a:cxnLst/>
          <a:rect l="0" t="0" r="0" b="0"/>
          <a:pathLst>
            <a:path>
              <a:moveTo>
                <a:pt x="1183336" y="0"/>
              </a:moveTo>
              <a:lnTo>
                <a:pt x="1183336" y="49491"/>
              </a:lnTo>
              <a:lnTo>
                <a:pt x="0" y="49491"/>
              </a:lnTo>
              <a:lnTo>
                <a:pt x="0" y="9898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E2B9B1-B808-4C3E-9CA4-FDBFEB7C6E12}">
      <dsp:nvSpPr>
        <dsp:cNvPr id="0" name=""/>
        <dsp:cNvSpPr/>
      </dsp:nvSpPr>
      <dsp:spPr>
        <a:xfrm>
          <a:off x="1998289" y="2820723"/>
          <a:ext cx="4112132" cy="98983"/>
        </a:xfrm>
        <a:custGeom>
          <a:avLst/>
          <a:gdLst/>
          <a:ahLst/>
          <a:cxnLst/>
          <a:rect l="0" t="0" r="0" b="0"/>
          <a:pathLst>
            <a:path>
              <a:moveTo>
                <a:pt x="4112132" y="0"/>
              </a:moveTo>
              <a:lnTo>
                <a:pt x="4112132" y="49491"/>
              </a:lnTo>
              <a:lnTo>
                <a:pt x="0" y="49491"/>
              </a:lnTo>
              <a:lnTo>
                <a:pt x="0" y="98983"/>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8530AC-F178-403E-A897-42E299E5ED21}">
      <dsp:nvSpPr>
        <dsp:cNvPr id="0" name=""/>
        <dsp:cNvSpPr/>
      </dsp:nvSpPr>
      <dsp:spPr>
        <a:xfrm>
          <a:off x="1396910" y="2254251"/>
          <a:ext cx="9427023" cy="566472"/>
        </a:xfrm>
        <a:prstGeom prst="rect">
          <a:avLst/>
        </a:prstGeom>
        <a:solidFill>
          <a:srgbClr val="002060"/>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AU" sz="2400" kern="1200"/>
            <a:t>Registration and Vehicles</a:t>
          </a:r>
        </a:p>
      </dsp:txBody>
      <dsp:txXfrm>
        <a:off x="1396910" y="2254251"/>
        <a:ext cx="9427023" cy="566472"/>
      </dsp:txXfrm>
    </dsp:sp>
    <dsp:sp modelId="{E053A169-9C0A-4979-A9C3-739101C47B4F}">
      <dsp:nvSpPr>
        <dsp:cNvPr id="0" name=""/>
        <dsp:cNvSpPr/>
      </dsp:nvSpPr>
      <dsp:spPr>
        <a:xfrm>
          <a:off x="60463" y="2919707"/>
          <a:ext cx="3875651" cy="235675"/>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R&amp;VM Data Governance, Model and Ownership</a:t>
          </a:r>
        </a:p>
      </dsp:txBody>
      <dsp:txXfrm>
        <a:off x="60463" y="2919707"/>
        <a:ext cx="3875651" cy="235675"/>
      </dsp:txXfrm>
    </dsp:sp>
    <dsp:sp modelId="{A16E3FA9-1B5B-46B1-AE9C-23AA6716D2DC}">
      <dsp:nvSpPr>
        <dsp:cNvPr id="0" name=""/>
        <dsp:cNvSpPr/>
      </dsp:nvSpPr>
      <dsp:spPr>
        <a:xfrm>
          <a:off x="579277" y="3254366"/>
          <a:ext cx="471351" cy="235675"/>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Discovery</a:t>
          </a:r>
        </a:p>
      </dsp:txBody>
      <dsp:txXfrm>
        <a:off x="579277" y="3254366"/>
        <a:ext cx="471351" cy="235675"/>
      </dsp:txXfrm>
    </dsp:sp>
    <dsp:sp modelId="{FD7A565D-CEA6-437C-8B2C-7814F9D0AF63}">
      <dsp:nvSpPr>
        <dsp:cNvPr id="0" name=""/>
        <dsp:cNvSpPr/>
      </dsp:nvSpPr>
      <dsp:spPr>
        <a:xfrm>
          <a:off x="8942" y="3589026"/>
          <a:ext cx="471351" cy="235675"/>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Business Discovery</a:t>
          </a:r>
        </a:p>
      </dsp:txBody>
      <dsp:txXfrm>
        <a:off x="8942" y="3589026"/>
        <a:ext cx="471351" cy="235675"/>
      </dsp:txXfrm>
    </dsp:sp>
    <dsp:sp modelId="{0136B7F2-325C-4EE5-8E38-FA9B7C4A59BA}">
      <dsp:nvSpPr>
        <dsp:cNvPr id="0" name=""/>
        <dsp:cNvSpPr/>
      </dsp:nvSpPr>
      <dsp:spPr>
        <a:xfrm>
          <a:off x="126780" y="3923685"/>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Current Ownership Assessment</a:t>
          </a:r>
        </a:p>
      </dsp:txBody>
      <dsp:txXfrm>
        <a:off x="126780" y="3923685"/>
        <a:ext cx="471351" cy="235675"/>
      </dsp:txXfrm>
    </dsp:sp>
    <dsp:sp modelId="{09B74BDD-370E-43ED-A1F7-2620C75BDA9C}">
      <dsp:nvSpPr>
        <dsp:cNvPr id="0" name=""/>
        <dsp:cNvSpPr/>
      </dsp:nvSpPr>
      <dsp:spPr>
        <a:xfrm>
          <a:off x="126780" y="4258344"/>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Stakeholder Assessment</a:t>
          </a:r>
        </a:p>
      </dsp:txBody>
      <dsp:txXfrm>
        <a:off x="126780" y="4258344"/>
        <a:ext cx="471351" cy="235675"/>
      </dsp:txXfrm>
    </dsp:sp>
    <dsp:sp modelId="{1A83A792-16BF-40FF-ACC3-B021DAACB85F}">
      <dsp:nvSpPr>
        <dsp:cNvPr id="0" name=""/>
        <dsp:cNvSpPr/>
      </dsp:nvSpPr>
      <dsp:spPr>
        <a:xfrm>
          <a:off x="579277" y="3589026"/>
          <a:ext cx="471351" cy="235675"/>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Governance Discovery</a:t>
          </a:r>
        </a:p>
      </dsp:txBody>
      <dsp:txXfrm>
        <a:off x="579277" y="3589026"/>
        <a:ext cx="471351" cy="235675"/>
      </dsp:txXfrm>
    </dsp:sp>
    <dsp:sp modelId="{7068693F-A1B2-449B-B37E-BAA64A85F28D}">
      <dsp:nvSpPr>
        <dsp:cNvPr id="0" name=""/>
        <dsp:cNvSpPr/>
      </dsp:nvSpPr>
      <dsp:spPr>
        <a:xfrm>
          <a:off x="697115" y="3923685"/>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Governance Framework Assessment</a:t>
          </a:r>
        </a:p>
      </dsp:txBody>
      <dsp:txXfrm>
        <a:off x="697115" y="3923685"/>
        <a:ext cx="471351" cy="235675"/>
      </dsp:txXfrm>
    </dsp:sp>
    <dsp:sp modelId="{CDBA089D-D4BE-4265-A3FF-83788E0A109D}">
      <dsp:nvSpPr>
        <dsp:cNvPr id="0" name=""/>
        <dsp:cNvSpPr/>
      </dsp:nvSpPr>
      <dsp:spPr>
        <a:xfrm>
          <a:off x="697115" y="4258344"/>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Ownership Assessment</a:t>
          </a:r>
        </a:p>
      </dsp:txBody>
      <dsp:txXfrm>
        <a:off x="697115" y="4258344"/>
        <a:ext cx="471351" cy="235675"/>
      </dsp:txXfrm>
    </dsp:sp>
    <dsp:sp modelId="{9B2B8ADB-13AD-4F53-BCAC-8D2F89B13B58}">
      <dsp:nvSpPr>
        <dsp:cNvPr id="0" name=""/>
        <dsp:cNvSpPr/>
      </dsp:nvSpPr>
      <dsp:spPr>
        <a:xfrm>
          <a:off x="1149612" y="3589026"/>
          <a:ext cx="471351" cy="235675"/>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Data Discovery</a:t>
          </a:r>
        </a:p>
      </dsp:txBody>
      <dsp:txXfrm>
        <a:off x="1149612" y="3589026"/>
        <a:ext cx="471351" cy="235675"/>
      </dsp:txXfrm>
    </dsp:sp>
    <dsp:sp modelId="{12905FB3-EA29-4377-9575-47A56F4A603B}">
      <dsp:nvSpPr>
        <dsp:cNvPr id="0" name=""/>
        <dsp:cNvSpPr/>
      </dsp:nvSpPr>
      <dsp:spPr>
        <a:xfrm>
          <a:off x="1267450" y="3923685"/>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Data Asset Assessment</a:t>
          </a:r>
        </a:p>
      </dsp:txBody>
      <dsp:txXfrm>
        <a:off x="1267450" y="3923685"/>
        <a:ext cx="471351" cy="235675"/>
      </dsp:txXfrm>
    </dsp:sp>
    <dsp:sp modelId="{0BC3BDA3-A9E6-42C1-8818-BEBF43ED3FDA}">
      <dsp:nvSpPr>
        <dsp:cNvPr id="0" name=""/>
        <dsp:cNvSpPr/>
      </dsp:nvSpPr>
      <dsp:spPr>
        <a:xfrm>
          <a:off x="1267450" y="4258344"/>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Data Quality Assessment</a:t>
          </a:r>
        </a:p>
      </dsp:txBody>
      <dsp:txXfrm>
        <a:off x="1267450" y="4258344"/>
        <a:ext cx="471351" cy="235675"/>
      </dsp:txXfrm>
    </dsp:sp>
    <dsp:sp modelId="{310DBADD-A0A4-4250-B721-E330E444A769}">
      <dsp:nvSpPr>
        <dsp:cNvPr id="0" name=""/>
        <dsp:cNvSpPr/>
      </dsp:nvSpPr>
      <dsp:spPr>
        <a:xfrm>
          <a:off x="2005114" y="3254366"/>
          <a:ext cx="471351" cy="235675"/>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Design</a:t>
          </a:r>
        </a:p>
      </dsp:txBody>
      <dsp:txXfrm>
        <a:off x="2005114" y="3254366"/>
        <a:ext cx="471351" cy="235675"/>
      </dsp:txXfrm>
    </dsp:sp>
    <dsp:sp modelId="{7459DEB2-DA7B-4CEF-8416-95A24F2E4528}">
      <dsp:nvSpPr>
        <dsp:cNvPr id="0" name=""/>
        <dsp:cNvSpPr/>
      </dsp:nvSpPr>
      <dsp:spPr>
        <a:xfrm>
          <a:off x="1719947" y="3589026"/>
          <a:ext cx="471351" cy="235675"/>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Governance Design</a:t>
          </a:r>
        </a:p>
      </dsp:txBody>
      <dsp:txXfrm>
        <a:off x="1719947" y="3589026"/>
        <a:ext cx="471351" cy="235675"/>
      </dsp:txXfrm>
    </dsp:sp>
    <dsp:sp modelId="{BC3B6495-8AB1-4D9B-8FBA-DF6B32D359F6}">
      <dsp:nvSpPr>
        <dsp:cNvPr id="0" name=""/>
        <dsp:cNvSpPr/>
      </dsp:nvSpPr>
      <dsp:spPr>
        <a:xfrm>
          <a:off x="1837785" y="3923685"/>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Target Governance Model</a:t>
          </a:r>
        </a:p>
      </dsp:txBody>
      <dsp:txXfrm>
        <a:off x="1837785" y="3923685"/>
        <a:ext cx="471351" cy="235675"/>
      </dsp:txXfrm>
    </dsp:sp>
    <dsp:sp modelId="{857A6A5A-E57C-4827-9ADF-FDA767B3AFD4}">
      <dsp:nvSpPr>
        <dsp:cNvPr id="0" name=""/>
        <dsp:cNvSpPr/>
      </dsp:nvSpPr>
      <dsp:spPr>
        <a:xfrm>
          <a:off x="1837785" y="4258344"/>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Ownership Framework</a:t>
          </a:r>
        </a:p>
      </dsp:txBody>
      <dsp:txXfrm>
        <a:off x="1837785" y="4258344"/>
        <a:ext cx="471351" cy="235675"/>
      </dsp:txXfrm>
    </dsp:sp>
    <dsp:sp modelId="{7F44A836-136D-4483-9A7C-3473ACBA4ED0}">
      <dsp:nvSpPr>
        <dsp:cNvPr id="0" name=""/>
        <dsp:cNvSpPr/>
      </dsp:nvSpPr>
      <dsp:spPr>
        <a:xfrm>
          <a:off x="2290282" y="3589026"/>
          <a:ext cx="471351" cy="235675"/>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Data Design</a:t>
          </a:r>
        </a:p>
      </dsp:txBody>
      <dsp:txXfrm>
        <a:off x="2290282" y="3589026"/>
        <a:ext cx="471351" cy="235675"/>
      </dsp:txXfrm>
    </dsp:sp>
    <dsp:sp modelId="{8007B376-B41A-4C8B-9A19-92E369E8912F}">
      <dsp:nvSpPr>
        <dsp:cNvPr id="0" name=""/>
        <dsp:cNvSpPr/>
      </dsp:nvSpPr>
      <dsp:spPr>
        <a:xfrm>
          <a:off x="2408120" y="3923685"/>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Data Domain Model</a:t>
          </a:r>
        </a:p>
      </dsp:txBody>
      <dsp:txXfrm>
        <a:off x="2408120" y="3923685"/>
        <a:ext cx="471351" cy="235675"/>
      </dsp:txXfrm>
    </dsp:sp>
    <dsp:sp modelId="{A5572EA4-74AD-418E-A047-4B6313BD6A2C}">
      <dsp:nvSpPr>
        <dsp:cNvPr id="0" name=""/>
        <dsp:cNvSpPr/>
      </dsp:nvSpPr>
      <dsp:spPr>
        <a:xfrm>
          <a:off x="2408120" y="4258344"/>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Data Ownership Model</a:t>
          </a:r>
        </a:p>
      </dsp:txBody>
      <dsp:txXfrm>
        <a:off x="2408120" y="4258344"/>
        <a:ext cx="471351" cy="235675"/>
      </dsp:txXfrm>
    </dsp:sp>
    <dsp:sp modelId="{D4C84C0C-C6B2-4200-A4EF-526CAF1F096E}">
      <dsp:nvSpPr>
        <dsp:cNvPr id="0" name=""/>
        <dsp:cNvSpPr/>
      </dsp:nvSpPr>
      <dsp:spPr>
        <a:xfrm>
          <a:off x="2860617" y="3254366"/>
          <a:ext cx="471351" cy="235675"/>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Delivery</a:t>
          </a:r>
        </a:p>
      </dsp:txBody>
      <dsp:txXfrm>
        <a:off x="2860617" y="3254366"/>
        <a:ext cx="471351" cy="235675"/>
      </dsp:txXfrm>
    </dsp:sp>
    <dsp:sp modelId="{2D491734-8E93-4140-9859-7F87DE62A2A5}">
      <dsp:nvSpPr>
        <dsp:cNvPr id="0" name=""/>
        <dsp:cNvSpPr/>
      </dsp:nvSpPr>
      <dsp:spPr>
        <a:xfrm>
          <a:off x="2978454" y="3589026"/>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Governance Artefacts</a:t>
          </a:r>
        </a:p>
      </dsp:txBody>
      <dsp:txXfrm>
        <a:off x="2978454" y="3589026"/>
        <a:ext cx="471351" cy="235675"/>
      </dsp:txXfrm>
    </dsp:sp>
    <dsp:sp modelId="{9756A470-4026-4084-A57B-8BE2A872325F}">
      <dsp:nvSpPr>
        <dsp:cNvPr id="0" name=""/>
        <dsp:cNvSpPr/>
      </dsp:nvSpPr>
      <dsp:spPr>
        <a:xfrm>
          <a:off x="2978454" y="3923685"/>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Data Quality Controls</a:t>
          </a:r>
        </a:p>
      </dsp:txBody>
      <dsp:txXfrm>
        <a:off x="2978454" y="3923685"/>
        <a:ext cx="471351" cy="235675"/>
      </dsp:txXfrm>
    </dsp:sp>
    <dsp:sp modelId="{FF940ED3-C006-4C00-A53C-2C6700A84B0F}">
      <dsp:nvSpPr>
        <dsp:cNvPr id="0" name=""/>
        <dsp:cNvSpPr/>
      </dsp:nvSpPr>
      <dsp:spPr>
        <a:xfrm>
          <a:off x="2978454" y="4258344"/>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Ownership Processes</a:t>
          </a:r>
        </a:p>
      </dsp:txBody>
      <dsp:txXfrm>
        <a:off x="2978454" y="4258344"/>
        <a:ext cx="471351" cy="235675"/>
      </dsp:txXfrm>
    </dsp:sp>
    <dsp:sp modelId="{18D074B0-89F5-47F2-8E28-D120D82ADD35}">
      <dsp:nvSpPr>
        <dsp:cNvPr id="0" name=""/>
        <dsp:cNvSpPr/>
      </dsp:nvSpPr>
      <dsp:spPr>
        <a:xfrm>
          <a:off x="3430952" y="3254366"/>
          <a:ext cx="471351" cy="235675"/>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Transition</a:t>
          </a:r>
        </a:p>
      </dsp:txBody>
      <dsp:txXfrm>
        <a:off x="3430952" y="3254366"/>
        <a:ext cx="471351" cy="235675"/>
      </dsp:txXfrm>
    </dsp:sp>
    <dsp:sp modelId="{4D300235-A58A-4AC0-8E60-0882EEE6206B}">
      <dsp:nvSpPr>
        <dsp:cNvPr id="0" name=""/>
        <dsp:cNvSpPr/>
      </dsp:nvSpPr>
      <dsp:spPr>
        <a:xfrm>
          <a:off x="3548789" y="3589026"/>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Governance Adoption</a:t>
          </a:r>
        </a:p>
      </dsp:txBody>
      <dsp:txXfrm>
        <a:off x="3548789" y="3589026"/>
        <a:ext cx="471351" cy="235675"/>
      </dsp:txXfrm>
    </dsp:sp>
    <dsp:sp modelId="{EE01DC19-3031-4391-96B5-49C72668CAFF}">
      <dsp:nvSpPr>
        <dsp:cNvPr id="0" name=""/>
        <dsp:cNvSpPr/>
      </dsp:nvSpPr>
      <dsp:spPr>
        <a:xfrm>
          <a:off x="3548789" y="3923685"/>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Monitoring Framework</a:t>
          </a:r>
        </a:p>
      </dsp:txBody>
      <dsp:txXfrm>
        <a:off x="3548789" y="3923685"/>
        <a:ext cx="471351" cy="235675"/>
      </dsp:txXfrm>
    </dsp:sp>
    <dsp:sp modelId="{78F581A2-A236-4AAE-9594-81595AF744C3}">
      <dsp:nvSpPr>
        <dsp:cNvPr id="0" name=""/>
        <dsp:cNvSpPr/>
      </dsp:nvSpPr>
      <dsp:spPr>
        <a:xfrm>
          <a:off x="4145883" y="2925924"/>
          <a:ext cx="3950045" cy="235675"/>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Registration Enquiry Service</a:t>
          </a:r>
        </a:p>
      </dsp:txBody>
      <dsp:txXfrm>
        <a:off x="4145883" y="2925924"/>
        <a:ext cx="3950045" cy="235675"/>
      </dsp:txXfrm>
    </dsp:sp>
    <dsp:sp modelId="{EA73D173-5327-450E-80C0-0AAE149E5961}">
      <dsp:nvSpPr>
        <dsp:cNvPr id="0" name=""/>
        <dsp:cNvSpPr/>
      </dsp:nvSpPr>
      <dsp:spPr>
        <a:xfrm>
          <a:off x="4689459" y="3254366"/>
          <a:ext cx="471351" cy="235675"/>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Discovery</a:t>
          </a:r>
        </a:p>
      </dsp:txBody>
      <dsp:txXfrm>
        <a:off x="4689459" y="3254366"/>
        <a:ext cx="471351" cy="235675"/>
      </dsp:txXfrm>
    </dsp:sp>
    <dsp:sp modelId="{6E82626E-D7B9-4C9F-811B-66F36DA67603}">
      <dsp:nvSpPr>
        <dsp:cNvPr id="0" name=""/>
        <dsp:cNvSpPr/>
      </dsp:nvSpPr>
      <dsp:spPr>
        <a:xfrm>
          <a:off x="4119124" y="3589026"/>
          <a:ext cx="471351" cy="235675"/>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Customer Discovery</a:t>
          </a:r>
        </a:p>
      </dsp:txBody>
      <dsp:txXfrm>
        <a:off x="4119124" y="3589026"/>
        <a:ext cx="471351" cy="235675"/>
      </dsp:txXfrm>
    </dsp:sp>
    <dsp:sp modelId="{B4EC5C35-C04B-4C32-9B84-7143D9F123FE}">
      <dsp:nvSpPr>
        <dsp:cNvPr id="0" name=""/>
        <dsp:cNvSpPr/>
      </dsp:nvSpPr>
      <dsp:spPr>
        <a:xfrm>
          <a:off x="4236962" y="3923685"/>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User Needs Assessment</a:t>
          </a:r>
        </a:p>
      </dsp:txBody>
      <dsp:txXfrm>
        <a:off x="4236962" y="3923685"/>
        <a:ext cx="471351" cy="235675"/>
      </dsp:txXfrm>
    </dsp:sp>
    <dsp:sp modelId="{0B11E1DF-476E-4A48-9271-DE56F96232B3}">
      <dsp:nvSpPr>
        <dsp:cNvPr id="0" name=""/>
        <dsp:cNvSpPr/>
      </dsp:nvSpPr>
      <dsp:spPr>
        <a:xfrm>
          <a:off x="4236962" y="4258344"/>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Journey Assessment</a:t>
          </a:r>
        </a:p>
      </dsp:txBody>
      <dsp:txXfrm>
        <a:off x="4236962" y="4258344"/>
        <a:ext cx="471351" cy="235675"/>
      </dsp:txXfrm>
    </dsp:sp>
    <dsp:sp modelId="{6E551E02-1EBF-4338-8829-1997C113F956}">
      <dsp:nvSpPr>
        <dsp:cNvPr id="0" name=""/>
        <dsp:cNvSpPr/>
      </dsp:nvSpPr>
      <dsp:spPr>
        <a:xfrm>
          <a:off x="4689459" y="3589026"/>
          <a:ext cx="471351" cy="235675"/>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Service Discovery</a:t>
          </a:r>
        </a:p>
      </dsp:txBody>
      <dsp:txXfrm>
        <a:off x="4689459" y="3589026"/>
        <a:ext cx="471351" cy="235675"/>
      </dsp:txXfrm>
    </dsp:sp>
    <dsp:sp modelId="{FC2706C3-7D9A-44BE-BEDF-0EEBFF40B43D}">
      <dsp:nvSpPr>
        <dsp:cNvPr id="0" name=""/>
        <dsp:cNvSpPr/>
      </dsp:nvSpPr>
      <dsp:spPr>
        <a:xfrm>
          <a:off x="4807297" y="3923685"/>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Current Service Assessment</a:t>
          </a:r>
        </a:p>
      </dsp:txBody>
      <dsp:txXfrm>
        <a:off x="4807297" y="3923685"/>
        <a:ext cx="471351" cy="235675"/>
      </dsp:txXfrm>
    </dsp:sp>
    <dsp:sp modelId="{863CA67A-DE38-489A-9A96-C467EB60B249}">
      <dsp:nvSpPr>
        <dsp:cNvPr id="0" name=""/>
        <dsp:cNvSpPr/>
      </dsp:nvSpPr>
      <dsp:spPr>
        <a:xfrm>
          <a:off x="4807297" y="4258344"/>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Channel Assessment</a:t>
          </a:r>
        </a:p>
      </dsp:txBody>
      <dsp:txXfrm>
        <a:off x="4807297" y="4258344"/>
        <a:ext cx="471351" cy="235675"/>
      </dsp:txXfrm>
    </dsp:sp>
    <dsp:sp modelId="{B446F392-DEA7-4941-9C8F-E027CF6C69AF}">
      <dsp:nvSpPr>
        <dsp:cNvPr id="0" name=""/>
        <dsp:cNvSpPr/>
      </dsp:nvSpPr>
      <dsp:spPr>
        <a:xfrm>
          <a:off x="5259794" y="3589026"/>
          <a:ext cx="471351" cy="235675"/>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Technical Discovery</a:t>
          </a:r>
        </a:p>
      </dsp:txBody>
      <dsp:txXfrm>
        <a:off x="5259794" y="3589026"/>
        <a:ext cx="471351" cy="235675"/>
      </dsp:txXfrm>
    </dsp:sp>
    <dsp:sp modelId="{7EEEC67D-84EF-421B-8E3C-34BEA5AC09D3}">
      <dsp:nvSpPr>
        <dsp:cNvPr id="0" name=""/>
        <dsp:cNvSpPr/>
      </dsp:nvSpPr>
      <dsp:spPr>
        <a:xfrm>
          <a:off x="5377632" y="3923685"/>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Integration Assessment</a:t>
          </a:r>
        </a:p>
      </dsp:txBody>
      <dsp:txXfrm>
        <a:off x="5377632" y="3923685"/>
        <a:ext cx="471351" cy="235675"/>
      </dsp:txXfrm>
    </dsp:sp>
    <dsp:sp modelId="{4E31A61C-EEB1-450F-B390-E3B31BB478AC}">
      <dsp:nvSpPr>
        <dsp:cNvPr id="0" name=""/>
        <dsp:cNvSpPr/>
      </dsp:nvSpPr>
      <dsp:spPr>
        <a:xfrm>
          <a:off x="5377632" y="4258344"/>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Architecture Assessment</a:t>
          </a:r>
        </a:p>
      </dsp:txBody>
      <dsp:txXfrm>
        <a:off x="5377632" y="4258344"/>
        <a:ext cx="471351" cy="235675"/>
      </dsp:txXfrm>
    </dsp:sp>
    <dsp:sp modelId="{E326FF25-A38D-4218-A312-C4205A6EEB11}">
      <dsp:nvSpPr>
        <dsp:cNvPr id="0" name=""/>
        <dsp:cNvSpPr/>
      </dsp:nvSpPr>
      <dsp:spPr>
        <a:xfrm>
          <a:off x="6115296" y="3254366"/>
          <a:ext cx="471351" cy="235675"/>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Design</a:t>
          </a:r>
        </a:p>
      </dsp:txBody>
      <dsp:txXfrm>
        <a:off x="6115296" y="3254366"/>
        <a:ext cx="471351" cy="235675"/>
      </dsp:txXfrm>
    </dsp:sp>
    <dsp:sp modelId="{A482EDF3-27F3-42D1-A826-52CE6A18F1F9}">
      <dsp:nvSpPr>
        <dsp:cNvPr id="0" name=""/>
        <dsp:cNvSpPr/>
      </dsp:nvSpPr>
      <dsp:spPr>
        <a:xfrm>
          <a:off x="5830129" y="3589026"/>
          <a:ext cx="471351" cy="235675"/>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Service Design</a:t>
          </a:r>
        </a:p>
      </dsp:txBody>
      <dsp:txXfrm>
        <a:off x="5830129" y="3589026"/>
        <a:ext cx="471351" cy="235675"/>
      </dsp:txXfrm>
    </dsp:sp>
    <dsp:sp modelId="{2270B67A-888E-40A4-8940-F784DF43E240}">
      <dsp:nvSpPr>
        <dsp:cNvPr id="0" name=""/>
        <dsp:cNvSpPr/>
      </dsp:nvSpPr>
      <dsp:spPr>
        <a:xfrm>
          <a:off x="5947967" y="3923685"/>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Future Service Model</a:t>
          </a:r>
        </a:p>
      </dsp:txBody>
      <dsp:txXfrm>
        <a:off x="5947967" y="3923685"/>
        <a:ext cx="471351" cy="235675"/>
      </dsp:txXfrm>
    </dsp:sp>
    <dsp:sp modelId="{081E9186-2D17-44CA-A4ED-7288E3430A72}">
      <dsp:nvSpPr>
        <dsp:cNvPr id="0" name=""/>
        <dsp:cNvSpPr/>
      </dsp:nvSpPr>
      <dsp:spPr>
        <a:xfrm>
          <a:off x="5947967" y="4258344"/>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Functional Requirements</a:t>
          </a:r>
        </a:p>
      </dsp:txBody>
      <dsp:txXfrm>
        <a:off x="5947967" y="4258344"/>
        <a:ext cx="471351" cy="235675"/>
      </dsp:txXfrm>
    </dsp:sp>
    <dsp:sp modelId="{C6C0B190-92A2-419B-959C-2FAEC3498A2E}">
      <dsp:nvSpPr>
        <dsp:cNvPr id="0" name=""/>
        <dsp:cNvSpPr/>
      </dsp:nvSpPr>
      <dsp:spPr>
        <a:xfrm>
          <a:off x="6400464" y="3589026"/>
          <a:ext cx="471351" cy="235675"/>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Solution Design</a:t>
          </a:r>
        </a:p>
      </dsp:txBody>
      <dsp:txXfrm>
        <a:off x="6400464" y="3589026"/>
        <a:ext cx="471351" cy="235675"/>
      </dsp:txXfrm>
    </dsp:sp>
    <dsp:sp modelId="{9E53C8AB-2DB1-470A-B2BB-B696584AFB17}">
      <dsp:nvSpPr>
        <dsp:cNvPr id="0" name=""/>
        <dsp:cNvSpPr/>
      </dsp:nvSpPr>
      <dsp:spPr>
        <a:xfrm>
          <a:off x="6518302" y="3923685"/>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Technical Design</a:t>
          </a:r>
        </a:p>
      </dsp:txBody>
      <dsp:txXfrm>
        <a:off x="6518302" y="3923685"/>
        <a:ext cx="471351" cy="235675"/>
      </dsp:txXfrm>
    </dsp:sp>
    <dsp:sp modelId="{8CB14094-D15E-4153-ABFD-DE4215152B14}">
      <dsp:nvSpPr>
        <dsp:cNvPr id="0" name=""/>
        <dsp:cNvSpPr/>
      </dsp:nvSpPr>
      <dsp:spPr>
        <a:xfrm>
          <a:off x="6518302" y="4258344"/>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Integration Design</a:t>
          </a:r>
        </a:p>
      </dsp:txBody>
      <dsp:txXfrm>
        <a:off x="6518302" y="4258344"/>
        <a:ext cx="471351" cy="235675"/>
      </dsp:txXfrm>
    </dsp:sp>
    <dsp:sp modelId="{8A5ED476-6D9C-4101-B732-F41CDF31423B}">
      <dsp:nvSpPr>
        <dsp:cNvPr id="0" name=""/>
        <dsp:cNvSpPr/>
      </dsp:nvSpPr>
      <dsp:spPr>
        <a:xfrm>
          <a:off x="6970799" y="3254366"/>
          <a:ext cx="471351" cy="235675"/>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Delivery</a:t>
          </a:r>
        </a:p>
      </dsp:txBody>
      <dsp:txXfrm>
        <a:off x="6970799" y="3254366"/>
        <a:ext cx="471351" cy="235675"/>
      </dsp:txXfrm>
    </dsp:sp>
    <dsp:sp modelId="{FB8BB41C-5CA8-4E3B-AA03-E6BFC2DF4962}">
      <dsp:nvSpPr>
        <dsp:cNvPr id="0" name=""/>
        <dsp:cNvSpPr/>
      </dsp:nvSpPr>
      <dsp:spPr>
        <a:xfrm>
          <a:off x="7088636" y="3589026"/>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Enquiry Services</a:t>
          </a:r>
        </a:p>
      </dsp:txBody>
      <dsp:txXfrm>
        <a:off x="7088636" y="3589026"/>
        <a:ext cx="471351" cy="235675"/>
      </dsp:txXfrm>
    </dsp:sp>
    <dsp:sp modelId="{7EDB92E3-E733-40A6-8B49-214C24A01A6E}">
      <dsp:nvSpPr>
        <dsp:cNvPr id="0" name=""/>
        <dsp:cNvSpPr/>
      </dsp:nvSpPr>
      <dsp:spPr>
        <a:xfrm>
          <a:off x="7088636" y="3923685"/>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Integration Services</a:t>
          </a:r>
        </a:p>
      </dsp:txBody>
      <dsp:txXfrm>
        <a:off x="7088636" y="3923685"/>
        <a:ext cx="471351" cy="235675"/>
      </dsp:txXfrm>
    </dsp:sp>
    <dsp:sp modelId="{E9977C7C-A3EC-4A7A-81D5-1EF5938D5C61}">
      <dsp:nvSpPr>
        <dsp:cNvPr id="0" name=""/>
        <dsp:cNvSpPr/>
      </dsp:nvSpPr>
      <dsp:spPr>
        <a:xfrm>
          <a:off x="7088636" y="4258344"/>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Portal Services</a:t>
          </a:r>
        </a:p>
      </dsp:txBody>
      <dsp:txXfrm>
        <a:off x="7088636" y="4258344"/>
        <a:ext cx="471351" cy="235675"/>
      </dsp:txXfrm>
    </dsp:sp>
    <dsp:sp modelId="{3102F3EF-D621-4B9C-9B06-BD9820AC5304}">
      <dsp:nvSpPr>
        <dsp:cNvPr id="0" name=""/>
        <dsp:cNvSpPr/>
      </dsp:nvSpPr>
      <dsp:spPr>
        <a:xfrm>
          <a:off x="7541134" y="3254366"/>
          <a:ext cx="471351" cy="235675"/>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Transition</a:t>
          </a:r>
        </a:p>
      </dsp:txBody>
      <dsp:txXfrm>
        <a:off x="7541134" y="3254366"/>
        <a:ext cx="471351" cy="235675"/>
      </dsp:txXfrm>
    </dsp:sp>
    <dsp:sp modelId="{544B1DEB-5B8D-4CB3-B7E7-949EABE6314A}">
      <dsp:nvSpPr>
        <dsp:cNvPr id="0" name=""/>
        <dsp:cNvSpPr/>
      </dsp:nvSpPr>
      <dsp:spPr>
        <a:xfrm>
          <a:off x="7658971" y="3589026"/>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Training Materials</a:t>
          </a:r>
        </a:p>
      </dsp:txBody>
      <dsp:txXfrm>
        <a:off x="7658971" y="3589026"/>
        <a:ext cx="471351" cy="235675"/>
      </dsp:txXfrm>
    </dsp:sp>
    <dsp:sp modelId="{1CB3FE64-7484-4946-BE94-C90948D2D195}">
      <dsp:nvSpPr>
        <dsp:cNvPr id="0" name=""/>
        <dsp:cNvSpPr/>
      </dsp:nvSpPr>
      <dsp:spPr>
        <a:xfrm>
          <a:off x="7658971" y="3923685"/>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Operational Support Model</a:t>
          </a:r>
        </a:p>
      </dsp:txBody>
      <dsp:txXfrm>
        <a:off x="7658971" y="3923685"/>
        <a:ext cx="471351" cy="235675"/>
      </dsp:txXfrm>
    </dsp:sp>
    <dsp:sp modelId="{016EC23A-2D0E-41F6-A49C-4A8A9AA629EE}">
      <dsp:nvSpPr>
        <dsp:cNvPr id="0" name=""/>
        <dsp:cNvSpPr/>
      </dsp:nvSpPr>
      <dsp:spPr>
        <a:xfrm>
          <a:off x="8159791" y="2913490"/>
          <a:ext cx="3483784" cy="235675"/>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Vehicle Register</a:t>
          </a:r>
        </a:p>
      </dsp:txBody>
      <dsp:txXfrm>
        <a:off x="8159791" y="2913490"/>
        <a:ext cx="3483784" cy="235675"/>
      </dsp:txXfrm>
    </dsp:sp>
    <dsp:sp modelId="{D593024A-E896-4B3C-805A-883F983D38BF}">
      <dsp:nvSpPr>
        <dsp:cNvPr id="0" name=""/>
        <dsp:cNvSpPr/>
      </dsp:nvSpPr>
      <dsp:spPr>
        <a:xfrm>
          <a:off x="8799641" y="3254366"/>
          <a:ext cx="471351" cy="235675"/>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Discovery</a:t>
          </a:r>
        </a:p>
      </dsp:txBody>
      <dsp:txXfrm>
        <a:off x="8799641" y="3254366"/>
        <a:ext cx="471351" cy="235675"/>
      </dsp:txXfrm>
    </dsp:sp>
    <dsp:sp modelId="{B456295B-DE77-4169-99D6-8D0A1087EFB1}">
      <dsp:nvSpPr>
        <dsp:cNvPr id="0" name=""/>
        <dsp:cNvSpPr/>
      </dsp:nvSpPr>
      <dsp:spPr>
        <a:xfrm>
          <a:off x="8229306" y="3589026"/>
          <a:ext cx="471351" cy="235675"/>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Business Discovery</a:t>
          </a:r>
        </a:p>
      </dsp:txBody>
      <dsp:txXfrm>
        <a:off x="8229306" y="3589026"/>
        <a:ext cx="471351" cy="235675"/>
      </dsp:txXfrm>
    </dsp:sp>
    <dsp:sp modelId="{4B26F407-6FD9-40D5-ABC0-6F9E3C04743A}">
      <dsp:nvSpPr>
        <dsp:cNvPr id="0" name=""/>
        <dsp:cNvSpPr/>
      </dsp:nvSpPr>
      <dsp:spPr>
        <a:xfrm>
          <a:off x="8347144" y="3923685"/>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Register Capability Assessment</a:t>
          </a:r>
        </a:p>
      </dsp:txBody>
      <dsp:txXfrm>
        <a:off x="8347144" y="3923685"/>
        <a:ext cx="471351" cy="235675"/>
      </dsp:txXfrm>
    </dsp:sp>
    <dsp:sp modelId="{5A7DD9E6-F588-4DA5-8A33-F2E88366BD5E}">
      <dsp:nvSpPr>
        <dsp:cNvPr id="0" name=""/>
        <dsp:cNvSpPr/>
      </dsp:nvSpPr>
      <dsp:spPr>
        <a:xfrm>
          <a:off x="8347144" y="4258344"/>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User Assessment</a:t>
          </a:r>
        </a:p>
      </dsp:txBody>
      <dsp:txXfrm>
        <a:off x="8347144" y="4258344"/>
        <a:ext cx="471351" cy="235675"/>
      </dsp:txXfrm>
    </dsp:sp>
    <dsp:sp modelId="{43CF62D4-8625-43DB-89BC-C2C3E4C1F7C5}">
      <dsp:nvSpPr>
        <dsp:cNvPr id="0" name=""/>
        <dsp:cNvSpPr/>
      </dsp:nvSpPr>
      <dsp:spPr>
        <a:xfrm>
          <a:off x="8799641" y="3589026"/>
          <a:ext cx="471351" cy="235675"/>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Data Discovery</a:t>
          </a:r>
        </a:p>
      </dsp:txBody>
      <dsp:txXfrm>
        <a:off x="8799641" y="3589026"/>
        <a:ext cx="471351" cy="235675"/>
      </dsp:txXfrm>
    </dsp:sp>
    <dsp:sp modelId="{0696304B-96BF-499C-9B59-7FA01EEF3FA5}">
      <dsp:nvSpPr>
        <dsp:cNvPr id="0" name=""/>
        <dsp:cNvSpPr/>
      </dsp:nvSpPr>
      <dsp:spPr>
        <a:xfrm>
          <a:off x="8917479" y="3923685"/>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Data Model Assessment</a:t>
          </a:r>
        </a:p>
      </dsp:txBody>
      <dsp:txXfrm>
        <a:off x="8917479" y="3923685"/>
        <a:ext cx="471351" cy="235675"/>
      </dsp:txXfrm>
    </dsp:sp>
    <dsp:sp modelId="{BFE86900-BC0E-4879-BB80-7829F1A761DF}">
      <dsp:nvSpPr>
        <dsp:cNvPr id="0" name=""/>
        <dsp:cNvSpPr/>
      </dsp:nvSpPr>
      <dsp:spPr>
        <a:xfrm>
          <a:off x="8917479" y="4258344"/>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Data Quality Assessment</a:t>
          </a:r>
        </a:p>
      </dsp:txBody>
      <dsp:txXfrm>
        <a:off x="8917479" y="4258344"/>
        <a:ext cx="471351" cy="235675"/>
      </dsp:txXfrm>
    </dsp:sp>
    <dsp:sp modelId="{43ACD511-78B5-4D7B-94C0-B40F201E269E}">
      <dsp:nvSpPr>
        <dsp:cNvPr id="0" name=""/>
        <dsp:cNvSpPr/>
      </dsp:nvSpPr>
      <dsp:spPr>
        <a:xfrm>
          <a:off x="9369976" y="3589026"/>
          <a:ext cx="471351" cy="235675"/>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Technical Discovery</a:t>
          </a:r>
        </a:p>
      </dsp:txBody>
      <dsp:txXfrm>
        <a:off x="9369976" y="3589026"/>
        <a:ext cx="471351" cy="235675"/>
      </dsp:txXfrm>
    </dsp:sp>
    <dsp:sp modelId="{1ADBD78B-51CA-4C9C-BC12-4CD7FF414B0B}">
      <dsp:nvSpPr>
        <dsp:cNvPr id="0" name=""/>
        <dsp:cNvSpPr/>
      </dsp:nvSpPr>
      <dsp:spPr>
        <a:xfrm>
          <a:off x="9487814" y="3923685"/>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Platform Assessment</a:t>
          </a:r>
        </a:p>
      </dsp:txBody>
      <dsp:txXfrm>
        <a:off x="9487814" y="3923685"/>
        <a:ext cx="471351" cy="235675"/>
      </dsp:txXfrm>
    </dsp:sp>
    <dsp:sp modelId="{9858A74E-6705-4979-BDF0-0DE11ADC62C4}">
      <dsp:nvSpPr>
        <dsp:cNvPr id="0" name=""/>
        <dsp:cNvSpPr/>
      </dsp:nvSpPr>
      <dsp:spPr>
        <a:xfrm>
          <a:off x="9487814" y="4258344"/>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Integration Assessment</a:t>
          </a:r>
        </a:p>
      </dsp:txBody>
      <dsp:txXfrm>
        <a:off x="9487814" y="4258344"/>
        <a:ext cx="471351" cy="235675"/>
      </dsp:txXfrm>
    </dsp:sp>
    <dsp:sp modelId="{054845E0-1595-4919-84D7-8171D626E127}">
      <dsp:nvSpPr>
        <dsp:cNvPr id="0" name=""/>
        <dsp:cNvSpPr/>
      </dsp:nvSpPr>
      <dsp:spPr>
        <a:xfrm>
          <a:off x="9940311" y="3254366"/>
          <a:ext cx="471351" cy="235675"/>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Design</a:t>
          </a:r>
        </a:p>
      </dsp:txBody>
      <dsp:txXfrm>
        <a:off x="9940311" y="3254366"/>
        <a:ext cx="471351" cy="235675"/>
      </dsp:txXfrm>
    </dsp:sp>
    <dsp:sp modelId="{4162A5E2-064D-4C19-9DB1-0D9D69544A18}">
      <dsp:nvSpPr>
        <dsp:cNvPr id="0" name=""/>
        <dsp:cNvSpPr/>
      </dsp:nvSpPr>
      <dsp:spPr>
        <a:xfrm>
          <a:off x="10058149" y="3589026"/>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Future Register Design</a:t>
          </a:r>
        </a:p>
      </dsp:txBody>
      <dsp:txXfrm>
        <a:off x="10058149" y="3589026"/>
        <a:ext cx="471351" cy="235675"/>
      </dsp:txXfrm>
    </dsp:sp>
    <dsp:sp modelId="{F0361C09-18C9-469D-BC54-0B1FED0E9746}">
      <dsp:nvSpPr>
        <dsp:cNvPr id="0" name=""/>
        <dsp:cNvSpPr/>
      </dsp:nvSpPr>
      <dsp:spPr>
        <a:xfrm>
          <a:off x="10058149" y="3923685"/>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Information Architecture</a:t>
          </a:r>
        </a:p>
      </dsp:txBody>
      <dsp:txXfrm>
        <a:off x="10058149" y="3923685"/>
        <a:ext cx="471351" cy="235675"/>
      </dsp:txXfrm>
    </dsp:sp>
    <dsp:sp modelId="{3C360F7E-7844-4739-8475-E996CB1CA7A9}">
      <dsp:nvSpPr>
        <dsp:cNvPr id="0" name=""/>
        <dsp:cNvSpPr/>
      </dsp:nvSpPr>
      <dsp:spPr>
        <a:xfrm>
          <a:off x="10510646" y="3254366"/>
          <a:ext cx="471351" cy="235675"/>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Delivery</a:t>
          </a:r>
        </a:p>
      </dsp:txBody>
      <dsp:txXfrm>
        <a:off x="10510646" y="3254366"/>
        <a:ext cx="471351" cy="235675"/>
      </dsp:txXfrm>
    </dsp:sp>
    <dsp:sp modelId="{30E49AD9-CACE-440D-891B-13B4B93FF398}">
      <dsp:nvSpPr>
        <dsp:cNvPr id="0" name=""/>
        <dsp:cNvSpPr/>
      </dsp:nvSpPr>
      <dsp:spPr>
        <a:xfrm>
          <a:off x="10628484" y="3589026"/>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Register Components</a:t>
          </a:r>
        </a:p>
      </dsp:txBody>
      <dsp:txXfrm>
        <a:off x="10628484" y="3589026"/>
        <a:ext cx="471351" cy="235675"/>
      </dsp:txXfrm>
    </dsp:sp>
    <dsp:sp modelId="{D8522895-FAE2-4C3E-8226-25C7A2C38678}">
      <dsp:nvSpPr>
        <dsp:cNvPr id="0" name=""/>
        <dsp:cNvSpPr/>
      </dsp:nvSpPr>
      <dsp:spPr>
        <a:xfrm>
          <a:off x="10628484" y="3923685"/>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Data Migration Products</a:t>
          </a:r>
        </a:p>
      </dsp:txBody>
      <dsp:txXfrm>
        <a:off x="10628484" y="3923685"/>
        <a:ext cx="471351" cy="235675"/>
      </dsp:txXfrm>
    </dsp:sp>
    <dsp:sp modelId="{4DD6A26B-01D2-4F61-BFE6-A3432E7DBC80}">
      <dsp:nvSpPr>
        <dsp:cNvPr id="0" name=""/>
        <dsp:cNvSpPr/>
      </dsp:nvSpPr>
      <dsp:spPr>
        <a:xfrm>
          <a:off x="10628484" y="4258344"/>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Reporting Components</a:t>
          </a:r>
        </a:p>
      </dsp:txBody>
      <dsp:txXfrm>
        <a:off x="10628484" y="4258344"/>
        <a:ext cx="471351" cy="235675"/>
      </dsp:txXfrm>
    </dsp:sp>
    <dsp:sp modelId="{9826BB66-FFD0-4B30-9703-57BC03545FDC}">
      <dsp:nvSpPr>
        <dsp:cNvPr id="0" name=""/>
        <dsp:cNvSpPr/>
      </dsp:nvSpPr>
      <dsp:spPr>
        <a:xfrm>
          <a:off x="11080981" y="3254366"/>
          <a:ext cx="471351" cy="235675"/>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Transition</a:t>
          </a:r>
        </a:p>
      </dsp:txBody>
      <dsp:txXfrm>
        <a:off x="11080981" y="3254366"/>
        <a:ext cx="471351" cy="235675"/>
      </dsp:txXfrm>
    </dsp:sp>
    <dsp:sp modelId="{8A8E8921-B9A1-444D-A933-0069B988EEE7}">
      <dsp:nvSpPr>
        <dsp:cNvPr id="0" name=""/>
        <dsp:cNvSpPr/>
      </dsp:nvSpPr>
      <dsp:spPr>
        <a:xfrm>
          <a:off x="11198818" y="3589026"/>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Register Operational Model</a:t>
          </a:r>
        </a:p>
      </dsp:txBody>
      <dsp:txXfrm>
        <a:off x="11198818" y="3589026"/>
        <a:ext cx="471351" cy="235675"/>
      </dsp:txXfrm>
    </dsp:sp>
    <dsp:sp modelId="{7DDDDA8A-553A-4F68-A47B-2ACC7F9DF863}">
      <dsp:nvSpPr>
        <dsp:cNvPr id="0" name=""/>
        <dsp:cNvSpPr/>
      </dsp:nvSpPr>
      <dsp:spPr>
        <a:xfrm>
          <a:off x="11198818" y="3923685"/>
          <a:ext cx="471351" cy="235675"/>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Support Model</a:t>
          </a:r>
        </a:p>
      </dsp:txBody>
      <dsp:txXfrm>
        <a:off x="11198818" y="3923685"/>
        <a:ext cx="471351" cy="23567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9F980D-1625-4680-A60F-669D153BD48C}">
      <dsp:nvSpPr>
        <dsp:cNvPr id="0" name=""/>
        <dsp:cNvSpPr/>
      </dsp:nvSpPr>
      <dsp:spPr>
        <a:xfrm>
          <a:off x="0" y="446114"/>
          <a:ext cx="6253721" cy="5405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AU" sz="2200" kern="1200"/>
            <a:t>Payment Data Governance, Model and Ownership</a:t>
          </a:r>
          <a:endParaRPr lang="en-US" sz="2200" kern="1200"/>
        </a:p>
      </dsp:txBody>
      <dsp:txXfrm>
        <a:off x="26387" y="472501"/>
        <a:ext cx="6200947" cy="487766"/>
      </dsp:txXfrm>
    </dsp:sp>
    <dsp:sp modelId="{A467622C-4471-4284-A909-3057EF570ECD}">
      <dsp:nvSpPr>
        <dsp:cNvPr id="0" name=""/>
        <dsp:cNvSpPr/>
      </dsp:nvSpPr>
      <dsp:spPr>
        <a:xfrm>
          <a:off x="0" y="1050014"/>
          <a:ext cx="6253721" cy="540540"/>
        </a:xfrm>
        <a:prstGeom prst="roundRect">
          <a:avLst/>
        </a:prstGeom>
        <a:solidFill>
          <a:schemeClr val="accent2">
            <a:hueOff val="1073936"/>
            <a:satOff val="-3082"/>
            <a:lumOff val="-493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Customer Refunds</a:t>
          </a:r>
        </a:p>
      </dsp:txBody>
      <dsp:txXfrm>
        <a:off x="26387" y="1076401"/>
        <a:ext cx="6200947" cy="487766"/>
      </dsp:txXfrm>
    </dsp:sp>
    <dsp:sp modelId="{CAECEB6B-BCBE-4898-934C-FFD403FDA405}">
      <dsp:nvSpPr>
        <dsp:cNvPr id="0" name=""/>
        <dsp:cNvSpPr/>
      </dsp:nvSpPr>
      <dsp:spPr>
        <a:xfrm>
          <a:off x="0" y="1653914"/>
          <a:ext cx="6253721" cy="54054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AU" sz="2200" kern="1200"/>
            <a:t>New ways to pay</a:t>
          </a:r>
          <a:endParaRPr lang="en-US" sz="2200" kern="1200"/>
        </a:p>
      </dsp:txBody>
      <dsp:txXfrm>
        <a:off x="26387" y="1680301"/>
        <a:ext cx="6200947" cy="487766"/>
      </dsp:txXfrm>
    </dsp:sp>
    <dsp:sp modelId="{6C149D5F-898A-44C1-A80E-5D976CA7817E}">
      <dsp:nvSpPr>
        <dsp:cNvPr id="0" name=""/>
        <dsp:cNvSpPr/>
      </dsp:nvSpPr>
      <dsp:spPr>
        <a:xfrm>
          <a:off x="0" y="2257814"/>
          <a:ext cx="6253721" cy="540540"/>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AU" sz="2200" kern="1200"/>
            <a:t>Subsid Ledger</a:t>
          </a:r>
        </a:p>
      </dsp:txBody>
      <dsp:txXfrm>
        <a:off x="26387" y="2284201"/>
        <a:ext cx="6200947" cy="487766"/>
      </dsp:txXfrm>
    </dsp:sp>
    <dsp:sp modelId="{8199B629-2584-416C-9924-80AAF41B3CDC}">
      <dsp:nvSpPr>
        <dsp:cNvPr id="0" name=""/>
        <dsp:cNvSpPr/>
      </dsp:nvSpPr>
      <dsp:spPr>
        <a:xfrm>
          <a:off x="0" y="2861715"/>
          <a:ext cx="6253721" cy="540540"/>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AU" sz="2200" kern="1200"/>
            <a:t>Customer Account</a:t>
          </a:r>
        </a:p>
      </dsp:txBody>
      <dsp:txXfrm>
        <a:off x="26387" y="2888102"/>
        <a:ext cx="6200947" cy="487766"/>
      </dsp:txXfrm>
    </dsp:sp>
    <dsp:sp modelId="{AAB76878-5FAE-47BD-931C-C3B66048E41F}">
      <dsp:nvSpPr>
        <dsp:cNvPr id="0" name=""/>
        <dsp:cNvSpPr/>
      </dsp:nvSpPr>
      <dsp:spPr>
        <a:xfrm>
          <a:off x="0" y="3465615"/>
          <a:ext cx="6253721" cy="540540"/>
        </a:xfrm>
        <a:prstGeom prst="roundRect">
          <a:avLst/>
        </a:prstGeom>
        <a:solidFill>
          <a:schemeClr val="accent2">
            <a:hueOff val="5369678"/>
            <a:satOff val="-15411"/>
            <a:lumOff val="-2467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AU" sz="2200" kern="1200"/>
            <a:t>Pricing engine fee management</a:t>
          </a:r>
        </a:p>
      </dsp:txBody>
      <dsp:txXfrm>
        <a:off x="26387" y="3492002"/>
        <a:ext cx="6200947" cy="487766"/>
      </dsp:txXfrm>
    </dsp:sp>
    <dsp:sp modelId="{807DFF51-02FC-43BA-96D7-DEEB70DE4392}">
      <dsp:nvSpPr>
        <dsp:cNvPr id="0" name=""/>
        <dsp:cNvSpPr/>
      </dsp:nvSpPr>
      <dsp:spPr>
        <a:xfrm>
          <a:off x="0" y="4069515"/>
          <a:ext cx="6253721" cy="54054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AU" sz="2200" kern="1200"/>
            <a:t>Quote tool PoC</a:t>
          </a:r>
        </a:p>
      </dsp:txBody>
      <dsp:txXfrm>
        <a:off x="26387" y="4095902"/>
        <a:ext cx="6200947" cy="48776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DCFC25-CBCC-42C7-B16F-6DD6F572D7D1}">
      <dsp:nvSpPr>
        <dsp:cNvPr id="0" name=""/>
        <dsp:cNvSpPr/>
      </dsp:nvSpPr>
      <dsp:spPr>
        <a:xfrm>
          <a:off x="5775835" y="452395"/>
          <a:ext cx="92964" cy="2293123"/>
        </a:xfrm>
        <a:custGeom>
          <a:avLst/>
          <a:gdLst/>
          <a:ahLst/>
          <a:cxnLst/>
          <a:rect l="0" t="0" r="0" b="0"/>
          <a:pathLst>
            <a:path>
              <a:moveTo>
                <a:pt x="92964" y="0"/>
              </a:moveTo>
              <a:lnTo>
                <a:pt x="92964" y="2293123"/>
              </a:lnTo>
              <a:lnTo>
                <a:pt x="0" y="2293123"/>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D390CC-FE09-40EC-BD73-87A72AD3CFC2}">
      <dsp:nvSpPr>
        <dsp:cNvPr id="0" name=""/>
        <dsp:cNvSpPr/>
      </dsp:nvSpPr>
      <dsp:spPr>
        <a:xfrm>
          <a:off x="5868799" y="452395"/>
          <a:ext cx="92964" cy="1664506"/>
        </a:xfrm>
        <a:custGeom>
          <a:avLst/>
          <a:gdLst/>
          <a:ahLst/>
          <a:cxnLst/>
          <a:rect l="0" t="0" r="0" b="0"/>
          <a:pathLst>
            <a:path>
              <a:moveTo>
                <a:pt x="0" y="0"/>
              </a:moveTo>
              <a:lnTo>
                <a:pt x="0" y="1664506"/>
              </a:lnTo>
              <a:lnTo>
                <a:pt x="92964" y="1664506"/>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252790A-9EE5-4B69-903F-0F0C7F82ED64}">
      <dsp:nvSpPr>
        <dsp:cNvPr id="0" name=""/>
        <dsp:cNvSpPr/>
      </dsp:nvSpPr>
      <dsp:spPr>
        <a:xfrm>
          <a:off x="5775835" y="452395"/>
          <a:ext cx="92964" cy="1664506"/>
        </a:xfrm>
        <a:custGeom>
          <a:avLst/>
          <a:gdLst/>
          <a:ahLst/>
          <a:cxnLst/>
          <a:rect l="0" t="0" r="0" b="0"/>
          <a:pathLst>
            <a:path>
              <a:moveTo>
                <a:pt x="92964" y="0"/>
              </a:moveTo>
              <a:lnTo>
                <a:pt x="92964" y="1664506"/>
              </a:lnTo>
              <a:lnTo>
                <a:pt x="0" y="1664506"/>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C62A12-978B-4D89-A2EE-E12CF03F9CD4}">
      <dsp:nvSpPr>
        <dsp:cNvPr id="0" name=""/>
        <dsp:cNvSpPr/>
      </dsp:nvSpPr>
      <dsp:spPr>
        <a:xfrm>
          <a:off x="5868799" y="452395"/>
          <a:ext cx="92964" cy="1035889"/>
        </a:xfrm>
        <a:custGeom>
          <a:avLst/>
          <a:gdLst/>
          <a:ahLst/>
          <a:cxnLst/>
          <a:rect l="0" t="0" r="0" b="0"/>
          <a:pathLst>
            <a:path>
              <a:moveTo>
                <a:pt x="0" y="0"/>
              </a:moveTo>
              <a:lnTo>
                <a:pt x="0" y="1035889"/>
              </a:lnTo>
              <a:lnTo>
                <a:pt x="92964" y="1035889"/>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C94FBB4-CCE5-4507-B609-B54536DEDA02}">
      <dsp:nvSpPr>
        <dsp:cNvPr id="0" name=""/>
        <dsp:cNvSpPr/>
      </dsp:nvSpPr>
      <dsp:spPr>
        <a:xfrm>
          <a:off x="5775835" y="452395"/>
          <a:ext cx="92964" cy="1035889"/>
        </a:xfrm>
        <a:custGeom>
          <a:avLst/>
          <a:gdLst/>
          <a:ahLst/>
          <a:cxnLst/>
          <a:rect l="0" t="0" r="0" b="0"/>
          <a:pathLst>
            <a:path>
              <a:moveTo>
                <a:pt x="92964" y="0"/>
              </a:moveTo>
              <a:lnTo>
                <a:pt x="92964" y="1035889"/>
              </a:lnTo>
              <a:lnTo>
                <a:pt x="0" y="1035889"/>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AAB0BD-7074-429F-9628-262563B14750}">
      <dsp:nvSpPr>
        <dsp:cNvPr id="0" name=""/>
        <dsp:cNvSpPr/>
      </dsp:nvSpPr>
      <dsp:spPr>
        <a:xfrm>
          <a:off x="5868799" y="452395"/>
          <a:ext cx="92964" cy="407272"/>
        </a:xfrm>
        <a:custGeom>
          <a:avLst/>
          <a:gdLst/>
          <a:ahLst/>
          <a:cxnLst/>
          <a:rect l="0" t="0" r="0" b="0"/>
          <a:pathLst>
            <a:path>
              <a:moveTo>
                <a:pt x="0" y="0"/>
              </a:moveTo>
              <a:lnTo>
                <a:pt x="0" y="407272"/>
              </a:lnTo>
              <a:lnTo>
                <a:pt x="92964" y="40727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807B7EF-9312-4F09-B85B-9298EF1235EB}">
      <dsp:nvSpPr>
        <dsp:cNvPr id="0" name=""/>
        <dsp:cNvSpPr/>
      </dsp:nvSpPr>
      <dsp:spPr>
        <a:xfrm>
          <a:off x="5775835" y="452395"/>
          <a:ext cx="92964" cy="407272"/>
        </a:xfrm>
        <a:custGeom>
          <a:avLst/>
          <a:gdLst/>
          <a:ahLst/>
          <a:cxnLst/>
          <a:rect l="0" t="0" r="0" b="0"/>
          <a:pathLst>
            <a:path>
              <a:moveTo>
                <a:pt x="92964" y="0"/>
              </a:moveTo>
              <a:lnTo>
                <a:pt x="92964" y="407272"/>
              </a:lnTo>
              <a:lnTo>
                <a:pt x="0" y="40727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275E6C-EF52-44B6-A1FE-02C759FE80EB}">
      <dsp:nvSpPr>
        <dsp:cNvPr id="0" name=""/>
        <dsp:cNvSpPr/>
      </dsp:nvSpPr>
      <dsp:spPr>
        <a:xfrm>
          <a:off x="10908071" y="4224096"/>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489D5DD-FC37-42DE-962B-6993F423AF34}">
      <dsp:nvSpPr>
        <dsp:cNvPr id="0" name=""/>
        <dsp:cNvSpPr/>
      </dsp:nvSpPr>
      <dsp:spPr>
        <a:xfrm>
          <a:off x="11216501" y="3595479"/>
          <a:ext cx="91440" cy="185928"/>
        </a:xfrm>
        <a:custGeom>
          <a:avLst/>
          <a:gdLst/>
          <a:ahLst/>
          <a:cxnLst/>
          <a:rect l="0" t="0" r="0" b="0"/>
          <a:pathLst>
            <a:path>
              <a:moveTo>
                <a:pt x="45720" y="0"/>
              </a:moveTo>
              <a:lnTo>
                <a:pt x="4572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DC2B85-A8D5-4593-867F-DC0483840EB2}">
      <dsp:nvSpPr>
        <dsp:cNvPr id="0" name=""/>
        <dsp:cNvSpPr/>
      </dsp:nvSpPr>
      <dsp:spPr>
        <a:xfrm>
          <a:off x="5868799" y="452395"/>
          <a:ext cx="5393421" cy="2700396"/>
        </a:xfrm>
        <a:custGeom>
          <a:avLst/>
          <a:gdLst/>
          <a:ahLst/>
          <a:cxnLst/>
          <a:rect l="0" t="0" r="0" b="0"/>
          <a:pathLst>
            <a:path>
              <a:moveTo>
                <a:pt x="0" y="0"/>
              </a:moveTo>
              <a:lnTo>
                <a:pt x="0" y="2607431"/>
              </a:lnTo>
              <a:lnTo>
                <a:pt x="5393421" y="2607431"/>
              </a:lnTo>
              <a:lnTo>
                <a:pt x="5393421" y="2700396"/>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13A015-EC16-4B9F-A988-FF8A7BBB88A6}">
      <dsp:nvSpPr>
        <dsp:cNvPr id="0" name=""/>
        <dsp:cNvSpPr/>
      </dsp:nvSpPr>
      <dsp:spPr>
        <a:xfrm>
          <a:off x="9808939" y="4224096"/>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43EF91F-8DA5-43EF-8EB3-BB146F5BF4EF}">
      <dsp:nvSpPr>
        <dsp:cNvPr id="0" name=""/>
        <dsp:cNvSpPr/>
      </dsp:nvSpPr>
      <dsp:spPr>
        <a:xfrm>
          <a:off x="9808939" y="4224096"/>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316BAB-E484-4713-88F8-60BFB9ECB2F9}">
      <dsp:nvSpPr>
        <dsp:cNvPr id="0" name=""/>
        <dsp:cNvSpPr/>
      </dsp:nvSpPr>
      <dsp:spPr>
        <a:xfrm>
          <a:off x="9627436" y="3595479"/>
          <a:ext cx="535652" cy="185928"/>
        </a:xfrm>
        <a:custGeom>
          <a:avLst/>
          <a:gdLst/>
          <a:ahLst/>
          <a:cxnLst/>
          <a:rect l="0" t="0" r="0" b="0"/>
          <a:pathLst>
            <a:path>
              <a:moveTo>
                <a:pt x="0" y="0"/>
              </a:moveTo>
              <a:lnTo>
                <a:pt x="0" y="92964"/>
              </a:lnTo>
              <a:lnTo>
                <a:pt x="535652" y="92964"/>
              </a:lnTo>
              <a:lnTo>
                <a:pt x="535652"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09402AC-4CF6-4F22-8D6A-D3C1188B5393}">
      <dsp:nvSpPr>
        <dsp:cNvPr id="0" name=""/>
        <dsp:cNvSpPr/>
      </dsp:nvSpPr>
      <dsp:spPr>
        <a:xfrm>
          <a:off x="8737634" y="4224096"/>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2C6395-CDA7-4EB2-8956-CE67599F0711}">
      <dsp:nvSpPr>
        <dsp:cNvPr id="0" name=""/>
        <dsp:cNvSpPr/>
      </dsp:nvSpPr>
      <dsp:spPr>
        <a:xfrm>
          <a:off x="9091784" y="3595479"/>
          <a:ext cx="535652" cy="185928"/>
        </a:xfrm>
        <a:custGeom>
          <a:avLst/>
          <a:gdLst/>
          <a:ahLst/>
          <a:cxnLst/>
          <a:rect l="0" t="0" r="0" b="0"/>
          <a:pathLst>
            <a:path>
              <a:moveTo>
                <a:pt x="535652" y="0"/>
              </a:moveTo>
              <a:lnTo>
                <a:pt x="535652" y="92964"/>
              </a:lnTo>
              <a:lnTo>
                <a:pt x="0" y="92964"/>
              </a:lnTo>
              <a:lnTo>
                <a:pt x="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7FA171-3DC1-4B30-B97D-AAB0EE775448}">
      <dsp:nvSpPr>
        <dsp:cNvPr id="0" name=""/>
        <dsp:cNvSpPr/>
      </dsp:nvSpPr>
      <dsp:spPr>
        <a:xfrm>
          <a:off x="5868799" y="452395"/>
          <a:ext cx="3758637" cy="2700396"/>
        </a:xfrm>
        <a:custGeom>
          <a:avLst/>
          <a:gdLst/>
          <a:ahLst/>
          <a:cxnLst/>
          <a:rect l="0" t="0" r="0" b="0"/>
          <a:pathLst>
            <a:path>
              <a:moveTo>
                <a:pt x="0" y="0"/>
              </a:moveTo>
              <a:lnTo>
                <a:pt x="0" y="2607431"/>
              </a:lnTo>
              <a:lnTo>
                <a:pt x="3758637" y="2607431"/>
              </a:lnTo>
              <a:lnTo>
                <a:pt x="3758637" y="2700396"/>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D600AC-D904-45AA-A6C7-5EAC376DA718}">
      <dsp:nvSpPr>
        <dsp:cNvPr id="0" name=""/>
        <dsp:cNvSpPr/>
      </dsp:nvSpPr>
      <dsp:spPr>
        <a:xfrm>
          <a:off x="7622649" y="4224096"/>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E6867E7-74AC-4BF1-A9FA-4AC7261C94EA}">
      <dsp:nvSpPr>
        <dsp:cNvPr id="0" name=""/>
        <dsp:cNvSpPr/>
      </dsp:nvSpPr>
      <dsp:spPr>
        <a:xfrm>
          <a:off x="7622649" y="4224096"/>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1396398-C9F6-48F4-AA4F-1E9F79E1591E}">
      <dsp:nvSpPr>
        <dsp:cNvPr id="0" name=""/>
        <dsp:cNvSpPr/>
      </dsp:nvSpPr>
      <dsp:spPr>
        <a:xfrm>
          <a:off x="7441147" y="3595479"/>
          <a:ext cx="535652" cy="185928"/>
        </a:xfrm>
        <a:custGeom>
          <a:avLst/>
          <a:gdLst/>
          <a:ahLst/>
          <a:cxnLst/>
          <a:rect l="0" t="0" r="0" b="0"/>
          <a:pathLst>
            <a:path>
              <a:moveTo>
                <a:pt x="0" y="0"/>
              </a:moveTo>
              <a:lnTo>
                <a:pt x="0" y="92964"/>
              </a:lnTo>
              <a:lnTo>
                <a:pt x="535652" y="92964"/>
              </a:lnTo>
              <a:lnTo>
                <a:pt x="535652"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7B956F-D72C-4AE4-8D9E-D5EAAA044204}">
      <dsp:nvSpPr>
        <dsp:cNvPr id="0" name=""/>
        <dsp:cNvSpPr/>
      </dsp:nvSpPr>
      <dsp:spPr>
        <a:xfrm>
          <a:off x="6551344" y="4224096"/>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104FA65-B4C0-4B7B-8F35-47D7504F3B76}">
      <dsp:nvSpPr>
        <dsp:cNvPr id="0" name=""/>
        <dsp:cNvSpPr/>
      </dsp:nvSpPr>
      <dsp:spPr>
        <a:xfrm>
          <a:off x="6551344" y="4224096"/>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F5DE40-A613-44B8-8873-5CB179E71291}">
      <dsp:nvSpPr>
        <dsp:cNvPr id="0" name=""/>
        <dsp:cNvSpPr/>
      </dsp:nvSpPr>
      <dsp:spPr>
        <a:xfrm>
          <a:off x="6905495" y="3595479"/>
          <a:ext cx="535652" cy="185928"/>
        </a:xfrm>
        <a:custGeom>
          <a:avLst/>
          <a:gdLst/>
          <a:ahLst/>
          <a:cxnLst/>
          <a:rect l="0" t="0" r="0" b="0"/>
          <a:pathLst>
            <a:path>
              <a:moveTo>
                <a:pt x="535652" y="0"/>
              </a:moveTo>
              <a:lnTo>
                <a:pt x="535652" y="92964"/>
              </a:lnTo>
              <a:lnTo>
                <a:pt x="0" y="92964"/>
              </a:lnTo>
              <a:lnTo>
                <a:pt x="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193982-A47D-4ECB-B6F6-8F1D6A7062BB}">
      <dsp:nvSpPr>
        <dsp:cNvPr id="0" name=""/>
        <dsp:cNvSpPr/>
      </dsp:nvSpPr>
      <dsp:spPr>
        <a:xfrm>
          <a:off x="5868799" y="452395"/>
          <a:ext cx="1572347" cy="2700396"/>
        </a:xfrm>
        <a:custGeom>
          <a:avLst/>
          <a:gdLst/>
          <a:ahLst/>
          <a:cxnLst/>
          <a:rect l="0" t="0" r="0" b="0"/>
          <a:pathLst>
            <a:path>
              <a:moveTo>
                <a:pt x="0" y="0"/>
              </a:moveTo>
              <a:lnTo>
                <a:pt x="0" y="2607431"/>
              </a:lnTo>
              <a:lnTo>
                <a:pt x="1572347" y="2607431"/>
              </a:lnTo>
              <a:lnTo>
                <a:pt x="1572347" y="2700396"/>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330A31-E4B1-4DBE-8295-7FF2B6F93947}">
      <dsp:nvSpPr>
        <dsp:cNvPr id="0" name=""/>
        <dsp:cNvSpPr/>
      </dsp:nvSpPr>
      <dsp:spPr>
        <a:xfrm>
          <a:off x="5445629" y="4224096"/>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3E2946-2059-42EA-A351-3111CB6D5C07}">
      <dsp:nvSpPr>
        <dsp:cNvPr id="0" name=""/>
        <dsp:cNvSpPr/>
      </dsp:nvSpPr>
      <dsp:spPr>
        <a:xfrm>
          <a:off x="5445629" y="4224096"/>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947F22D-5100-4BE4-9D48-37CDC0BB22B8}">
      <dsp:nvSpPr>
        <dsp:cNvPr id="0" name=""/>
        <dsp:cNvSpPr/>
      </dsp:nvSpPr>
      <dsp:spPr>
        <a:xfrm>
          <a:off x="5264127" y="3595479"/>
          <a:ext cx="535652" cy="185928"/>
        </a:xfrm>
        <a:custGeom>
          <a:avLst/>
          <a:gdLst/>
          <a:ahLst/>
          <a:cxnLst/>
          <a:rect l="0" t="0" r="0" b="0"/>
          <a:pathLst>
            <a:path>
              <a:moveTo>
                <a:pt x="0" y="0"/>
              </a:moveTo>
              <a:lnTo>
                <a:pt x="0" y="92964"/>
              </a:lnTo>
              <a:lnTo>
                <a:pt x="535652" y="92964"/>
              </a:lnTo>
              <a:lnTo>
                <a:pt x="535652"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3E33AA-274E-4C00-AFCA-9DB6EDEE5D26}">
      <dsp:nvSpPr>
        <dsp:cNvPr id="0" name=""/>
        <dsp:cNvSpPr/>
      </dsp:nvSpPr>
      <dsp:spPr>
        <a:xfrm>
          <a:off x="4374325" y="4224096"/>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1F82AE-D204-494B-90C7-632A99586039}">
      <dsp:nvSpPr>
        <dsp:cNvPr id="0" name=""/>
        <dsp:cNvSpPr/>
      </dsp:nvSpPr>
      <dsp:spPr>
        <a:xfrm>
          <a:off x="4374325" y="4224096"/>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884A9FB-42E4-4FD9-8810-1F98F3262087}">
      <dsp:nvSpPr>
        <dsp:cNvPr id="0" name=""/>
        <dsp:cNvSpPr/>
      </dsp:nvSpPr>
      <dsp:spPr>
        <a:xfrm>
          <a:off x="4728475" y="3595479"/>
          <a:ext cx="535652" cy="185928"/>
        </a:xfrm>
        <a:custGeom>
          <a:avLst/>
          <a:gdLst/>
          <a:ahLst/>
          <a:cxnLst/>
          <a:rect l="0" t="0" r="0" b="0"/>
          <a:pathLst>
            <a:path>
              <a:moveTo>
                <a:pt x="535652" y="0"/>
              </a:moveTo>
              <a:lnTo>
                <a:pt x="535652" y="92964"/>
              </a:lnTo>
              <a:lnTo>
                <a:pt x="0" y="92964"/>
              </a:lnTo>
              <a:lnTo>
                <a:pt x="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681CE4-8CA0-49DE-A9F3-C600278D7504}">
      <dsp:nvSpPr>
        <dsp:cNvPr id="0" name=""/>
        <dsp:cNvSpPr/>
      </dsp:nvSpPr>
      <dsp:spPr>
        <a:xfrm>
          <a:off x="5264127" y="452395"/>
          <a:ext cx="604671" cy="2700396"/>
        </a:xfrm>
        <a:custGeom>
          <a:avLst/>
          <a:gdLst/>
          <a:ahLst/>
          <a:cxnLst/>
          <a:rect l="0" t="0" r="0" b="0"/>
          <a:pathLst>
            <a:path>
              <a:moveTo>
                <a:pt x="604671" y="0"/>
              </a:moveTo>
              <a:lnTo>
                <a:pt x="604671" y="2607431"/>
              </a:lnTo>
              <a:lnTo>
                <a:pt x="0" y="2607431"/>
              </a:lnTo>
              <a:lnTo>
                <a:pt x="0" y="2700396"/>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BDBD7F3-6083-4497-968C-19145A3D4B38}">
      <dsp:nvSpPr>
        <dsp:cNvPr id="0" name=""/>
        <dsp:cNvSpPr/>
      </dsp:nvSpPr>
      <dsp:spPr>
        <a:xfrm>
          <a:off x="3303020" y="4224096"/>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8EA941-22A2-4756-B568-D27A6756260D}">
      <dsp:nvSpPr>
        <dsp:cNvPr id="0" name=""/>
        <dsp:cNvSpPr/>
      </dsp:nvSpPr>
      <dsp:spPr>
        <a:xfrm>
          <a:off x="3303020" y="4224096"/>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E3C7ECF-52B2-4972-B708-71595BC37092}">
      <dsp:nvSpPr>
        <dsp:cNvPr id="0" name=""/>
        <dsp:cNvSpPr/>
      </dsp:nvSpPr>
      <dsp:spPr>
        <a:xfrm>
          <a:off x="2050213" y="3595479"/>
          <a:ext cx="1606957" cy="185928"/>
        </a:xfrm>
        <a:custGeom>
          <a:avLst/>
          <a:gdLst/>
          <a:ahLst/>
          <a:cxnLst/>
          <a:rect l="0" t="0" r="0" b="0"/>
          <a:pathLst>
            <a:path>
              <a:moveTo>
                <a:pt x="0" y="0"/>
              </a:moveTo>
              <a:lnTo>
                <a:pt x="0" y="92964"/>
              </a:lnTo>
              <a:lnTo>
                <a:pt x="1606957" y="92964"/>
              </a:lnTo>
              <a:lnTo>
                <a:pt x="1606957"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E2A867-31D4-403E-B790-54B802E39EC7}">
      <dsp:nvSpPr>
        <dsp:cNvPr id="0" name=""/>
        <dsp:cNvSpPr/>
      </dsp:nvSpPr>
      <dsp:spPr>
        <a:xfrm>
          <a:off x="2231715" y="4224096"/>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8F7C288-D6AB-4F4F-83B5-1D5B84952672}">
      <dsp:nvSpPr>
        <dsp:cNvPr id="0" name=""/>
        <dsp:cNvSpPr/>
      </dsp:nvSpPr>
      <dsp:spPr>
        <a:xfrm>
          <a:off x="2231715" y="4224096"/>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282935C-36BA-42D1-9CF4-5DC857687C79}">
      <dsp:nvSpPr>
        <dsp:cNvPr id="0" name=""/>
        <dsp:cNvSpPr/>
      </dsp:nvSpPr>
      <dsp:spPr>
        <a:xfrm>
          <a:off x="2050213" y="3595479"/>
          <a:ext cx="535652" cy="185928"/>
        </a:xfrm>
        <a:custGeom>
          <a:avLst/>
          <a:gdLst/>
          <a:ahLst/>
          <a:cxnLst/>
          <a:rect l="0" t="0" r="0" b="0"/>
          <a:pathLst>
            <a:path>
              <a:moveTo>
                <a:pt x="0" y="0"/>
              </a:moveTo>
              <a:lnTo>
                <a:pt x="0" y="92964"/>
              </a:lnTo>
              <a:lnTo>
                <a:pt x="535652" y="92964"/>
              </a:lnTo>
              <a:lnTo>
                <a:pt x="535652"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05519F-6ECB-4AAF-B47A-F3D32DB6B10C}">
      <dsp:nvSpPr>
        <dsp:cNvPr id="0" name=""/>
        <dsp:cNvSpPr/>
      </dsp:nvSpPr>
      <dsp:spPr>
        <a:xfrm>
          <a:off x="1160411" y="4224096"/>
          <a:ext cx="132806" cy="2293123"/>
        </a:xfrm>
        <a:custGeom>
          <a:avLst/>
          <a:gdLst/>
          <a:ahLst/>
          <a:cxnLst/>
          <a:rect l="0" t="0" r="0" b="0"/>
          <a:pathLst>
            <a:path>
              <a:moveTo>
                <a:pt x="0" y="0"/>
              </a:moveTo>
              <a:lnTo>
                <a:pt x="0" y="2293123"/>
              </a:lnTo>
              <a:lnTo>
                <a:pt x="132806" y="229312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19CF286-327E-4771-A756-F0B2B9DBDA4B}">
      <dsp:nvSpPr>
        <dsp:cNvPr id="0" name=""/>
        <dsp:cNvSpPr/>
      </dsp:nvSpPr>
      <dsp:spPr>
        <a:xfrm>
          <a:off x="1160411" y="4224096"/>
          <a:ext cx="132806" cy="1664506"/>
        </a:xfrm>
        <a:custGeom>
          <a:avLst/>
          <a:gdLst/>
          <a:ahLst/>
          <a:cxnLst/>
          <a:rect l="0" t="0" r="0" b="0"/>
          <a:pathLst>
            <a:path>
              <a:moveTo>
                <a:pt x="0" y="0"/>
              </a:moveTo>
              <a:lnTo>
                <a:pt x="0" y="1664506"/>
              </a:lnTo>
              <a:lnTo>
                <a:pt x="132806" y="166450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E61498-7424-433C-B920-4C4E22FE37C9}">
      <dsp:nvSpPr>
        <dsp:cNvPr id="0" name=""/>
        <dsp:cNvSpPr/>
      </dsp:nvSpPr>
      <dsp:spPr>
        <a:xfrm>
          <a:off x="1160411" y="4224096"/>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BEE66D-DBFC-4B5B-824F-AE729B3E2A92}">
      <dsp:nvSpPr>
        <dsp:cNvPr id="0" name=""/>
        <dsp:cNvSpPr/>
      </dsp:nvSpPr>
      <dsp:spPr>
        <a:xfrm>
          <a:off x="1160411" y="4224096"/>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E2B9B1-B808-4C3E-9CA4-FDBFEB7C6E12}">
      <dsp:nvSpPr>
        <dsp:cNvPr id="0" name=""/>
        <dsp:cNvSpPr/>
      </dsp:nvSpPr>
      <dsp:spPr>
        <a:xfrm>
          <a:off x="1514561" y="3595479"/>
          <a:ext cx="535652" cy="185928"/>
        </a:xfrm>
        <a:custGeom>
          <a:avLst/>
          <a:gdLst/>
          <a:ahLst/>
          <a:cxnLst/>
          <a:rect l="0" t="0" r="0" b="0"/>
          <a:pathLst>
            <a:path>
              <a:moveTo>
                <a:pt x="535652" y="0"/>
              </a:moveTo>
              <a:lnTo>
                <a:pt x="535652" y="92964"/>
              </a:lnTo>
              <a:lnTo>
                <a:pt x="0" y="92964"/>
              </a:lnTo>
              <a:lnTo>
                <a:pt x="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7A0AFA-0687-4CD7-A02C-2B5A2A29DC08}">
      <dsp:nvSpPr>
        <dsp:cNvPr id="0" name=""/>
        <dsp:cNvSpPr/>
      </dsp:nvSpPr>
      <dsp:spPr>
        <a:xfrm>
          <a:off x="89106" y="4224096"/>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71179AC-5FAC-4A39-B7FF-0414C95E3528}">
      <dsp:nvSpPr>
        <dsp:cNvPr id="0" name=""/>
        <dsp:cNvSpPr/>
      </dsp:nvSpPr>
      <dsp:spPr>
        <a:xfrm>
          <a:off x="89106" y="4224096"/>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A3097E-DF06-4306-90D8-092D17D517A3}">
      <dsp:nvSpPr>
        <dsp:cNvPr id="0" name=""/>
        <dsp:cNvSpPr/>
      </dsp:nvSpPr>
      <dsp:spPr>
        <a:xfrm>
          <a:off x="443256" y="3595479"/>
          <a:ext cx="1606957" cy="185928"/>
        </a:xfrm>
        <a:custGeom>
          <a:avLst/>
          <a:gdLst/>
          <a:ahLst/>
          <a:cxnLst/>
          <a:rect l="0" t="0" r="0" b="0"/>
          <a:pathLst>
            <a:path>
              <a:moveTo>
                <a:pt x="1606957" y="0"/>
              </a:moveTo>
              <a:lnTo>
                <a:pt x="1606957" y="92964"/>
              </a:lnTo>
              <a:lnTo>
                <a:pt x="0" y="92964"/>
              </a:lnTo>
              <a:lnTo>
                <a:pt x="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9DD715D-069C-4BC2-A1E9-3705206A9E7E}">
      <dsp:nvSpPr>
        <dsp:cNvPr id="0" name=""/>
        <dsp:cNvSpPr/>
      </dsp:nvSpPr>
      <dsp:spPr>
        <a:xfrm>
          <a:off x="2050213" y="452395"/>
          <a:ext cx="3818586" cy="2700396"/>
        </a:xfrm>
        <a:custGeom>
          <a:avLst/>
          <a:gdLst/>
          <a:ahLst/>
          <a:cxnLst/>
          <a:rect l="0" t="0" r="0" b="0"/>
          <a:pathLst>
            <a:path>
              <a:moveTo>
                <a:pt x="3818586" y="0"/>
              </a:moveTo>
              <a:lnTo>
                <a:pt x="3818586" y="2607431"/>
              </a:lnTo>
              <a:lnTo>
                <a:pt x="0" y="2607431"/>
              </a:lnTo>
              <a:lnTo>
                <a:pt x="0" y="2700396"/>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8A01CC-3BEE-415F-A2AB-98EE968D4C9E}">
      <dsp:nvSpPr>
        <dsp:cNvPr id="0" name=""/>
        <dsp:cNvSpPr/>
      </dsp:nvSpPr>
      <dsp:spPr>
        <a:xfrm>
          <a:off x="45674" y="9707"/>
          <a:ext cx="11646251" cy="442687"/>
        </a:xfrm>
        <a:prstGeom prst="rect">
          <a:avLst/>
        </a:prstGeom>
        <a:solidFill>
          <a:srgbClr val="002060"/>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AU" sz="2400" kern="1200"/>
            <a:t>Payment Modernisation</a:t>
          </a:r>
        </a:p>
      </dsp:txBody>
      <dsp:txXfrm>
        <a:off x="45674" y="9707"/>
        <a:ext cx="11646251" cy="442687"/>
      </dsp:txXfrm>
    </dsp:sp>
    <dsp:sp modelId="{EF0DF732-FD85-4D52-8905-6DCB2A652547}">
      <dsp:nvSpPr>
        <dsp:cNvPr id="0" name=""/>
        <dsp:cNvSpPr/>
      </dsp:nvSpPr>
      <dsp:spPr>
        <a:xfrm>
          <a:off x="32690" y="3152792"/>
          <a:ext cx="4035047" cy="44268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Product Management &amp; Governance</a:t>
          </a:r>
        </a:p>
      </dsp:txBody>
      <dsp:txXfrm>
        <a:off x="32690" y="3152792"/>
        <a:ext cx="4035047" cy="442687"/>
      </dsp:txXfrm>
    </dsp:sp>
    <dsp:sp modelId="{D7DEFF10-285D-460F-B6C2-3621F12D5071}">
      <dsp:nvSpPr>
        <dsp:cNvPr id="0" name=""/>
        <dsp:cNvSpPr/>
      </dsp:nvSpPr>
      <dsp:spPr>
        <a:xfrm>
          <a:off x="568" y="3781408"/>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Planning &amp; Control</a:t>
          </a:r>
        </a:p>
      </dsp:txBody>
      <dsp:txXfrm>
        <a:off x="568" y="3781408"/>
        <a:ext cx="885375" cy="442687"/>
      </dsp:txXfrm>
    </dsp:sp>
    <dsp:sp modelId="{88D6AF2A-AB2A-4DDC-9F25-5FEB13DE3F9A}">
      <dsp:nvSpPr>
        <dsp:cNvPr id="0" name=""/>
        <dsp:cNvSpPr/>
      </dsp:nvSpPr>
      <dsp:spPr>
        <a:xfrm>
          <a:off x="221912"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Product Description</a:t>
          </a:r>
        </a:p>
      </dsp:txBody>
      <dsp:txXfrm>
        <a:off x="221912" y="4410025"/>
        <a:ext cx="885375" cy="442687"/>
      </dsp:txXfrm>
    </dsp:sp>
    <dsp:sp modelId="{80857E5D-5A40-47FA-A4DC-63DCAE736606}">
      <dsp:nvSpPr>
        <dsp:cNvPr id="0" name=""/>
        <dsp:cNvSpPr/>
      </dsp:nvSpPr>
      <dsp:spPr>
        <a:xfrm>
          <a:off x="221912" y="5038642"/>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Delivery Plan</a:t>
          </a:r>
        </a:p>
      </dsp:txBody>
      <dsp:txXfrm>
        <a:off x="221912" y="5038642"/>
        <a:ext cx="885375" cy="442687"/>
      </dsp:txXfrm>
    </dsp:sp>
    <dsp:sp modelId="{E053A169-9C0A-4979-A9C3-739101C47B4F}">
      <dsp:nvSpPr>
        <dsp:cNvPr id="0" name=""/>
        <dsp:cNvSpPr/>
      </dsp:nvSpPr>
      <dsp:spPr>
        <a:xfrm>
          <a:off x="1071873" y="3781408"/>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Risk, Issue &amp; Assurance</a:t>
          </a:r>
        </a:p>
      </dsp:txBody>
      <dsp:txXfrm>
        <a:off x="1071873" y="3781408"/>
        <a:ext cx="885375" cy="442687"/>
      </dsp:txXfrm>
    </dsp:sp>
    <dsp:sp modelId="{9602321A-0529-41BB-8BDE-C5896B1187CD}">
      <dsp:nvSpPr>
        <dsp:cNvPr id="0" name=""/>
        <dsp:cNvSpPr/>
      </dsp:nvSpPr>
      <dsp:spPr>
        <a:xfrm>
          <a:off x="1293217"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Risk Register</a:t>
          </a:r>
        </a:p>
      </dsp:txBody>
      <dsp:txXfrm>
        <a:off x="1293217" y="4410025"/>
        <a:ext cx="885375" cy="442687"/>
      </dsp:txXfrm>
    </dsp:sp>
    <dsp:sp modelId="{F4DC1B83-6C23-49DE-87E8-6B79DB8CBA59}">
      <dsp:nvSpPr>
        <dsp:cNvPr id="0" name=""/>
        <dsp:cNvSpPr/>
      </dsp:nvSpPr>
      <dsp:spPr>
        <a:xfrm>
          <a:off x="1293217" y="5038642"/>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Issue Register</a:t>
          </a:r>
        </a:p>
      </dsp:txBody>
      <dsp:txXfrm>
        <a:off x="1293217" y="5038642"/>
        <a:ext cx="885375" cy="442687"/>
      </dsp:txXfrm>
    </dsp:sp>
    <dsp:sp modelId="{81E07694-06DE-4DA4-BA15-F7FF4EF31C21}">
      <dsp:nvSpPr>
        <dsp:cNvPr id="0" name=""/>
        <dsp:cNvSpPr/>
      </dsp:nvSpPr>
      <dsp:spPr>
        <a:xfrm>
          <a:off x="1293217" y="5667259"/>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Quality Register</a:t>
          </a:r>
        </a:p>
      </dsp:txBody>
      <dsp:txXfrm>
        <a:off x="1293217" y="5667259"/>
        <a:ext cx="885375" cy="442687"/>
      </dsp:txXfrm>
    </dsp:sp>
    <dsp:sp modelId="{7B137947-D56C-407A-8B26-BA72901EA159}">
      <dsp:nvSpPr>
        <dsp:cNvPr id="0" name=""/>
        <dsp:cNvSpPr/>
      </dsp:nvSpPr>
      <dsp:spPr>
        <a:xfrm>
          <a:off x="1293217" y="6295876"/>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Assumptions Log</a:t>
          </a:r>
        </a:p>
      </dsp:txBody>
      <dsp:txXfrm>
        <a:off x="1293217" y="6295876"/>
        <a:ext cx="885375" cy="442687"/>
      </dsp:txXfrm>
    </dsp:sp>
    <dsp:sp modelId="{ED485508-0335-465D-B2BE-F208E31B5FAA}">
      <dsp:nvSpPr>
        <dsp:cNvPr id="0" name=""/>
        <dsp:cNvSpPr/>
      </dsp:nvSpPr>
      <dsp:spPr>
        <a:xfrm>
          <a:off x="2143178" y="3781408"/>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Change &amp; Configuration Control</a:t>
          </a:r>
        </a:p>
      </dsp:txBody>
      <dsp:txXfrm>
        <a:off x="2143178" y="3781408"/>
        <a:ext cx="885375" cy="442687"/>
      </dsp:txXfrm>
    </dsp:sp>
    <dsp:sp modelId="{FB93CA0E-E6CE-4F14-88AC-8614787B9A43}">
      <dsp:nvSpPr>
        <dsp:cNvPr id="0" name=""/>
        <dsp:cNvSpPr/>
      </dsp:nvSpPr>
      <dsp:spPr>
        <a:xfrm>
          <a:off x="2364522"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b="0" i="0" u="none" kern="1200"/>
            <a:t>Configuration Item Record</a:t>
          </a:r>
          <a:r>
            <a:rPr lang="en-AU" sz="800" kern="1200"/>
            <a:t> </a:t>
          </a:r>
        </a:p>
      </dsp:txBody>
      <dsp:txXfrm>
        <a:off x="2364522" y="4410025"/>
        <a:ext cx="885375" cy="442687"/>
      </dsp:txXfrm>
    </dsp:sp>
    <dsp:sp modelId="{52B16FFE-364E-498E-A9B3-C43BC3B88381}">
      <dsp:nvSpPr>
        <dsp:cNvPr id="0" name=""/>
        <dsp:cNvSpPr/>
      </dsp:nvSpPr>
      <dsp:spPr>
        <a:xfrm>
          <a:off x="2364522" y="5038642"/>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b="0" i="0" u="none" kern="1200"/>
            <a:t>Change Register</a:t>
          </a:r>
          <a:r>
            <a:rPr lang="en-AU" sz="800" kern="1200"/>
            <a:t> </a:t>
          </a:r>
        </a:p>
      </dsp:txBody>
      <dsp:txXfrm>
        <a:off x="2364522" y="5038642"/>
        <a:ext cx="885375" cy="442687"/>
      </dsp:txXfrm>
    </dsp:sp>
    <dsp:sp modelId="{BC5145C2-F5F8-4F0A-98B6-E0C52595BF1E}">
      <dsp:nvSpPr>
        <dsp:cNvPr id="0" name=""/>
        <dsp:cNvSpPr/>
      </dsp:nvSpPr>
      <dsp:spPr>
        <a:xfrm>
          <a:off x="3214482" y="3781408"/>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Closure &amp; Continuous Improvement</a:t>
          </a:r>
        </a:p>
      </dsp:txBody>
      <dsp:txXfrm>
        <a:off x="3214482" y="3781408"/>
        <a:ext cx="885375" cy="442687"/>
      </dsp:txXfrm>
    </dsp:sp>
    <dsp:sp modelId="{FDDCF144-34C8-47DC-8A61-AD413DD9A0C0}">
      <dsp:nvSpPr>
        <dsp:cNvPr id="0" name=""/>
        <dsp:cNvSpPr/>
      </dsp:nvSpPr>
      <dsp:spPr>
        <a:xfrm>
          <a:off x="3435826"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Acceptance / Sign-off Record</a:t>
          </a:r>
        </a:p>
      </dsp:txBody>
      <dsp:txXfrm>
        <a:off x="3435826" y="4410025"/>
        <a:ext cx="885375" cy="442687"/>
      </dsp:txXfrm>
    </dsp:sp>
    <dsp:sp modelId="{ABFB3F97-6CE9-4E52-918E-35F874A43BCD}">
      <dsp:nvSpPr>
        <dsp:cNvPr id="0" name=""/>
        <dsp:cNvSpPr/>
      </dsp:nvSpPr>
      <dsp:spPr>
        <a:xfrm>
          <a:off x="3435826" y="5038642"/>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Lessons Learned Log</a:t>
          </a:r>
        </a:p>
      </dsp:txBody>
      <dsp:txXfrm>
        <a:off x="3435826" y="5038642"/>
        <a:ext cx="885375" cy="442687"/>
      </dsp:txXfrm>
    </dsp:sp>
    <dsp:sp modelId="{99F6D3EC-9833-4C01-AE72-D18361D51C5B}">
      <dsp:nvSpPr>
        <dsp:cNvPr id="0" name=""/>
        <dsp:cNvSpPr/>
      </dsp:nvSpPr>
      <dsp:spPr>
        <a:xfrm>
          <a:off x="4267230" y="3152792"/>
          <a:ext cx="1993795" cy="44268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Requirements &amp; Design</a:t>
          </a:r>
        </a:p>
      </dsp:txBody>
      <dsp:txXfrm>
        <a:off x="4267230" y="3152792"/>
        <a:ext cx="1993795" cy="442687"/>
      </dsp:txXfrm>
    </dsp:sp>
    <dsp:sp modelId="{CB02243B-C17F-4AA8-825F-D4F211D97915}">
      <dsp:nvSpPr>
        <dsp:cNvPr id="0" name=""/>
        <dsp:cNvSpPr/>
      </dsp:nvSpPr>
      <dsp:spPr>
        <a:xfrm>
          <a:off x="4285787" y="3781408"/>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Current State &amp; Requirements</a:t>
          </a:r>
        </a:p>
      </dsp:txBody>
      <dsp:txXfrm>
        <a:off x="4285787" y="3781408"/>
        <a:ext cx="885375" cy="442687"/>
      </dsp:txXfrm>
    </dsp:sp>
    <dsp:sp modelId="{78F581A2-A236-4AAE-9594-81595AF744C3}">
      <dsp:nvSpPr>
        <dsp:cNvPr id="0" name=""/>
        <dsp:cNvSpPr/>
      </dsp:nvSpPr>
      <dsp:spPr>
        <a:xfrm>
          <a:off x="4507131"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Current State Assessment</a:t>
          </a:r>
        </a:p>
      </dsp:txBody>
      <dsp:txXfrm>
        <a:off x="4507131" y="4410025"/>
        <a:ext cx="885375" cy="442687"/>
      </dsp:txXfrm>
    </dsp:sp>
    <dsp:sp modelId="{5C7EA8F3-06B8-4CA9-AB03-BC7A37C3AC8C}">
      <dsp:nvSpPr>
        <dsp:cNvPr id="0" name=""/>
        <dsp:cNvSpPr/>
      </dsp:nvSpPr>
      <dsp:spPr>
        <a:xfrm>
          <a:off x="4507131" y="5038642"/>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Business Requirements</a:t>
          </a:r>
        </a:p>
      </dsp:txBody>
      <dsp:txXfrm>
        <a:off x="4507131" y="5038642"/>
        <a:ext cx="885375" cy="442687"/>
      </dsp:txXfrm>
    </dsp:sp>
    <dsp:sp modelId="{6AC24378-0A44-4A7E-8BBF-103B1AD48708}">
      <dsp:nvSpPr>
        <dsp:cNvPr id="0" name=""/>
        <dsp:cNvSpPr/>
      </dsp:nvSpPr>
      <dsp:spPr>
        <a:xfrm>
          <a:off x="5357092" y="3781408"/>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Solution Design</a:t>
          </a:r>
        </a:p>
      </dsp:txBody>
      <dsp:txXfrm>
        <a:off x="5357092" y="3781408"/>
        <a:ext cx="885375" cy="442687"/>
      </dsp:txXfrm>
    </dsp:sp>
    <dsp:sp modelId="{B5BB71F7-A0FC-4F6C-B14D-D1D62FA86602}">
      <dsp:nvSpPr>
        <dsp:cNvPr id="0" name=""/>
        <dsp:cNvSpPr/>
      </dsp:nvSpPr>
      <dsp:spPr>
        <a:xfrm>
          <a:off x="5578436"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Functional Specification</a:t>
          </a:r>
        </a:p>
      </dsp:txBody>
      <dsp:txXfrm>
        <a:off x="5578436" y="4410025"/>
        <a:ext cx="885375" cy="442687"/>
      </dsp:txXfrm>
    </dsp:sp>
    <dsp:sp modelId="{821E3EC7-A6B7-46AC-8BCF-806121184152}">
      <dsp:nvSpPr>
        <dsp:cNvPr id="0" name=""/>
        <dsp:cNvSpPr/>
      </dsp:nvSpPr>
      <dsp:spPr>
        <a:xfrm>
          <a:off x="5578436" y="5038642"/>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Technical Specification</a:t>
          </a:r>
        </a:p>
      </dsp:txBody>
      <dsp:txXfrm>
        <a:off x="5578436" y="5038642"/>
        <a:ext cx="885375" cy="442687"/>
      </dsp:txXfrm>
    </dsp:sp>
    <dsp:sp modelId="{2A36DFCF-50EA-4F73-AE79-4C68056A9760}">
      <dsp:nvSpPr>
        <dsp:cNvPr id="0" name=""/>
        <dsp:cNvSpPr/>
      </dsp:nvSpPr>
      <dsp:spPr>
        <a:xfrm>
          <a:off x="6446954" y="3152792"/>
          <a:ext cx="1988385" cy="44268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Business Process &amp; Operating Model</a:t>
          </a:r>
        </a:p>
      </dsp:txBody>
      <dsp:txXfrm>
        <a:off x="6446954" y="3152792"/>
        <a:ext cx="1988385" cy="442687"/>
      </dsp:txXfrm>
    </dsp:sp>
    <dsp:sp modelId="{9EA1F9B9-4D92-4870-BBD2-CB4F964CD17D}">
      <dsp:nvSpPr>
        <dsp:cNvPr id="0" name=""/>
        <dsp:cNvSpPr/>
      </dsp:nvSpPr>
      <dsp:spPr>
        <a:xfrm>
          <a:off x="6462807" y="3781408"/>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Process Design</a:t>
          </a:r>
        </a:p>
      </dsp:txBody>
      <dsp:txXfrm>
        <a:off x="6462807" y="3781408"/>
        <a:ext cx="885375" cy="442687"/>
      </dsp:txXfrm>
    </dsp:sp>
    <dsp:sp modelId="{550D8D09-93EA-4A4E-97F1-95DB55475A48}">
      <dsp:nvSpPr>
        <dsp:cNvPr id="0" name=""/>
        <dsp:cNvSpPr/>
      </dsp:nvSpPr>
      <dsp:spPr>
        <a:xfrm>
          <a:off x="6684151"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Business Process Maps</a:t>
          </a:r>
        </a:p>
      </dsp:txBody>
      <dsp:txXfrm>
        <a:off x="6684151" y="4410025"/>
        <a:ext cx="885375" cy="442687"/>
      </dsp:txXfrm>
    </dsp:sp>
    <dsp:sp modelId="{016EC23A-2D0E-41F6-A49C-4A8A9AA629EE}">
      <dsp:nvSpPr>
        <dsp:cNvPr id="0" name=""/>
        <dsp:cNvSpPr/>
      </dsp:nvSpPr>
      <dsp:spPr>
        <a:xfrm>
          <a:off x="6684151" y="5038642"/>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Target Operating Model</a:t>
          </a:r>
        </a:p>
      </dsp:txBody>
      <dsp:txXfrm>
        <a:off x="6684151" y="5038642"/>
        <a:ext cx="885375" cy="442687"/>
      </dsp:txXfrm>
    </dsp:sp>
    <dsp:sp modelId="{55D6CDA0-E2F8-4F44-91CF-D45B8B7CACAF}">
      <dsp:nvSpPr>
        <dsp:cNvPr id="0" name=""/>
        <dsp:cNvSpPr/>
      </dsp:nvSpPr>
      <dsp:spPr>
        <a:xfrm>
          <a:off x="7534111" y="3781408"/>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Policy, Structure &amp; Procedures</a:t>
          </a:r>
        </a:p>
      </dsp:txBody>
      <dsp:txXfrm>
        <a:off x="7534111" y="3781408"/>
        <a:ext cx="885375" cy="442687"/>
      </dsp:txXfrm>
    </dsp:sp>
    <dsp:sp modelId="{3865DB16-34F6-41C8-ABAD-5A68CDC1E618}">
      <dsp:nvSpPr>
        <dsp:cNvPr id="0" name=""/>
        <dsp:cNvSpPr/>
      </dsp:nvSpPr>
      <dsp:spPr>
        <a:xfrm>
          <a:off x="7755455"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Revised Policies &amp; Procedures</a:t>
          </a:r>
        </a:p>
      </dsp:txBody>
      <dsp:txXfrm>
        <a:off x="7755455" y="4410025"/>
        <a:ext cx="885375" cy="442687"/>
      </dsp:txXfrm>
    </dsp:sp>
    <dsp:sp modelId="{0A5EED6C-F2BD-4DA1-9DA3-1CF629ED9ABF}">
      <dsp:nvSpPr>
        <dsp:cNvPr id="0" name=""/>
        <dsp:cNvSpPr/>
      </dsp:nvSpPr>
      <dsp:spPr>
        <a:xfrm>
          <a:off x="7755455" y="5038642"/>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Org Structure &amp; RACI Changes</a:t>
          </a:r>
        </a:p>
      </dsp:txBody>
      <dsp:txXfrm>
        <a:off x="7755455" y="5038642"/>
        <a:ext cx="885375" cy="442687"/>
      </dsp:txXfrm>
    </dsp:sp>
    <dsp:sp modelId="{858CCC95-E4CA-427E-8CC5-EA54BE327E50}">
      <dsp:nvSpPr>
        <dsp:cNvPr id="0" name=""/>
        <dsp:cNvSpPr/>
      </dsp:nvSpPr>
      <dsp:spPr>
        <a:xfrm>
          <a:off x="8621269" y="3152792"/>
          <a:ext cx="2012335" cy="44268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Change Impact &amp; Business Readiness</a:t>
          </a:r>
        </a:p>
      </dsp:txBody>
      <dsp:txXfrm>
        <a:off x="8621269" y="3152792"/>
        <a:ext cx="2012335" cy="442687"/>
      </dsp:txXfrm>
    </dsp:sp>
    <dsp:sp modelId="{F5119AFF-7505-49C6-B8CC-5346C5423816}">
      <dsp:nvSpPr>
        <dsp:cNvPr id="0" name=""/>
        <dsp:cNvSpPr/>
      </dsp:nvSpPr>
      <dsp:spPr>
        <a:xfrm>
          <a:off x="8649096" y="3781408"/>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Impact Assessment</a:t>
          </a:r>
        </a:p>
      </dsp:txBody>
      <dsp:txXfrm>
        <a:off x="8649096" y="3781408"/>
        <a:ext cx="885375" cy="442687"/>
      </dsp:txXfrm>
    </dsp:sp>
    <dsp:sp modelId="{7845EB6B-B9D0-4329-A00A-A032CFA8607F}">
      <dsp:nvSpPr>
        <dsp:cNvPr id="0" name=""/>
        <dsp:cNvSpPr/>
      </dsp:nvSpPr>
      <dsp:spPr>
        <a:xfrm>
          <a:off x="8870440"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Change Impact Assessment</a:t>
          </a:r>
        </a:p>
      </dsp:txBody>
      <dsp:txXfrm>
        <a:off x="8870440" y="4410025"/>
        <a:ext cx="885375" cy="442687"/>
      </dsp:txXfrm>
    </dsp:sp>
    <dsp:sp modelId="{8D4EDDFD-3F99-48DD-B17E-DED0EC8CDDD0}">
      <dsp:nvSpPr>
        <dsp:cNvPr id="0" name=""/>
        <dsp:cNvSpPr/>
      </dsp:nvSpPr>
      <dsp:spPr>
        <a:xfrm>
          <a:off x="9720401" y="3781408"/>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Readiness &amp; Adoption</a:t>
          </a:r>
        </a:p>
      </dsp:txBody>
      <dsp:txXfrm>
        <a:off x="9720401" y="3781408"/>
        <a:ext cx="885375" cy="442687"/>
      </dsp:txXfrm>
    </dsp:sp>
    <dsp:sp modelId="{6EE46714-DE7C-41DB-BFF7-B9C85E642D2D}">
      <dsp:nvSpPr>
        <dsp:cNvPr id="0" name=""/>
        <dsp:cNvSpPr/>
      </dsp:nvSpPr>
      <dsp:spPr>
        <a:xfrm>
          <a:off x="9941745"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Business Readiness Assessment</a:t>
          </a:r>
        </a:p>
      </dsp:txBody>
      <dsp:txXfrm>
        <a:off x="9941745" y="4410025"/>
        <a:ext cx="885375" cy="442687"/>
      </dsp:txXfrm>
    </dsp:sp>
    <dsp:sp modelId="{23C620D9-0E46-4B77-A12F-3537A154FCBA}">
      <dsp:nvSpPr>
        <dsp:cNvPr id="0" name=""/>
        <dsp:cNvSpPr/>
      </dsp:nvSpPr>
      <dsp:spPr>
        <a:xfrm>
          <a:off x="9941745" y="5038642"/>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User Work Instructions</a:t>
          </a:r>
        </a:p>
      </dsp:txBody>
      <dsp:txXfrm>
        <a:off x="9941745" y="5038642"/>
        <a:ext cx="885375" cy="442687"/>
      </dsp:txXfrm>
    </dsp:sp>
    <dsp:sp modelId="{B6882BBA-C028-45B6-AA74-004B50941257}">
      <dsp:nvSpPr>
        <dsp:cNvPr id="0" name=""/>
        <dsp:cNvSpPr/>
      </dsp:nvSpPr>
      <dsp:spPr>
        <a:xfrm>
          <a:off x="10819533" y="3152792"/>
          <a:ext cx="885375" cy="44268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Benefits Realisation</a:t>
          </a:r>
        </a:p>
      </dsp:txBody>
      <dsp:txXfrm>
        <a:off x="10819533" y="3152792"/>
        <a:ext cx="885375" cy="442687"/>
      </dsp:txXfrm>
    </dsp:sp>
    <dsp:sp modelId="{D27AD6E2-F859-4EE0-99E8-AC86C2B80631}">
      <dsp:nvSpPr>
        <dsp:cNvPr id="0" name=""/>
        <dsp:cNvSpPr/>
      </dsp:nvSpPr>
      <dsp:spPr>
        <a:xfrm>
          <a:off x="10819533" y="3781408"/>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Benefits Planning</a:t>
          </a:r>
        </a:p>
      </dsp:txBody>
      <dsp:txXfrm>
        <a:off x="10819533" y="3781408"/>
        <a:ext cx="885375" cy="442687"/>
      </dsp:txXfrm>
    </dsp:sp>
    <dsp:sp modelId="{ED8C2754-99A8-4ED1-BB55-3C2EFFCC0D21}">
      <dsp:nvSpPr>
        <dsp:cNvPr id="0" name=""/>
        <dsp:cNvSpPr/>
      </dsp:nvSpPr>
      <dsp:spPr>
        <a:xfrm>
          <a:off x="11040877"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Benefits Realisation Plan</a:t>
          </a:r>
        </a:p>
      </dsp:txBody>
      <dsp:txXfrm>
        <a:off x="11040877" y="4410025"/>
        <a:ext cx="885375" cy="442687"/>
      </dsp:txXfrm>
    </dsp:sp>
    <dsp:sp modelId="{DA9D0B77-4A25-45A1-A094-512AAE78F810}">
      <dsp:nvSpPr>
        <dsp:cNvPr id="0" name=""/>
        <dsp:cNvSpPr/>
      </dsp:nvSpPr>
      <dsp:spPr>
        <a:xfrm>
          <a:off x="4890459" y="638324"/>
          <a:ext cx="885375" cy="442687"/>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Payment Data Governance, Model &amp; Ownership</a:t>
          </a:r>
        </a:p>
      </dsp:txBody>
      <dsp:txXfrm>
        <a:off x="4890459" y="638324"/>
        <a:ext cx="885375" cy="442687"/>
      </dsp:txXfrm>
    </dsp:sp>
    <dsp:sp modelId="{1FF9337E-1DAE-4E3B-8C8B-79D3458F2146}">
      <dsp:nvSpPr>
        <dsp:cNvPr id="0" name=""/>
        <dsp:cNvSpPr/>
      </dsp:nvSpPr>
      <dsp:spPr>
        <a:xfrm>
          <a:off x="5961764" y="638324"/>
          <a:ext cx="885375" cy="442687"/>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Customer Refunds</a:t>
          </a:r>
        </a:p>
      </dsp:txBody>
      <dsp:txXfrm>
        <a:off x="5961764" y="638324"/>
        <a:ext cx="885375" cy="442687"/>
      </dsp:txXfrm>
    </dsp:sp>
    <dsp:sp modelId="{56D2DBA3-8FC9-47EF-8B72-E976A92BFC9E}">
      <dsp:nvSpPr>
        <dsp:cNvPr id="0" name=""/>
        <dsp:cNvSpPr/>
      </dsp:nvSpPr>
      <dsp:spPr>
        <a:xfrm>
          <a:off x="4890459" y="1266941"/>
          <a:ext cx="885375" cy="442687"/>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New ways to pay</a:t>
          </a:r>
        </a:p>
      </dsp:txBody>
      <dsp:txXfrm>
        <a:off x="4890459" y="1266941"/>
        <a:ext cx="885375" cy="442687"/>
      </dsp:txXfrm>
    </dsp:sp>
    <dsp:sp modelId="{66AB202D-83C6-433B-91C2-F31B25D7CA76}">
      <dsp:nvSpPr>
        <dsp:cNvPr id="0" name=""/>
        <dsp:cNvSpPr/>
      </dsp:nvSpPr>
      <dsp:spPr>
        <a:xfrm>
          <a:off x="5961764" y="1266941"/>
          <a:ext cx="885375" cy="442687"/>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Subsid ledger</a:t>
          </a:r>
        </a:p>
      </dsp:txBody>
      <dsp:txXfrm>
        <a:off x="5961764" y="1266941"/>
        <a:ext cx="885375" cy="442687"/>
      </dsp:txXfrm>
    </dsp:sp>
    <dsp:sp modelId="{6260527A-A1BC-46B3-B2FA-A33EAFC33443}">
      <dsp:nvSpPr>
        <dsp:cNvPr id="0" name=""/>
        <dsp:cNvSpPr/>
      </dsp:nvSpPr>
      <dsp:spPr>
        <a:xfrm>
          <a:off x="4890459" y="1895558"/>
          <a:ext cx="885375" cy="442687"/>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Customer Account</a:t>
          </a:r>
        </a:p>
      </dsp:txBody>
      <dsp:txXfrm>
        <a:off x="4890459" y="1895558"/>
        <a:ext cx="885375" cy="442687"/>
      </dsp:txXfrm>
    </dsp:sp>
    <dsp:sp modelId="{FF4E7B8F-B42D-46A7-8C73-CEF5B9BD6041}">
      <dsp:nvSpPr>
        <dsp:cNvPr id="0" name=""/>
        <dsp:cNvSpPr/>
      </dsp:nvSpPr>
      <dsp:spPr>
        <a:xfrm>
          <a:off x="5961764" y="1895558"/>
          <a:ext cx="885375" cy="442687"/>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Pricing engine fee management</a:t>
          </a:r>
        </a:p>
      </dsp:txBody>
      <dsp:txXfrm>
        <a:off x="5961764" y="1895558"/>
        <a:ext cx="885375" cy="442687"/>
      </dsp:txXfrm>
    </dsp:sp>
    <dsp:sp modelId="{487E56C8-A4B6-4603-B313-09DC2FC0D084}">
      <dsp:nvSpPr>
        <dsp:cNvPr id="0" name=""/>
        <dsp:cNvSpPr/>
      </dsp:nvSpPr>
      <dsp:spPr>
        <a:xfrm>
          <a:off x="4890459" y="2524175"/>
          <a:ext cx="885375" cy="442687"/>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Quote tool PoC</a:t>
          </a:r>
        </a:p>
      </dsp:txBody>
      <dsp:txXfrm>
        <a:off x="4890459" y="2524175"/>
        <a:ext cx="885375" cy="44268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5B40D5-56EC-4E9C-84E7-AD3935C1554D}">
      <dsp:nvSpPr>
        <dsp:cNvPr id="0" name=""/>
        <dsp:cNvSpPr/>
      </dsp:nvSpPr>
      <dsp:spPr>
        <a:xfrm>
          <a:off x="11498582"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134FF33-0BFB-4E14-ADDD-097AF2E3F6D8}">
      <dsp:nvSpPr>
        <dsp:cNvPr id="0" name=""/>
        <dsp:cNvSpPr/>
      </dsp:nvSpPr>
      <dsp:spPr>
        <a:xfrm>
          <a:off x="11074339" y="3068276"/>
          <a:ext cx="602815" cy="91440"/>
        </a:xfrm>
        <a:custGeom>
          <a:avLst/>
          <a:gdLst/>
          <a:ahLst/>
          <a:cxnLst/>
          <a:rect l="0" t="0" r="0" b="0"/>
          <a:pathLst>
            <a:path>
              <a:moveTo>
                <a:pt x="0" y="45720"/>
              </a:moveTo>
              <a:lnTo>
                <a:pt x="0" y="80593"/>
              </a:lnTo>
              <a:lnTo>
                <a:pt x="602815" y="80593"/>
              </a:lnTo>
              <a:lnTo>
                <a:pt x="602815"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51FDF33-C1C0-4B85-A146-070DE5C3A4DC}">
      <dsp:nvSpPr>
        <dsp:cNvPr id="0" name=""/>
        <dsp:cNvSpPr/>
      </dsp:nvSpPr>
      <dsp:spPr>
        <a:xfrm>
          <a:off x="11096706" y="3349808"/>
          <a:ext cx="91440" cy="388591"/>
        </a:xfrm>
        <a:custGeom>
          <a:avLst/>
          <a:gdLst/>
          <a:ahLst/>
          <a:cxnLst/>
          <a:rect l="0" t="0" r="0" b="0"/>
          <a:pathLst>
            <a:path>
              <a:moveTo>
                <a:pt x="45720" y="0"/>
              </a:moveTo>
              <a:lnTo>
                <a:pt x="45720" y="388591"/>
              </a:lnTo>
              <a:lnTo>
                <a:pt x="95539" y="38859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D904B0-F4E8-48B2-BF5D-EE0D561C5656}">
      <dsp:nvSpPr>
        <dsp:cNvPr id="0" name=""/>
        <dsp:cNvSpPr/>
      </dsp:nvSpPr>
      <dsp:spPr>
        <a:xfrm>
          <a:off x="11096706"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18EC68-9423-4D3E-AE7A-3341E59033DA}">
      <dsp:nvSpPr>
        <dsp:cNvPr id="0" name=""/>
        <dsp:cNvSpPr/>
      </dsp:nvSpPr>
      <dsp:spPr>
        <a:xfrm>
          <a:off x="11074339" y="3068276"/>
          <a:ext cx="200938" cy="91440"/>
        </a:xfrm>
        <a:custGeom>
          <a:avLst/>
          <a:gdLst/>
          <a:ahLst/>
          <a:cxnLst/>
          <a:rect l="0" t="0" r="0" b="0"/>
          <a:pathLst>
            <a:path>
              <a:moveTo>
                <a:pt x="0" y="45720"/>
              </a:moveTo>
              <a:lnTo>
                <a:pt x="0" y="80593"/>
              </a:lnTo>
              <a:lnTo>
                <a:pt x="200938" y="80593"/>
              </a:lnTo>
              <a:lnTo>
                <a:pt x="200938"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1821381-3025-43E0-B0DC-C7D6C71554A1}">
      <dsp:nvSpPr>
        <dsp:cNvPr id="0" name=""/>
        <dsp:cNvSpPr/>
      </dsp:nvSpPr>
      <dsp:spPr>
        <a:xfrm>
          <a:off x="10694829"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CB3EFE-31CC-469D-AF88-1C748AE43492}">
      <dsp:nvSpPr>
        <dsp:cNvPr id="0" name=""/>
        <dsp:cNvSpPr/>
      </dsp:nvSpPr>
      <dsp:spPr>
        <a:xfrm>
          <a:off x="10873401" y="3068276"/>
          <a:ext cx="200938" cy="91440"/>
        </a:xfrm>
        <a:custGeom>
          <a:avLst/>
          <a:gdLst/>
          <a:ahLst/>
          <a:cxnLst/>
          <a:rect l="0" t="0" r="0" b="0"/>
          <a:pathLst>
            <a:path>
              <a:moveTo>
                <a:pt x="200938" y="45720"/>
              </a:moveTo>
              <a:lnTo>
                <a:pt x="200938" y="80593"/>
              </a:lnTo>
              <a:lnTo>
                <a:pt x="0" y="80593"/>
              </a:lnTo>
              <a:lnTo>
                <a:pt x="0"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CD4C9EF-2D10-4B07-857A-DB281FBCE91A}">
      <dsp:nvSpPr>
        <dsp:cNvPr id="0" name=""/>
        <dsp:cNvSpPr/>
      </dsp:nvSpPr>
      <dsp:spPr>
        <a:xfrm>
          <a:off x="10292952" y="3349808"/>
          <a:ext cx="91440" cy="388591"/>
        </a:xfrm>
        <a:custGeom>
          <a:avLst/>
          <a:gdLst/>
          <a:ahLst/>
          <a:cxnLst/>
          <a:rect l="0" t="0" r="0" b="0"/>
          <a:pathLst>
            <a:path>
              <a:moveTo>
                <a:pt x="45720" y="0"/>
              </a:moveTo>
              <a:lnTo>
                <a:pt x="45720" y="388591"/>
              </a:lnTo>
              <a:lnTo>
                <a:pt x="95539" y="38859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5E18670-3FA3-4B42-B0B4-41849AD1D8B3}">
      <dsp:nvSpPr>
        <dsp:cNvPr id="0" name=""/>
        <dsp:cNvSpPr/>
      </dsp:nvSpPr>
      <dsp:spPr>
        <a:xfrm>
          <a:off x="10292952"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182617D-495A-4B51-8D1D-5DFF050DBB49}">
      <dsp:nvSpPr>
        <dsp:cNvPr id="0" name=""/>
        <dsp:cNvSpPr/>
      </dsp:nvSpPr>
      <dsp:spPr>
        <a:xfrm>
          <a:off x="10471524" y="3068276"/>
          <a:ext cx="602815" cy="91440"/>
        </a:xfrm>
        <a:custGeom>
          <a:avLst/>
          <a:gdLst/>
          <a:ahLst/>
          <a:cxnLst/>
          <a:rect l="0" t="0" r="0" b="0"/>
          <a:pathLst>
            <a:path>
              <a:moveTo>
                <a:pt x="602815" y="45720"/>
              </a:moveTo>
              <a:lnTo>
                <a:pt x="602815" y="80593"/>
              </a:lnTo>
              <a:lnTo>
                <a:pt x="0" y="80593"/>
              </a:lnTo>
              <a:lnTo>
                <a:pt x="0"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8E6B59D-67AF-4670-AFBA-AC5A9308B6F0}">
      <dsp:nvSpPr>
        <dsp:cNvPr id="0" name=""/>
        <dsp:cNvSpPr/>
      </dsp:nvSpPr>
      <dsp:spPr>
        <a:xfrm>
          <a:off x="5933555" y="2832464"/>
          <a:ext cx="5140783" cy="91440"/>
        </a:xfrm>
        <a:custGeom>
          <a:avLst/>
          <a:gdLst/>
          <a:ahLst/>
          <a:cxnLst/>
          <a:rect l="0" t="0" r="0" b="0"/>
          <a:pathLst>
            <a:path>
              <a:moveTo>
                <a:pt x="0" y="45720"/>
              </a:moveTo>
              <a:lnTo>
                <a:pt x="0" y="80593"/>
              </a:lnTo>
              <a:lnTo>
                <a:pt x="5140783" y="80593"/>
              </a:lnTo>
              <a:lnTo>
                <a:pt x="5140783" y="115467"/>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5A40A27-3246-48BA-9745-3EE0A23D2AF8}">
      <dsp:nvSpPr>
        <dsp:cNvPr id="0" name=""/>
        <dsp:cNvSpPr/>
      </dsp:nvSpPr>
      <dsp:spPr>
        <a:xfrm>
          <a:off x="9891075"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87415F3-7050-49DD-B936-B2A516193E35}">
      <dsp:nvSpPr>
        <dsp:cNvPr id="0" name=""/>
        <dsp:cNvSpPr/>
      </dsp:nvSpPr>
      <dsp:spPr>
        <a:xfrm>
          <a:off x="9466831" y="3068276"/>
          <a:ext cx="602815" cy="91440"/>
        </a:xfrm>
        <a:custGeom>
          <a:avLst/>
          <a:gdLst/>
          <a:ahLst/>
          <a:cxnLst/>
          <a:rect l="0" t="0" r="0" b="0"/>
          <a:pathLst>
            <a:path>
              <a:moveTo>
                <a:pt x="0" y="45720"/>
              </a:moveTo>
              <a:lnTo>
                <a:pt x="0" y="80593"/>
              </a:lnTo>
              <a:lnTo>
                <a:pt x="602815" y="80593"/>
              </a:lnTo>
              <a:lnTo>
                <a:pt x="602815"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35E48D9-176E-4927-A3CD-33CF8F28E45E}">
      <dsp:nvSpPr>
        <dsp:cNvPr id="0" name=""/>
        <dsp:cNvSpPr/>
      </dsp:nvSpPr>
      <dsp:spPr>
        <a:xfrm>
          <a:off x="9489198" y="3349808"/>
          <a:ext cx="91440" cy="388591"/>
        </a:xfrm>
        <a:custGeom>
          <a:avLst/>
          <a:gdLst/>
          <a:ahLst/>
          <a:cxnLst/>
          <a:rect l="0" t="0" r="0" b="0"/>
          <a:pathLst>
            <a:path>
              <a:moveTo>
                <a:pt x="45720" y="0"/>
              </a:moveTo>
              <a:lnTo>
                <a:pt x="45720" y="388591"/>
              </a:lnTo>
              <a:lnTo>
                <a:pt x="95539" y="38859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DB4E9DF-8756-4DE7-88C8-D5C9CFAF646D}">
      <dsp:nvSpPr>
        <dsp:cNvPr id="0" name=""/>
        <dsp:cNvSpPr/>
      </dsp:nvSpPr>
      <dsp:spPr>
        <a:xfrm>
          <a:off x="9489198"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5951CB-377D-4A09-9F2E-2FA0E357924C}">
      <dsp:nvSpPr>
        <dsp:cNvPr id="0" name=""/>
        <dsp:cNvSpPr/>
      </dsp:nvSpPr>
      <dsp:spPr>
        <a:xfrm>
          <a:off x="9466831" y="3068276"/>
          <a:ext cx="200938" cy="91440"/>
        </a:xfrm>
        <a:custGeom>
          <a:avLst/>
          <a:gdLst/>
          <a:ahLst/>
          <a:cxnLst/>
          <a:rect l="0" t="0" r="0" b="0"/>
          <a:pathLst>
            <a:path>
              <a:moveTo>
                <a:pt x="0" y="45720"/>
              </a:moveTo>
              <a:lnTo>
                <a:pt x="0" y="80593"/>
              </a:lnTo>
              <a:lnTo>
                <a:pt x="200938" y="80593"/>
              </a:lnTo>
              <a:lnTo>
                <a:pt x="200938"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8EAF65-A1B0-4B3D-B519-57D033C16C47}">
      <dsp:nvSpPr>
        <dsp:cNvPr id="0" name=""/>
        <dsp:cNvSpPr/>
      </dsp:nvSpPr>
      <dsp:spPr>
        <a:xfrm>
          <a:off x="9087321" y="3349808"/>
          <a:ext cx="91440" cy="388591"/>
        </a:xfrm>
        <a:custGeom>
          <a:avLst/>
          <a:gdLst/>
          <a:ahLst/>
          <a:cxnLst/>
          <a:rect l="0" t="0" r="0" b="0"/>
          <a:pathLst>
            <a:path>
              <a:moveTo>
                <a:pt x="45720" y="0"/>
              </a:moveTo>
              <a:lnTo>
                <a:pt x="45720" y="388591"/>
              </a:lnTo>
              <a:lnTo>
                <a:pt x="95539" y="38859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8B2059-4800-4077-8093-7D2CEF5958F0}">
      <dsp:nvSpPr>
        <dsp:cNvPr id="0" name=""/>
        <dsp:cNvSpPr/>
      </dsp:nvSpPr>
      <dsp:spPr>
        <a:xfrm>
          <a:off x="9087321"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50FEEAE-D250-4EE0-8B1D-6FD31EB2E96C}">
      <dsp:nvSpPr>
        <dsp:cNvPr id="0" name=""/>
        <dsp:cNvSpPr/>
      </dsp:nvSpPr>
      <dsp:spPr>
        <a:xfrm>
          <a:off x="9265893" y="3068276"/>
          <a:ext cx="200938" cy="91440"/>
        </a:xfrm>
        <a:custGeom>
          <a:avLst/>
          <a:gdLst/>
          <a:ahLst/>
          <a:cxnLst/>
          <a:rect l="0" t="0" r="0" b="0"/>
          <a:pathLst>
            <a:path>
              <a:moveTo>
                <a:pt x="200938" y="45720"/>
              </a:moveTo>
              <a:lnTo>
                <a:pt x="200938" y="80593"/>
              </a:lnTo>
              <a:lnTo>
                <a:pt x="0" y="80593"/>
              </a:lnTo>
              <a:lnTo>
                <a:pt x="0"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0CDA56-E36F-4843-8000-6554A65FE4F4}">
      <dsp:nvSpPr>
        <dsp:cNvPr id="0" name=""/>
        <dsp:cNvSpPr/>
      </dsp:nvSpPr>
      <dsp:spPr>
        <a:xfrm>
          <a:off x="8685444" y="3349808"/>
          <a:ext cx="91440" cy="624403"/>
        </a:xfrm>
        <a:custGeom>
          <a:avLst/>
          <a:gdLst/>
          <a:ahLst/>
          <a:cxnLst/>
          <a:rect l="0" t="0" r="0" b="0"/>
          <a:pathLst>
            <a:path>
              <a:moveTo>
                <a:pt x="45720" y="0"/>
              </a:moveTo>
              <a:lnTo>
                <a:pt x="45720" y="624403"/>
              </a:lnTo>
              <a:lnTo>
                <a:pt x="95539" y="62440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61BF19F-B196-4752-81B1-D97D7DA5F493}">
      <dsp:nvSpPr>
        <dsp:cNvPr id="0" name=""/>
        <dsp:cNvSpPr/>
      </dsp:nvSpPr>
      <dsp:spPr>
        <a:xfrm>
          <a:off x="8685444" y="3349808"/>
          <a:ext cx="91440" cy="388591"/>
        </a:xfrm>
        <a:custGeom>
          <a:avLst/>
          <a:gdLst/>
          <a:ahLst/>
          <a:cxnLst/>
          <a:rect l="0" t="0" r="0" b="0"/>
          <a:pathLst>
            <a:path>
              <a:moveTo>
                <a:pt x="45720" y="0"/>
              </a:moveTo>
              <a:lnTo>
                <a:pt x="45720" y="388591"/>
              </a:lnTo>
              <a:lnTo>
                <a:pt x="95539" y="38859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5263E0-9FEB-4E00-B519-0E92728E0701}">
      <dsp:nvSpPr>
        <dsp:cNvPr id="0" name=""/>
        <dsp:cNvSpPr/>
      </dsp:nvSpPr>
      <dsp:spPr>
        <a:xfrm>
          <a:off x="8685444"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29E7901-C25F-4B55-BCD3-8DE905D92833}">
      <dsp:nvSpPr>
        <dsp:cNvPr id="0" name=""/>
        <dsp:cNvSpPr/>
      </dsp:nvSpPr>
      <dsp:spPr>
        <a:xfrm>
          <a:off x="8864016" y="3068276"/>
          <a:ext cx="602815" cy="91440"/>
        </a:xfrm>
        <a:custGeom>
          <a:avLst/>
          <a:gdLst/>
          <a:ahLst/>
          <a:cxnLst/>
          <a:rect l="0" t="0" r="0" b="0"/>
          <a:pathLst>
            <a:path>
              <a:moveTo>
                <a:pt x="602815" y="45720"/>
              </a:moveTo>
              <a:lnTo>
                <a:pt x="602815" y="80593"/>
              </a:lnTo>
              <a:lnTo>
                <a:pt x="0" y="80593"/>
              </a:lnTo>
              <a:lnTo>
                <a:pt x="0"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3304B9-2D35-4617-A0C0-EEA5ED4D896F}">
      <dsp:nvSpPr>
        <dsp:cNvPr id="0" name=""/>
        <dsp:cNvSpPr/>
      </dsp:nvSpPr>
      <dsp:spPr>
        <a:xfrm>
          <a:off x="5933555" y="2832464"/>
          <a:ext cx="3533275" cy="91440"/>
        </a:xfrm>
        <a:custGeom>
          <a:avLst/>
          <a:gdLst/>
          <a:ahLst/>
          <a:cxnLst/>
          <a:rect l="0" t="0" r="0" b="0"/>
          <a:pathLst>
            <a:path>
              <a:moveTo>
                <a:pt x="0" y="45720"/>
              </a:moveTo>
              <a:lnTo>
                <a:pt x="0" y="80593"/>
              </a:lnTo>
              <a:lnTo>
                <a:pt x="3533275" y="80593"/>
              </a:lnTo>
              <a:lnTo>
                <a:pt x="3533275" y="115467"/>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5F034D-544B-47E7-8D9E-574023E1F275}">
      <dsp:nvSpPr>
        <dsp:cNvPr id="0" name=""/>
        <dsp:cNvSpPr/>
      </dsp:nvSpPr>
      <dsp:spPr>
        <a:xfrm>
          <a:off x="8223329" y="3349808"/>
          <a:ext cx="91440" cy="388591"/>
        </a:xfrm>
        <a:custGeom>
          <a:avLst/>
          <a:gdLst/>
          <a:ahLst/>
          <a:cxnLst/>
          <a:rect l="0" t="0" r="0" b="0"/>
          <a:pathLst>
            <a:path>
              <a:moveTo>
                <a:pt x="45720" y="0"/>
              </a:moveTo>
              <a:lnTo>
                <a:pt x="45720" y="388591"/>
              </a:lnTo>
              <a:lnTo>
                <a:pt x="95539" y="38859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76288A0-3CF7-4ECB-8732-A4649E9A7865}">
      <dsp:nvSpPr>
        <dsp:cNvPr id="0" name=""/>
        <dsp:cNvSpPr/>
      </dsp:nvSpPr>
      <dsp:spPr>
        <a:xfrm>
          <a:off x="8223329"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306546-A296-48FD-82CB-417DDF75828B}">
      <dsp:nvSpPr>
        <dsp:cNvPr id="0" name=""/>
        <dsp:cNvSpPr/>
      </dsp:nvSpPr>
      <dsp:spPr>
        <a:xfrm>
          <a:off x="7609195" y="3068276"/>
          <a:ext cx="792705" cy="91440"/>
        </a:xfrm>
        <a:custGeom>
          <a:avLst/>
          <a:gdLst/>
          <a:ahLst/>
          <a:cxnLst/>
          <a:rect l="0" t="0" r="0" b="0"/>
          <a:pathLst>
            <a:path>
              <a:moveTo>
                <a:pt x="0" y="45720"/>
              </a:moveTo>
              <a:lnTo>
                <a:pt x="0" y="80593"/>
              </a:lnTo>
              <a:lnTo>
                <a:pt x="792705" y="80593"/>
              </a:lnTo>
              <a:lnTo>
                <a:pt x="792705"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3A41B88-F096-4AE9-B0E6-6717715312BE}">
      <dsp:nvSpPr>
        <dsp:cNvPr id="0" name=""/>
        <dsp:cNvSpPr/>
      </dsp:nvSpPr>
      <dsp:spPr>
        <a:xfrm>
          <a:off x="7821452" y="3349808"/>
          <a:ext cx="91440" cy="624403"/>
        </a:xfrm>
        <a:custGeom>
          <a:avLst/>
          <a:gdLst/>
          <a:ahLst/>
          <a:cxnLst/>
          <a:rect l="0" t="0" r="0" b="0"/>
          <a:pathLst>
            <a:path>
              <a:moveTo>
                <a:pt x="45720" y="0"/>
              </a:moveTo>
              <a:lnTo>
                <a:pt x="45720" y="624403"/>
              </a:lnTo>
              <a:lnTo>
                <a:pt x="95539" y="62440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A8540D-6A6E-43B9-9C2F-591EF7F7E188}">
      <dsp:nvSpPr>
        <dsp:cNvPr id="0" name=""/>
        <dsp:cNvSpPr/>
      </dsp:nvSpPr>
      <dsp:spPr>
        <a:xfrm>
          <a:off x="7821452" y="3349808"/>
          <a:ext cx="91440" cy="388591"/>
        </a:xfrm>
        <a:custGeom>
          <a:avLst/>
          <a:gdLst/>
          <a:ahLst/>
          <a:cxnLst/>
          <a:rect l="0" t="0" r="0" b="0"/>
          <a:pathLst>
            <a:path>
              <a:moveTo>
                <a:pt x="45720" y="0"/>
              </a:moveTo>
              <a:lnTo>
                <a:pt x="45720" y="388591"/>
              </a:lnTo>
              <a:lnTo>
                <a:pt x="95539" y="38859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E05EFA-A742-4D43-9B55-34EB2488687D}">
      <dsp:nvSpPr>
        <dsp:cNvPr id="0" name=""/>
        <dsp:cNvSpPr/>
      </dsp:nvSpPr>
      <dsp:spPr>
        <a:xfrm>
          <a:off x="7821452"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F28BEA-AC06-4E70-B109-AA3C284FD172}">
      <dsp:nvSpPr>
        <dsp:cNvPr id="0" name=""/>
        <dsp:cNvSpPr/>
      </dsp:nvSpPr>
      <dsp:spPr>
        <a:xfrm>
          <a:off x="7609195" y="3068276"/>
          <a:ext cx="390828" cy="91440"/>
        </a:xfrm>
        <a:custGeom>
          <a:avLst/>
          <a:gdLst/>
          <a:ahLst/>
          <a:cxnLst/>
          <a:rect l="0" t="0" r="0" b="0"/>
          <a:pathLst>
            <a:path>
              <a:moveTo>
                <a:pt x="0" y="45720"/>
              </a:moveTo>
              <a:lnTo>
                <a:pt x="0" y="80593"/>
              </a:lnTo>
              <a:lnTo>
                <a:pt x="390828" y="80593"/>
              </a:lnTo>
              <a:lnTo>
                <a:pt x="390828"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6D3EDD-2CDF-4574-BD80-E9DCD9634DFE}">
      <dsp:nvSpPr>
        <dsp:cNvPr id="0" name=""/>
        <dsp:cNvSpPr/>
      </dsp:nvSpPr>
      <dsp:spPr>
        <a:xfrm>
          <a:off x="7419575" y="3349808"/>
          <a:ext cx="91440" cy="388591"/>
        </a:xfrm>
        <a:custGeom>
          <a:avLst/>
          <a:gdLst/>
          <a:ahLst/>
          <a:cxnLst/>
          <a:rect l="0" t="0" r="0" b="0"/>
          <a:pathLst>
            <a:path>
              <a:moveTo>
                <a:pt x="45720" y="0"/>
              </a:moveTo>
              <a:lnTo>
                <a:pt x="45720" y="388591"/>
              </a:lnTo>
              <a:lnTo>
                <a:pt x="95539" y="38859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BC76845-3C35-4CD3-AC53-836B8FC44B77}">
      <dsp:nvSpPr>
        <dsp:cNvPr id="0" name=""/>
        <dsp:cNvSpPr/>
      </dsp:nvSpPr>
      <dsp:spPr>
        <a:xfrm>
          <a:off x="7419575"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BB3C8B-EDA8-443F-A753-B9F8C1290B13}">
      <dsp:nvSpPr>
        <dsp:cNvPr id="0" name=""/>
        <dsp:cNvSpPr/>
      </dsp:nvSpPr>
      <dsp:spPr>
        <a:xfrm>
          <a:off x="7552427" y="3068276"/>
          <a:ext cx="91440" cy="91440"/>
        </a:xfrm>
        <a:custGeom>
          <a:avLst/>
          <a:gdLst/>
          <a:ahLst/>
          <a:cxnLst/>
          <a:rect l="0" t="0" r="0" b="0"/>
          <a:pathLst>
            <a:path>
              <a:moveTo>
                <a:pt x="56768" y="45720"/>
              </a:moveTo>
              <a:lnTo>
                <a:pt x="56768" y="80593"/>
              </a:lnTo>
              <a:lnTo>
                <a:pt x="45720" y="80593"/>
              </a:lnTo>
              <a:lnTo>
                <a:pt x="45720"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C36A85-A485-4E6C-BB1D-A0184ACFAC54}">
      <dsp:nvSpPr>
        <dsp:cNvPr id="0" name=""/>
        <dsp:cNvSpPr/>
      </dsp:nvSpPr>
      <dsp:spPr>
        <a:xfrm>
          <a:off x="6990221" y="3585620"/>
          <a:ext cx="91440" cy="652118"/>
        </a:xfrm>
        <a:custGeom>
          <a:avLst/>
          <a:gdLst/>
          <a:ahLst/>
          <a:cxnLst/>
          <a:rect l="0" t="0" r="0" b="0"/>
          <a:pathLst>
            <a:path>
              <a:moveTo>
                <a:pt x="45720" y="0"/>
              </a:moveTo>
              <a:lnTo>
                <a:pt x="45720" y="652118"/>
              </a:lnTo>
              <a:lnTo>
                <a:pt x="95539" y="65211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46437F-E32F-47F7-8EDD-64115821CC2A}">
      <dsp:nvSpPr>
        <dsp:cNvPr id="0" name=""/>
        <dsp:cNvSpPr/>
      </dsp:nvSpPr>
      <dsp:spPr>
        <a:xfrm>
          <a:off x="6990221" y="3585620"/>
          <a:ext cx="91440" cy="247760"/>
        </a:xfrm>
        <a:custGeom>
          <a:avLst/>
          <a:gdLst/>
          <a:ahLst/>
          <a:cxnLst/>
          <a:rect l="0" t="0" r="0" b="0"/>
          <a:pathLst>
            <a:path>
              <a:moveTo>
                <a:pt x="45720" y="0"/>
              </a:moveTo>
              <a:lnTo>
                <a:pt x="45720" y="247760"/>
              </a:lnTo>
              <a:lnTo>
                <a:pt x="95539" y="24776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C8BD9B2-5819-44BA-8583-EACD12D86772}">
      <dsp:nvSpPr>
        <dsp:cNvPr id="0" name=""/>
        <dsp:cNvSpPr/>
      </dsp:nvSpPr>
      <dsp:spPr>
        <a:xfrm>
          <a:off x="6967854" y="3304088"/>
          <a:ext cx="200938" cy="91440"/>
        </a:xfrm>
        <a:custGeom>
          <a:avLst/>
          <a:gdLst/>
          <a:ahLst/>
          <a:cxnLst/>
          <a:rect l="0" t="0" r="0" b="0"/>
          <a:pathLst>
            <a:path>
              <a:moveTo>
                <a:pt x="0" y="45720"/>
              </a:moveTo>
              <a:lnTo>
                <a:pt x="0" y="80593"/>
              </a:lnTo>
              <a:lnTo>
                <a:pt x="200938" y="80593"/>
              </a:lnTo>
              <a:lnTo>
                <a:pt x="200938"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202B05-063D-44C8-B4E5-FD8DAED57567}">
      <dsp:nvSpPr>
        <dsp:cNvPr id="0" name=""/>
        <dsp:cNvSpPr/>
      </dsp:nvSpPr>
      <dsp:spPr>
        <a:xfrm>
          <a:off x="6588344" y="3585620"/>
          <a:ext cx="91440" cy="624403"/>
        </a:xfrm>
        <a:custGeom>
          <a:avLst/>
          <a:gdLst/>
          <a:ahLst/>
          <a:cxnLst/>
          <a:rect l="0" t="0" r="0" b="0"/>
          <a:pathLst>
            <a:path>
              <a:moveTo>
                <a:pt x="45720" y="0"/>
              </a:moveTo>
              <a:lnTo>
                <a:pt x="45720" y="624403"/>
              </a:lnTo>
              <a:lnTo>
                <a:pt x="95539" y="62440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6A6C2A-F54F-4DBB-B0E3-6A5619106660}">
      <dsp:nvSpPr>
        <dsp:cNvPr id="0" name=""/>
        <dsp:cNvSpPr/>
      </dsp:nvSpPr>
      <dsp:spPr>
        <a:xfrm>
          <a:off x="6588344" y="3585620"/>
          <a:ext cx="91440" cy="388591"/>
        </a:xfrm>
        <a:custGeom>
          <a:avLst/>
          <a:gdLst/>
          <a:ahLst/>
          <a:cxnLst/>
          <a:rect l="0" t="0" r="0" b="0"/>
          <a:pathLst>
            <a:path>
              <a:moveTo>
                <a:pt x="45720" y="0"/>
              </a:moveTo>
              <a:lnTo>
                <a:pt x="45720" y="388591"/>
              </a:lnTo>
              <a:lnTo>
                <a:pt x="95539" y="38859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D2EB62-5800-46F7-9A21-4E14BD8B2C1E}">
      <dsp:nvSpPr>
        <dsp:cNvPr id="0" name=""/>
        <dsp:cNvSpPr/>
      </dsp:nvSpPr>
      <dsp:spPr>
        <a:xfrm>
          <a:off x="6588344" y="3585620"/>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FBAFCE-CA86-495F-B9B2-CF9A6E3802BF}">
      <dsp:nvSpPr>
        <dsp:cNvPr id="0" name=""/>
        <dsp:cNvSpPr/>
      </dsp:nvSpPr>
      <dsp:spPr>
        <a:xfrm>
          <a:off x="6766916" y="3304088"/>
          <a:ext cx="200938" cy="91440"/>
        </a:xfrm>
        <a:custGeom>
          <a:avLst/>
          <a:gdLst/>
          <a:ahLst/>
          <a:cxnLst/>
          <a:rect l="0" t="0" r="0" b="0"/>
          <a:pathLst>
            <a:path>
              <a:moveTo>
                <a:pt x="200938" y="45720"/>
              </a:moveTo>
              <a:lnTo>
                <a:pt x="200938" y="80593"/>
              </a:lnTo>
              <a:lnTo>
                <a:pt x="0" y="80593"/>
              </a:lnTo>
              <a:lnTo>
                <a:pt x="0"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2985616-1ED6-4366-80A9-6009A2942E9D}">
      <dsp:nvSpPr>
        <dsp:cNvPr id="0" name=""/>
        <dsp:cNvSpPr/>
      </dsp:nvSpPr>
      <dsp:spPr>
        <a:xfrm>
          <a:off x="6967854" y="3068276"/>
          <a:ext cx="641340" cy="91440"/>
        </a:xfrm>
        <a:custGeom>
          <a:avLst/>
          <a:gdLst/>
          <a:ahLst/>
          <a:cxnLst/>
          <a:rect l="0" t="0" r="0" b="0"/>
          <a:pathLst>
            <a:path>
              <a:moveTo>
                <a:pt x="641340" y="45720"/>
              </a:moveTo>
              <a:lnTo>
                <a:pt x="641340" y="80593"/>
              </a:lnTo>
              <a:lnTo>
                <a:pt x="0" y="80593"/>
              </a:lnTo>
              <a:lnTo>
                <a:pt x="0"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DC2B85-A8D5-4593-867F-DC0483840EB2}">
      <dsp:nvSpPr>
        <dsp:cNvPr id="0" name=""/>
        <dsp:cNvSpPr/>
      </dsp:nvSpPr>
      <dsp:spPr>
        <a:xfrm>
          <a:off x="5933555" y="2832464"/>
          <a:ext cx="1675639" cy="91440"/>
        </a:xfrm>
        <a:custGeom>
          <a:avLst/>
          <a:gdLst/>
          <a:ahLst/>
          <a:cxnLst/>
          <a:rect l="0" t="0" r="0" b="0"/>
          <a:pathLst>
            <a:path>
              <a:moveTo>
                <a:pt x="0" y="45720"/>
              </a:moveTo>
              <a:lnTo>
                <a:pt x="0" y="80593"/>
              </a:lnTo>
              <a:lnTo>
                <a:pt x="1675639" y="80593"/>
              </a:lnTo>
              <a:lnTo>
                <a:pt x="1675639" y="115467"/>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3C10DC-D63C-44B3-AF4B-4A696EA86803}">
      <dsp:nvSpPr>
        <dsp:cNvPr id="0" name=""/>
        <dsp:cNvSpPr/>
      </dsp:nvSpPr>
      <dsp:spPr>
        <a:xfrm>
          <a:off x="6103435"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6EBF83-A692-40D3-BF8E-62B65D4BE81E}">
      <dsp:nvSpPr>
        <dsp:cNvPr id="0" name=""/>
        <dsp:cNvSpPr/>
      </dsp:nvSpPr>
      <dsp:spPr>
        <a:xfrm>
          <a:off x="5679191" y="3068276"/>
          <a:ext cx="602815" cy="91440"/>
        </a:xfrm>
        <a:custGeom>
          <a:avLst/>
          <a:gdLst/>
          <a:ahLst/>
          <a:cxnLst/>
          <a:rect l="0" t="0" r="0" b="0"/>
          <a:pathLst>
            <a:path>
              <a:moveTo>
                <a:pt x="0" y="45720"/>
              </a:moveTo>
              <a:lnTo>
                <a:pt x="0" y="80593"/>
              </a:lnTo>
              <a:lnTo>
                <a:pt x="602815" y="80593"/>
              </a:lnTo>
              <a:lnTo>
                <a:pt x="602815"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4EA50-36F5-4FF5-A59F-623387AC7C79}">
      <dsp:nvSpPr>
        <dsp:cNvPr id="0" name=""/>
        <dsp:cNvSpPr/>
      </dsp:nvSpPr>
      <dsp:spPr>
        <a:xfrm>
          <a:off x="5701558" y="3349808"/>
          <a:ext cx="91440" cy="388591"/>
        </a:xfrm>
        <a:custGeom>
          <a:avLst/>
          <a:gdLst/>
          <a:ahLst/>
          <a:cxnLst/>
          <a:rect l="0" t="0" r="0" b="0"/>
          <a:pathLst>
            <a:path>
              <a:moveTo>
                <a:pt x="45720" y="0"/>
              </a:moveTo>
              <a:lnTo>
                <a:pt x="45720" y="388591"/>
              </a:lnTo>
              <a:lnTo>
                <a:pt x="95539" y="38859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97E832B-8641-4B4A-9DB5-C228109E0A1E}">
      <dsp:nvSpPr>
        <dsp:cNvPr id="0" name=""/>
        <dsp:cNvSpPr/>
      </dsp:nvSpPr>
      <dsp:spPr>
        <a:xfrm>
          <a:off x="5701558"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788FCB2-3828-42AD-9C38-205BCA40069F}">
      <dsp:nvSpPr>
        <dsp:cNvPr id="0" name=""/>
        <dsp:cNvSpPr/>
      </dsp:nvSpPr>
      <dsp:spPr>
        <a:xfrm>
          <a:off x="5679191" y="3068276"/>
          <a:ext cx="200938" cy="91440"/>
        </a:xfrm>
        <a:custGeom>
          <a:avLst/>
          <a:gdLst/>
          <a:ahLst/>
          <a:cxnLst/>
          <a:rect l="0" t="0" r="0" b="0"/>
          <a:pathLst>
            <a:path>
              <a:moveTo>
                <a:pt x="0" y="45720"/>
              </a:moveTo>
              <a:lnTo>
                <a:pt x="0" y="80593"/>
              </a:lnTo>
              <a:lnTo>
                <a:pt x="200938" y="80593"/>
              </a:lnTo>
              <a:lnTo>
                <a:pt x="200938"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A159BFA-B2DC-4B51-A627-4D380F447DFE}">
      <dsp:nvSpPr>
        <dsp:cNvPr id="0" name=""/>
        <dsp:cNvSpPr/>
      </dsp:nvSpPr>
      <dsp:spPr>
        <a:xfrm>
          <a:off x="5299681" y="3349808"/>
          <a:ext cx="91440" cy="388591"/>
        </a:xfrm>
        <a:custGeom>
          <a:avLst/>
          <a:gdLst/>
          <a:ahLst/>
          <a:cxnLst/>
          <a:rect l="0" t="0" r="0" b="0"/>
          <a:pathLst>
            <a:path>
              <a:moveTo>
                <a:pt x="45720" y="0"/>
              </a:moveTo>
              <a:lnTo>
                <a:pt x="45720" y="388591"/>
              </a:lnTo>
              <a:lnTo>
                <a:pt x="95539" y="38859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DD08C02-678A-4FCF-B5A8-CEA2F0052064}">
      <dsp:nvSpPr>
        <dsp:cNvPr id="0" name=""/>
        <dsp:cNvSpPr/>
      </dsp:nvSpPr>
      <dsp:spPr>
        <a:xfrm>
          <a:off x="5299681"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3E5AE3-F174-4FF5-94C2-F98BD1DE49CA}">
      <dsp:nvSpPr>
        <dsp:cNvPr id="0" name=""/>
        <dsp:cNvSpPr/>
      </dsp:nvSpPr>
      <dsp:spPr>
        <a:xfrm>
          <a:off x="5478253" y="3068276"/>
          <a:ext cx="200938" cy="91440"/>
        </a:xfrm>
        <a:custGeom>
          <a:avLst/>
          <a:gdLst/>
          <a:ahLst/>
          <a:cxnLst/>
          <a:rect l="0" t="0" r="0" b="0"/>
          <a:pathLst>
            <a:path>
              <a:moveTo>
                <a:pt x="200938" y="45720"/>
              </a:moveTo>
              <a:lnTo>
                <a:pt x="200938" y="80593"/>
              </a:lnTo>
              <a:lnTo>
                <a:pt x="0" y="80593"/>
              </a:lnTo>
              <a:lnTo>
                <a:pt x="0"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F698D2-2093-458F-B84D-AA66833538A9}">
      <dsp:nvSpPr>
        <dsp:cNvPr id="0" name=""/>
        <dsp:cNvSpPr/>
      </dsp:nvSpPr>
      <dsp:spPr>
        <a:xfrm>
          <a:off x="4897804" y="3349808"/>
          <a:ext cx="91440" cy="624403"/>
        </a:xfrm>
        <a:custGeom>
          <a:avLst/>
          <a:gdLst/>
          <a:ahLst/>
          <a:cxnLst/>
          <a:rect l="0" t="0" r="0" b="0"/>
          <a:pathLst>
            <a:path>
              <a:moveTo>
                <a:pt x="45720" y="0"/>
              </a:moveTo>
              <a:lnTo>
                <a:pt x="45720" y="624403"/>
              </a:lnTo>
              <a:lnTo>
                <a:pt x="95539" y="62440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955F3C1-A356-4C02-95F3-C5107BAEBC53}">
      <dsp:nvSpPr>
        <dsp:cNvPr id="0" name=""/>
        <dsp:cNvSpPr/>
      </dsp:nvSpPr>
      <dsp:spPr>
        <a:xfrm>
          <a:off x="4897804" y="3349808"/>
          <a:ext cx="91440" cy="388591"/>
        </a:xfrm>
        <a:custGeom>
          <a:avLst/>
          <a:gdLst/>
          <a:ahLst/>
          <a:cxnLst/>
          <a:rect l="0" t="0" r="0" b="0"/>
          <a:pathLst>
            <a:path>
              <a:moveTo>
                <a:pt x="45720" y="0"/>
              </a:moveTo>
              <a:lnTo>
                <a:pt x="45720" y="388591"/>
              </a:lnTo>
              <a:lnTo>
                <a:pt x="95539" y="38859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D3C0F13-BAA2-4E20-800A-6E5910A1B445}">
      <dsp:nvSpPr>
        <dsp:cNvPr id="0" name=""/>
        <dsp:cNvSpPr/>
      </dsp:nvSpPr>
      <dsp:spPr>
        <a:xfrm>
          <a:off x="4897804"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480C38-F788-44D0-8BD2-BD48D0A99F72}">
      <dsp:nvSpPr>
        <dsp:cNvPr id="0" name=""/>
        <dsp:cNvSpPr/>
      </dsp:nvSpPr>
      <dsp:spPr>
        <a:xfrm>
          <a:off x="5076376" y="3068276"/>
          <a:ext cx="602815" cy="91440"/>
        </a:xfrm>
        <a:custGeom>
          <a:avLst/>
          <a:gdLst/>
          <a:ahLst/>
          <a:cxnLst/>
          <a:rect l="0" t="0" r="0" b="0"/>
          <a:pathLst>
            <a:path>
              <a:moveTo>
                <a:pt x="602815" y="45720"/>
              </a:moveTo>
              <a:lnTo>
                <a:pt x="602815" y="80593"/>
              </a:lnTo>
              <a:lnTo>
                <a:pt x="0" y="80593"/>
              </a:lnTo>
              <a:lnTo>
                <a:pt x="0"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7FA171-3DC1-4B30-B97D-AAB0EE775448}">
      <dsp:nvSpPr>
        <dsp:cNvPr id="0" name=""/>
        <dsp:cNvSpPr/>
      </dsp:nvSpPr>
      <dsp:spPr>
        <a:xfrm>
          <a:off x="5679191" y="2832464"/>
          <a:ext cx="254363" cy="91440"/>
        </a:xfrm>
        <a:custGeom>
          <a:avLst/>
          <a:gdLst/>
          <a:ahLst/>
          <a:cxnLst/>
          <a:rect l="0" t="0" r="0" b="0"/>
          <a:pathLst>
            <a:path>
              <a:moveTo>
                <a:pt x="254363" y="45720"/>
              </a:moveTo>
              <a:lnTo>
                <a:pt x="254363" y="80593"/>
              </a:lnTo>
              <a:lnTo>
                <a:pt x="0" y="80593"/>
              </a:lnTo>
              <a:lnTo>
                <a:pt x="0" y="115467"/>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133CB3-991E-4AFC-A3F7-62D1B6844686}">
      <dsp:nvSpPr>
        <dsp:cNvPr id="0" name=""/>
        <dsp:cNvSpPr/>
      </dsp:nvSpPr>
      <dsp:spPr>
        <a:xfrm>
          <a:off x="4454522"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B396DB6-4DC5-4442-837A-E2E1CE38B356}">
      <dsp:nvSpPr>
        <dsp:cNvPr id="0" name=""/>
        <dsp:cNvSpPr/>
      </dsp:nvSpPr>
      <dsp:spPr>
        <a:xfrm>
          <a:off x="4030279" y="3068276"/>
          <a:ext cx="602815" cy="91440"/>
        </a:xfrm>
        <a:custGeom>
          <a:avLst/>
          <a:gdLst/>
          <a:ahLst/>
          <a:cxnLst/>
          <a:rect l="0" t="0" r="0" b="0"/>
          <a:pathLst>
            <a:path>
              <a:moveTo>
                <a:pt x="0" y="45720"/>
              </a:moveTo>
              <a:lnTo>
                <a:pt x="0" y="80593"/>
              </a:lnTo>
              <a:lnTo>
                <a:pt x="602815" y="80593"/>
              </a:lnTo>
              <a:lnTo>
                <a:pt x="602815"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6710BB-329B-46DE-8BA8-3134788349F8}">
      <dsp:nvSpPr>
        <dsp:cNvPr id="0" name=""/>
        <dsp:cNvSpPr/>
      </dsp:nvSpPr>
      <dsp:spPr>
        <a:xfrm>
          <a:off x="4052645" y="3349808"/>
          <a:ext cx="91440" cy="388591"/>
        </a:xfrm>
        <a:custGeom>
          <a:avLst/>
          <a:gdLst/>
          <a:ahLst/>
          <a:cxnLst/>
          <a:rect l="0" t="0" r="0" b="0"/>
          <a:pathLst>
            <a:path>
              <a:moveTo>
                <a:pt x="45720" y="0"/>
              </a:moveTo>
              <a:lnTo>
                <a:pt x="45720" y="388591"/>
              </a:lnTo>
              <a:lnTo>
                <a:pt x="95539" y="38859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1D6295-783B-42D6-8E82-BBC5821961A8}">
      <dsp:nvSpPr>
        <dsp:cNvPr id="0" name=""/>
        <dsp:cNvSpPr/>
      </dsp:nvSpPr>
      <dsp:spPr>
        <a:xfrm>
          <a:off x="4052645"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9F53C41-11F2-442F-9B6A-7FDE362F9753}">
      <dsp:nvSpPr>
        <dsp:cNvPr id="0" name=""/>
        <dsp:cNvSpPr/>
      </dsp:nvSpPr>
      <dsp:spPr>
        <a:xfrm>
          <a:off x="4030279" y="3068276"/>
          <a:ext cx="200938" cy="91440"/>
        </a:xfrm>
        <a:custGeom>
          <a:avLst/>
          <a:gdLst/>
          <a:ahLst/>
          <a:cxnLst/>
          <a:rect l="0" t="0" r="0" b="0"/>
          <a:pathLst>
            <a:path>
              <a:moveTo>
                <a:pt x="0" y="45720"/>
              </a:moveTo>
              <a:lnTo>
                <a:pt x="0" y="80593"/>
              </a:lnTo>
              <a:lnTo>
                <a:pt x="200938" y="80593"/>
              </a:lnTo>
              <a:lnTo>
                <a:pt x="200938"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AAF98A-5541-4052-8283-E669C2C8C015}">
      <dsp:nvSpPr>
        <dsp:cNvPr id="0" name=""/>
        <dsp:cNvSpPr/>
      </dsp:nvSpPr>
      <dsp:spPr>
        <a:xfrm>
          <a:off x="3650768" y="3349808"/>
          <a:ext cx="91440" cy="388591"/>
        </a:xfrm>
        <a:custGeom>
          <a:avLst/>
          <a:gdLst/>
          <a:ahLst/>
          <a:cxnLst/>
          <a:rect l="0" t="0" r="0" b="0"/>
          <a:pathLst>
            <a:path>
              <a:moveTo>
                <a:pt x="45720" y="0"/>
              </a:moveTo>
              <a:lnTo>
                <a:pt x="45720" y="388591"/>
              </a:lnTo>
              <a:lnTo>
                <a:pt x="95539" y="38859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6629F3-83C5-41B8-980E-5E915FE384BF}">
      <dsp:nvSpPr>
        <dsp:cNvPr id="0" name=""/>
        <dsp:cNvSpPr/>
      </dsp:nvSpPr>
      <dsp:spPr>
        <a:xfrm>
          <a:off x="3650768"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9466997-C39E-450C-A6C6-7B559C41C9FC}">
      <dsp:nvSpPr>
        <dsp:cNvPr id="0" name=""/>
        <dsp:cNvSpPr/>
      </dsp:nvSpPr>
      <dsp:spPr>
        <a:xfrm>
          <a:off x="3829340" y="3068276"/>
          <a:ext cx="200938" cy="91440"/>
        </a:xfrm>
        <a:custGeom>
          <a:avLst/>
          <a:gdLst/>
          <a:ahLst/>
          <a:cxnLst/>
          <a:rect l="0" t="0" r="0" b="0"/>
          <a:pathLst>
            <a:path>
              <a:moveTo>
                <a:pt x="200938" y="45720"/>
              </a:moveTo>
              <a:lnTo>
                <a:pt x="200938" y="80593"/>
              </a:lnTo>
              <a:lnTo>
                <a:pt x="0" y="80593"/>
              </a:lnTo>
              <a:lnTo>
                <a:pt x="0"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FCC678-959D-403D-BA0B-39E8BAC03985}">
      <dsp:nvSpPr>
        <dsp:cNvPr id="0" name=""/>
        <dsp:cNvSpPr/>
      </dsp:nvSpPr>
      <dsp:spPr>
        <a:xfrm>
          <a:off x="3248892" y="3349808"/>
          <a:ext cx="91440" cy="624403"/>
        </a:xfrm>
        <a:custGeom>
          <a:avLst/>
          <a:gdLst/>
          <a:ahLst/>
          <a:cxnLst/>
          <a:rect l="0" t="0" r="0" b="0"/>
          <a:pathLst>
            <a:path>
              <a:moveTo>
                <a:pt x="45720" y="0"/>
              </a:moveTo>
              <a:lnTo>
                <a:pt x="45720" y="624403"/>
              </a:lnTo>
              <a:lnTo>
                <a:pt x="95539" y="62440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78795E-339C-4EAE-81EA-646450E244D9}">
      <dsp:nvSpPr>
        <dsp:cNvPr id="0" name=""/>
        <dsp:cNvSpPr/>
      </dsp:nvSpPr>
      <dsp:spPr>
        <a:xfrm>
          <a:off x="3248892" y="3349808"/>
          <a:ext cx="91440" cy="388591"/>
        </a:xfrm>
        <a:custGeom>
          <a:avLst/>
          <a:gdLst/>
          <a:ahLst/>
          <a:cxnLst/>
          <a:rect l="0" t="0" r="0" b="0"/>
          <a:pathLst>
            <a:path>
              <a:moveTo>
                <a:pt x="45720" y="0"/>
              </a:moveTo>
              <a:lnTo>
                <a:pt x="45720" y="388591"/>
              </a:lnTo>
              <a:lnTo>
                <a:pt x="95539" y="38859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5B2AEB4-65D8-4E63-95C3-E56431D618E8}">
      <dsp:nvSpPr>
        <dsp:cNvPr id="0" name=""/>
        <dsp:cNvSpPr/>
      </dsp:nvSpPr>
      <dsp:spPr>
        <a:xfrm>
          <a:off x="3248892"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5056B5-8551-456B-ADDD-172A82571A09}">
      <dsp:nvSpPr>
        <dsp:cNvPr id="0" name=""/>
        <dsp:cNvSpPr/>
      </dsp:nvSpPr>
      <dsp:spPr>
        <a:xfrm>
          <a:off x="3427463" y="3068276"/>
          <a:ext cx="602815" cy="91440"/>
        </a:xfrm>
        <a:custGeom>
          <a:avLst/>
          <a:gdLst/>
          <a:ahLst/>
          <a:cxnLst/>
          <a:rect l="0" t="0" r="0" b="0"/>
          <a:pathLst>
            <a:path>
              <a:moveTo>
                <a:pt x="602815" y="45720"/>
              </a:moveTo>
              <a:lnTo>
                <a:pt x="602815" y="80593"/>
              </a:lnTo>
              <a:lnTo>
                <a:pt x="0" y="80593"/>
              </a:lnTo>
              <a:lnTo>
                <a:pt x="0"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7B956F-D72C-4AE4-8D9E-D5EAAA044204}">
      <dsp:nvSpPr>
        <dsp:cNvPr id="0" name=""/>
        <dsp:cNvSpPr/>
      </dsp:nvSpPr>
      <dsp:spPr>
        <a:xfrm>
          <a:off x="4030279" y="2832464"/>
          <a:ext cx="1903276" cy="91440"/>
        </a:xfrm>
        <a:custGeom>
          <a:avLst/>
          <a:gdLst/>
          <a:ahLst/>
          <a:cxnLst/>
          <a:rect l="0" t="0" r="0" b="0"/>
          <a:pathLst>
            <a:path>
              <a:moveTo>
                <a:pt x="1903276" y="45720"/>
              </a:moveTo>
              <a:lnTo>
                <a:pt x="1903276" y="80593"/>
              </a:lnTo>
              <a:lnTo>
                <a:pt x="0" y="80593"/>
              </a:lnTo>
              <a:lnTo>
                <a:pt x="0" y="115467"/>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93867DA-7EDD-4CC2-BC85-5F49D3A9714B}">
      <dsp:nvSpPr>
        <dsp:cNvPr id="0" name=""/>
        <dsp:cNvSpPr/>
      </dsp:nvSpPr>
      <dsp:spPr>
        <a:xfrm>
          <a:off x="2807677" y="3349808"/>
          <a:ext cx="91440" cy="388591"/>
        </a:xfrm>
        <a:custGeom>
          <a:avLst/>
          <a:gdLst/>
          <a:ahLst/>
          <a:cxnLst/>
          <a:rect l="0" t="0" r="0" b="0"/>
          <a:pathLst>
            <a:path>
              <a:moveTo>
                <a:pt x="45720" y="0"/>
              </a:moveTo>
              <a:lnTo>
                <a:pt x="45720" y="388591"/>
              </a:lnTo>
              <a:lnTo>
                <a:pt x="95539" y="38859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204600-32B6-4DAA-B2A9-33D342E36570}">
      <dsp:nvSpPr>
        <dsp:cNvPr id="0" name=""/>
        <dsp:cNvSpPr/>
      </dsp:nvSpPr>
      <dsp:spPr>
        <a:xfrm>
          <a:off x="2807677"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6C8D7F-3BAB-4FAD-B22F-086B0EC4D22B}">
      <dsp:nvSpPr>
        <dsp:cNvPr id="0" name=""/>
        <dsp:cNvSpPr/>
      </dsp:nvSpPr>
      <dsp:spPr>
        <a:xfrm>
          <a:off x="2383434" y="3068276"/>
          <a:ext cx="602815" cy="91440"/>
        </a:xfrm>
        <a:custGeom>
          <a:avLst/>
          <a:gdLst/>
          <a:ahLst/>
          <a:cxnLst/>
          <a:rect l="0" t="0" r="0" b="0"/>
          <a:pathLst>
            <a:path>
              <a:moveTo>
                <a:pt x="0" y="45720"/>
              </a:moveTo>
              <a:lnTo>
                <a:pt x="0" y="80593"/>
              </a:lnTo>
              <a:lnTo>
                <a:pt x="602815" y="80593"/>
              </a:lnTo>
              <a:lnTo>
                <a:pt x="602815"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4C18401-4F8F-492F-A811-04B5EDC1A769}">
      <dsp:nvSpPr>
        <dsp:cNvPr id="0" name=""/>
        <dsp:cNvSpPr/>
      </dsp:nvSpPr>
      <dsp:spPr>
        <a:xfrm>
          <a:off x="2405800" y="3349808"/>
          <a:ext cx="91440" cy="388591"/>
        </a:xfrm>
        <a:custGeom>
          <a:avLst/>
          <a:gdLst/>
          <a:ahLst/>
          <a:cxnLst/>
          <a:rect l="0" t="0" r="0" b="0"/>
          <a:pathLst>
            <a:path>
              <a:moveTo>
                <a:pt x="45720" y="0"/>
              </a:moveTo>
              <a:lnTo>
                <a:pt x="45720" y="388591"/>
              </a:lnTo>
              <a:lnTo>
                <a:pt x="95539" y="38859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5F1E3E-1684-4D4F-BFAB-EA357F099E38}">
      <dsp:nvSpPr>
        <dsp:cNvPr id="0" name=""/>
        <dsp:cNvSpPr/>
      </dsp:nvSpPr>
      <dsp:spPr>
        <a:xfrm>
          <a:off x="2405800"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AEC6C7A-DDCF-4B40-99EA-D4DD011ECA4E}">
      <dsp:nvSpPr>
        <dsp:cNvPr id="0" name=""/>
        <dsp:cNvSpPr/>
      </dsp:nvSpPr>
      <dsp:spPr>
        <a:xfrm>
          <a:off x="2383434" y="3068276"/>
          <a:ext cx="200938" cy="91440"/>
        </a:xfrm>
        <a:custGeom>
          <a:avLst/>
          <a:gdLst/>
          <a:ahLst/>
          <a:cxnLst/>
          <a:rect l="0" t="0" r="0" b="0"/>
          <a:pathLst>
            <a:path>
              <a:moveTo>
                <a:pt x="0" y="45720"/>
              </a:moveTo>
              <a:lnTo>
                <a:pt x="0" y="80593"/>
              </a:lnTo>
              <a:lnTo>
                <a:pt x="200938" y="80593"/>
              </a:lnTo>
              <a:lnTo>
                <a:pt x="200938"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398A2E2-F7C0-47B0-BBCD-41C56B125775}">
      <dsp:nvSpPr>
        <dsp:cNvPr id="0" name=""/>
        <dsp:cNvSpPr/>
      </dsp:nvSpPr>
      <dsp:spPr>
        <a:xfrm>
          <a:off x="2003923" y="3349808"/>
          <a:ext cx="91440" cy="388591"/>
        </a:xfrm>
        <a:custGeom>
          <a:avLst/>
          <a:gdLst/>
          <a:ahLst/>
          <a:cxnLst/>
          <a:rect l="0" t="0" r="0" b="0"/>
          <a:pathLst>
            <a:path>
              <a:moveTo>
                <a:pt x="45720" y="0"/>
              </a:moveTo>
              <a:lnTo>
                <a:pt x="45720" y="388591"/>
              </a:lnTo>
              <a:lnTo>
                <a:pt x="95539" y="38859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C27BDE-5193-4911-AFB7-DA6D4E51DCFF}">
      <dsp:nvSpPr>
        <dsp:cNvPr id="0" name=""/>
        <dsp:cNvSpPr/>
      </dsp:nvSpPr>
      <dsp:spPr>
        <a:xfrm>
          <a:off x="2003923"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2A5C06-1FDF-486C-BACB-B644806CDA53}">
      <dsp:nvSpPr>
        <dsp:cNvPr id="0" name=""/>
        <dsp:cNvSpPr/>
      </dsp:nvSpPr>
      <dsp:spPr>
        <a:xfrm>
          <a:off x="2182495" y="3068276"/>
          <a:ext cx="200938" cy="91440"/>
        </a:xfrm>
        <a:custGeom>
          <a:avLst/>
          <a:gdLst/>
          <a:ahLst/>
          <a:cxnLst/>
          <a:rect l="0" t="0" r="0" b="0"/>
          <a:pathLst>
            <a:path>
              <a:moveTo>
                <a:pt x="200938" y="45720"/>
              </a:moveTo>
              <a:lnTo>
                <a:pt x="200938" y="80593"/>
              </a:lnTo>
              <a:lnTo>
                <a:pt x="0" y="80593"/>
              </a:lnTo>
              <a:lnTo>
                <a:pt x="0"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E12951-B467-46F9-8C1E-26AC8337646D}">
      <dsp:nvSpPr>
        <dsp:cNvPr id="0" name=""/>
        <dsp:cNvSpPr/>
      </dsp:nvSpPr>
      <dsp:spPr>
        <a:xfrm>
          <a:off x="1602047" y="3349808"/>
          <a:ext cx="91440" cy="624403"/>
        </a:xfrm>
        <a:custGeom>
          <a:avLst/>
          <a:gdLst/>
          <a:ahLst/>
          <a:cxnLst/>
          <a:rect l="0" t="0" r="0" b="0"/>
          <a:pathLst>
            <a:path>
              <a:moveTo>
                <a:pt x="45720" y="0"/>
              </a:moveTo>
              <a:lnTo>
                <a:pt x="45720" y="624403"/>
              </a:lnTo>
              <a:lnTo>
                <a:pt x="95539" y="62440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4738C-28D9-4508-88FC-5B017300123E}">
      <dsp:nvSpPr>
        <dsp:cNvPr id="0" name=""/>
        <dsp:cNvSpPr/>
      </dsp:nvSpPr>
      <dsp:spPr>
        <a:xfrm>
          <a:off x="1602047" y="3349808"/>
          <a:ext cx="91440" cy="388591"/>
        </a:xfrm>
        <a:custGeom>
          <a:avLst/>
          <a:gdLst/>
          <a:ahLst/>
          <a:cxnLst/>
          <a:rect l="0" t="0" r="0" b="0"/>
          <a:pathLst>
            <a:path>
              <a:moveTo>
                <a:pt x="45720" y="0"/>
              </a:moveTo>
              <a:lnTo>
                <a:pt x="45720" y="388591"/>
              </a:lnTo>
              <a:lnTo>
                <a:pt x="95539" y="38859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A318B23-F676-4CE2-8F5E-0936947C634F}">
      <dsp:nvSpPr>
        <dsp:cNvPr id="0" name=""/>
        <dsp:cNvSpPr/>
      </dsp:nvSpPr>
      <dsp:spPr>
        <a:xfrm>
          <a:off x="1602047"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0EB184D-D89D-4179-A9D5-4BF22E200A76}">
      <dsp:nvSpPr>
        <dsp:cNvPr id="0" name=""/>
        <dsp:cNvSpPr/>
      </dsp:nvSpPr>
      <dsp:spPr>
        <a:xfrm>
          <a:off x="1780618" y="3068276"/>
          <a:ext cx="602815" cy="91440"/>
        </a:xfrm>
        <a:custGeom>
          <a:avLst/>
          <a:gdLst/>
          <a:ahLst/>
          <a:cxnLst/>
          <a:rect l="0" t="0" r="0" b="0"/>
          <a:pathLst>
            <a:path>
              <a:moveTo>
                <a:pt x="602815" y="45720"/>
              </a:moveTo>
              <a:lnTo>
                <a:pt x="602815" y="80593"/>
              </a:lnTo>
              <a:lnTo>
                <a:pt x="0" y="80593"/>
              </a:lnTo>
              <a:lnTo>
                <a:pt x="0"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1F82AE-D204-494B-90C7-632A99586039}">
      <dsp:nvSpPr>
        <dsp:cNvPr id="0" name=""/>
        <dsp:cNvSpPr/>
      </dsp:nvSpPr>
      <dsp:spPr>
        <a:xfrm>
          <a:off x="2383434" y="2832464"/>
          <a:ext cx="3550121" cy="91440"/>
        </a:xfrm>
        <a:custGeom>
          <a:avLst/>
          <a:gdLst/>
          <a:ahLst/>
          <a:cxnLst/>
          <a:rect l="0" t="0" r="0" b="0"/>
          <a:pathLst>
            <a:path>
              <a:moveTo>
                <a:pt x="3550121" y="45720"/>
              </a:moveTo>
              <a:lnTo>
                <a:pt x="3550121" y="80593"/>
              </a:lnTo>
              <a:lnTo>
                <a:pt x="0" y="80593"/>
              </a:lnTo>
              <a:lnTo>
                <a:pt x="0" y="115467"/>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3106C8E-7B4F-4FAD-BA44-601A9E79A13E}">
      <dsp:nvSpPr>
        <dsp:cNvPr id="0" name=""/>
        <dsp:cNvSpPr/>
      </dsp:nvSpPr>
      <dsp:spPr>
        <a:xfrm>
          <a:off x="1193693"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7AF7A0-2A01-4D95-8B5E-972F70B4C0F5}">
      <dsp:nvSpPr>
        <dsp:cNvPr id="0" name=""/>
        <dsp:cNvSpPr/>
      </dsp:nvSpPr>
      <dsp:spPr>
        <a:xfrm>
          <a:off x="769450" y="3068276"/>
          <a:ext cx="602815" cy="91440"/>
        </a:xfrm>
        <a:custGeom>
          <a:avLst/>
          <a:gdLst/>
          <a:ahLst/>
          <a:cxnLst/>
          <a:rect l="0" t="0" r="0" b="0"/>
          <a:pathLst>
            <a:path>
              <a:moveTo>
                <a:pt x="0" y="45720"/>
              </a:moveTo>
              <a:lnTo>
                <a:pt x="0" y="80593"/>
              </a:lnTo>
              <a:lnTo>
                <a:pt x="602815" y="80593"/>
              </a:lnTo>
              <a:lnTo>
                <a:pt x="602815"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784545-77CC-4E17-87AC-2B0F212349AE}">
      <dsp:nvSpPr>
        <dsp:cNvPr id="0" name=""/>
        <dsp:cNvSpPr/>
      </dsp:nvSpPr>
      <dsp:spPr>
        <a:xfrm>
          <a:off x="791816" y="3349808"/>
          <a:ext cx="91440" cy="388591"/>
        </a:xfrm>
        <a:custGeom>
          <a:avLst/>
          <a:gdLst/>
          <a:ahLst/>
          <a:cxnLst/>
          <a:rect l="0" t="0" r="0" b="0"/>
          <a:pathLst>
            <a:path>
              <a:moveTo>
                <a:pt x="45720" y="0"/>
              </a:moveTo>
              <a:lnTo>
                <a:pt x="45720" y="388591"/>
              </a:lnTo>
              <a:lnTo>
                <a:pt x="95539" y="38859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942E30A-3B69-4E09-81CA-004E0B5811D8}">
      <dsp:nvSpPr>
        <dsp:cNvPr id="0" name=""/>
        <dsp:cNvSpPr/>
      </dsp:nvSpPr>
      <dsp:spPr>
        <a:xfrm>
          <a:off x="791816"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3E7B4AF-AB68-40CC-83C4-A0123A584FAF}">
      <dsp:nvSpPr>
        <dsp:cNvPr id="0" name=""/>
        <dsp:cNvSpPr/>
      </dsp:nvSpPr>
      <dsp:spPr>
        <a:xfrm>
          <a:off x="769450" y="3068276"/>
          <a:ext cx="200938" cy="91440"/>
        </a:xfrm>
        <a:custGeom>
          <a:avLst/>
          <a:gdLst/>
          <a:ahLst/>
          <a:cxnLst/>
          <a:rect l="0" t="0" r="0" b="0"/>
          <a:pathLst>
            <a:path>
              <a:moveTo>
                <a:pt x="0" y="45720"/>
              </a:moveTo>
              <a:lnTo>
                <a:pt x="0" y="80593"/>
              </a:lnTo>
              <a:lnTo>
                <a:pt x="200938" y="80593"/>
              </a:lnTo>
              <a:lnTo>
                <a:pt x="200938"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8EB28F7-9209-4944-9937-D01B567BC438}">
      <dsp:nvSpPr>
        <dsp:cNvPr id="0" name=""/>
        <dsp:cNvSpPr/>
      </dsp:nvSpPr>
      <dsp:spPr>
        <a:xfrm>
          <a:off x="389939" y="3349808"/>
          <a:ext cx="91440" cy="388591"/>
        </a:xfrm>
        <a:custGeom>
          <a:avLst/>
          <a:gdLst/>
          <a:ahLst/>
          <a:cxnLst/>
          <a:rect l="0" t="0" r="0" b="0"/>
          <a:pathLst>
            <a:path>
              <a:moveTo>
                <a:pt x="45720" y="0"/>
              </a:moveTo>
              <a:lnTo>
                <a:pt x="45720" y="388591"/>
              </a:lnTo>
              <a:lnTo>
                <a:pt x="95539" y="38859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CAAE57-CF3C-4401-9F2D-94B6A659D078}">
      <dsp:nvSpPr>
        <dsp:cNvPr id="0" name=""/>
        <dsp:cNvSpPr/>
      </dsp:nvSpPr>
      <dsp:spPr>
        <a:xfrm>
          <a:off x="389939"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AD3D67-73EA-47EE-8B7D-B405F9600C71}">
      <dsp:nvSpPr>
        <dsp:cNvPr id="0" name=""/>
        <dsp:cNvSpPr/>
      </dsp:nvSpPr>
      <dsp:spPr>
        <a:xfrm>
          <a:off x="568511" y="3068276"/>
          <a:ext cx="200938" cy="91440"/>
        </a:xfrm>
        <a:custGeom>
          <a:avLst/>
          <a:gdLst/>
          <a:ahLst/>
          <a:cxnLst/>
          <a:rect l="0" t="0" r="0" b="0"/>
          <a:pathLst>
            <a:path>
              <a:moveTo>
                <a:pt x="200938" y="45720"/>
              </a:moveTo>
              <a:lnTo>
                <a:pt x="200938" y="80593"/>
              </a:lnTo>
              <a:lnTo>
                <a:pt x="0" y="80593"/>
              </a:lnTo>
              <a:lnTo>
                <a:pt x="0"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9BECE89-7409-46B8-A154-D3B00822D466}">
      <dsp:nvSpPr>
        <dsp:cNvPr id="0" name=""/>
        <dsp:cNvSpPr/>
      </dsp:nvSpPr>
      <dsp:spPr>
        <a:xfrm>
          <a:off x="-11937" y="3349808"/>
          <a:ext cx="91440" cy="776063"/>
        </a:xfrm>
        <a:custGeom>
          <a:avLst/>
          <a:gdLst/>
          <a:ahLst/>
          <a:cxnLst/>
          <a:rect l="0" t="0" r="0" b="0"/>
          <a:pathLst>
            <a:path>
              <a:moveTo>
                <a:pt x="45720" y="0"/>
              </a:moveTo>
              <a:lnTo>
                <a:pt x="45720" y="776063"/>
              </a:lnTo>
              <a:lnTo>
                <a:pt x="95539" y="77606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2688EC5-8553-470C-9855-A32AF2C57E8C}">
      <dsp:nvSpPr>
        <dsp:cNvPr id="0" name=""/>
        <dsp:cNvSpPr/>
      </dsp:nvSpPr>
      <dsp:spPr>
        <a:xfrm>
          <a:off x="-11937" y="3349808"/>
          <a:ext cx="91440" cy="388591"/>
        </a:xfrm>
        <a:custGeom>
          <a:avLst/>
          <a:gdLst/>
          <a:ahLst/>
          <a:cxnLst/>
          <a:rect l="0" t="0" r="0" b="0"/>
          <a:pathLst>
            <a:path>
              <a:moveTo>
                <a:pt x="45720" y="0"/>
              </a:moveTo>
              <a:lnTo>
                <a:pt x="45720" y="388591"/>
              </a:lnTo>
              <a:lnTo>
                <a:pt x="95539" y="38859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54F407F-64FE-425E-8E48-9E048CAC56A2}">
      <dsp:nvSpPr>
        <dsp:cNvPr id="0" name=""/>
        <dsp:cNvSpPr/>
      </dsp:nvSpPr>
      <dsp:spPr>
        <a:xfrm>
          <a:off x="-11937" y="3349808"/>
          <a:ext cx="91440" cy="152779"/>
        </a:xfrm>
        <a:custGeom>
          <a:avLst/>
          <a:gdLst/>
          <a:ahLst/>
          <a:cxnLst/>
          <a:rect l="0" t="0" r="0" b="0"/>
          <a:pathLst>
            <a:path>
              <a:moveTo>
                <a:pt x="45720" y="0"/>
              </a:moveTo>
              <a:lnTo>
                <a:pt x="45720" y="152779"/>
              </a:lnTo>
              <a:lnTo>
                <a:pt x="95539" y="15277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6FAB1A-4F3F-496B-8FC9-2E055A58212C}">
      <dsp:nvSpPr>
        <dsp:cNvPr id="0" name=""/>
        <dsp:cNvSpPr/>
      </dsp:nvSpPr>
      <dsp:spPr>
        <a:xfrm>
          <a:off x="166634" y="3068276"/>
          <a:ext cx="602815" cy="91440"/>
        </a:xfrm>
        <a:custGeom>
          <a:avLst/>
          <a:gdLst/>
          <a:ahLst/>
          <a:cxnLst/>
          <a:rect l="0" t="0" r="0" b="0"/>
          <a:pathLst>
            <a:path>
              <a:moveTo>
                <a:pt x="602815" y="45720"/>
              </a:moveTo>
              <a:lnTo>
                <a:pt x="602815" y="80593"/>
              </a:lnTo>
              <a:lnTo>
                <a:pt x="0" y="80593"/>
              </a:lnTo>
              <a:lnTo>
                <a:pt x="0" y="115467"/>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E2B9B1-B808-4C3E-9CA4-FDBFEB7C6E12}">
      <dsp:nvSpPr>
        <dsp:cNvPr id="0" name=""/>
        <dsp:cNvSpPr/>
      </dsp:nvSpPr>
      <dsp:spPr>
        <a:xfrm>
          <a:off x="769450" y="2832464"/>
          <a:ext cx="5164105" cy="91440"/>
        </a:xfrm>
        <a:custGeom>
          <a:avLst/>
          <a:gdLst/>
          <a:ahLst/>
          <a:cxnLst/>
          <a:rect l="0" t="0" r="0" b="0"/>
          <a:pathLst>
            <a:path>
              <a:moveTo>
                <a:pt x="5164105" y="45720"/>
              </a:moveTo>
              <a:lnTo>
                <a:pt x="5164105" y="80593"/>
              </a:lnTo>
              <a:lnTo>
                <a:pt x="0" y="80593"/>
              </a:lnTo>
              <a:lnTo>
                <a:pt x="0" y="115467"/>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8530AC-F178-403E-A897-42E299E5ED21}">
      <dsp:nvSpPr>
        <dsp:cNvPr id="0" name=""/>
        <dsp:cNvSpPr/>
      </dsp:nvSpPr>
      <dsp:spPr>
        <a:xfrm>
          <a:off x="2612259" y="2353935"/>
          <a:ext cx="6642593" cy="524248"/>
        </a:xfrm>
        <a:prstGeom prst="rect">
          <a:avLst/>
        </a:prstGeom>
        <a:solidFill>
          <a:srgbClr val="002060"/>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AU" sz="2400" kern="1200"/>
            <a:t>Payment Modernisation</a:t>
          </a:r>
        </a:p>
      </dsp:txBody>
      <dsp:txXfrm>
        <a:off x="2612259" y="2353935"/>
        <a:ext cx="6642593" cy="524248"/>
      </dsp:txXfrm>
    </dsp:sp>
    <dsp:sp modelId="{E053A169-9C0A-4979-A9C3-739101C47B4F}">
      <dsp:nvSpPr>
        <dsp:cNvPr id="0" name=""/>
        <dsp:cNvSpPr/>
      </dsp:nvSpPr>
      <dsp:spPr>
        <a:xfrm>
          <a:off x="4791" y="2947931"/>
          <a:ext cx="1529317" cy="166064"/>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Payment Data Governance, Model &amp; Ownership</a:t>
          </a:r>
        </a:p>
      </dsp:txBody>
      <dsp:txXfrm>
        <a:off x="4791" y="2947931"/>
        <a:ext cx="1529317" cy="166064"/>
      </dsp:txXfrm>
    </dsp:sp>
    <dsp:sp modelId="{25EDA822-2740-427F-B2EB-05B204FDD260}">
      <dsp:nvSpPr>
        <dsp:cNvPr id="0" name=""/>
        <dsp:cNvSpPr/>
      </dsp:nvSpPr>
      <dsp:spPr>
        <a:xfrm>
          <a:off x="569"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Discovery</a:t>
          </a:r>
        </a:p>
      </dsp:txBody>
      <dsp:txXfrm>
        <a:off x="569" y="3183743"/>
        <a:ext cx="332129" cy="166064"/>
      </dsp:txXfrm>
    </dsp:sp>
    <dsp:sp modelId="{8DDAFCC4-1D6F-4569-AF27-B53D9DE660BF}">
      <dsp:nvSpPr>
        <dsp:cNvPr id="0" name=""/>
        <dsp:cNvSpPr/>
      </dsp:nvSpPr>
      <dsp:spPr>
        <a:xfrm>
          <a:off x="83602"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Payment Data Assessment</a:t>
          </a:r>
        </a:p>
      </dsp:txBody>
      <dsp:txXfrm>
        <a:off x="83602" y="3419555"/>
        <a:ext cx="332129" cy="166064"/>
      </dsp:txXfrm>
    </dsp:sp>
    <dsp:sp modelId="{91BA2BA9-DBFA-4D81-B1AD-2995A56974E9}">
      <dsp:nvSpPr>
        <dsp:cNvPr id="0" name=""/>
        <dsp:cNvSpPr/>
      </dsp:nvSpPr>
      <dsp:spPr>
        <a:xfrm>
          <a:off x="83602" y="3655367"/>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Ownership Assessment</a:t>
          </a:r>
        </a:p>
      </dsp:txBody>
      <dsp:txXfrm>
        <a:off x="83602" y="3655367"/>
        <a:ext cx="332129" cy="166064"/>
      </dsp:txXfrm>
    </dsp:sp>
    <dsp:sp modelId="{5C5C6605-4B53-4F0A-990A-111AC7BC0A66}">
      <dsp:nvSpPr>
        <dsp:cNvPr id="0" name=""/>
        <dsp:cNvSpPr/>
      </dsp:nvSpPr>
      <dsp:spPr>
        <a:xfrm>
          <a:off x="83602" y="3891179"/>
          <a:ext cx="413581" cy="46938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Governance Assessment</a:t>
          </a:r>
        </a:p>
      </dsp:txBody>
      <dsp:txXfrm>
        <a:off x="83602" y="3891179"/>
        <a:ext cx="413581" cy="469383"/>
      </dsp:txXfrm>
    </dsp:sp>
    <dsp:sp modelId="{0E49DEDC-2F21-4D10-8473-7AFFF426254E}">
      <dsp:nvSpPr>
        <dsp:cNvPr id="0" name=""/>
        <dsp:cNvSpPr/>
      </dsp:nvSpPr>
      <dsp:spPr>
        <a:xfrm>
          <a:off x="402446"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Design</a:t>
          </a:r>
        </a:p>
      </dsp:txBody>
      <dsp:txXfrm>
        <a:off x="402446" y="3183743"/>
        <a:ext cx="332129" cy="166064"/>
      </dsp:txXfrm>
    </dsp:sp>
    <dsp:sp modelId="{8DD2836F-1A91-4A56-92CD-F5130CF0875C}">
      <dsp:nvSpPr>
        <dsp:cNvPr id="0" name=""/>
        <dsp:cNvSpPr/>
      </dsp:nvSpPr>
      <dsp:spPr>
        <a:xfrm>
          <a:off x="485479"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Payment Data Model</a:t>
          </a:r>
        </a:p>
      </dsp:txBody>
      <dsp:txXfrm>
        <a:off x="485479" y="3419555"/>
        <a:ext cx="332129" cy="166064"/>
      </dsp:txXfrm>
    </dsp:sp>
    <dsp:sp modelId="{D9DEFA6F-50D7-42A0-8010-448A962F1AD9}">
      <dsp:nvSpPr>
        <dsp:cNvPr id="0" name=""/>
        <dsp:cNvSpPr/>
      </dsp:nvSpPr>
      <dsp:spPr>
        <a:xfrm>
          <a:off x="485479" y="3655367"/>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Governance Design</a:t>
          </a:r>
        </a:p>
      </dsp:txBody>
      <dsp:txXfrm>
        <a:off x="485479" y="3655367"/>
        <a:ext cx="332129" cy="166064"/>
      </dsp:txXfrm>
    </dsp:sp>
    <dsp:sp modelId="{A72B1B77-EA95-4552-ACDE-4E1891BD48DB}">
      <dsp:nvSpPr>
        <dsp:cNvPr id="0" name=""/>
        <dsp:cNvSpPr/>
      </dsp:nvSpPr>
      <dsp:spPr>
        <a:xfrm>
          <a:off x="804323"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Delivery</a:t>
          </a:r>
        </a:p>
      </dsp:txBody>
      <dsp:txXfrm>
        <a:off x="804323" y="3183743"/>
        <a:ext cx="332129" cy="166064"/>
      </dsp:txXfrm>
    </dsp:sp>
    <dsp:sp modelId="{9F7855A0-9801-4A1D-9327-C28E3F921815}">
      <dsp:nvSpPr>
        <dsp:cNvPr id="0" name=""/>
        <dsp:cNvSpPr/>
      </dsp:nvSpPr>
      <dsp:spPr>
        <a:xfrm>
          <a:off x="887356"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Data Standards</a:t>
          </a:r>
        </a:p>
      </dsp:txBody>
      <dsp:txXfrm>
        <a:off x="887356" y="3419555"/>
        <a:ext cx="332129" cy="166064"/>
      </dsp:txXfrm>
    </dsp:sp>
    <dsp:sp modelId="{B4F02860-03E7-482C-B6FA-930B7079E8D6}">
      <dsp:nvSpPr>
        <dsp:cNvPr id="0" name=""/>
        <dsp:cNvSpPr/>
      </dsp:nvSpPr>
      <dsp:spPr>
        <a:xfrm>
          <a:off x="887356" y="3655367"/>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Governance Controls</a:t>
          </a:r>
        </a:p>
      </dsp:txBody>
      <dsp:txXfrm>
        <a:off x="887356" y="3655367"/>
        <a:ext cx="332129" cy="166064"/>
      </dsp:txXfrm>
    </dsp:sp>
    <dsp:sp modelId="{D3A5EE3C-4260-444A-B632-C44383CA70CC}">
      <dsp:nvSpPr>
        <dsp:cNvPr id="0" name=""/>
        <dsp:cNvSpPr/>
      </dsp:nvSpPr>
      <dsp:spPr>
        <a:xfrm>
          <a:off x="1206200"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Transition</a:t>
          </a:r>
        </a:p>
      </dsp:txBody>
      <dsp:txXfrm>
        <a:off x="1206200" y="3183743"/>
        <a:ext cx="332129" cy="166064"/>
      </dsp:txXfrm>
    </dsp:sp>
    <dsp:sp modelId="{89E09DE1-78B9-40EA-9917-BE79B8951401}">
      <dsp:nvSpPr>
        <dsp:cNvPr id="0" name=""/>
        <dsp:cNvSpPr/>
      </dsp:nvSpPr>
      <dsp:spPr>
        <a:xfrm>
          <a:off x="1289233"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Monitoring Processes</a:t>
          </a:r>
        </a:p>
      </dsp:txBody>
      <dsp:txXfrm>
        <a:off x="1289233" y="3419555"/>
        <a:ext cx="332129" cy="166064"/>
      </dsp:txXfrm>
    </dsp:sp>
    <dsp:sp modelId="{78F581A2-A236-4AAE-9594-81595AF744C3}">
      <dsp:nvSpPr>
        <dsp:cNvPr id="0" name=""/>
        <dsp:cNvSpPr/>
      </dsp:nvSpPr>
      <dsp:spPr>
        <a:xfrm>
          <a:off x="1603856" y="2947931"/>
          <a:ext cx="1559156" cy="166064"/>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Customer Refunds</a:t>
          </a:r>
        </a:p>
      </dsp:txBody>
      <dsp:txXfrm>
        <a:off x="1603856" y="2947931"/>
        <a:ext cx="1559156" cy="166064"/>
      </dsp:txXfrm>
    </dsp:sp>
    <dsp:sp modelId="{593CCA12-D3A5-425D-877A-13F8D723C812}">
      <dsp:nvSpPr>
        <dsp:cNvPr id="0" name=""/>
        <dsp:cNvSpPr/>
      </dsp:nvSpPr>
      <dsp:spPr>
        <a:xfrm>
          <a:off x="1614554"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Discovery</a:t>
          </a:r>
        </a:p>
      </dsp:txBody>
      <dsp:txXfrm>
        <a:off x="1614554" y="3183743"/>
        <a:ext cx="332129" cy="166064"/>
      </dsp:txXfrm>
    </dsp:sp>
    <dsp:sp modelId="{62E4AD9E-47A1-447D-8322-9B19E0A5CC83}">
      <dsp:nvSpPr>
        <dsp:cNvPr id="0" name=""/>
        <dsp:cNvSpPr/>
      </dsp:nvSpPr>
      <dsp:spPr>
        <a:xfrm>
          <a:off x="1697586"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Refund Process Assessment</a:t>
          </a:r>
        </a:p>
      </dsp:txBody>
      <dsp:txXfrm>
        <a:off x="1697586" y="3419555"/>
        <a:ext cx="332129" cy="166064"/>
      </dsp:txXfrm>
    </dsp:sp>
    <dsp:sp modelId="{E4E8AC78-C4E5-4DD2-A266-2107A6878DF0}">
      <dsp:nvSpPr>
        <dsp:cNvPr id="0" name=""/>
        <dsp:cNvSpPr/>
      </dsp:nvSpPr>
      <dsp:spPr>
        <a:xfrm>
          <a:off x="1697586" y="3655367"/>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Customer Pain Points</a:t>
          </a:r>
        </a:p>
      </dsp:txBody>
      <dsp:txXfrm>
        <a:off x="1697586" y="3655367"/>
        <a:ext cx="332129" cy="166064"/>
      </dsp:txXfrm>
    </dsp:sp>
    <dsp:sp modelId="{399092EC-4254-45BF-8201-5A33F11B3596}">
      <dsp:nvSpPr>
        <dsp:cNvPr id="0" name=""/>
        <dsp:cNvSpPr/>
      </dsp:nvSpPr>
      <dsp:spPr>
        <a:xfrm>
          <a:off x="1697586" y="3891179"/>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System Assessment</a:t>
          </a:r>
        </a:p>
      </dsp:txBody>
      <dsp:txXfrm>
        <a:off x="1697586" y="3891179"/>
        <a:ext cx="332129" cy="166064"/>
      </dsp:txXfrm>
    </dsp:sp>
    <dsp:sp modelId="{AC04C93D-2F26-475E-A5D5-877BA8D12475}">
      <dsp:nvSpPr>
        <dsp:cNvPr id="0" name=""/>
        <dsp:cNvSpPr/>
      </dsp:nvSpPr>
      <dsp:spPr>
        <a:xfrm>
          <a:off x="2016430"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Design</a:t>
          </a:r>
        </a:p>
      </dsp:txBody>
      <dsp:txXfrm>
        <a:off x="2016430" y="3183743"/>
        <a:ext cx="332129" cy="166064"/>
      </dsp:txXfrm>
    </dsp:sp>
    <dsp:sp modelId="{F183183A-BA52-4850-8FF9-4CADAF5E4868}">
      <dsp:nvSpPr>
        <dsp:cNvPr id="0" name=""/>
        <dsp:cNvSpPr/>
      </dsp:nvSpPr>
      <dsp:spPr>
        <a:xfrm>
          <a:off x="2099463"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Future Refund Process</a:t>
          </a:r>
        </a:p>
      </dsp:txBody>
      <dsp:txXfrm>
        <a:off x="2099463" y="3419555"/>
        <a:ext cx="332129" cy="166064"/>
      </dsp:txXfrm>
    </dsp:sp>
    <dsp:sp modelId="{2C1EE1EB-8F68-4B65-8861-0FD6D2503922}">
      <dsp:nvSpPr>
        <dsp:cNvPr id="0" name=""/>
        <dsp:cNvSpPr/>
      </dsp:nvSpPr>
      <dsp:spPr>
        <a:xfrm>
          <a:off x="2099463" y="3655367"/>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Rules Design</a:t>
          </a:r>
        </a:p>
      </dsp:txBody>
      <dsp:txXfrm>
        <a:off x="2099463" y="3655367"/>
        <a:ext cx="332129" cy="166064"/>
      </dsp:txXfrm>
    </dsp:sp>
    <dsp:sp modelId="{26F789C9-E831-422F-A592-F51F03B1AAE0}">
      <dsp:nvSpPr>
        <dsp:cNvPr id="0" name=""/>
        <dsp:cNvSpPr/>
      </dsp:nvSpPr>
      <dsp:spPr>
        <a:xfrm>
          <a:off x="2418307"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Delivery</a:t>
          </a:r>
        </a:p>
      </dsp:txBody>
      <dsp:txXfrm>
        <a:off x="2418307" y="3183743"/>
        <a:ext cx="332129" cy="166064"/>
      </dsp:txXfrm>
    </dsp:sp>
    <dsp:sp modelId="{F90F84C2-691A-4F2A-873F-B805BBB47FB4}">
      <dsp:nvSpPr>
        <dsp:cNvPr id="0" name=""/>
        <dsp:cNvSpPr/>
      </dsp:nvSpPr>
      <dsp:spPr>
        <a:xfrm>
          <a:off x="2501340"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Refund Services</a:t>
          </a:r>
        </a:p>
      </dsp:txBody>
      <dsp:txXfrm>
        <a:off x="2501340" y="3419555"/>
        <a:ext cx="332129" cy="166064"/>
      </dsp:txXfrm>
    </dsp:sp>
    <dsp:sp modelId="{9A444F87-7A55-4C5E-A1E8-8723EACC0906}">
      <dsp:nvSpPr>
        <dsp:cNvPr id="0" name=""/>
        <dsp:cNvSpPr/>
      </dsp:nvSpPr>
      <dsp:spPr>
        <a:xfrm>
          <a:off x="2501340" y="3655367"/>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Workflow Components</a:t>
          </a:r>
        </a:p>
      </dsp:txBody>
      <dsp:txXfrm>
        <a:off x="2501340" y="3655367"/>
        <a:ext cx="332129" cy="166064"/>
      </dsp:txXfrm>
    </dsp:sp>
    <dsp:sp modelId="{A60C6735-5A16-42A6-A5F9-2C2EFCECFD93}">
      <dsp:nvSpPr>
        <dsp:cNvPr id="0" name=""/>
        <dsp:cNvSpPr/>
      </dsp:nvSpPr>
      <dsp:spPr>
        <a:xfrm>
          <a:off x="2820184"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Transition</a:t>
          </a:r>
        </a:p>
      </dsp:txBody>
      <dsp:txXfrm>
        <a:off x="2820184" y="3183743"/>
        <a:ext cx="332129" cy="166064"/>
      </dsp:txXfrm>
    </dsp:sp>
    <dsp:sp modelId="{30BE7A5D-22D7-4444-B3E3-B24ABC199CF5}">
      <dsp:nvSpPr>
        <dsp:cNvPr id="0" name=""/>
        <dsp:cNvSpPr/>
      </dsp:nvSpPr>
      <dsp:spPr>
        <a:xfrm>
          <a:off x="2903217"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User Guidance</a:t>
          </a:r>
        </a:p>
      </dsp:txBody>
      <dsp:txXfrm>
        <a:off x="2903217" y="3419555"/>
        <a:ext cx="332129" cy="166064"/>
      </dsp:txXfrm>
    </dsp:sp>
    <dsp:sp modelId="{1169C044-7F37-4B26-8D67-B23B96CB519A}">
      <dsp:nvSpPr>
        <dsp:cNvPr id="0" name=""/>
        <dsp:cNvSpPr/>
      </dsp:nvSpPr>
      <dsp:spPr>
        <a:xfrm>
          <a:off x="2903217" y="3655367"/>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Operational Support</a:t>
          </a:r>
        </a:p>
      </dsp:txBody>
      <dsp:txXfrm>
        <a:off x="2903217" y="3655367"/>
        <a:ext cx="332129" cy="166064"/>
      </dsp:txXfrm>
    </dsp:sp>
    <dsp:sp modelId="{016EC23A-2D0E-41F6-A49C-4A8A9AA629EE}">
      <dsp:nvSpPr>
        <dsp:cNvPr id="0" name=""/>
        <dsp:cNvSpPr/>
      </dsp:nvSpPr>
      <dsp:spPr>
        <a:xfrm>
          <a:off x="3232759" y="2947931"/>
          <a:ext cx="1595039" cy="166064"/>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New ways to pay</a:t>
          </a:r>
        </a:p>
      </dsp:txBody>
      <dsp:txXfrm>
        <a:off x="3232759" y="2947931"/>
        <a:ext cx="1595039" cy="166064"/>
      </dsp:txXfrm>
    </dsp:sp>
    <dsp:sp modelId="{9AB20978-08CF-4AAB-B144-0305DE5CA8BA}">
      <dsp:nvSpPr>
        <dsp:cNvPr id="0" name=""/>
        <dsp:cNvSpPr/>
      </dsp:nvSpPr>
      <dsp:spPr>
        <a:xfrm>
          <a:off x="3261399"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Discovery</a:t>
          </a:r>
        </a:p>
      </dsp:txBody>
      <dsp:txXfrm>
        <a:off x="3261399" y="3183743"/>
        <a:ext cx="332129" cy="166064"/>
      </dsp:txXfrm>
    </dsp:sp>
    <dsp:sp modelId="{1197839D-7591-4796-83CB-6DF7E63485ED}">
      <dsp:nvSpPr>
        <dsp:cNvPr id="0" name=""/>
        <dsp:cNvSpPr/>
      </dsp:nvSpPr>
      <dsp:spPr>
        <a:xfrm>
          <a:off x="3344431"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Payment Method Assessment</a:t>
          </a:r>
        </a:p>
      </dsp:txBody>
      <dsp:txXfrm>
        <a:off x="3344431" y="3419555"/>
        <a:ext cx="332129" cy="166064"/>
      </dsp:txXfrm>
    </dsp:sp>
    <dsp:sp modelId="{22784FEE-C9BE-4553-BF22-3AF9DB761EEA}">
      <dsp:nvSpPr>
        <dsp:cNvPr id="0" name=""/>
        <dsp:cNvSpPr/>
      </dsp:nvSpPr>
      <dsp:spPr>
        <a:xfrm>
          <a:off x="3344431" y="3655367"/>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Customer Research</a:t>
          </a:r>
        </a:p>
      </dsp:txBody>
      <dsp:txXfrm>
        <a:off x="3344431" y="3655367"/>
        <a:ext cx="332129" cy="166064"/>
      </dsp:txXfrm>
    </dsp:sp>
    <dsp:sp modelId="{173D8E75-8BD2-459C-8789-774A1F928B56}">
      <dsp:nvSpPr>
        <dsp:cNvPr id="0" name=""/>
        <dsp:cNvSpPr/>
      </dsp:nvSpPr>
      <dsp:spPr>
        <a:xfrm>
          <a:off x="3344431" y="3891179"/>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Market Review</a:t>
          </a:r>
        </a:p>
      </dsp:txBody>
      <dsp:txXfrm>
        <a:off x="3344431" y="3891179"/>
        <a:ext cx="332129" cy="166064"/>
      </dsp:txXfrm>
    </dsp:sp>
    <dsp:sp modelId="{EB248189-E0EB-497A-80EF-F03FDCCD8D0E}">
      <dsp:nvSpPr>
        <dsp:cNvPr id="0" name=""/>
        <dsp:cNvSpPr/>
      </dsp:nvSpPr>
      <dsp:spPr>
        <a:xfrm>
          <a:off x="3663276"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Design</a:t>
          </a:r>
        </a:p>
      </dsp:txBody>
      <dsp:txXfrm>
        <a:off x="3663276" y="3183743"/>
        <a:ext cx="332129" cy="166064"/>
      </dsp:txXfrm>
    </dsp:sp>
    <dsp:sp modelId="{AC7F5EB0-1D8C-4884-A37E-75184CBA0061}">
      <dsp:nvSpPr>
        <dsp:cNvPr id="0" name=""/>
        <dsp:cNvSpPr/>
      </dsp:nvSpPr>
      <dsp:spPr>
        <a:xfrm>
          <a:off x="3746308"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Future Payment Capability</a:t>
          </a:r>
        </a:p>
      </dsp:txBody>
      <dsp:txXfrm>
        <a:off x="3746308" y="3419555"/>
        <a:ext cx="332129" cy="166064"/>
      </dsp:txXfrm>
    </dsp:sp>
    <dsp:sp modelId="{5226C33E-345B-47D5-919A-C56BA7092219}">
      <dsp:nvSpPr>
        <dsp:cNvPr id="0" name=""/>
        <dsp:cNvSpPr/>
      </dsp:nvSpPr>
      <dsp:spPr>
        <a:xfrm>
          <a:off x="3746308" y="3655367"/>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Channel Integrations</a:t>
          </a:r>
        </a:p>
      </dsp:txBody>
      <dsp:txXfrm>
        <a:off x="3746308" y="3655367"/>
        <a:ext cx="332129" cy="166064"/>
      </dsp:txXfrm>
    </dsp:sp>
    <dsp:sp modelId="{0F3BE9D2-FE1C-400C-9E2D-0E59FB03D403}">
      <dsp:nvSpPr>
        <dsp:cNvPr id="0" name=""/>
        <dsp:cNvSpPr/>
      </dsp:nvSpPr>
      <dsp:spPr>
        <a:xfrm>
          <a:off x="4065152"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Delivery</a:t>
          </a:r>
        </a:p>
      </dsp:txBody>
      <dsp:txXfrm>
        <a:off x="4065152" y="3183743"/>
        <a:ext cx="332129" cy="166064"/>
      </dsp:txXfrm>
    </dsp:sp>
    <dsp:sp modelId="{C75B54DB-3E49-4B47-BD96-C811E653AA13}">
      <dsp:nvSpPr>
        <dsp:cNvPr id="0" name=""/>
        <dsp:cNvSpPr/>
      </dsp:nvSpPr>
      <dsp:spPr>
        <a:xfrm>
          <a:off x="4148185"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Payment Services</a:t>
          </a:r>
        </a:p>
      </dsp:txBody>
      <dsp:txXfrm>
        <a:off x="4148185" y="3419555"/>
        <a:ext cx="332129" cy="166064"/>
      </dsp:txXfrm>
    </dsp:sp>
    <dsp:sp modelId="{9A1B5845-83E6-481B-ADAB-9B3CC54F5594}">
      <dsp:nvSpPr>
        <dsp:cNvPr id="0" name=""/>
        <dsp:cNvSpPr/>
      </dsp:nvSpPr>
      <dsp:spPr>
        <a:xfrm>
          <a:off x="4148185" y="3655367"/>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Chennel Integrations</a:t>
          </a:r>
        </a:p>
      </dsp:txBody>
      <dsp:txXfrm>
        <a:off x="4148185" y="3655367"/>
        <a:ext cx="332129" cy="166064"/>
      </dsp:txXfrm>
    </dsp:sp>
    <dsp:sp modelId="{40F0C546-9A1D-4B1D-9263-B3895EE42751}">
      <dsp:nvSpPr>
        <dsp:cNvPr id="0" name=""/>
        <dsp:cNvSpPr/>
      </dsp:nvSpPr>
      <dsp:spPr>
        <a:xfrm>
          <a:off x="4467029"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Transition</a:t>
          </a:r>
        </a:p>
      </dsp:txBody>
      <dsp:txXfrm>
        <a:off x="4467029" y="3183743"/>
        <a:ext cx="332129" cy="166064"/>
      </dsp:txXfrm>
    </dsp:sp>
    <dsp:sp modelId="{4CA652C3-FD02-492E-B8A5-DA0B66D5315D}">
      <dsp:nvSpPr>
        <dsp:cNvPr id="0" name=""/>
        <dsp:cNvSpPr/>
      </dsp:nvSpPr>
      <dsp:spPr>
        <a:xfrm>
          <a:off x="4550062"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Customer Adoption Plan</a:t>
          </a:r>
        </a:p>
      </dsp:txBody>
      <dsp:txXfrm>
        <a:off x="4550062" y="3419555"/>
        <a:ext cx="332129" cy="166064"/>
      </dsp:txXfrm>
    </dsp:sp>
    <dsp:sp modelId="{858CCC95-E4CA-427E-8CC5-EA54BE327E50}">
      <dsp:nvSpPr>
        <dsp:cNvPr id="0" name=""/>
        <dsp:cNvSpPr/>
      </dsp:nvSpPr>
      <dsp:spPr>
        <a:xfrm>
          <a:off x="4897546" y="2947931"/>
          <a:ext cx="1563291" cy="166064"/>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Subsid ledger</a:t>
          </a:r>
        </a:p>
      </dsp:txBody>
      <dsp:txXfrm>
        <a:off x="4897546" y="2947931"/>
        <a:ext cx="1563291" cy="166064"/>
      </dsp:txXfrm>
    </dsp:sp>
    <dsp:sp modelId="{4D18FC79-1D32-4A57-8194-C37CE7939140}">
      <dsp:nvSpPr>
        <dsp:cNvPr id="0" name=""/>
        <dsp:cNvSpPr/>
      </dsp:nvSpPr>
      <dsp:spPr>
        <a:xfrm>
          <a:off x="4910311"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Discovery</a:t>
          </a:r>
        </a:p>
      </dsp:txBody>
      <dsp:txXfrm>
        <a:off x="4910311" y="3183743"/>
        <a:ext cx="332129" cy="166064"/>
      </dsp:txXfrm>
    </dsp:sp>
    <dsp:sp modelId="{4024B69A-A5B1-4FFD-A105-470485972074}">
      <dsp:nvSpPr>
        <dsp:cNvPr id="0" name=""/>
        <dsp:cNvSpPr/>
      </dsp:nvSpPr>
      <dsp:spPr>
        <a:xfrm>
          <a:off x="4993344"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Subsidy Assessment</a:t>
          </a:r>
        </a:p>
      </dsp:txBody>
      <dsp:txXfrm>
        <a:off x="4993344" y="3419555"/>
        <a:ext cx="332129" cy="166064"/>
      </dsp:txXfrm>
    </dsp:sp>
    <dsp:sp modelId="{EECB86D5-D64F-438B-B9DB-5313C68B36A5}">
      <dsp:nvSpPr>
        <dsp:cNvPr id="0" name=""/>
        <dsp:cNvSpPr/>
      </dsp:nvSpPr>
      <dsp:spPr>
        <a:xfrm>
          <a:off x="4993344" y="3655367"/>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Financial Process Assessment</a:t>
          </a:r>
        </a:p>
      </dsp:txBody>
      <dsp:txXfrm>
        <a:off x="4993344" y="3655367"/>
        <a:ext cx="332129" cy="166064"/>
      </dsp:txXfrm>
    </dsp:sp>
    <dsp:sp modelId="{88A7852B-DB1B-4EC7-A3D3-D7577EA24083}">
      <dsp:nvSpPr>
        <dsp:cNvPr id="0" name=""/>
        <dsp:cNvSpPr/>
      </dsp:nvSpPr>
      <dsp:spPr>
        <a:xfrm>
          <a:off x="4993344" y="3891179"/>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Data Assessment</a:t>
          </a:r>
        </a:p>
      </dsp:txBody>
      <dsp:txXfrm>
        <a:off x="4993344" y="3891179"/>
        <a:ext cx="332129" cy="166064"/>
      </dsp:txXfrm>
    </dsp:sp>
    <dsp:sp modelId="{6F255A7A-696D-4CB9-BAAA-BD4B147C9278}">
      <dsp:nvSpPr>
        <dsp:cNvPr id="0" name=""/>
        <dsp:cNvSpPr/>
      </dsp:nvSpPr>
      <dsp:spPr>
        <a:xfrm>
          <a:off x="5312188"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Design</a:t>
          </a:r>
        </a:p>
      </dsp:txBody>
      <dsp:txXfrm>
        <a:off x="5312188" y="3183743"/>
        <a:ext cx="332129" cy="166064"/>
      </dsp:txXfrm>
    </dsp:sp>
    <dsp:sp modelId="{8A2407D3-EBD6-4D77-90C3-92765B85C633}">
      <dsp:nvSpPr>
        <dsp:cNvPr id="0" name=""/>
        <dsp:cNvSpPr/>
      </dsp:nvSpPr>
      <dsp:spPr>
        <a:xfrm>
          <a:off x="5395220"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Ledger Design</a:t>
          </a:r>
        </a:p>
      </dsp:txBody>
      <dsp:txXfrm>
        <a:off x="5395220" y="3419555"/>
        <a:ext cx="332129" cy="166064"/>
      </dsp:txXfrm>
    </dsp:sp>
    <dsp:sp modelId="{877303BB-A1C1-49E3-8425-6380A19A44B6}">
      <dsp:nvSpPr>
        <dsp:cNvPr id="0" name=""/>
        <dsp:cNvSpPr/>
      </dsp:nvSpPr>
      <dsp:spPr>
        <a:xfrm>
          <a:off x="5395220" y="3655367"/>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Reporting Design</a:t>
          </a:r>
        </a:p>
      </dsp:txBody>
      <dsp:txXfrm>
        <a:off x="5395220" y="3655367"/>
        <a:ext cx="332129" cy="166064"/>
      </dsp:txXfrm>
    </dsp:sp>
    <dsp:sp modelId="{A1B3F0DA-598D-4D5B-A3B7-03AA84C20428}">
      <dsp:nvSpPr>
        <dsp:cNvPr id="0" name=""/>
        <dsp:cNvSpPr/>
      </dsp:nvSpPr>
      <dsp:spPr>
        <a:xfrm>
          <a:off x="5714065"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Delivery</a:t>
          </a:r>
        </a:p>
      </dsp:txBody>
      <dsp:txXfrm>
        <a:off x="5714065" y="3183743"/>
        <a:ext cx="332129" cy="166064"/>
      </dsp:txXfrm>
    </dsp:sp>
    <dsp:sp modelId="{6ADA04BB-B014-4556-AAE6-28679D7C3DC6}">
      <dsp:nvSpPr>
        <dsp:cNvPr id="0" name=""/>
        <dsp:cNvSpPr/>
      </dsp:nvSpPr>
      <dsp:spPr>
        <a:xfrm>
          <a:off x="5797097"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Ledger Components</a:t>
          </a:r>
        </a:p>
      </dsp:txBody>
      <dsp:txXfrm>
        <a:off x="5797097" y="3419555"/>
        <a:ext cx="332129" cy="166064"/>
      </dsp:txXfrm>
    </dsp:sp>
    <dsp:sp modelId="{AC7B7392-2FBA-42D7-8F86-79759B11B8DE}">
      <dsp:nvSpPr>
        <dsp:cNvPr id="0" name=""/>
        <dsp:cNvSpPr/>
      </dsp:nvSpPr>
      <dsp:spPr>
        <a:xfrm>
          <a:off x="5797097" y="3655367"/>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Reporting Components</a:t>
          </a:r>
        </a:p>
      </dsp:txBody>
      <dsp:txXfrm>
        <a:off x="5797097" y="3655367"/>
        <a:ext cx="332129" cy="166064"/>
      </dsp:txXfrm>
    </dsp:sp>
    <dsp:sp modelId="{55448931-3811-4C8C-A990-16F8822F4A54}">
      <dsp:nvSpPr>
        <dsp:cNvPr id="0" name=""/>
        <dsp:cNvSpPr/>
      </dsp:nvSpPr>
      <dsp:spPr>
        <a:xfrm>
          <a:off x="6115942"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Transition</a:t>
          </a:r>
        </a:p>
      </dsp:txBody>
      <dsp:txXfrm>
        <a:off x="6115942" y="3183743"/>
        <a:ext cx="332129" cy="166064"/>
      </dsp:txXfrm>
    </dsp:sp>
    <dsp:sp modelId="{4A53432D-CC54-44C5-8A3F-A7CDEFD746BE}">
      <dsp:nvSpPr>
        <dsp:cNvPr id="0" name=""/>
        <dsp:cNvSpPr/>
      </dsp:nvSpPr>
      <dsp:spPr>
        <a:xfrm>
          <a:off x="6198974"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Finance Operational Model</a:t>
          </a:r>
        </a:p>
      </dsp:txBody>
      <dsp:txXfrm>
        <a:off x="6198974" y="3419555"/>
        <a:ext cx="332129" cy="166064"/>
      </dsp:txXfrm>
    </dsp:sp>
    <dsp:sp modelId="{B6882BBA-C028-45B6-AA74-004B50941257}">
      <dsp:nvSpPr>
        <dsp:cNvPr id="0" name=""/>
        <dsp:cNvSpPr/>
      </dsp:nvSpPr>
      <dsp:spPr>
        <a:xfrm>
          <a:off x="6643306" y="2947931"/>
          <a:ext cx="1931779" cy="166064"/>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Customer Account</a:t>
          </a:r>
        </a:p>
      </dsp:txBody>
      <dsp:txXfrm>
        <a:off x="6643306" y="2947931"/>
        <a:ext cx="1931779" cy="166064"/>
      </dsp:txXfrm>
    </dsp:sp>
    <dsp:sp modelId="{877CA1CD-EE42-45B1-B6A0-23D6C72D87D2}">
      <dsp:nvSpPr>
        <dsp:cNvPr id="0" name=""/>
        <dsp:cNvSpPr/>
      </dsp:nvSpPr>
      <dsp:spPr>
        <a:xfrm>
          <a:off x="6801790"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Discovery</a:t>
          </a:r>
        </a:p>
      </dsp:txBody>
      <dsp:txXfrm>
        <a:off x="6801790" y="3183743"/>
        <a:ext cx="332129" cy="166064"/>
      </dsp:txXfrm>
    </dsp:sp>
    <dsp:sp modelId="{10CE085D-2F87-4D72-B64C-E94D593F7602}">
      <dsp:nvSpPr>
        <dsp:cNvPr id="0" name=""/>
        <dsp:cNvSpPr/>
      </dsp:nvSpPr>
      <dsp:spPr>
        <a:xfrm>
          <a:off x="6600851" y="3419555"/>
          <a:ext cx="332129" cy="166064"/>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Customer Discovery</a:t>
          </a:r>
        </a:p>
      </dsp:txBody>
      <dsp:txXfrm>
        <a:off x="6600851" y="3419555"/>
        <a:ext cx="332129" cy="166064"/>
      </dsp:txXfrm>
    </dsp:sp>
    <dsp:sp modelId="{DEF32698-E10A-4C31-AF88-40E8F271221A}">
      <dsp:nvSpPr>
        <dsp:cNvPr id="0" name=""/>
        <dsp:cNvSpPr/>
      </dsp:nvSpPr>
      <dsp:spPr>
        <a:xfrm>
          <a:off x="6683884" y="3655367"/>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Identity Assessment</a:t>
          </a:r>
        </a:p>
      </dsp:txBody>
      <dsp:txXfrm>
        <a:off x="6683884" y="3655367"/>
        <a:ext cx="332129" cy="166064"/>
      </dsp:txXfrm>
    </dsp:sp>
    <dsp:sp modelId="{0F648730-8BFC-4DC8-A74D-D3255D87FD58}">
      <dsp:nvSpPr>
        <dsp:cNvPr id="0" name=""/>
        <dsp:cNvSpPr/>
      </dsp:nvSpPr>
      <dsp:spPr>
        <a:xfrm>
          <a:off x="6683884" y="3891179"/>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Account Assessment</a:t>
          </a:r>
        </a:p>
      </dsp:txBody>
      <dsp:txXfrm>
        <a:off x="6683884" y="3891179"/>
        <a:ext cx="332129" cy="166064"/>
      </dsp:txXfrm>
    </dsp:sp>
    <dsp:sp modelId="{493E9B97-1901-4683-9B02-187A0D762811}">
      <dsp:nvSpPr>
        <dsp:cNvPr id="0" name=""/>
        <dsp:cNvSpPr/>
      </dsp:nvSpPr>
      <dsp:spPr>
        <a:xfrm>
          <a:off x="6683884" y="4126991"/>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Journey Assessment</a:t>
          </a:r>
        </a:p>
      </dsp:txBody>
      <dsp:txXfrm>
        <a:off x="6683884" y="4126991"/>
        <a:ext cx="332129" cy="166064"/>
      </dsp:txXfrm>
    </dsp:sp>
    <dsp:sp modelId="{41A2E402-A2C4-474A-AF52-E960AC6BED6C}">
      <dsp:nvSpPr>
        <dsp:cNvPr id="0" name=""/>
        <dsp:cNvSpPr/>
      </dsp:nvSpPr>
      <dsp:spPr>
        <a:xfrm>
          <a:off x="7002728" y="3419555"/>
          <a:ext cx="332129" cy="166064"/>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Technical Discovery</a:t>
          </a:r>
        </a:p>
      </dsp:txBody>
      <dsp:txXfrm>
        <a:off x="7002728" y="3419555"/>
        <a:ext cx="332129" cy="166064"/>
      </dsp:txXfrm>
    </dsp:sp>
    <dsp:sp modelId="{49E67E62-2C01-47D1-B4EC-9E00895DFB76}">
      <dsp:nvSpPr>
        <dsp:cNvPr id="0" name=""/>
        <dsp:cNvSpPr/>
      </dsp:nvSpPr>
      <dsp:spPr>
        <a:xfrm>
          <a:off x="7085761" y="3655367"/>
          <a:ext cx="359606" cy="3560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Authentication Assessment</a:t>
          </a:r>
        </a:p>
      </dsp:txBody>
      <dsp:txXfrm>
        <a:off x="7085761" y="3655367"/>
        <a:ext cx="359606" cy="356026"/>
      </dsp:txXfrm>
    </dsp:sp>
    <dsp:sp modelId="{5FC9E703-6BA5-4B1B-9742-1AE456126BDE}">
      <dsp:nvSpPr>
        <dsp:cNvPr id="0" name=""/>
        <dsp:cNvSpPr/>
      </dsp:nvSpPr>
      <dsp:spPr>
        <a:xfrm>
          <a:off x="7085761" y="4081141"/>
          <a:ext cx="437670" cy="31319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CRM Assessment</a:t>
          </a:r>
        </a:p>
      </dsp:txBody>
      <dsp:txXfrm>
        <a:off x="7085761" y="4081141"/>
        <a:ext cx="437670" cy="313194"/>
      </dsp:txXfrm>
    </dsp:sp>
    <dsp:sp modelId="{7BFDFDA9-0E96-458B-AB70-D87709AE2675}">
      <dsp:nvSpPr>
        <dsp:cNvPr id="0" name=""/>
        <dsp:cNvSpPr/>
      </dsp:nvSpPr>
      <dsp:spPr>
        <a:xfrm>
          <a:off x="7432082"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Design</a:t>
          </a:r>
        </a:p>
      </dsp:txBody>
      <dsp:txXfrm>
        <a:off x="7432082" y="3183743"/>
        <a:ext cx="332129" cy="166064"/>
      </dsp:txXfrm>
    </dsp:sp>
    <dsp:sp modelId="{4B77D862-5A6C-4EFB-9E4D-26A9B3AD6BF8}">
      <dsp:nvSpPr>
        <dsp:cNvPr id="0" name=""/>
        <dsp:cNvSpPr/>
      </dsp:nvSpPr>
      <dsp:spPr>
        <a:xfrm>
          <a:off x="7515115"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Customer Account Model</a:t>
          </a:r>
        </a:p>
      </dsp:txBody>
      <dsp:txXfrm>
        <a:off x="7515115" y="3419555"/>
        <a:ext cx="332129" cy="166064"/>
      </dsp:txXfrm>
    </dsp:sp>
    <dsp:sp modelId="{097ABA50-293D-4445-84F9-7F2919DEE820}">
      <dsp:nvSpPr>
        <dsp:cNvPr id="0" name=""/>
        <dsp:cNvSpPr/>
      </dsp:nvSpPr>
      <dsp:spPr>
        <a:xfrm>
          <a:off x="7515115" y="3655367"/>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Identity Model</a:t>
          </a:r>
        </a:p>
      </dsp:txBody>
      <dsp:txXfrm>
        <a:off x="7515115" y="3655367"/>
        <a:ext cx="332129" cy="166064"/>
      </dsp:txXfrm>
    </dsp:sp>
    <dsp:sp modelId="{6DB20552-0B3B-4D12-B06C-E2F8E7440FB1}">
      <dsp:nvSpPr>
        <dsp:cNvPr id="0" name=""/>
        <dsp:cNvSpPr/>
      </dsp:nvSpPr>
      <dsp:spPr>
        <a:xfrm>
          <a:off x="7833959"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Delivery</a:t>
          </a:r>
        </a:p>
      </dsp:txBody>
      <dsp:txXfrm>
        <a:off x="7833959" y="3183743"/>
        <a:ext cx="332129" cy="166064"/>
      </dsp:txXfrm>
    </dsp:sp>
    <dsp:sp modelId="{A27B7638-8AA0-450C-A725-769926F7B9EE}">
      <dsp:nvSpPr>
        <dsp:cNvPr id="0" name=""/>
        <dsp:cNvSpPr/>
      </dsp:nvSpPr>
      <dsp:spPr>
        <a:xfrm>
          <a:off x="7916991"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Account Services</a:t>
          </a:r>
        </a:p>
      </dsp:txBody>
      <dsp:txXfrm>
        <a:off x="7916991" y="3419555"/>
        <a:ext cx="332129" cy="166064"/>
      </dsp:txXfrm>
    </dsp:sp>
    <dsp:sp modelId="{F14A81F5-D175-449B-BB7B-99551BDC2901}">
      <dsp:nvSpPr>
        <dsp:cNvPr id="0" name=""/>
        <dsp:cNvSpPr/>
      </dsp:nvSpPr>
      <dsp:spPr>
        <a:xfrm>
          <a:off x="7916991" y="3655367"/>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Profile Services</a:t>
          </a:r>
        </a:p>
      </dsp:txBody>
      <dsp:txXfrm>
        <a:off x="7916991" y="3655367"/>
        <a:ext cx="332129" cy="166064"/>
      </dsp:txXfrm>
    </dsp:sp>
    <dsp:sp modelId="{FEBB5087-4D1B-4891-A2C5-E2FC9B8DA6CB}">
      <dsp:nvSpPr>
        <dsp:cNvPr id="0" name=""/>
        <dsp:cNvSpPr/>
      </dsp:nvSpPr>
      <dsp:spPr>
        <a:xfrm>
          <a:off x="7916991" y="3891179"/>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Identity Services</a:t>
          </a:r>
        </a:p>
      </dsp:txBody>
      <dsp:txXfrm>
        <a:off x="7916991" y="3891179"/>
        <a:ext cx="332129" cy="166064"/>
      </dsp:txXfrm>
    </dsp:sp>
    <dsp:sp modelId="{AE7A238A-86F7-4A92-865C-18F4FFEBA551}">
      <dsp:nvSpPr>
        <dsp:cNvPr id="0" name=""/>
        <dsp:cNvSpPr/>
      </dsp:nvSpPr>
      <dsp:spPr>
        <a:xfrm>
          <a:off x="8235836"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Transition</a:t>
          </a:r>
        </a:p>
      </dsp:txBody>
      <dsp:txXfrm>
        <a:off x="8235836" y="3183743"/>
        <a:ext cx="332129" cy="166064"/>
      </dsp:txXfrm>
    </dsp:sp>
    <dsp:sp modelId="{E30C3D8E-9EFB-4F65-AA77-ED306EB1682C}">
      <dsp:nvSpPr>
        <dsp:cNvPr id="0" name=""/>
        <dsp:cNvSpPr/>
      </dsp:nvSpPr>
      <dsp:spPr>
        <a:xfrm>
          <a:off x="8318868"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Customer Migration</a:t>
          </a:r>
        </a:p>
      </dsp:txBody>
      <dsp:txXfrm>
        <a:off x="8318868" y="3419555"/>
        <a:ext cx="332129" cy="166064"/>
      </dsp:txXfrm>
    </dsp:sp>
    <dsp:sp modelId="{295B9A4E-8E64-4201-8A7C-5234C3C19A60}">
      <dsp:nvSpPr>
        <dsp:cNvPr id="0" name=""/>
        <dsp:cNvSpPr/>
      </dsp:nvSpPr>
      <dsp:spPr>
        <a:xfrm>
          <a:off x="8318868" y="3655367"/>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Support Model</a:t>
          </a:r>
        </a:p>
      </dsp:txBody>
      <dsp:txXfrm>
        <a:off x="8318868" y="3655367"/>
        <a:ext cx="332129" cy="166064"/>
      </dsp:txXfrm>
    </dsp:sp>
    <dsp:sp modelId="{949025D6-383D-4129-B503-AA9F63878290}">
      <dsp:nvSpPr>
        <dsp:cNvPr id="0" name=""/>
        <dsp:cNvSpPr/>
      </dsp:nvSpPr>
      <dsp:spPr>
        <a:xfrm>
          <a:off x="8720514" y="2947931"/>
          <a:ext cx="1492633" cy="166064"/>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Pricing engine fee management</a:t>
          </a:r>
        </a:p>
      </dsp:txBody>
      <dsp:txXfrm>
        <a:off x="8720514" y="2947931"/>
        <a:ext cx="1492633" cy="166064"/>
      </dsp:txXfrm>
    </dsp:sp>
    <dsp:sp modelId="{629ACA42-75A5-47A9-B63E-1B6A6425DD33}">
      <dsp:nvSpPr>
        <dsp:cNvPr id="0" name=""/>
        <dsp:cNvSpPr/>
      </dsp:nvSpPr>
      <dsp:spPr>
        <a:xfrm>
          <a:off x="8697951"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Discovery</a:t>
          </a:r>
        </a:p>
      </dsp:txBody>
      <dsp:txXfrm>
        <a:off x="8697951" y="3183743"/>
        <a:ext cx="332129" cy="166064"/>
      </dsp:txXfrm>
    </dsp:sp>
    <dsp:sp modelId="{400A4F14-ABE7-45DB-BC34-F71FA2BFE5C0}">
      <dsp:nvSpPr>
        <dsp:cNvPr id="0" name=""/>
        <dsp:cNvSpPr/>
      </dsp:nvSpPr>
      <dsp:spPr>
        <a:xfrm>
          <a:off x="8780984"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Pricing Process Assessment</a:t>
          </a:r>
        </a:p>
      </dsp:txBody>
      <dsp:txXfrm>
        <a:off x="8780984" y="3419555"/>
        <a:ext cx="332129" cy="166064"/>
      </dsp:txXfrm>
    </dsp:sp>
    <dsp:sp modelId="{2EB9E4CB-1F8A-4DE7-8FAF-C5BED80144F2}">
      <dsp:nvSpPr>
        <dsp:cNvPr id="0" name=""/>
        <dsp:cNvSpPr/>
      </dsp:nvSpPr>
      <dsp:spPr>
        <a:xfrm>
          <a:off x="8780984" y="3655367"/>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Fee Assessment</a:t>
          </a:r>
        </a:p>
      </dsp:txBody>
      <dsp:txXfrm>
        <a:off x="8780984" y="3655367"/>
        <a:ext cx="332129" cy="166064"/>
      </dsp:txXfrm>
    </dsp:sp>
    <dsp:sp modelId="{68B72A22-715D-4605-A0F3-9E9346346B74}">
      <dsp:nvSpPr>
        <dsp:cNvPr id="0" name=""/>
        <dsp:cNvSpPr/>
      </dsp:nvSpPr>
      <dsp:spPr>
        <a:xfrm>
          <a:off x="8780984" y="3891179"/>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Legislative Assessment</a:t>
          </a:r>
        </a:p>
      </dsp:txBody>
      <dsp:txXfrm>
        <a:off x="8780984" y="3891179"/>
        <a:ext cx="332129" cy="166064"/>
      </dsp:txXfrm>
    </dsp:sp>
    <dsp:sp modelId="{1A7E5CD3-33AA-43EC-95A3-8639A04AF689}">
      <dsp:nvSpPr>
        <dsp:cNvPr id="0" name=""/>
        <dsp:cNvSpPr/>
      </dsp:nvSpPr>
      <dsp:spPr>
        <a:xfrm>
          <a:off x="9099828"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Design</a:t>
          </a:r>
        </a:p>
      </dsp:txBody>
      <dsp:txXfrm>
        <a:off x="9099828" y="3183743"/>
        <a:ext cx="332129" cy="166064"/>
      </dsp:txXfrm>
    </dsp:sp>
    <dsp:sp modelId="{AB33D127-EC1A-4AFE-B4BB-B3EF5D912A2F}">
      <dsp:nvSpPr>
        <dsp:cNvPr id="0" name=""/>
        <dsp:cNvSpPr/>
      </dsp:nvSpPr>
      <dsp:spPr>
        <a:xfrm>
          <a:off x="9182860"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Pricing Rules Model</a:t>
          </a:r>
        </a:p>
      </dsp:txBody>
      <dsp:txXfrm>
        <a:off x="9182860" y="3419555"/>
        <a:ext cx="332129" cy="166064"/>
      </dsp:txXfrm>
    </dsp:sp>
    <dsp:sp modelId="{4DFFD00E-124F-42FD-BC06-34C79630AD43}">
      <dsp:nvSpPr>
        <dsp:cNvPr id="0" name=""/>
        <dsp:cNvSpPr/>
      </dsp:nvSpPr>
      <dsp:spPr>
        <a:xfrm>
          <a:off x="9182860" y="3655367"/>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Fee Management Design</a:t>
          </a:r>
        </a:p>
      </dsp:txBody>
      <dsp:txXfrm>
        <a:off x="9182860" y="3655367"/>
        <a:ext cx="332129" cy="166064"/>
      </dsp:txXfrm>
    </dsp:sp>
    <dsp:sp modelId="{9875EC1A-83F9-4E2A-BDAC-212FBA64CA45}">
      <dsp:nvSpPr>
        <dsp:cNvPr id="0" name=""/>
        <dsp:cNvSpPr/>
      </dsp:nvSpPr>
      <dsp:spPr>
        <a:xfrm>
          <a:off x="9501705"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Delivery</a:t>
          </a:r>
        </a:p>
      </dsp:txBody>
      <dsp:txXfrm>
        <a:off x="9501705" y="3183743"/>
        <a:ext cx="332129" cy="166064"/>
      </dsp:txXfrm>
    </dsp:sp>
    <dsp:sp modelId="{CA272BC1-FC89-403D-BCA5-2BEB1DA3C0DF}">
      <dsp:nvSpPr>
        <dsp:cNvPr id="0" name=""/>
        <dsp:cNvSpPr/>
      </dsp:nvSpPr>
      <dsp:spPr>
        <a:xfrm>
          <a:off x="9584737"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Pricing Engine</a:t>
          </a:r>
        </a:p>
      </dsp:txBody>
      <dsp:txXfrm>
        <a:off x="9584737" y="3419555"/>
        <a:ext cx="332129" cy="166064"/>
      </dsp:txXfrm>
    </dsp:sp>
    <dsp:sp modelId="{3AB09C24-4E65-4147-AB8E-F6FE406B2EB4}">
      <dsp:nvSpPr>
        <dsp:cNvPr id="0" name=""/>
        <dsp:cNvSpPr/>
      </dsp:nvSpPr>
      <dsp:spPr>
        <a:xfrm>
          <a:off x="9584737" y="3655367"/>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Rules Services</a:t>
          </a:r>
        </a:p>
      </dsp:txBody>
      <dsp:txXfrm>
        <a:off x="9584737" y="3655367"/>
        <a:ext cx="332129" cy="166064"/>
      </dsp:txXfrm>
    </dsp:sp>
    <dsp:sp modelId="{0917EADD-6C67-44BE-A569-3EEFB4C12FD5}">
      <dsp:nvSpPr>
        <dsp:cNvPr id="0" name=""/>
        <dsp:cNvSpPr/>
      </dsp:nvSpPr>
      <dsp:spPr>
        <a:xfrm>
          <a:off x="9903582"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Transition</a:t>
          </a:r>
        </a:p>
      </dsp:txBody>
      <dsp:txXfrm>
        <a:off x="9903582" y="3183743"/>
        <a:ext cx="332129" cy="166064"/>
      </dsp:txXfrm>
    </dsp:sp>
    <dsp:sp modelId="{BD28419B-F13C-4CD0-B3D3-0E4086713D75}">
      <dsp:nvSpPr>
        <dsp:cNvPr id="0" name=""/>
        <dsp:cNvSpPr/>
      </dsp:nvSpPr>
      <dsp:spPr>
        <a:xfrm>
          <a:off x="9986614"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Administrative Procedures</a:t>
          </a:r>
        </a:p>
      </dsp:txBody>
      <dsp:txXfrm>
        <a:off x="9986614" y="3419555"/>
        <a:ext cx="332129" cy="166064"/>
      </dsp:txXfrm>
    </dsp:sp>
    <dsp:sp modelId="{143AF4F4-4FE0-4CA7-B1B3-E01970CC144A}">
      <dsp:nvSpPr>
        <dsp:cNvPr id="0" name=""/>
        <dsp:cNvSpPr/>
      </dsp:nvSpPr>
      <dsp:spPr>
        <a:xfrm>
          <a:off x="10286358" y="2947931"/>
          <a:ext cx="1575961" cy="166064"/>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Quote tool PoC</a:t>
          </a:r>
        </a:p>
      </dsp:txBody>
      <dsp:txXfrm>
        <a:off x="10286358" y="2947931"/>
        <a:ext cx="1575961" cy="166064"/>
      </dsp:txXfrm>
    </dsp:sp>
    <dsp:sp modelId="{F6B27BA5-9559-44BE-A3C9-E3601CCAB8A6}">
      <dsp:nvSpPr>
        <dsp:cNvPr id="0" name=""/>
        <dsp:cNvSpPr/>
      </dsp:nvSpPr>
      <dsp:spPr>
        <a:xfrm>
          <a:off x="10305459"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Discovery</a:t>
          </a:r>
        </a:p>
      </dsp:txBody>
      <dsp:txXfrm>
        <a:off x="10305459" y="3183743"/>
        <a:ext cx="332129" cy="166064"/>
      </dsp:txXfrm>
    </dsp:sp>
    <dsp:sp modelId="{B52DB602-8DD0-424A-A7BF-90A43A1CF2C4}">
      <dsp:nvSpPr>
        <dsp:cNvPr id="0" name=""/>
        <dsp:cNvSpPr/>
      </dsp:nvSpPr>
      <dsp:spPr>
        <a:xfrm>
          <a:off x="10388491"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Business Need Assessment</a:t>
          </a:r>
        </a:p>
      </dsp:txBody>
      <dsp:txXfrm>
        <a:off x="10388491" y="3419555"/>
        <a:ext cx="332129" cy="166064"/>
      </dsp:txXfrm>
    </dsp:sp>
    <dsp:sp modelId="{0656A4C7-C2AF-4550-9F18-794214B5096F}">
      <dsp:nvSpPr>
        <dsp:cNvPr id="0" name=""/>
        <dsp:cNvSpPr/>
      </dsp:nvSpPr>
      <dsp:spPr>
        <a:xfrm>
          <a:off x="10388491" y="3655367"/>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Feasibility Assessment</a:t>
          </a:r>
        </a:p>
      </dsp:txBody>
      <dsp:txXfrm>
        <a:off x="10388491" y="3655367"/>
        <a:ext cx="332129" cy="166064"/>
      </dsp:txXfrm>
    </dsp:sp>
    <dsp:sp modelId="{C21D2407-BF05-4920-8C8B-6695B7838ED9}">
      <dsp:nvSpPr>
        <dsp:cNvPr id="0" name=""/>
        <dsp:cNvSpPr/>
      </dsp:nvSpPr>
      <dsp:spPr>
        <a:xfrm>
          <a:off x="10707336"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Design</a:t>
          </a:r>
        </a:p>
      </dsp:txBody>
      <dsp:txXfrm>
        <a:off x="10707336" y="3183743"/>
        <a:ext cx="332129" cy="166064"/>
      </dsp:txXfrm>
    </dsp:sp>
    <dsp:sp modelId="{2FBD46D6-CD97-4A2F-9D2F-029ADD643CD0}">
      <dsp:nvSpPr>
        <dsp:cNvPr id="0" name=""/>
        <dsp:cNvSpPr/>
      </dsp:nvSpPr>
      <dsp:spPr>
        <a:xfrm>
          <a:off x="10790368"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PoC Design</a:t>
          </a:r>
        </a:p>
      </dsp:txBody>
      <dsp:txXfrm>
        <a:off x="10790368" y="3419555"/>
        <a:ext cx="332129" cy="166064"/>
      </dsp:txXfrm>
    </dsp:sp>
    <dsp:sp modelId="{FABF3838-5C98-4717-A5BE-9885639C8580}">
      <dsp:nvSpPr>
        <dsp:cNvPr id="0" name=""/>
        <dsp:cNvSpPr/>
      </dsp:nvSpPr>
      <dsp:spPr>
        <a:xfrm>
          <a:off x="11109213"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Delivery</a:t>
          </a:r>
        </a:p>
      </dsp:txBody>
      <dsp:txXfrm>
        <a:off x="11109213" y="3183743"/>
        <a:ext cx="332129" cy="166064"/>
      </dsp:txXfrm>
    </dsp:sp>
    <dsp:sp modelId="{843A46F4-9DDD-485E-823A-2E9CBE4EC287}">
      <dsp:nvSpPr>
        <dsp:cNvPr id="0" name=""/>
        <dsp:cNvSpPr/>
      </dsp:nvSpPr>
      <dsp:spPr>
        <a:xfrm>
          <a:off x="11192245"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Quote Tool Prototype</a:t>
          </a:r>
        </a:p>
      </dsp:txBody>
      <dsp:txXfrm>
        <a:off x="11192245" y="3419555"/>
        <a:ext cx="332129" cy="166064"/>
      </dsp:txXfrm>
    </dsp:sp>
    <dsp:sp modelId="{BAC29D16-D5D2-4064-9021-567B309A0AF5}">
      <dsp:nvSpPr>
        <dsp:cNvPr id="0" name=""/>
        <dsp:cNvSpPr/>
      </dsp:nvSpPr>
      <dsp:spPr>
        <a:xfrm>
          <a:off x="11192245" y="3655367"/>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Evaluation Metrics</a:t>
          </a:r>
        </a:p>
      </dsp:txBody>
      <dsp:txXfrm>
        <a:off x="11192245" y="3655367"/>
        <a:ext cx="332129" cy="166064"/>
      </dsp:txXfrm>
    </dsp:sp>
    <dsp:sp modelId="{280E1071-5A46-442F-ACFB-2F1321A723E5}">
      <dsp:nvSpPr>
        <dsp:cNvPr id="0" name=""/>
        <dsp:cNvSpPr/>
      </dsp:nvSpPr>
      <dsp:spPr>
        <a:xfrm>
          <a:off x="11511089" y="3183743"/>
          <a:ext cx="332129" cy="166064"/>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Transition</a:t>
          </a:r>
        </a:p>
      </dsp:txBody>
      <dsp:txXfrm>
        <a:off x="11511089" y="3183743"/>
        <a:ext cx="332129" cy="166064"/>
      </dsp:txXfrm>
    </dsp:sp>
    <dsp:sp modelId="{F2A0797B-C214-4ED1-A27F-3053ED5AB832}">
      <dsp:nvSpPr>
        <dsp:cNvPr id="0" name=""/>
        <dsp:cNvSpPr/>
      </dsp:nvSpPr>
      <dsp:spPr>
        <a:xfrm>
          <a:off x="11594122" y="3419555"/>
          <a:ext cx="332129" cy="166064"/>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Recommendation Report</a:t>
          </a:r>
        </a:p>
      </dsp:txBody>
      <dsp:txXfrm>
        <a:off x="11594122" y="3419555"/>
        <a:ext cx="332129" cy="16606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9F980D-1625-4680-A60F-669D153BD48C}">
      <dsp:nvSpPr>
        <dsp:cNvPr id="0" name=""/>
        <dsp:cNvSpPr/>
      </dsp:nvSpPr>
      <dsp:spPr>
        <a:xfrm>
          <a:off x="0" y="748064"/>
          <a:ext cx="6253721" cy="5405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AU" sz="2200" kern="1200"/>
            <a:t>TS4Bus Data Governance, Model and Ownership</a:t>
          </a:r>
          <a:endParaRPr lang="en-US" sz="2200" kern="1200"/>
        </a:p>
      </dsp:txBody>
      <dsp:txXfrm>
        <a:off x="26387" y="774451"/>
        <a:ext cx="6200947" cy="487766"/>
      </dsp:txXfrm>
    </dsp:sp>
    <dsp:sp modelId="{A467622C-4471-4284-A909-3057EF570ECD}">
      <dsp:nvSpPr>
        <dsp:cNvPr id="0" name=""/>
        <dsp:cNvSpPr/>
      </dsp:nvSpPr>
      <dsp:spPr>
        <a:xfrm>
          <a:off x="0" y="1351964"/>
          <a:ext cx="6253721" cy="540540"/>
        </a:xfrm>
        <a:prstGeom prst="roundRect">
          <a:avLst/>
        </a:prstGeom>
        <a:solidFill>
          <a:schemeClr val="accent2">
            <a:hueOff val="1288723"/>
            <a:satOff val="-3699"/>
            <a:lumOff val="-592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CRM Requirements Discovery</a:t>
          </a:r>
        </a:p>
      </dsp:txBody>
      <dsp:txXfrm>
        <a:off x="26387" y="1378351"/>
        <a:ext cx="6200947" cy="487766"/>
      </dsp:txXfrm>
    </dsp:sp>
    <dsp:sp modelId="{CAECEB6B-BCBE-4898-934C-FFD403FDA405}">
      <dsp:nvSpPr>
        <dsp:cNvPr id="0" name=""/>
        <dsp:cNvSpPr/>
      </dsp:nvSpPr>
      <dsp:spPr>
        <a:xfrm>
          <a:off x="0" y="1955864"/>
          <a:ext cx="6253721" cy="540540"/>
        </a:xfrm>
        <a:prstGeom prst="roundRect">
          <a:avLst/>
        </a:prstGeom>
        <a:solidFill>
          <a:schemeClr val="accent2">
            <a:hueOff val="2577445"/>
            <a:satOff val="-7397"/>
            <a:lumOff val="-1184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AU" sz="2200" kern="1200"/>
            <a:t>Business ID to TMR Account</a:t>
          </a:r>
          <a:endParaRPr lang="en-US" sz="2200" kern="1200"/>
        </a:p>
      </dsp:txBody>
      <dsp:txXfrm>
        <a:off x="26387" y="1982251"/>
        <a:ext cx="6200947" cy="487766"/>
      </dsp:txXfrm>
    </dsp:sp>
    <dsp:sp modelId="{6C149D5F-898A-44C1-A80E-5D976CA7817E}">
      <dsp:nvSpPr>
        <dsp:cNvPr id="0" name=""/>
        <dsp:cNvSpPr/>
      </dsp:nvSpPr>
      <dsp:spPr>
        <a:xfrm>
          <a:off x="0" y="2559764"/>
          <a:ext cx="6253721" cy="540540"/>
        </a:xfrm>
        <a:prstGeom prst="roundRect">
          <a:avLst/>
        </a:prstGeom>
        <a:solidFill>
          <a:schemeClr val="accent2">
            <a:hueOff val="3866169"/>
            <a:satOff val="-11096"/>
            <a:lumOff val="-1776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AU" sz="2200" kern="1200"/>
            <a:t>Rego Related </a:t>
          </a:r>
          <a:r>
            <a:rPr lang="en-AU" sz="2200" kern="1200" err="1"/>
            <a:t>eNotifications</a:t>
          </a:r>
          <a:endParaRPr lang="en-AU" sz="2200" kern="1200"/>
        </a:p>
      </dsp:txBody>
      <dsp:txXfrm>
        <a:off x="26387" y="2586151"/>
        <a:ext cx="6200947" cy="487766"/>
      </dsp:txXfrm>
    </dsp:sp>
    <dsp:sp modelId="{8199B629-2584-416C-9924-80AAF41B3CDC}">
      <dsp:nvSpPr>
        <dsp:cNvPr id="0" name=""/>
        <dsp:cNvSpPr/>
      </dsp:nvSpPr>
      <dsp:spPr>
        <a:xfrm>
          <a:off x="0" y="3163665"/>
          <a:ext cx="6253721" cy="540540"/>
        </a:xfrm>
        <a:prstGeom prst="roundRect">
          <a:avLst/>
        </a:prstGeom>
        <a:solidFill>
          <a:schemeClr val="accent2">
            <a:hueOff val="5154891"/>
            <a:satOff val="-14794"/>
            <a:lumOff val="-2368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AU" sz="2200" kern="1200"/>
            <a:t>Rego Enquiry Online</a:t>
          </a:r>
        </a:p>
      </dsp:txBody>
      <dsp:txXfrm>
        <a:off x="26387" y="3190052"/>
        <a:ext cx="6200947" cy="487766"/>
      </dsp:txXfrm>
    </dsp:sp>
    <dsp:sp modelId="{AAB76878-5FAE-47BD-931C-C3B66048E41F}">
      <dsp:nvSpPr>
        <dsp:cNvPr id="0" name=""/>
        <dsp:cNvSpPr/>
      </dsp:nvSpPr>
      <dsp:spPr>
        <a:xfrm>
          <a:off x="0" y="3767565"/>
          <a:ext cx="6253721" cy="54054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AU" sz="2200" kern="1200"/>
            <a:t>Pay Rego Online</a:t>
          </a:r>
        </a:p>
      </dsp:txBody>
      <dsp:txXfrm>
        <a:off x="26387" y="3793952"/>
        <a:ext cx="6200947" cy="48776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60E231-1D8C-45C2-AD6F-ABC20DB4ADCB}">
      <dsp:nvSpPr>
        <dsp:cNvPr id="0" name=""/>
        <dsp:cNvSpPr/>
      </dsp:nvSpPr>
      <dsp:spPr>
        <a:xfrm>
          <a:off x="5898221" y="780103"/>
          <a:ext cx="92486" cy="1655953"/>
        </a:xfrm>
        <a:custGeom>
          <a:avLst/>
          <a:gdLst/>
          <a:ahLst/>
          <a:cxnLst/>
          <a:rect l="0" t="0" r="0" b="0"/>
          <a:pathLst>
            <a:path>
              <a:moveTo>
                <a:pt x="0" y="0"/>
              </a:moveTo>
              <a:lnTo>
                <a:pt x="0" y="1655953"/>
              </a:lnTo>
              <a:lnTo>
                <a:pt x="92486" y="1655953"/>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B9E3A52-5ADD-4FDC-9778-B22BF9C64CC3}">
      <dsp:nvSpPr>
        <dsp:cNvPr id="0" name=""/>
        <dsp:cNvSpPr/>
      </dsp:nvSpPr>
      <dsp:spPr>
        <a:xfrm>
          <a:off x="5805734" y="780103"/>
          <a:ext cx="92486" cy="1655953"/>
        </a:xfrm>
        <a:custGeom>
          <a:avLst/>
          <a:gdLst/>
          <a:ahLst/>
          <a:cxnLst/>
          <a:rect l="0" t="0" r="0" b="0"/>
          <a:pathLst>
            <a:path>
              <a:moveTo>
                <a:pt x="92486" y="0"/>
              </a:moveTo>
              <a:lnTo>
                <a:pt x="92486" y="1655953"/>
              </a:lnTo>
              <a:lnTo>
                <a:pt x="0" y="1655953"/>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F254F9-5498-41EB-91D0-FCDEF932F19F}">
      <dsp:nvSpPr>
        <dsp:cNvPr id="0" name=""/>
        <dsp:cNvSpPr/>
      </dsp:nvSpPr>
      <dsp:spPr>
        <a:xfrm>
          <a:off x="5898221" y="780103"/>
          <a:ext cx="92486" cy="1030566"/>
        </a:xfrm>
        <a:custGeom>
          <a:avLst/>
          <a:gdLst/>
          <a:ahLst/>
          <a:cxnLst/>
          <a:rect l="0" t="0" r="0" b="0"/>
          <a:pathLst>
            <a:path>
              <a:moveTo>
                <a:pt x="0" y="0"/>
              </a:moveTo>
              <a:lnTo>
                <a:pt x="0" y="1030566"/>
              </a:lnTo>
              <a:lnTo>
                <a:pt x="92486" y="1030566"/>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4AC4B82-FF3B-4E46-9A8B-F92CE2789481}">
      <dsp:nvSpPr>
        <dsp:cNvPr id="0" name=""/>
        <dsp:cNvSpPr/>
      </dsp:nvSpPr>
      <dsp:spPr>
        <a:xfrm>
          <a:off x="5805734" y="780103"/>
          <a:ext cx="92486" cy="1030566"/>
        </a:xfrm>
        <a:custGeom>
          <a:avLst/>
          <a:gdLst/>
          <a:ahLst/>
          <a:cxnLst/>
          <a:rect l="0" t="0" r="0" b="0"/>
          <a:pathLst>
            <a:path>
              <a:moveTo>
                <a:pt x="92486" y="0"/>
              </a:moveTo>
              <a:lnTo>
                <a:pt x="92486" y="1030566"/>
              </a:lnTo>
              <a:lnTo>
                <a:pt x="0" y="1030566"/>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E7DE3C-2088-469E-BD6E-54221CAD9A26}">
      <dsp:nvSpPr>
        <dsp:cNvPr id="0" name=""/>
        <dsp:cNvSpPr/>
      </dsp:nvSpPr>
      <dsp:spPr>
        <a:xfrm>
          <a:off x="5898221" y="780103"/>
          <a:ext cx="92486" cy="405180"/>
        </a:xfrm>
        <a:custGeom>
          <a:avLst/>
          <a:gdLst/>
          <a:ahLst/>
          <a:cxnLst/>
          <a:rect l="0" t="0" r="0" b="0"/>
          <a:pathLst>
            <a:path>
              <a:moveTo>
                <a:pt x="0" y="0"/>
              </a:moveTo>
              <a:lnTo>
                <a:pt x="0" y="405180"/>
              </a:lnTo>
              <a:lnTo>
                <a:pt x="92486" y="405180"/>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4ABBB8-2915-4809-887C-3177C93E17F5}">
      <dsp:nvSpPr>
        <dsp:cNvPr id="0" name=""/>
        <dsp:cNvSpPr/>
      </dsp:nvSpPr>
      <dsp:spPr>
        <a:xfrm>
          <a:off x="5805734" y="780103"/>
          <a:ext cx="92486" cy="405180"/>
        </a:xfrm>
        <a:custGeom>
          <a:avLst/>
          <a:gdLst/>
          <a:ahLst/>
          <a:cxnLst/>
          <a:rect l="0" t="0" r="0" b="0"/>
          <a:pathLst>
            <a:path>
              <a:moveTo>
                <a:pt x="92486" y="0"/>
              </a:moveTo>
              <a:lnTo>
                <a:pt x="92486" y="405180"/>
              </a:lnTo>
              <a:lnTo>
                <a:pt x="0" y="405180"/>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275E6C-EF52-44B6-A1FE-02C759FE80EB}">
      <dsp:nvSpPr>
        <dsp:cNvPr id="0" name=""/>
        <dsp:cNvSpPr/>
      </dsp:nvSpPr>
      <dsp:spPr>
        <a:xfrm>
          <a:off x="10911596" y="3907035"/>
          <a:ext cx="132123" cy="405180"/>
        </a:xfrm>
        <a:custGeom>
          <a:avLst/>
          <a:gdLst/>
          <a:ahLst/>
          <a:cxnLst/>
          <a:rect l="0" t="0" r="0" b="0"/>
          <a:pathLst>
            <a:path>
              <a:moveTo>
                <a:pt x="0" y="0"/>
              </a:moveTo>
              <a:lnTo>
                <a:pt x="0" y="405180"/>
              </a:lnTo>
              <a:lnTo>
                <a:pt x="132123" y="4051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489D5DD-FC37-42DE-962B-6993F423AF34}">
      <dsp:nvSpPr>
        <dsp:cNvPr id="0" name=""/>
        <dsp:cNvSpPr/>
      </dsp:nvSpPr>
      <dsp:spPr>
        <a:xfrm>
          <a:off x="11218207" y="3281649"/>
          <a:ext cx="91440" cy="184973"/>
        </a:xfrm>
        <a:custGeom>
          <a:avLst/>
          <a:gdLst/>
          <a:ahLst/>
          <a:cxnLst/>
          <a:rect l="0" t="0" r="0" b="0"/>
          <a:pathLst>
            <a:path>
              <a:moveTo>
                <a:pt x="45720" y="0"/>
              </a:moveTo>
              <a:lnTo>
                <a:pt x="45720" y="18497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DC2B85-A8D5-4593-867F-DC0483840EB2}">
      <dsp:nvSpPr>
        <dsp:cNvPr id="0" name=""/>
        <dsp:cNvSpPr/>
      </dsp:nvSpPr>
      <dsp:spPr>
        <a:xfrm>
          <a:off x="5898221" y="780103"/>
          <a:ext cx="5365706" cy="2061133"/>
        </a:xfrm>
        <a:custGeom>
          <a:avLst/>
          <a:gdLst/>
          <a:ahLst/>
          <a:cxnLst/>
          <a:rect l="0" t="0" r="0" b="0"/>
          <a:pathLst>
            <a:path>
              <a:moveTo>
                <a:pt x="0" y="0"/>
              </a:moveTo>
              <a:lnTo>
                <a:pt x="0" y="1968646"/>
              </a:lnTo>
              <a:lnTo>
                <a:pt x="5365706" y="1968646"/>
              </a:lnTo>
              <a:lnTo>
                <a:pt x="5365706" y="2061133"/>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13A015-EC16-4B9F-A988-FF8A7BBB88A6}">
      <dsp:nvSpPr>
        <dsp:cNvPr id="0" name=""/>
        <dsp:cNvSpPr/>
      </dsp:nvSpPr>
      <dsp:spPr>
        <a:xfrm>
          <a:off x="9760242" y="3907035"/>
          <a:ext cx="132123" cy="1030566"/>
        </a:xfrm>
        <a:custGeom>
          <a:avLst/>
          <a:gdLst/>
          <a:ahLst/>
          <a:cxnLst/>
          <a:rect l="0" t="0" r="0" b="0"/>
          <a:pathLst>
            <a:path>
              <a:moveTo>
                <a:pt x="0" y="0"/>
              </a:moveTo>
              <a:lnTo>
                <a:pt x="0" y="1030566"/>
              </a:lnTo>
              <a:lnTo>
                <a:pt x="132123" y="103056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43EF91F-8DA5-43EF-8EB3-BB146F5BF4EF}">
      <dsp:nvSpPr>
        <dsp:cNvPr id="0" name=""/>
        <dsp:cNvSpPr/>
      </dsp:nvSpPr>
      <dsp:spPr>
        <a:xfrm>
          <a:off x="9760242" y="3907035"/>
          <a:ext cx="132123" cy="405180"/>
        </a:xfrm>
        <a:custGeom>
          <a:avLst/>
          <a:gdLst/>
          <a:ahLst/>
          <a:cxnLst/>
          <a:rect l="0" t="0" r="0" b="0"/>
          <a:pathLst>
            <a:path>
              <a:moveTo>
                <a:pt x="0" y="0"/>
              </a:moveTo>
              <a:lnTo>
                <a:pt x="0" y="405180"/>
              </a:lnTo>
              <a:lnTo>
                <a:pt x="132123" y="4051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316BAB-E484-4713-88F8-60BFB9ECB2F9}">
      <dsp:nvSpPr>
        <dsp:cNvPr id="0" name=""/>
        <dsp:cNvSpPr/>
      </dsp:nvSpPr>
      <dsp:spPr>
        <a:xfrm>
          <a:off x="9579673" y="3281649"/>
          <a:ext cx="532899" cy="184973"/>
        </a:xfrm>
        <a:custGeom>
          <a:avLst/>
          <a:gdLst/>
          <a:ahLst/>
          <a:cxnLst/>
          <a:rect l="0" t="0" r="0" b="0"/>
          <a:pathLst>
            <a:path>
              <a:moveTo>
                <a:pt x="0" y="0"/>
              </a:moveTo>
              <a:lnTo>
                <a:pt x="0" y="92486"/>
              </a:lnTo>
              <a:lnTo>
                <a:pt x="532899" y="92486"/>
              </a:lnTo>
              <a:lnTo>
                <a:pt x="532899" y="18497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09402AC-4CF6-4F22-8D6A-D3C1188B5393}">
      <dsp:nvSpPr>
        <dsp:cNvPr id="0" name=""/>
        <dsp:cNvSpPr/>
      </dsp:nvSpPr>
      <dsp:spPr>
        <a:xfrm>
          <a:off x="8694443" y="3907035"/>
          <a:ext cx="132123" cy="405180"/>
        </a:xfrm>
        <a:custGeom>
          <a:avLst/>
          <a:gdLst/>
          <a:ahLst/>
          <a:cxnLst/>
          <a:rect l="0" t="0" r="0" b="0"/>
          <a:pathLst>
            <a:path>
              <a:moveTo>
                <a:pt x="0" y="0"/>
              </a:moveTo>
              <a:lnTo>
                <a:pt x="0" y="405180"/>
              </a:lnTo>
              <a:lnTo>
                <a:pt x="132123" y="4051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2C6395-CDA7-4EB2-8956-CE67599F0711}">
      <dsp:nvSpPr>
        <dsp:cNvPr id="0" name=""/>
        <dsp:cNvSpPr/>
      </dsp:nvSpPr>
      <dsp:spPr>
        <a:xfrm>
          <a:off x="9046773" y="3281649"/>
          <a:ext cx="532899" cy="184973"/>
        </a:xfrm>
        <a:custGeom>
          <a:avLst/>
          <a:gdLst/>
          <a:ahLst/>
          <a:cxnLst/>
          <a:rect l="0" t="0" r="0" b="0"/>
          <a:pathLst>
            <a:path>
              <a:moveTo>
                <a:pt x="532899" y="0"/>
              </a:moveTo>
              <a:lnTo>
                <a:pt x="532899" y="92486"/>
              </a:lnTo>
              <a:lnTo>
                <a:pt x="0" y="92486"/>
              </a:lnTo>
              <a:lnTo>
                <a:pt x="0" y="18497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7FA171-3DC1-4B30-B97D-AAB0EE775448}">
      <dsp:nvSpPr>
        <dsp:cNvPr id="0" name=""/>
        <dsp:cNvSpPr/>
      </dsp:nvSpPr>
      <dsp:spPr>
        <a:xfrm>
          <a:off x="5898221" y="780103"/>
          <a:ext cx="3681452" cy="2061133"/>
        </a:xfrm>
        <a:custGeom>
          <a:avLst/>
          <a:gdLst/>
          <a:ahLst/>
          <a:cxnLst/>
          <a:rect l="0" t="0" r="0" b="0"/>
          <a:pathLst>
            <a:path>
              <a:moveTo>
                <a:pt x="0" y="0"/>
              </a:moveTo>
              <a:lnTo>
                <a:pt x="0" y="1968646"/>
              </a:lnTo>
              <a:lnTo>
                <a:pt x="3681452" y="1968646"/>
              </a:lnTo>
              <a:lnTo>
                <a:pt x="3681452" y="2061133"/>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D600AC-D904-45AA-A6C7-5EAC376DA718}">
      <dsp:nvSpPr>
        <dsp:cNvPr id="0" name=""/>
        <dsp:cNvSpPr/>
      </dsp:nvSpPr>
      <dsp:spPr>
        <a:xfrm>
          <a:off x="7585187" y="3907035"/>
          <a:ext cx="132123" cy="1030566"/>
        </a:xfrm>
        <a:custGeom>
          <a:avLst/>
          <a:gdLst/>
          <a:ahLst/>
          <a:cxnLst/>
          <a:rect l="0" t="0" r="0" b="0"/>
          <a:pathLst>
            <a:path>
              <a:moveTo>
                <a:pt x="0" y="0"/>
              </a:moveTo>
              <a:lnTo>
                <a:pt x="0" y="1030566"/>
              </a:lnTo>
              <a:lnTo>
                <a:pt x="132123" y="103056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E6867E7-74AC-4BF1-A9FA-4AC7261C94EA}">
      <dsp:nvSpPr>
        <dsp:cNvPr id="0" name=""/>
        <dsp:cNvSpPr/>
      </dsp:nvSpPr>
      <dsp:spPr>
        <a:xfrm>
          <a:off x="7585187" y="3907035"/>
          <a:ext cx="132123" cy="405180"/>
        </a:xfrm>
        <a:custGeom>
          <a:avLst/>
          <a:gdLst/>
          <a:ahLst/>
          <a:cxnLst/>
          <a:rect l="0" t="0" r="0" b="0"/>
          <a:pathLst>
            <a:path>
              <a:moveTo>
                <a:pt x="0" y="0"/>
              </a:moveTo>
              <a:lnTo>
                <a:pt x="0" y="405180"/>
              </a:lnTo>
              <a:lnTo>
                <a:pt x="132123" y="4051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1396398-C9F6-48F4-AA4F-1E9F79E1591E}">
      <dsp:nvSpPr>
        <dsp:cNvPr id="0" name=""/>
        <dsp:cNvSpPr/>
      </dsp:nvSpPr>
      <dsp:spPr>
        <a:xfrm>
          <a:off x="7404618" y="3281649"/>
          <a:ext cx="532899" cy="184973"/>
        </a:xfrm>
        <a:custGeom>
          <a:avLst/>
          <a:gdLst/>
          <a:ahLst/>
          <a:cxnLst/>
          <a:rect l="0" t="0" r="0" b="0"/>
          <a:pathLst>
            <a:path>
              <a:moveTo>
                <a:pt x="0" y="0"/>
              </a:moveTo>
              <a:lnTo>
                <a:pt x="0" y="92486"/>
              </a:lnTo>
              <a:lnTo>
                <a:pt x="532899" y="92486"/>
              </a:lnTo>
              <a:lnTo>
                <a:pt x="532899" y="18497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7B956F-D72C-4AE4-8D9E-D5EAAA044204}">
      <dsp:nvSpPr>
        <dsp:cNvPr id="0" name=""/>
        <dsp:cNvSpPr/>
      </dsp:nvSpPr>
      <dsp:spPr>
        <a:xfrm>
          <a:off x="6519388" y="3907035"/>
          <a:ext cx="132123" cy="1030566"/>
        </a:xfrm>
        <a:custGeom>
          <a:avLst/>
          <a:gdLst/>
          <a:ahLst/>
          <a:cxnLst/>
          <a:rect l="0" t="0" r="0" b="0"/>
          <a:pathLst>
            <a:path>
              <a:moveTo>
                <a:pt x="0" y="0"/>
              </a:moveTo>
              <a:lnTo>
                <a:pt x="0" y="1030566"/>
              </a:lnTo>
              <a:lnTo>
                <a:pt x="132123" y="103056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104FA65-B4C0-4B7B-8F35-47D7504F3B76}">
      <dsp:nvSpPr>
        <dsp:cNvPr id="0" name=""/>
        <dsp:cNvSpPr/>
      </dsp:nvSpPr>
      <dsp:spPr>
        <a:xfrm>
          <a:off x="6519388" y="3907035"/>
          <a:ext cx="132123" cy="405180"/>
        </a:xfrm>
        <a:custGeom>
          <a:avLst/>
          <a:gdLst/>
          <a:ahLst/>
          <a:cxnLst/>
          <a:rect l="0" t="0" r="0" b="0"/>
          <a:pathLst>
            <a:path>
              <a:moveTo>
                <a:pt x="0" y="0"/>
              </a:moveTo>
              <a:lnTo>
                <a:pt x="0" y="405180"/>
              </a:lnTo>
              <a:lnTo>
                <a:pt x="132123" y="4051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F5DE40-A613-44B8-8873-5CB179E71291}">
      <dsp:nvSpPr>
        <dsp:cNvPr id="0" name=""/>
        <dsp:cNvSpPr/>
      </dsp:nvSpPr>
      <dsp:spPr>
        <a:xfrm>
          <a:off x="6871718" y="3281649"/>
          <a:ext cx="532899" cy="184973"/>
        </a:xfrm>
        <a:custGeom>
          <a:avLst/>
          <a:gdLst/>
          <a:ahLst/>
          <a:cxnLst/>
          <a:rect l="0" t="0" r="0" b="0"/>
          <a:pathLst>
            <a:path>
              <a:moveTo>
                <a:pt x="532899" y="0"/>
              </a:moveTo>
              <a:lnTo>
                <a:pt x="532899" y="92486"/>
              </a:lnTo>
              <a:lnTo>
                <a:pt x="0" y="92486"/>
              </a:lnTo>
              <a:lnTo>
                <a:pt x="0" y="18497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193982-A47D-4ECB-B6F6-8F1D6A7062BB}">
      <dsp:nvSpPr>
        <dsp:cNvPr id="0" name=""/>
        <dsp:cNvSpPr/>
      </dsp:nvSpPr>
      <dsp:spPr>
        <a:xfrm>
          <a:off x="5898221" y="780103"/>
          <a:ext cx="1506397" cy="2061133"/>
        </a:xfrm>
        <a:custGeom>
          <a:avLst/>
          <a:gdLst/>
          <a:ahLst/>
          <a:cxnLst/>
          <a:rect l="0" t="0" r="0" b="0"/>
          <a:pathLst>
            <a:path>
              <a:moveTo>
                <a:pt x="0" y="0"/>
              </a:moveTo>
              <a:lnTo>
                <a:pt x="0" y="1968646"/>
              </a:lnTo>
              <a:lnTo>
                <a:pt x="1506397" y="1968646"/>
              </a:lnTo>
              <a:lnTo>
                <a:pt x="1506397" y="2061133"/>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330A31-E4B1-4DBE-8295-7FF2B6F93947}">
      <dsp:nvSpPr>
        <dsp:cNvPr id="0" name=""/>
        <dsp:cNvSpPr/>
      </dsp:nvSpPr>
      <dsp:spPr>
        <a:xfrm>
          <a:off x="5419355" y="3907035"/>
          <a:ext cx="132123" cy="1030566"/>
        </a:xfrm>
        <a:custGeom>
          <a:avLst/>
          <a:gdLst/>
          <a:ahLst/>
          <a:cxnLst/>
          <a:rect l="0" t="0" r="0" b="0"/>
          <a:pathLst>
            <a:path>
              <a:moveTo>
                <a:pt x="0" y="0"/>
              </a:moveTo>
              <a:lnTo>
                <a:pt x="0" y="1030566"/>
              </a:lnTo>
              <a:lnTo>
                <a:pt x="132123" y="103056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3E2946-2059-42EA-A351-3111CB6D5C07}">
      <dsp:nvSpPr>
        <dsp:cNvPr id="0" name=""/>
        <dsp:cNvSpPr/>
      </dsp:nvSpPr>
      <dsp:spPr>
        <a:xfrm>
          <a:off x="5419355" y="3907035"/>
          <a:ext cx="132123" cy="405180"/>
        </a:xfrm>
        <a:custGeom>
          <a:avLst/>
          <a:gdLst/>
          <a:ahLst/>
          <a:cxnLst/>
          <a:rect l="0" t="0" r="0" b="0"/>
          <a:pathLst>
            <a:path>
              <a:moveTo>
                <a:pt x="0" y="0"/>
              </a:moveTo>
              <a:lnTo>
                <a:pt x="0" y="405180"/>
              </a:lnTo>
              <a:lnTo>
                <a:pt x="132123" y="4051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947F22D-5100-4BE4-9D48-37CDC0BB22B8}">
      <dsp:nvSpPr>
        <dsp:cNvPr id="0" name=""/>
        <dsp:cNvSpPr/>
      </dsp:nvSpPr>
      <dsp:spPr>
        <a:xfrm>
          <a:off x="5238786" y="3281649"/>
          <a:ext cx="532899" cy="184973"/>
        </a:xfrm>
        <a:custGeom>
          <a:avLst/>
          <a:gdLst/>
          <a:ahLst/>
          <a:cxnLst/>
          <a:rect l="0" t="0" r="0" b="0"/>
          <a:pathLst>
            <a:path>
              <a:moveTo>
                <a:pt x="0" y="0"/>
              </a:moveTo>
              <a:lnTo>
                <a:pt x="0" y="92486"/>
              </a:lnTo>
              <a:lnTo>
                <a:pt x="532899" y="92486"/>
              </a:lnTo>
              <a:lnTo>
                <a:pt x="532899" y="18497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3E33AA-274E-4C00-AFCA-9DB6EDEE5D26}">
      <dsp:nvSpPr>
        <dsp:cNvPr id="0" name=""/>
        <dsp:cNvSpPr/>
      </dsp:nvSpPr>
      <dsp:spPr>
        <a:xfrm>
          <a:off x="4353555" y="3907035"/>
          <a:ext cx="132123" cy="1030566"/>
        </a:xfrm>
        <a:custGeom>
          <a:avLst/>
          <a:gdLst/>
          <a:ahLst/>
          <a:cxnLst/>
          <a:rect l="0" t="0" r="0" b="0"/>
          <a:pathLst>
            <a:path>
              <a:moveTo>
                <a:pt x="0" y="0"/>
              </a:moveTo>
              <a:lnTo>
                <a:pt x="0" y="1030566"/>
              </a:lnTo>
              <a:lnTo>
                <a:pt x="132123" y="103056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1F82AE-D204-494B-90C7-632A99586039}">
      <dsp:nvSpPr>
        <dsp:cNvPr id="0" name=""/>
        <dsp:cNvSpPr/>
      </dsp:nvSpPr>
      <dsp:spPr>
        <a:xfrm>
          <a:off x="4353555" y="3907035"/>
          <a:ext cx="132123" cy="405180"/>
        </a:xfrm>
        <a:custGeom>
          <a:avLst/>
          <a:gdLst/>
          <a:ahLst/>
          <a:cxnLst/>
          <a:rect l="0" t="0" r="0" b="0"/>
          <a:pathLst>
            <a:path>
              <a:moveTo>
                <a:pt x="0" y="0"/>
              </a:moveTo>
              <a:lnTo>
                <a:pt x="0" y="405180"/>
              </a:lnTo>
              <a:lnTo>
                <a:pt x="132123" y="4051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884A9FB-42E4-4FD9-8810-1F98F3262087}">
      <dsp:nvSpPr>
        <dsp:cNvPr id="0" name=""/>
        <dsp:cNvSpPr/>
      </dsp:nvSpPr>
      <dsp:spPr>
        <a:xfrm>
          <a:off x="4705886" y="3281649"/>
          <a:ext cx="532899" cy="184973"/>
        </a:xfrm>
        <a:custGeom>
          <a:avLst/>
          <a:gdLst/>
          <a:ahLst/>
          <a:cxnLst/>
          <a:rect l="0" t="0" r="0" b="0"/>
          <a:pathLst>
            <a:path>
              <a:moveTo>
                <a:pt x="532899" y="0"/>
              </a:moveTo>
              <a:lnTo>
                <a:pt x="532899" y="92486"/>
              </a:lnTo>
              <a:lnTo>
                <a:pt x="0" y="92486"/>
              </a:lnTo>
              <a:lnTo>
                <a:pt x="0" y="18497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681CE4-8CA0-49DE-A9F3-C600278D7504}">
      <dsp:nvSpPr>
        <dsp:cNvPr id="0" name=""/>
        <dsp:cNvSpPr/>
      </dsp:nvSpPr>
      <dsp:spPr>
        <a:xfrm>
          <a:off x="5238786" y="780103"/>
          <a:ext cx="659434" cy="2061133"/>
        </a:xfrm>
        <a:custGeom>
          <a:avLst/>
          <a:gdLst/>
          <a:ahLst/>
          <a:cxnLst/>
          <a:rect l="0" t="0" r="0" b="0"/>
          <a:pathLst>
            <a:path>
              <a:moveTo>
                <a:pt x="659434" y="0"/>
              </a:moveTo>
              <a:lnTo>
                <a:pt x="659434" y="1968646"/>
              </a:lnTo>
              <a:lnTo>
                <a:pt x="0" y="1968646"/>
              </a:lnTo>
              <a:lnTo>
                <a:pt x="0" y="2061133"/>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BDBD7F3-6083-4497-968C-19145A3D4B38}">
      <dsp:nvSpPr>
        <dsp:cNvPr id="0" name=""/>
        <dsp:cNvSpPr/>
      </dsp:nvSpPr>
      <dsp:spPr>
        <a:xfrm>
          <a:off x="3287756" y="3907035"/>
          <a:ext cx="132123" cy="1030566"/>
        </a:xfrm>
        <a:custGeom>
          <a:avLst/>
          <a:gdLst/>
          <a:ahLst/>
          <a:cxnLst/>
          <a:rect l="0" t="0" r="0" b="0"/>
          <a:pathLst>
            <a:path>
              <a:moveTo>
                <a:pt x="0" y="0"/>
              </a:moveTo>
              <a:lnTo>
                <a:pt x="0" y="1030566"/>
              </a:lnTo>
              <a:lnTo>
                <a:pt x="132123" y="103056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8EA941-22A2-4756-B568-D27A6756260D}">
      <dsp:nvSpPr>
        <dsp:cNvPr id="0" name=""/>
        <dsp:cNvSpPr/>
      </dsp:nvSpPr>
      <dsp:spPr>
        <a:xfrm>
          <a:off x="3287756" y="3907035"/>
          <a:ext cx="132123" cy="405180"/>
        </a:xfrm>
        <a:custGeom>
          <a:avLst/>
          <a:gdLst/>
          <a:ahLst/>
          <a:cxnLst/>
          <a:rect l="0" t="0" r="0" b="0"/>
          <a:pathLst>
            <a:path>
              <a:moveTo>
                <a:pt x="0" y="0"/>
              </a:moveTo>
              <a:lnTo>
                <a:pt x="0" y="405180"/>
              </a:lnTo>
              <a:lnTo>
                <a:pt x="132123" y="4051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E3C7ECF-52B2-4972-B708-71595BC37092}">
      <dsp:nvSpPr>
        <dsp:cNvPr id="0" name=""/>
        <dsp:cNvSpPr/>
      </dsp:nvSpPr>
      <dsp:spPr>
        <a:xfrm>
          <a:off x="2041387" y="3281649"/>
          <a:ext cx="1598699" cy="184973"/>
        </a:xfrm>
        <a:custGeom>
          <a:avLst/>
          <a:gdLst/>
          <a:ahLst/>
          <a:cxnLst/>
          <a:rect l="0" t="0" r="0" b="0"/>
          <a:pathLst>
            <a:path>
              <a:moveTo>
                <a:pt x="0" y="0"/>
              </a:moveTo>
              <a:lnTo>
                <a:pt x="0" y="92486"/>
              </a:lnTo>
              <a:lnTo>
                <a:pt x="1598699" y="92486"/>
              </a:lnTo>
              <a:lnTo>
                <a:pt x="1598699" y="18497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E2A867-31D4-403E-B790-54B802E39EC7}">
      <dsp:nvSpPr>
        <dsp:cNvPr id="0" name=""/>
        <dsp:cNvSpPr/>
      </dsp:nvSpPr>
      <dsp:spPr>
        <a:xfrm>
          <a:off x="2221956" y="3907035"/>
          <a:ext cx="132123" cy="1030566"/>
        </a:xfrm>
        <a:custGeom>
          <a:avLst/>
          <a:gdLst/>
          <a:ahLst/>
          <a:cxnLst/>
          <a:rect l="0" t="0" r="0" b="0"/>
          <a:pathLst>
            <a:path>
              <a:moveTo>
                <a:pt x="0" y="0"/>
              </a:moveTo>
              <a:lnTo>
                <a:pt x="0" y="1030566"/>
              </a:lnTo>
              <a:lnTo>
                <a:pt x="132123" y="103056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8F7C288-D6AB-4F4F-83B5-1D5B84952672}">
      <dsp:nvSpPr>
        <dsp:cNvPr id="0" name=""/>
        <dsp:cNvSpPr/>
      </dsp:nvSpPr>
      <dsp:spPr>
        <a:xfrm>
          <a:off x="2221956" y="3907035"/>
          <a:ext cx="132123" cy="405180"/>
        </a:xfrm>
        <a:custGeom>
          <a:avLst/>
          <a:gdLst/>
          <a:ahLst/>
          <a:cxnLst/>
          <a:rect l="0" t="0" r="0" b="0"/>
          <a:pathLst>
            <a:path>
              <a:moveTo>
                <a:pt x="0" y="0"/>
              </a:moveTo>
              <a:lnTo>
                <a:pt x="0" y="405180"/>
              </a:lnTo>
              <a:lnTo>
                <a:pt x="132123" y="4051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282935C-36BA-42D1-9CF4-5DC857687C79}">
      <dsp:nvSpPr>
        <dsp:cNvPr id="0" name=""/>
        <dsp:cNvSpPr/>
      </dsp:nvSpPr>
      <dsp:spPr>
        <a:xfrm>
          <a:off x="2041387" y="3281649"/>
          <a:ext cx="532899" cy="184973"/>
        </a:xfrm>
        <a:custGeom>
          <a:avLst/>
          <a:gdLst/>
          <a:ahLst/>
          <a:cxnLst/>
          <a:rect l="0" t="0" r="0" b="0"/>
          <a:pathLst>
            <a:path>
              <a:moveTo>
                <a:pt x="0" y="0"/>
              </a:moveTo>
              <a:lnTo>
                <a:pt x="0" y="92486"/>
              </a:lnTo>
              <a:lnTo>
                <a:pt x="532899" y="92486"/>
              </a:lnTo>
              <a:lnTo>
                <a:pt x="532899" y="18497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05519F-6ECB-4AAF-B47A-F3D32DB6B10C}">
      <dsp:nvSpPr>
        <dsp:cNvPr id="0" name=""/>
        <dsp:cNvSpPr/>
      </dsp:nvSpPr>
      <dsp:spPr>
        <a:xfrm>
          <a:off x="1156157" y="3907035"/>
          <a:ext cx="132123" cy="2281339"/>
        </a:xfrm>
        <a:custGeom>
          <a:avLst/>
          <a:gdLst/>
          <a:ahLst/>
          <a:cxnLst/>
          <a:rect l="0" t="0" r="0" b="0"/>
          <a:pathLst>
            <a:path>
              <a:moveTo>
                <a:pt x="0" y="0"/>
              </a:moveTo>
              <a:lnTo>
                <a:pt x="0" y="2281339"/>
              </a:lnTo>
              <a:lnTo>
                <a:pt x="132123" y="228133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19CF286-327E-4771-A756-F0B2B9DBDA4B}">
      <dsp:nvSpPr>
        <dsp:cNvPr id="0" name=""/>
        <dsp:cNvSpPr/>
      </dsp:nvSpPr>
      <dsp:spPr>
        <a:xfrm>
          <a:off x="1156157" y="3907035"/>
          <a:ext cx="132123" cy="1655953"/>
        </a:xfrm>
        <a:custGeom>
          <a:avLst/>
          <a:gdLst/>
          <a:ahLst/>
          <a:cxnLst/>
          <a:rect l="0" t="0" r="0" b="0"/>
          <a:pathLst>
            <a:path>
              <a:moveTo>
                <a:pt x="0" y="0"/>
              </a:moveTo>
              <a:lnTo>
                <a:pt x="0" y="1655953"/>
              </a:lnTo>
              <a:lnTo>
                <a:pt x="132123" y="165595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E61498-7424-433C-B920-4C4E22FE37C9}">
      <dsp:nvSpPr>
        <dsp:cNvPr id="0" name=""/>
        <dsp:cNvSpPr/>
      </dsp:nvSpPr>
      <dsp:spPr>
        <a:xfrm>
          <a:off x="1156157" y="3907035"/>
          <a:ext cx="132123" cy="1030566"/>
        </a:xfrm>
        <a:custGeom>
          <a:avLst/>
          <a:gdLst/>
          <a:ahLst/>
          <a:cxnLst/>
          <a:rect l="0" t="0" r="0" b="0"/>
          <a:pathLst>
            <a:path>
              <a:moveTo>
                <a:pt x="0" y="0"/>
              </a:moveTo>
              <a:lnTo>
                <a:pt x="0" y="1030566"/>
              </a:lnTo>
              <a:lnTo>
                <a:pt x="132123" y="103056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BEE66D-DBFC-4B5B-824F-AE729B3E2A92}">
      <dsp:nvSpPr>
        <dsp:cNvPr id="0" name=""/>
        <dsp:cNvSpPr/>
      </dsp:nvSpPr>
      <dsp:spPr>
        <a:xfrm>
          <a:off x="1156157" y="3907035"/>
          <a:ext cx="132123" cy="405180"/>
        </a:xfrm>
        <a:custGeom>
          <a:avLst/>
          <a:gdLst/>
          <a:ahLst/>
          <a:cxnLst/>
          <a:rect l="0" t="0" r="0" b="0"/>
          <a:pathLst>
            <a:path>
              <a:moveTo>
                <a:pt x="0" y="0"/>
              </a:moveTo>
              <a:lnTo>
                <a:pt x="0" y="405180"/>
              </a:lnTo>
              <a:lnTo>
                <a:pt x="132123" y="4051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E2B9B1-B808-4C3E-9CA4-FDBFEB7C6E12}">
      <dsp:nvSpPr>
        <dsp:cNvPr id="0" name=""/>
        <dsp:cNvSpPr/>
      </dsp:nvSpPr>
      <dsp:spPr>
        <a:xfrm>
          <a:off x="1508487" y="3281649"/>
          <a:ext cx="532899" cy="184973"/>
        </a:xfrm>
        <a:custGeom>
          <a:avLst/>
          <a:gdLst/>
          <a:ahLst/>
          <a:cxnLst/>
          <a:rect l="0" t="0" r="0" b="0"/>
          <a:pathLst>
            <a:path>
              <a:moveTo>
                <a:pt x="532899" y="0"/>
              </a:moveTo>
              <a:lnTo>
                <a:pt x="532899" y="92486"/>
              </a:lnTo>
              <a:lnTo>
                <a:pt x="0" y="92486"/>
              </a:lnTo>
              <a:lnTo>
                <a:pt x="0" y="18497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7A0AFA-0687-4CD7-A02C-2B5A2A29DC08}">
      <dsp:nvSpPr>
        <dsp:cNvPr id="0" name=""/>
        <dsp:cNvSpPr/>
      </dsp:nvSpPr>
      <dsp:spPr>
        <a:xfrm>
          <a:off x="90357" y="3907035"/>
          <a:ext cx="132123" cy="1030566"/>
        </a:xfrm>
        <a:custGeom>
          <a:avLst/>
          <a:gdLst/>
          <a:ahLst/>
          <a:cxnLst/>
          <a:rect l="0" t="0" r="0" b="0"/>
          <a:pathLst>
            <a:path>
              <a:moveTo>
                <a:pt x="0" y="0"/>
              </a:moveTo>
              <a:lnTo>
                <a:pt x="0" y="1030566"/>
              </a:lnTo>
              <a:lnTo>
                <a:pt x="132123" y="103056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71179AC-5FAC-4A39-B7FF-0414C95E3528}">
      <dsp:nvSpPr>
        <dsp:cNvPr id="0" name=""/>
        <dsp:cNvSpPr/>
      </dsp:nvSpPr>
      <dsp:spPr>
        <a:xfrm>
          <a:off x="90357" y="3907035"/>
          <a:ext cx="132123" cy="405180"/>
        </a:xfrm>
        <a:custGeom>
          <a:avLst/>
          <a:gdLst/>
          <a:ahLst/>
          <a:cxnLst/>
          <a:rect l="0" t="0" r="0" b="0"/>
          <a:pathLst>
            <a:path>
              <a:moveTo>
                <a:pt x="0" y="0"/>
              </a:moveTo>
              <a:lnTo>
                <a:pt x="0" y="405180"/>
              </a:lnTo>
              <a:lnTo>
                <a:pt x="132123" y="405180"/>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A3097E-DF06-4306-90D8-092D17D517A3}">
      <dsp:nvSpPr>
        <dsp:cNvPr id="0" name=""/>
        <dsp:cNvSpPr/>
      </dsp:nvSpPr>
      <dsp:spPr>
        <a:xfrm>
          <a:off x="442688" y="3281649"/>
          <a:ext cx="1598699" cy="184973"/>
        </a:xfrm>
        <a:custGeom>
          <a:avLst/>
          <a:gdLst/>
          <a:ahLst/>
          <a:cxnLst/>
          <a:rect l="0" t="0" r="0" b="0"/>
          <a:pathLst>
            <a:path>
              <a:moveTo>
                <a:pt x="1598699" y="0"/>
              </a:moveTo>
              <a:lnTo>
                <a:pt x="1598699" y="92486"/>
              </a:lnTo>
              <a:lnTo>
                <a:pt x="0" y="92486"/>
              </a:lnTo>
              <a:lnTo>
                <a:pt x="0" y="18497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9DD715D-069C-4BC2-A1E9-3705206A9E7E}">
      <dsp:nvSpPr>
        <dsp:cNvPr id="0" name=""/>
        <dsp:cNvSpPr/>
      </dsp:nvSpPr>
      <dsp:spPr>
        <a:xfrm>
          <a:off x="2041387" y="780103"/>
          <a:ext cx="3856833" cy="2061133"/>
        </a:xfrm>
        <a:custGeom>
          <a:avLst/>
          <a:gdLst/>
          <a:ahLst/>
          <a:cxnLst/>
          <a:rect l="0" t="0" r="0" b="0"/>
          <a:pathLst>
            <a:path>
              <a:moveTo>
                <a:pt x="3856833" y="0"/>
              </a:moveTo>
              <a:lnTo>
                <a:pt x="3856833" y="1968646"/>
              </a:lnTo>
              <a:lnTo>
                <a:pt x="0" y="1968646"/>
              </a:lnTo>
              <a:lnTo>
                <a:pt x="0" y="2061133"/>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8530AC-F178-403E-A897-42E299E5ED21}">
      <dsp:nvSpPr>
        <dsp:cNvPr id="0" name=""/>
        <dsp:cNvSpPr/>
      </dsp:nvSpPr>
      <dsp:spPr>
        <a:xfrm>
          <a:off x="71833" y="339690"/>
          <a:ext cx="11652774" cy="440413"/>
        </a:xfrm>
        <a:prstGeom prst="rect">
          <a:avLst/>
        </a:prstGeom>
        <a:solidFill>
          <a:srgbClr val="002060"/>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AU" sz="2400" kern="1200"/>
            <a:t>Transport Services for Business Customers</a:t>
          </a:r>
        </a:p>
      </dsp:txBody>
      <dsp:txXfrm>
        <a:off x="71833" y="339690"/>
        <a:ext cx="11652774" cy="440413"/>
      </dsp:txXfrm>
    </dsp:sp>
    <dsp:sp modelId="{EF0DF732-FD85-4D52-8905-6DCB2A652547}">
      <dsp:nvSpPr>
        <dsp:cNvPr id="0" name=""/>
        <dsp:cNvSpPr/>
      </dsp:nvSpPr>
      <dsp:spPr>
        <a:xfrm>
          <a:off x="34231" y="2841236"/>
          <a:ext cx="4014312" cy="440413"/>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Product Management &amp; Governance</a:t>
          </a:r>
        </a:p>
      </dsp:txBody>
      <dsp:txXfrm>
        <a:off x="34231" y="2841236"/>
        <a:ext cx="4014312" cy="440413"/>
      </dsp:txXfrm>
    </dsp:sp>
    <dsp:sp modelId="{D7DEFF10-285D-460F-B6C2-3621F12D5071}">
      <dsp:nvSpPr>
        <dsp:cNvPr id="0" name=""/>
        <dsp:cNvSpPr/>
      </dsp:nvSpPr>
      <dsp:spPr>
        <a:xfrm>
          <a:off x="2275" y="3466622"/>
          <a:ext cx="880826" cy="440413"/>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Planning &amp; Control</a:t>
          </a:r>
        </a:p>
      </dsp:txBody>
      <dsp:txXfrm>
        <a:off x="2275" y="3466622"/>
        <a:ext cx="880826" cy="440413"/>
      </dsp:txXfrm>
    </dsp:sp>
    <dsp:sp modelId="{88D6AF2A-AB2A-4DDC-9F25-5FEB13DE3F9A}">
      <dsp:nvSpPr>
        <dsp:cNvPr id="0" name=""/>
        <dsp:cNvSpPr/>
      </dsp:nvSpPr>
      <dsp:spPr>
        <a:xfrm>
          <a:off x="222481" y="4092009"/>
          <a:ext cx="880826" cy="44041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Product Description</a:t>
          </a:r>
        </a:p>
      </dsp:txBody>
      <dsp:txXfrm>
        <a:off x="222481" y="4092009"/>
        <a:ext cx="880826" cy="440413"/>
      </dsp:txXfrm>
    </dsp:sp>
    <dsp:sp modelId="{80857E5D-5A40-47FA-A4DC-63DCAE736606}">
      <dsp:nvSpPr>
        <dsp:cNvPr id="0" name=""/>
        <dsp:cNvSpPr/>
      </dsp:nvSpPr>
      <dsp:spPr>
        <a:xfrm>
          <a:off x="222481" y="4717395"/>
          <a:ext cx="880826" cy="44041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Delivery Plan</a:t>
          </a:r>
        </a:p>
      </dsp:txBody>
      <dsp:txXfrm>
        <a:off x="222481" y="4717395"/>
        <a:ext cx="880826" cy="440413"/>
      </dsp:txXfrm>
    </dsp:sp>
    <dsp:sp modelId="{E053A169-9C0A-4979-A9C3-739101C47B4F}">
      <dsp:nvSpPr>
        <dsp:cNvPr id="0" name=""/>
        <dsp:cNvSpPr/>
      </dsp:nvSpPr>
      <dsp:spPr>
        <a:xfrm>
          <a:off x="1068074" y="3466622"/>
          <a:ext cx="880826" cy="440413"/>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Risk, Issue &amp; Assurance</a:t>
          </a:r>
        </a:p>
      </dsp:txBody>
      <dsp:txXfrm>
        <a:off x="1068074" y="3466622"/>
        <a:ext cx="880826" cy="440413"/>
      </dsp:txXfrm>
    </dsp:sp>
    <dsp:sp modelId="{9602321A-0529-41BB-8BDE-C5896B1187CD}">
      <dsp:nvSpPr>
        <dsp:cNvPr id="0" name=""/>
        <dsp:cNvSpPr/>
      </dsp:nvSpPr>
      <dsp:spPr>
        <a:xfrm>
          <a:off x="1288281" y="4092009"/>
          <a:ext cx="880826" cy="44041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Risk Register</a:t>
          </a:r>
        </a:p>
      </dsp:txBody>
      <dsp:txXfrm>
        <a:off x="1288281" y="4092009"/>
        <a:ext cx="880826" cy="440413"/>
      </dsp:txXfrm>
    </dsp:sp>
    <dsp:sp modelId="{F4DC1B83-6C23-49DE-87E8-6B79DB8CBA59}">
      <dsp:nvSpPr>
        <dsp:cNvPr id="0" name=""/>
        <dsp:cNvSpPr/>
      </dsp:nvSpPr>
      <dsp:spPr>
        <a:xfrm>
          <a:off x="1288281" y="4717395"/>
          <a:ext cx="880826" cy="44041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Issue Register</a:t>
          </a:r>
        </a:p>
      </dsp:txBody>
      <dsp:txXfrm>
        <a:off x="1288281" y="4717395"/>
        <a:ext cx="880826" cy="440413"/>
      </dsp:txXfrm>
    </dsp:sp>
    <dsp:sp modelId="{81E07694-06DE-4DA4-BA15-F7FF4EF31C21}">
      <dsp:nvSpPr>
        <dsp:cNvPr id="0" name=""/>
        <dsp:cNvSpPr/>
      </dsp:nvSpPr>
      <dsp:spPr>
        <a:xfrm>
          <a:off x="1288281" y="5342782"/>
          <a:ext cx="880826" cy="44041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Quality Register</a:t>
          </a:r>
        </a:p>
      </dsp:txBody>
      <dsp:txXfrm>
        <a:off x="1288281" y="5342782"/>
        <a:ext cx="880826" cy="440413"/>
      </dsp:txXfrm>
    </dsp:sp>
    <dsp:sp modelId="{7B137947-D56C-407A-8B26-BA72901EA159}">
      <dsp:nvSpPr>
        <dsp:cNvPr id="0" name=""/>
        <dsp:cNvSpPr/>
      </dsp:nvSpPr>
      <dsp:spPr>
        <a:xfrm>
          <a:off x="1288281" y="5968168"/>
          <a:ext cx="880826" cy="44041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Assumptions Log</a:t>
          </a:r>
        </a:p>
      </dsp:txBody>
      <dsp:txXfrm>
        <a:off x="1288281" y="5968168"/>
        <a:ext cx="880826" cy="440413"/>
      </dsp:txXfrm>
    </dsp:sp>
    <dsp:sp modelId="{ED485508-0335-465D-B2BE-F208E31B5FAA}">
      <dsp:nvSpPr>
        <dsp:cNvPr id="0" name=""/>
        <dsp:cNvSpPr/>
      </dsp:nvSpPr>
      <dsp:spPr>
        <a:xfrm>
          <a:off x="2133874" y="3466622"/>
          <a:ext cx="880826" cy="440413"/>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Change &amp; Configuration Control</a:t>
          </a:r>
        </a:p>
      </dsp:txBody>
      <dsp:txXfrm>
        <a:off x="2133874" y="3466622"/>
        <a:ext cx="880826" cy="440413"/>
      </dsp:txXfrm>
    </dsp:sp>
    <dsp:sp modelId="{FB93CA0E-E6CE-4F14-88AC-8614787B9A43}">
      <dsp:nvSpPr>
        <dsp:cNvPr id="0" name=""/>
        <dsp:cNvSpPr/>
      </dsp:nvSpPr>
      <dsp:spPr>
        <a:xfrm>
          <a:off x="2354080" y="4092009"/>
          <a:ext cx="880826" cy="44041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b="0" i="0" u="none" kern="1200"/>
            <a:t>Configuration Item Record</a:t>
          </a:r>
          <a:r>
            <a:rPr lang="en-AU" sz="800" kern="1200"/>
            <a:t> </a:t>
          </a:r>
        </a:p>
      </dsp:txBody>
      <dsp:txXfrm>
        <a:off x="2354080" y="4092009"/>
        <a:ext cx="880826" cy="440413"/>
      </dsp:txXfrm>
    </dsp:sp>
    <dsp:sp modelId="{52B16FFE-364E-498E-A9B3-C43BC3B88381}">
      <dsp:nvSpPr>
        <dsp:cNvPr id="0" name=""/>
        <dsp:cNvSpPr/>
      </dsp:nvSpPr>
      <dsp:spPr>
        <a:xfrm>
          <a:off x="2354080" y="4717395"/>
          <a:ext cx="880826" cy="44041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b="0" i="0" u="none" kern="1200"/>
            <a:t>Change Register</a:t>
          </a:r>
          <a:r>
            <a:rPr lang="en-AU" sz="800" kern="1200"/>
            <a:t> </a:t>
          </a:r>
        </a:p>
      </dsp:txBody>
      <dsp:txXfrm>
        <a:off x="2354080" y="4717395"/>
        <a:ext cx="880826" cy="440413"/>
      </dsp:txXfrm>
    </dsp:sp>
    <dsp:sp modelId="{BC5145C2-F5F8-4F0A-98B6-E0C52595BF1E}">
      <dsp:nvSpPr>
        <dsp:cNvPr id="0" name=""/>
        <dsp:cNvSpPr/>
      </dsp:nvSpPr>
      <dsp:spPr>
        <a:xfrm>
          <a:off x="3199673" y="3466622"/>
          <a:ext cx="880826" cy="440413"/>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Closure &amp; Continuous Improvement</a:t>
          </a:r>
        </a:p>
      </dsp:txBody>
      <dsp:txXfrm>
        <a:off x="3199673" y="3466622"/>
        <a:ext cx="880826" cy="440413"/>
      </dsp:txXfrm>
    </dsp:sp>
    <dsp:sp modelId="{FDDCF144-34C8-47DC-8A61-AD413DD9A0C0}">
      <dsp:nvSpPr>
        <dsp:cNvPr id="0" name=""/>
        <dsp:cNvSpPr/>
      </dsp:nvSpPr>
      <dsp:spPr>
        <a:xfrm>
          <a:off x="3419880" y="4092009"/>
          <a:ext cx="880826" cy="44041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Acceptance / Sign-off Record</a:t>
          </a:r>
        </a:p>
      </dsp:txBody>
      <dsp:txXfrm>
        <a:off x="3419880" y="4092009"/>
        <a:ext cx="880826" cy="440413"/>
      </dsp:txXfrm>
    </dsp:sp>
    <dsp:sp modelId="{ABFB3F97-6CE9-4E52-918E-35F874A43BCD}">
      <dsp:nvSpPr>
        <dsp:cNvPr id="0" name=""/>
        <dsp:cNvSpPr/>
      </dsp:nvSpPr>
      <dsp:spPr>
        <a:xfrm>
          <a:off x="3419880" y="4717395"/>
          <a:ext cx="880826" cy="44041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Lessons Learned Log</a:t>
          </a:r>
        </a:p>
      </dsp:txBody>
      <dsp:txXfrm>
        <a:off x="3419880" y="4717395"/>
        <a:ext cx="880826" cy="440413"/>
      </dsp:txXfrm>
    </dsp:sp>
    <dsp:sp modelId="{99F6D3EC-9833-4C01-AE72-D18361D51C5B}">
      <dsp:nvSpPr>
        <dsp:cNvPr id="0" name=""/>
        <dsp:cNvSpPr/>
      </dsp:nvSpPr>
      <dsp:spPr>
        <a:xfrm>
          <a:off x="4247011" y="2841236"/>
          <a:ext cx="1983549" cy="440413"/>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Requirements &amp; Design</a:t>
          </a:r>
        </a:p>
      </dsp:txBody>
      <dsp:txXfrm>
        <a:off x="4247011" y="2841236"/>
        <a:ext cx="1983549" cy="440413"/>
      </dsp:txXfrm>
    </dsp:sp>
    <dsp:sp modelId="{CB02243B-C17F-4AA8-825F-D4F211D97915}">
      <dsp:nvSpPr>
        <dsp:cNvPr id="0" name=""/>
        <dsp:cNvSpPr/>
      </dsp:nvSpPr>
      <dsp:spPr>
        <a:xfrm>
          <a:off x="4265473" y="3466622"/>
          <a:ext cx="880826" cy="440413"/>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Current State &amp; Requirements</a:t>
          </a:r>
        </a:p>
      </dsp:txBody>
      <dsp:txXfrm>
        <a:off x="4265473" y="3466622"/>
        <a:ext cx="880826" cy="440413"/>
      </dsp:txXfrm>
    </dsp:sp>
    <dsp:sp modelId="{78F581A2-A236-4AAE-9594-81595AF744C3}">
      <dsp:nvSpPr>
        <dsp:cNvPr id="0" name=""/>
        <dsp:cNvSpPr/>
      </dsp:nvSpPr>
      <dsp:spPr>
        <a:xfrm>
          <a:off x="4485679" y="4092009"/>
          <a:ext cx="880826" cy="44041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Current State Assessment</a:t>
          </a:r>
        </a:p>
      </dsp:txBody>
      <dsp:txXfrm>
        <a:off x="4485679" y="4092009"/>
        <a:ext cx="880826" cy="440413"/>
      </dsp:txXfrm>
    </dsp:sp>
    <dsp:sp modelId="{5C7EA8F3-06B8-4CA9-AB03-BC7A37C3AC8C}">
      <dsp:nvSpPr>
        <dsp:cNvPr id="0" name=""/>
        <dsp:cNvSpPr/>
      </dsp:nvSpPr>
      <dsp:spPr>
        <a:xfrm>
          <a:off x="4485679" y="4717395"/>
          <a:ext cx="880826" cy="44041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Business Requirements</a:t>
          </a:r>
        </a:p>
      </dsp:txBody>
      <dsp:txXfrm>
        <a:off x="4485679" y="4717395"/>
        <a:ext cx="880826" cy="440413"/>
      </dsp:txXfrm>
    </dsp:sp>
    <dsp:sp modelId="{6AC24378-0A44-4A7E-8BBF-103B1AD48708}">
      <dsp:nvSpPr>
        <dsp:cNvPr id="0" name=""/>
        <dsp:cNvSpPr/>
      </dsp:nvSpPr>
      <dsp:spPr>
        <a:xfrm>
          <a:off x="5331272" y="3466622"/>
          <a:ext cx="880826" cy="440413"/>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Solution Design</a:t>
          </a:r>
        </a:p>
      </dsp:txBody>
      <dsp:txXfrm>
        <a:off x="5331272" y="3466622"/>
        <a:ext cx="880826" cy="440413"/>
      </dsp:txXfrm>
    </dsp:sp>
    <dsp:sp modelId="{B5BB71F7-A0FC-4F6C-B14D-D1D62FA86602}">
      <dsp:nvSpPr>
        <dsp:cNvPr id="0" name=""/>
        <dsp:cNvSpPr/>
      </dsp:nvSpPr>
      <dsp:spPr>
        <a:xfrm>
          <a:off x="5551479" y="4092009"/>
          <a:ext cx="880826" cy="44041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Functional Specification</a:t>
          </a:r>
        </a:p>
      </dsp:txBody>
      <dsp:txXfrm>
        <a:off x="5551479" y="4092009"/>
        <a:ext cx="880826" cy="440413"/>
      </dsp:txXfrm>
    </dsp:sp>
    <dsp:sp modelId="{821E3EC7-A6B7-46AC-8BCF-806121184152}">
      <dsp:nvSpPr>
        <dsp:cNvPr id="0" name=""/>
        <dsp:cNvSpPr/>
      </dsp:nvSpPr>
      <dsp:spPr>
        <a:xfrm>
          <a:off x="5551479" y="4717395"/>
          <a:ext cx="880826" cy="44041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Technical Specification</a:t>
          </a:r>
        </a:p>
      </dsp:txBody>
      <dsp:txXfrm>
        <a:off x="5551479" y="4717395"/>
        <a:ext cx="880826" cy="440413"/>
      </dsp:txXfrm>
    </dsp:sp>
    <dsp:sp modelId="{2A36DFCF-50EA-4F73-AE79-4C68056A9760}">
      <dsp:nvSpPr>
        <dsp:cNvPr id="0" name=""/>
        <dsp:cNvSpPr/>
      </dsp:nvSpPr>
      <dsp:spPr>
        <a:xfrm>
          <a:off x="6415534" y="2841236"/>
          <a:ext cx="1978168" cy="440413"/>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Business Process &amp; Operating Model</a:t>
          </a:r>
        </a:p>
      </dsp:txBody>
      <dsp:txXfrm>
        <a:off x="6415534" y="2841236"/>
        <a:ext cx="1978168" cy="440413"/>
      </dsp:txXfrm>
    </dsp:sp>
    <dsp:sp modelId="{9EA1F9B9-4D92-4870-BBD2-CB4F964CD17D}">
      <dsp:nvSpPr>
        <dsp:cNvPr id="0" name=""/>
        <dsp:cNvSpPr/>
      </dsp:nvSpPr>
      <dsp:spPr>
        <a:xfrm>
          <a:off x="6431305" y="3466622"/>
          <a:ext cx="880826" cy="440413"/>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Process Design</a:t>
          </a:r>
        </a:p>
      </dsp:txBody>
      <dsp:txXfrm>
        <a:off x="6431305" y="3466622"/>
        <a:ext cx="880826" cy="440413"/>
      </dsp:txXfrm>
    </dsp:sp>
    <dsp:sp modelId="{550D8D09-93EA-4A4E-97F1-95DB55475A48}">
      <dsp:nvSpPr>
        <dsp:cNvPr id="0" name=""/>
        <dsp:cNvSpPr/>
      </dsp:nvSpPr>
      <dsp:spPr>
        <a:xfrm>
          <a:off x="6651512" y="4092009"/>
          <a:ext cx="880826" cy="44041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Business Process Maps</a:t>
          </a:r>
        </a:p>
      </dsp:txBody>
      <dsp:txXfrm>
        <a:off x="6651512" y="4092009"/>
        <a:ext cx="880826" cy="440413"/>
      </dsp:txXfrm>
    </dsp:sp>
    <dsp:sp modelId="{016EC23A-2D0E-41F6-A49C-4A8A9AA629EE}">
      <dsp:nvSpPr>
        <dsp:cNvPr id="0" name=""/>
        <dsp:cNvSpPr/>
      </dsp:nvSpPr>
      <dsp:spPr>
        <a:xfrm>
          <a:off x="6651512" y="4717395"/>
          <a:ext cx="880826" cy="44041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Target Operating Model</a:t>
          </a:r>
        </a:p>
      </dsp:txBody>
      <dsp:txXfrm>
        <a:off x="6651512" y="4717395"/>
        <a:ext cx="880826" cy="440413"/>
      </dsp:txXfrm>
    </dsp:sp>
    <dsp:sp modelId="{55D6CDA0-E2F8-4F44-91CF-D45B8B7CACAF}">
      <dsp:nvSpPr>
        <dsp:cNvPr id="0" name=""/>
        <dsp:cNvSpPr/>
      </dsp:nvSpPr>
      <dsp:spPr>
        <a:xfrm>
          <a:off x="7497105" y="3466622"/>
          <a:ext cx="880826" cy="440413"/>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Policy, Structure &amp; Procedures</a:t>
          </a:r>
        </a:p>
      </dsp:txBody>
      <dsp:txXfrm>
        <a:off x="7497105" y="3466622"/>
        <a:ext cx="880826" cy="440413"/>
      </dsp:txXfrm>
    </dsp:sp>
    <dsp:sp modelId="{3865DB16-34F6-41C8-ABAD-5A68CDC1E618}">
      <dsp:nvSpPr>
        <dsp:cNvPr id="0" name=""/>
        <dsp:cNvSpPr/>
      </dsp:nvSpPr>
      <dsp:spPr>
        <a:xfrm>
          <a:off x="7717311" y="4092009"/>
          <a:ext cx="880826" cy="44041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Revised Policies &amp; Procedures</a:t>
          </a:r>
        </a:p>
      </dsp:txBody>
      <dsp:txXfrm>
        <a:off x="7717311" y="4092009"/>
        <a:ext cx="880826" cy="440413"/>
      </dsp:txXfrm>
    </dsp:sp>
    <dsp:sp modelId="{0A5EED6C-F2BD-4DA1-9DA3-1CF629ED9ABF}">
      <dsp:nvSpPr>
        <dsp:cNvPr id="0" name=""/>
        <dsp:cNvSpPr/>
      </dsp:nvSpPr>
      <dsp:spPr>
        <a:xfrm>
          <a:off x="7717311" y="4717395"/>
          <a:ext cx="880826" cy="44041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Org Structure &amp; RACI Changes</a:t>
          </a:r>
        </a:p>
      </dsp:txBody>
      <dsp:txXfrm>
        <a:off x="7717311" y="4717395"/>
        <a:ext cx="880826" cy="440413"/>
      </dsp:txXfrm>
    </dsp:sp>
    <dsp:sp modelId="{858CCC95-E4CA-427E-8CC5-EA54BE327E50}">
      <dsp:nvSpPr>
        <dsp:cNvPr id="0" name=""/>
        <dsp:cNvSpPr/>
      </dsp:nvSpPr>
      <dsp:spPr>
        <a:xfrm>
          <a:off x="8578676" y="2841236"/>
          <a:ext cx="2001994" cy="440413"/>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Change Impact &amp; Business Readiness</a:t>
          </a:r>
        </a:p>
      </dsp:txBody>
      <dsp:txXfrm>
        <a:off x="8578676" y="2841236"/>
        <a:ext cx="2001994" cy="440413"/>
      </dsp:txXfrm>
    </dsp:sp>
    <dsp:sp modelId="{F5119AFF-7505-49C6-B8CC-5346C5423816}">
      <dsp:nvSpPr>
        <dsp:cNvPr id="0" name=""/>
        <dsp:cNvSpPr/>
      </dsp:nvSpPr>
      <dsp:spPr>
        <a:xfrm>
          <a:off x="8606360" y="3466622"/>
          <a:ext cx="880826" cy="440413"/>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Impact Assessment</a:t>
          </a:r>
        </a:p>
      </dsp:txBody>
      <dsp:txXfrm>
        <a:off x="8606360" y="3466622"/>
        <a:ext cx="880826" cy="440413"/>
      </dsp:txXfrm>
    </dsp:sp>
    <dsp:sp modelId="{7845EB6B-B9D0-4329-A00A-A032CFA8607F}">
      <dsp:nvSpPr>
        <dsp:cNvPr id="0" name=""/>
        <dsp:cNvSpPr/>
      </dsp:nvSpPr>
      <dsp:spPr>
        <a:xfrm>
          <a:off x="8826567" y="4092009"/>
          <a:ext cx="880826" cy="44041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Change Impact Assessment</a:t>
          </a:r>
        </a:p>
      </dsp:txBody>
      <dsp:txXfrm>
        <a:off x="8826567" y="4092009"/>
        <a:ext cx="880826" cy="440413"/>
      </dsp:txXfrm>
    </dsp:sp>
    <dsp:sp modelId="{8D4EDDFD-3F99-48DD-B17E-DED0EC8CDDD0}">
      <dsp:nvSpPr>
        <dsp:cNvPr id="0" name=""/>
        <dsp:cNvSpPr/>
      </dsp:nvSpPr>
      <dsp:spPr>
        <a:xfrm>
          <a:off x="9672160" y="3466622"/>
          <a:ext cx="880826" cy="440413"/>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Readiness &amp; Adoption</a:t>
          </a:r>
        </a:p>
      </dsp:txBody>
      <dsp:txXfrm>
        <a:off x="9672160" y="3466622"/>
        <a:ext cx="880826" cy="440413"/>
      </dsp:txXfrm>
    </dsp:sp>
    <dsp:sp modelId="{6EE46714-DE7C-41DB-BFF7-B9C85E642D2D}">
      <dsp:nvSpPr>
        <dsp:cNvPr id="0" name=""/>
        <dsp:cNvSpPr/>
      </dsp:nvSpPr>
      <dsp:spPr>
        <a:xfrm>
          <a:off x="9892366" y="4092009"/>
          <a:ext cx="880826" cy="44041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Business Readiness Assessment</a:t>
          </a:r>
        </a:p>
      </dsp:txBody>
      <dsp:txXfrm>
        <a:off x="9892366" y="4092009"/>
        <a:ext cx="880826" cy="440413"/>
      </dsp:txXfrm>
    </dsp:sp>
    <dsp:sp modelId="{23C620D9-0E46-4B77-A12F-3537A154FCBA}">
      <dsp:nvSpPr>
        <dsp:cNvPr id="0" name=""/>
        <dsp:cNvSpPr/>
      </dsp:nvSpPr>
      <dsp:spPr>
        <a:xfrm>
          <a:off x="9892366" y="4717395"/>
          <a:ext cx="880826" cy="44041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User Work Instructions</a:t>
          </a:r>
        </a:p>
      </dsp:txBody>
      <dsp:txXfrm>
        <a:off x="9892366" y="4717395"/>
        <a:ext cx="880826" cy="440413"/>
      </dsp:txXfrm>
    </dsp:sp>
    <dsp:sp modelId="{B6882BBA-C028-45B6-AA74-004B50941257}">
      <dsp:nvSpPr>
        <dsp:cNvPr id="0" name=""/>
        <dsp:cNvSpPr/>
      </dsp:nvSpPr>
      <dsp:spPr>
        <a:xfrm>
          <a:off x="10765644" y="2841236"/>
          <a:ext cx="996566" cy="440413"/>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Benefits Realisation</a:t>
          </a:r>
        </a:p>
      </dsp:txBody>
      <dsp:txXfrm>
        <a:off x="10765644" y="2841236"/>
        <a:ext cx="996566" cy="440413"/>
      </dsp:txXfrm>
    </dsp:sp>
    <dsp:sp modelId="{D27AD6E2-F859-4EE0-99E8-AC86C2B80631}">
      <dsp:nvSpPr>
        <dsp:cNvPr id="0" name=""/>
        <dsp:cNvSpPr/>
      </dsp:nvSpPr>
      <dsp:spPr>
        <a:xfrm>
          <a:off x="10823514" y="3466622"/>
          <a:ext cx="880826" cy="440413"/>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Benefits Planning</a:t>
          </a:r>
        </a:p>
      </dsp:txBody>
      <dsp:txXfrm>
        <a:off x="10823514" y="3466622"/>
        <a:ext cx="880826" cy="440413"/>
      </dsp:txXfrm>
    </dsp:sp>
    <dsp:sp modelId="{ED8C2754-99A8-4ED1-BB55-3C2EFFCC0D21}">
      <dsp:nvSpPr>
        <dsp:cNvPr id="0" name=""/>
        <dsp:cNvSpPr/>
      </dsp:nvSpPr>
      <dsp:spPr>
        <a:xfrm>
          <a:off x="11043720" y="4092009"/>
          <a:ext cx="880826" cy="440413"/>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Benefits Realisation Plan</a:t>
          </a:r>
        </a:p>
      </dsp:txBody>
      <dsp:txXfrm>
        <a:off x="11043720" y="4092009"/>
        <a:ext cx="880826" cy="440413"/>
      </dsp:txXfrm>
    </dsp:sp>
    <dsp:sp modelId="{04D55F42-F08F-4298-BDA8-955C6676DC10}">
      <dsp:nvSpPr>
        <dsp:cNvPr id="0" name=""/>
        <dsp:cNvSpPr/>
      </dsp:nvSpPr>
      <dsp:spPr>
        <a:xfrm>
          <a:off x="4924908" y="965076"/>
          <a:ext cx="880826" cy="440413"/>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b="0" i="0" u="none" kern="1200"/>
            <a:t>TS4Bus Data Governance, Model &amp; Ownership</a:t>
          </a:r>
          <a:endParaRPr lang="en-AU" sz="800" kern="1200"/>
        </a:p>
      </dsp:txBody>
      <dsp:txXfrm>
        <a:off x="4924908" y="965076"/>
        <a:ext cx="880826" cy="440413"/>
      </dsp:txXfrm>
    </dsp:sp>
    <dsp:sp modelId="{99132B83-AF78-4962-BF1B-DA2F24652981}">
      <dsp:nvSpPr>
        <dsp:cNvPr id="0" name=""/>
        <dsp:cNvSpPr/>
      </dsp:nvSpPr>
      <dsp:spPr>
        <a:xfrm>
          <a:off x="5990707" y="965076"/>
          <a:ext cx="880826" cy="440413"/>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CRM Requirements Discovery</a:t>
          </a:r>
        </a:p>
      </dsp:txBody>
      <dsp:txXfrm>
        <a:off x="5990707" y="965076"/>
        <a:ext cx="880826" cy="440413"/>
      </dsp:txXfrm>
    </dsp:sp>
    <dsp:sp modelId="{11C88F5D-4CEC-4F8C-A205-549D553ED829}">
      <dsp:nvSpPr>
        <dsp:cNvPr id="0" name=""/>
        <dsp:cNvSpPr/>
      </dsp:nvSpPr>
      <dsp:spPr>
        <a:xfrm>
          <a:off x="4924908" y="1590463"/>
          <a:ext cx="880826" cy="440413"/>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Business ID to Customer Account</a:t>
          </a:r>
        </a:p>
      </dsp:txBody>
      <dsp:txXfrm>
        <a:off x="4924908" y="1590463"/>
        <a:ext cx="880826" cy="440413"/>
      </dsp:txXfrm>
    </dsp:sp>
    <dsp:sp modelId="{5039B9DF-A21A-48EE-B39B-E7518546604E}">
      <dsp:nvSpPr>
        <dsp:cNvPr id="0" name=""/>
        <dsp:cNvSpPr/>
      </dsp:nvSpPr>
      <dsp:spPr>
        <a:xfrm>
          <a:off x="5990707" y="1590463"/>
          <a:ext cx="880826" cy="440413"/>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Rego Related e-notifications</a:t>
          </a:r>
        </a:p>
      </dsp:txBody>
      <dsp:txXfrm>
        <a:off x="5990707" y="1590463"/>
        <a:ext cx="880826" cy="440413"/>
      </dsp:txXfrm>
    </dsp:sp>
    <dsp:sp modelId="{0E662BA9-BA29-41A2-A1C4-DE35A3CD0BA3}">
      <dsp:nvSpPr>
        <dsp:cNvPr id="0" name=""/>
        <dsp:cNvSpPr/>
      </dsp:nvSpPr>
      <dsp:spPr>
        <a:xfrm>
          <a:off x="4924908" y="2215849"/>
          <a:ext cx="880826" cy="440413"/>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Rego Enquiry Online</a:t>
          </a:r>
        </a:p>
      </dsp:txBody>
      <dsp:txXfrm>
        <a:off x="4924908" y="2215849"/>
        <a:ext cx="880826" cy="440413"/>
      </dsp:txXfrm>
    </dsp:sp>
    <dsp:sp modelId="{7D171FCD-C3ED-4309-8C7C-F43EA8EA5789}">
      <dsp:nvSpPr>
        <dsp:cNvPr id="0" name=""/>
        <dsp:cNvSpPr/>
      </dsp:nvSpPr>
      <dsp:spPr>
        <a:xfrm>
          <a:off x="5990707" y="2215849"/>
          <a:ext cx="880826" cy="440413"/>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Pay Rego Online</a:t>
          </a:r>
        </a:p>
      </dsp:txBody>
      <dsp:txXfrm>
        <a:off x="5990707" y="2215849"/>
        <a:ext cx="880826" cy="44041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EB417F-51FD-4140-BEE2-A13BB2308D07}">
      <dsp:nvSpPr>
        <dsp:cNvPr id="0" name=""/>
        <dsp:cNvSpPr/>
      </dsp:nvSpPr>
      <dsp:spPr>
        <a:xfrm>
          <a:off x="11456533" y="3662340"/>
          <a:ext cx="91440" cy="168476"/>
        </a:xfrm>
        <a:custGeom>
          <a:avLst/>
          <a:gdLst/>
          <a:ahLst/>
          <a:cxnLst/>
          <a:rect l="0" t="0" r="0" b="0"/>
          <a:pathLst>
            <a:path>
              <a:moveTo>
                <a:pt x="45720" y="0"/>
              </a:moveTo>
              <a:lnTo>
                <a:pt x="45720" y="168476"/>
              </a:lnTo>
              <a:lnTo>
                <a:pt x="100657"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5A564A-1FAA-4AFE-812C-FAE70B7914D7}">
      <dsp:nvSpPr>
        <dsp:cNvPr id="0" name=""/>
        <dsp:cNvSpPr/>
      </dsp:nvSpPr>
      <dsp:spPr>
        <a:xfrm>
          <a:off x="10984005" y="3356581"/>
          <a:ext cx="664748" cy="91440"/>
        </a:xfrm>
        <a:custGeom>
          <a:avLst/>
          <a:gdLst/>
          <a:ahLst/>
          <a:cxnLst/>
          <a:rect l="0" t="0" r="0" b="0"/>
          <a:pathLst>
            <a:path>
              <a:moveTo>
                <a:pt x="0" y="45720"/>
              </a:moveTo>
              <a:lnTo>
                <a:pt x="0" y="84176"/>
              </a:lnTo>
              <a:lnTo>
                <a:pt x="664748" y="84176"/>
              </a:lnTo>
              <a:lnTo>
                <a:pt x="664748"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23D680-6277-422F-9429-790505951AF8}">
      <dsp:nvSpPr>
        <dsp:cNvPr id="0" name=""/>
        <dsp:cNvSpPr/>
      </dsp:nvSpPr>
      <dsp:spPr>
        <a:xfrm>
          <a:off x="11013367" y="3662340"/>
          <a:ext cx="91440" cy="168476"/>
        </a:xfrm>
        <a:custGeom>
          <a:avLst/>
          <a:gdLst/>
          <a:ahLst/>
          <a:cxnLst/>
          <a:rect l="0" t="0" r="0" b="0"/>
          <a:pathLst>
            <a:path>
              <a:moveTo>
                <a:pt x="45720" y="0"/>
              </a:moveTo>
              <a:lnTo>
                <a:pt x="45720" y="168476"/>
              </a:lnTo>
              <a:lnTo>
                <a:pt x="100657"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5951CB-377D-4A09-9F2E-2FA0E357924C}">
      <dsp:nvSpPr>
        <dsp:cNvPr id="0" name=""/>
        <dsp:cNvSpPr/>
      </dsp:nvSpPr>
      <dsp:spPr>
        <a:xfrm>
          <a:off x="10984005" y="3356581"/>
          <a:ext cx="221582" cy="91440"/>
        </a:xfrm>
        <a:custGeom>
          <a:avLst/>
          <a:gdLst/>
          <a:ahLst/>
          <a:cxnLst/>
          <a:rect l="0" t="0" r="0" b="0"/>
          <a:pathLst>
            <a:path>
              <a:moveTo>
                <a:pt x="0" y="45720"/>
              </a:moveTo>
              <a:lnTo>
                <a:pt x="0" y="84176"/>
              </a:lnTo>
              <a:lnTo>
                <a:pt x="221582" y="84176"/>
              </a:lnTo>
              <a:lnTo>
                <a:pt x="221582"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3D20400-6DF5-4E42-A102-D9A6B994A758}">
      <dsp:nvSpPr>
        <dsp:cNvPr id="0" name=""/>
        <dsp:cNvSpPr/>
      </dsp:nvSpPr>
      <dsp:spPr>
        <a:xfrm>
          <a:off x="10570202" y="3662340"/>
          <a:ext cx="91440" cy="168476"/>
        </a:xfrm>
        <a:custGeom>
          <a:avLst/>
          <a:gdLst/>
          <a:ahLst/>
          <a:cxnLst/>
          <a:rect l="0" t="0" r="0" b="0"/>
          <a:pathLst>
            <a:path>
              <a:moveTo>
                <a:pt x="45720" y="0"/>
              </a:moveTo>
              <a:lnTo>
                <a:pt x="45720" y="168476"/>
              </a:lnTo>
              <a:lnTo>
                <a:pt x="100657"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50FEEAE-D250-4EE0-8B1D-6FD31EB2E96C}">
      <dsp:nvSpPr>
        <dsp:cNvPr id="0" name=""/>
        <dsp:cNvSpPr/>
      </dsp:nvSpPr>
      <dsp:spPr>
        <a:xfrm>
          <a:off x="10762423" y="3356581"/>
          <a:ext cx="221582" cy="91440"/>
        </a:xfrm>
        <a:custGeom>
          <a:avLst/>
          <a:gdLst/>
          <a:ahLst/>
          <a:cxnLst/>
          <a:rect l="0" t="0" r="0" b="0"/>
          <a:pathLst>
            <a:path>
              <a:moveTo>
                <a:pt x="221582" y="45720"/>
              </a:moveTo>
              <a:lnTo>
                <a:pt x="221582" y="84176"/>
              </a:lnTo>
              <a:lnTo>
                <a:pt x="0" y="84176"/>
              </a:lnTo>
              <a:lnTo>
                <a:pt x="0"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729E47-CD9C-48D4-B852-98530D1DFEE0}">
      <dsp:nvSpPr>
        <dsp:cNvPr id="0" name=""/>
        <dsp:cNvSpPr/>
      </dsp:nvSpPr>
      <dsp:spPr>
        <a:xfrm>
          <a:off x="10127036" y="3662340"/>
          <a:ext cx="91440" cy="428515"/>
        </a:xfrm>
        <a:custGeom>
          <a:avLst/>
          <a:gdLst/>
          <a:ahLst/>
          <a:cxnLst/>
          <a:rect l="0" t="0" r="0" b="0"/>
          <a:pathLst>
            <a:path>
              <a:moveTo>
                <a:pt x="45720" y="0"/>
              </a:moveTo>
              <a:lnTo>
                <a:pt x="45720" y="428515"/>
              </a:lnTo>
              <a:lnTo>
                <a:pt x="100657" y="42851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978789E-B037-460D-A97E-2E91E409BDFC}">
      <dsp:nvSpPr>
        <dsp:cNvPr id="0" name=""/>
        <dsp:cNvSpPr/>
      </dsp:nvSpPr>
      <dsp:spPr>
        <a:xfrm>
          <a:off x="10127036" y="3662340"/>
          <a:ext cx="91440" cy="168476"/>
        </a:xfrm>
        <a:custGeom>
          <a:avLst/>
          <a:gdLst/>
          <a:ahLst/>
          <a:cxnLst/>
          <a:rect l="0" t="0" r="0" b="0"/>
          <a:pathLst>
            <a:path>
              <a:moveTo>
                <a:pt x="45720" y="0"/>
              </a:moveTo>
              <a:lnTo>
                <a:pt x="45720" y="168476"/>
              </a:lnTo>
              <a:lnTo>
                <a:pt x="100657"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29E7901-C25F-4B55-BCD3-8DE905D92833}">
      <dsp:nvSpPr>
        <dsp:cNvPr id="0" name=""/>
        <dsp:cNvSpPr/>
      </dsp:nvSpPr>
      <dsp:spPr>
        <a:xfrm>
          <a:off x="10319257" y="3356581"/>
          <a:ext cx="664748" cy="91440"/>
        </a:xfrm>
        <a:custGeom>
          <a:avLst/>
          <a:gdLst/>
          <a:ahLst/>
          <a:cxnLst/>
          <a:rect l="0" t="0" r="0" b="0"/>
          <a:pathLst>
            <a:path>
              <a:moveTo>
                <a:pt x="664748" y="45720"/>
              </a:moveTo>
              <a:lnTo>
                <a:pt x="664748" y="84176"/>
              </a:lnTo>
              <a:lnTo>
                <a:pt x="0" y="84176"/>
              </a:lnTo>
              <a:lnTo>
                <a:pt x="0"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3304B9-2D35-4617-A0C0-EEA5ED4D896F}">
      <dsp:nvSpPr>
        <dsp:cNvPr id="0" name=""/>
        <dsp:cNvSpPr/>
      </dsp:nvSpPr>
      <dsp:spPr>
        <a:xfrm>
          <a:off x="5918725" y="3096541"/>
          <a:ext cx="5065280" cy="91440"/>
        </a:xfrm>
        <a:custGeom>
          <a:avLst/>
          <a:gdLst/>
          <a:ahLst/>
          <a:cxnLst/>
          <a:rect l="0" t="0" r="0" b="0"/>
          <a:pathLst>
            <a:path>
              <a:moveTo>
                <a:pt x="0" y="45720"/>
              </a:moveTo>
              <a:lnTo>
                <a:pt x="0" y="84176"/>
              </a:lnTo>
              <a:lnTo>
                <a:pt x="5065280" y="84176"/>
              </a:lnTo>
              <a:lnTo>
                <a:pt x="5065280" y="122633"/>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A80BB9-1DC9-4636-B22B-FF27DAB6114B}">
      <dsp:nvSpPr>
        <dsp:cNvPr id="0" name=""/>
        <dsp:cNvSpPr/>
      </dsp:nvSpPr>
      <dsp:spPr>
        <a:xfrm>
          <a:off x="9653081" y="3662340"/>
          <a:ext cx="91440" cy="168476"/>
        </a:xfrm>
        <a:custGeom>
          <a:avLst/>
          <a:gdLst/>
          <a:ahLst/>
          <a:cxnLst/>
          <a:rect l="0" t="0" r="0" b="0"/>
          <a:pathLst>
            <a:path>
              <a:moveTo>
                <a:pt x="45720" y="0"/>
              </a:moveTo>
              <a:lnTo>
                <a:pt x="45720" y="168476"/>
              </a:lnTo>
              <a:lnTo>
                <a:pt x="100657"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CB7192-2F65-45C0-9B26-F8AD4329482F}">
      <dsp:nvSpPr>
        <dsp:cNvPr id="0" name=""/>
        <dsp:cNvSpPr/>
      </dsp:nvSpPr>
      <dsp:spPr>
        <a:xfrm>
          <a:off x="9180554" y="3356581"/>
          <a:ext cx="664748" cy="91440"/>
        </a:xfrm>
        <a:custGeom>
          <a:avLst/>
          <a:gdLst/>
          <a:ahLst/>
          <a:cxnLst/>
          <a:rect l="0" t="0" r="0" b="0"/>
          <a:pathLst>
            <a:path>
              <a:moveTo>
                <a:pt x="0" y="45720"/>
              </a:moveTo>
              <a:lnTo>
                <a:pt x="0" y="84176"/>
              </a:lnTo>
              <a:lnTo>
                <a:pt x="664748" y="84176"/>
              </a:lnTo>
              <a:lnTo>
                <a:pt x="664748"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5D197AC-BD31-403C-B8AC-5825A58111B5}">
      <dsp:nvSpPr>
        <dsp:cNvPr id="0" name=""/>
        <dsp:cNvSpPr/>
      </dsp:nvSpPr>
      <dsp:spPr>
        <a:xfrm>
          <a:off x="9209916" y="3662340"/>
          <a:ext cx="91440" cy="168476"/>
        </a:xfrm>
        <a:custGeom>
          <a:avLst/>
          <a:gdLst/>
          <a:ahLst/>
          <a:cxnLst/>
          <a:rect l="0" t="0" r="0" b="0"/>
          <a:pathLst>
            <a:path>
              <a:moveTo>
                <a:pt x="45720" y="0"/>
              </a:moveTo>
              <a:lnTo>
                <a:pt x="45720" y="168476"/>
              </a:lnTo>
              <a:lnTo>
                <a:pt x="100657"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F28BEA-AC06-4E70-B109-AA3C284FD172}">
      <dsp:nvSpPr>
        <dsp:cNvPr id="0" name=""/>
        <dsp:cNvSpPr/>
      </dsp:nvSpPr>
      <dsp:spPr>
        <a:xfrm>
          <a:off x="9180554" y="3356581"/>
          <a:ext cx="221582" cy="91440"/>
        </a:xfrm>
        <a:custGeom>
          <a:avLst/>
          <a:gdLst/>
          <a:ahLst/>
          <a:cxnLst/>
          <a:rect l="0" t="0" r="0" b="0"/>
          <a:pathLst>
            <a:path>
              <a:moveTo>
                <a:pt x="0" y="45720"/>
              </a:moveTo>
              <a:lnTo>
                <a:pt x="0" y="84176"/>
              </a:lnTo>
              <a:lnTo>
                <a:pt x="221582" y="84176"/>
              </a:lnTo>
              <a:lnTo>
                <a:pt x="221582"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538F28-638D-4D39-8185-7F2AB1C112D2}">
      <dsp:nvSpPr>
        <dsp:cNvPr id="0" name=""/>
        <dsp:cNvSpPr/>
      </dsp:nvSpPr>
      <dsp:spPr>
        <a:xfrm>
          <a:off x="8766750" y="3662340"/>
          <a:ext cx="91440" cy="168476"/>
        </a:xfrm>
        <a:custGeom>
          <a:avLst/>
          <a:gdLst/>
          <a:ahLst/>
          <a:cxnLst/>
          <a:rect l="0" t="0" r="0" b="0"/>
          <a:pathLst>
            <a:path>
              <a:moveTo>
                <a:pt x="45720" y="0"/>
              </a:moveTo>
              <a:lnTo>
                <a:pt x="45720" y="168476"/>
              </a:lnTo>
              <a:lnTo>
                <a:pt x="100657"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BB3C8B-EDA8-443F-A753-B9F8C1290B13}">
      <dsp:nvSpPr>
        <dsp:cNvPr id="0" name=""/>
        <dsp:cNvSpPr/>
      </dsp:nvSpPr>
      <dsp:spPr>
        <a:xfrm>
          <a:off x="8958971" y="3356581"/>
          <a:ext cx="221582" cy="91440"/>
        </a:xfrm>
        <a:custGeom>
          <a:avLst/>
          <a:gdLst/>
          <a:ahLst/>
          <a:cxnLst/>
          <a:rect l="0" t="0" r="0" b="0"/>
          <a:pathLst>
            <a:path>
              <a:moveTo>
                <a:pt x="221582" y="45720"/>
              </a:moveTo>
              <a:lnTo>
                <a:pt x="221582" y="84176"/>
              </a:lnTo>
              <a:lnTo>
                <a:pt x="0" y="84176"/>
              </a:lnTo>
              <a:lnTo>
                <a:pt x="0"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E859EC-4A19-4D1E-8DD8-2BB982B2B6C8}">
      <dsp:nvSpPr>
        <dsp:cNvPr id="0" name=""/>
        <dsp:cNvSpPr/>
      </dsp:nvSpPr>
      <dsp:spPr>
        <a:xfrm>
          <a:off x="8323584" y="3662340"/>
          <a:ext cx="91440" cy="428515"/>
        </a:xfrm>
        <a:custGeom>
          <a:avLst/>
          <a:gdLst/>
          <a:ahLst/>
          <a:cxnLst/>
          <a:rect l="0" t="0" r="0" b="0"/>
          <a:pathLst>
            <a:path>
              <a:moveTo>
                <a:pt x="45720" y="0"/>
              </a:moveTo>
              <a:lnTo>
                <a:pt x="45720" y="428515"/>
              </a:lnTo>
              <a:lnTo>
                <a:pt x="100657" y="42851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C5FDA8-C025-41B8-89F7-464AA0DC96B5}">
      <dsp:nvSpPr>
        <dsp:cNvPr id="0" name=""/>
        <dsp:cNvSpPr/>
      </dsp:nvSpPr>
      <dsp:spPr>
        <a:xfrm>
          <a:off x="8323584" y="3662340"/>
          <a:ext cx="91440" cy="168476"/>
        </a:xfrm>
        <a:custGeom>
          <a:avLst/>
          <a:gdLst/>
          <a:ahLst/>
          <a:cxnLst/>
          <a:rect l="0" t="0" r="0" b="0"/>
          <a:pathLst>
            <a:path>
              <a:moveTo>
                <a:pt x="45720" y="0"/>
              </a:moveTo>
              <a:lnTo>
                <a:pt x="45720" y="168476"/>
              </a:lnTo>
              <a:lnTo>
                <a:pt x="100657"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2985616-1ED6-4366-80A9-6009A2942E9D}">
      <dsp:nvSpPr>
        <dsp:cNvPr id="0" name=""/>
        <dsp:cNvSpPr/>
      </dsp:nvSpPr>
      <dsp:spPr>
        <a:xfrm>
          <a:off x="8515806" y="3356581"/>
          <a:ext cx="664748" cy="91440"/>
        </a:xfrm>
        <a:custGeom>
          <a:avLst/>
          <a:gdLst/>
          <a:ahLst/>
          <a:cxnLst/>
          <a:rect l="0" t="0" r="0" b="0"/>
          <a:pathLst>
            <a:path>
              <a:moveTo>
                <a:pt x="664748" y="45720"/>
              </a:moveTo>
              <a:lnTo>
                <a:pt x="664748" y="84176"/>
              </a:lnTo>
              <a:lnTo>
                <a:pt x="0" y="84176"/>
              </a:lnTo>
              <a:lnTo>
                <a:pt x="0"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DC2B85-A8D5-4593-867F-DC0483840EB2}">
      <dsp:nvSpPr>
        <dsp:cNvPr id="0" name=""/>
        <dsp:cNvSpPr/>
      </dsp:nvSpPr>
      <dsp:spPr>
        <a:xfrm>
          <a:off x="5918725" y="3096541"/>
          <a:ext cx="3261829" cy="91440"/>
        </a:xfrm>
        <a:custGeom>
          <a:avLst/>
          <a:gdLst/>
          <a:ahLst/>
          <a:cxnLst/>
          <a:rect l="0" t="0" r="0" b="0"/>
          <a:pathLst>
            <a:path>
              <a:moveTo>
                <a:pt x="0" y="45720"/>
              </a:moveTo>
              <a:lnTo>
                <a:pt x="0" y="84176"/>
              </a:lnTo>
              <a:lnTo>
                <a:pt x="3261829" y="84176"/>
              </a:lnTo>
              <a:lnTo>
                <a:pt x="3261829" y="122633"/>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866B0F3-8F2D-4EC0-A91D-4A8AAA031967}">
      <dsp:nvSpPr>
        <dsp:cNvPr id="0" name=""/>
        <dsp:cNvSpPr/>
      </dsp:nvSpPr>
      <dsp:spPr>
        <a:xfrm>
          <a:off x="7849795" y="3662340"/>
          <a:ext cx="91440" cy="168476"/>
        </a:xfrm>
        <a:custGeom>
          <a:avLst/>
          <a:gdLst/>
          <a:ahLst/>
          <a:cxnLst/>
          <a:rect l="0" t="0" r="0" b="0"/>
          <a:pathLst>
            <a:path>
              <a:moveTo>
                <a:pt x="45720" y="0"/>
              </a:moveTo>
              <a:lnTo>
                <a:pt x="45720" y="168476"/>
              </a:lnTo>
              <a:lnTo>
                <a:pt x="100657"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16FF1F-BD67-434F-AAE7-A3188766367B}">
      <dsp:nvSpPr>
        <dsp:cNvPr id="0" name=""/>
        <dsp:cNvSpPr/>
      </dsp:nvSpPr>
      <dsp:spPr>
        <a:xfrm>
          <a:off x="7377267" y="3356581"/>
          <a:ext cx="664748" cy="91440"/>
        </a:xfrm>
        <a:custGeom>
          <a:avLst/>
          <a:gdLst/>
          <a:ahLst/>
          <a:cxnLst/>
          <a:rect l="0" t="0" r="0" b="0"/>
          <a:pathLst>
            <a:path>
              <a:moveTo>
                <a:pt x="0" y="45720"/>
              </a:moveTo>
              <a:lnTo>
                <a:pt x="0" y="84176"/>
              </a:lnTo>
              <a:lnTo>
                <a:pt x="664748" y="84176"/>
              </a:lnTo>
              <a:lnTo>
                <a:pt x="664748"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509C77-C95F-45FA-B69B-76BEEC1A43DC}">
      <dsp:nvSpPr>
        <dsp:cNvPr id="0" name=""/>
        <dsp:cNvSpPr/>
      </dsp:nvSpPr>
      <dsp:spPr>
        <a:xfrm>
          <a:off x="7406629" y="3662340"/>
          <a:ext cx="91440" cy="428515"/>
        </a:xfrm>
        <a:custGeom>
          <a:avLst/>
          <a:gdLst/>
          <a:ahLst/>
          <a:cxnLst/>
          <a:rect l="0" t="0" r="0" b="0"/>
          <a:pathLst>
            <a:path>
              <a:moveTo>
                <a:pt x="45720" y="0"/>
              </a:moveTo>
              <a:lnTo>
                <a:pt x="45720" y="428515"/>
              </a:lnTo>
              <a:lnTo>
                <a:pt x="100657" y="42851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ECB2EB5-12AF-410C-9954-2879AC245192}">
      <dsp:nvSpPr>
        <dsp:cNvPr id="0" name=""/>
        <dsp:cNvSpPr/>
      </dsp:nvSpPr>
      <dsp:spPr>
        <a:xfrm>
          <a:off x="7406629" y="3662340"/>
          <a:ext cx="91440" cy="168476"/>
        </a:xfrm>
        <a:custGeom>
          <a:avLst/>
          <a:gdLst/>
          <a:ahLst/>
          <a:cxnLst/>
          <a:rect l="0" t="0" r="0" b="0"/>
          <a:pathLst>
            <a:path>
              <a:moveTo>
                <a:pt x="45720" y="0"/>
              </a:moveTo>
              <a:lnTo>
                <a:pt x="45720" y="168476"/>
              </a:lnTo>
              <a:lnTo>
                <a:pt x="100657"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788FCB2-3828-42AD-9C38-205BCA40069F}">
      <dsp:nvSpPr>
        <dsp:cNvPr id="0" name=""/>
        <dsp:cNvSpPr/>
      </dsp:nvSpPr>
      <dsp:spPr>
        <a:xfrm>
          <a:off x="7377267" y="3356581"/>
          <a:ext cx="221582" cy="91440"/>
        </a:xfrm>
        <a:custGeom>
          <a:avLst/>
          <a:gdLst/>
          <a:ahLst/>
          <a:cxnLst/>
          <a:rect l="0" t="0" r="0" b="0"/>
          <a:pathLst>
            <a:path>
              <a:moveTo>
                <a:pt x="0" y="45720"/>
              </a:moveTo>
              <a:lnTo>
                <a:pt x="0" y="84176"/>
              </a:lnTo>
              <a:lnTo>
                <a:pt x="221582" y="84176"/>
              </a:lnTo>
              <a:lnTo>
                <a:pt x="221582"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D9BF300-017C-465B-980B-5725BD89179F}">
      <dsp:nvSpPr>
        <dsp:cNvPr id="0" name=""/>
        <dsp:cNvSpPr/>
      </dsp:nvSpPr>
      <dsp:spPr>
        <a:xfrm>
          <a:off x="6963463" y="3662340"/>
          <a:ext cx="91440" cy="428515"/>
        </a:xfrm>
        <a:custGeom>
          <a:avLst/>
          <a:gdLst/>
          <a:ahLst/>
          <a:cxnLst/>
          <a:rect l="0" t="0" r="0" b="0"/>
          <a:pathLst>
            <a:path>
              <a:moveTo>
                <a:pt x="45720" y="0"/>
              </a:moveTo>
              <a:lnTo>
                <a:pt x="45720" y="428515"/>
              </a:lnTo>
              <a:lnTo>
                <a:pt x="100657" y="42851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A2D681-A6A1-4BBE-8B7B-C4C8B76D1703}">
      <dsp:nvSpPr>
        <dsp:cNvPr id="0" name=""/>
        <dsp:cNvSpPr/>
      </dsp:nvSpPr>
      <dsp:spPr>
        <a:xfrm>
          <a:off x="6963463" y="3662340"/>
          <a:ext cx="91440" cy="168476"/>
        </a:xfrm>
        <a:custGeom>
          <a:avLst/>
          <a:gdLst/>
          <a:ahLst/>
          <a:cxnLst/>
          <a:rect l="0" t="0" r="0" b="0"/>
          <a:pathLst>
            <a:path>
              <a:moveTo>
                <a:pt x="45720" y="0"/>
              </a:moveTo>
              <a:lnTo>
                <a:pt x="45720" y="168476"/>
              </a:lnTo>
              <a:lnTo>
                <a:pt x="100657"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3E5AE3-F174-4FF5-94C2-F98BD1DE49CA}">
      <dsp:nvSpPr>
        <dsp:cNvPr id="0" name=""/>
        <dsp:cNvSpPr/>
      </dsp:nvSpPr>
      <dsp:spPr>
        <a:xfrm>
          <a:off x="7155684" y="3356581"/>
          <a:ext cx="221582" cy="91440"/>
        </a:xfrm>
        <a:custGeom>
          <a:avLst/>
          <a:gdLst/>
          <a:ahLst/>
          <a:cxnLst/>
          <a:rect l="0" t="0" r="0" b="0"/>
          <a:pathLst>
            <a:path>
              <a:moveTo>
                <a:pt x="221582" y="45720"/>
              </a:moveTo>
              <a:lnTo>
                <a:pt x="221582" y="84176"/>
              </a:lnTo>
              <a:lnTo>
                <a:pt x="0" y="84176"/>
              </a:lnTo>
              <a:lnTo>
                <a:pt x="0"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02F6DD7-BF52-40C4-AED9-7E5A123E0B9D}">
      <dsp:nvSpPr>
        <dsp:cNvPr id="0" name=""/>
        <dsp:cNvSpPr/>
      </dsp:nvSpPr>
      <dsp:spPr>
        <a:xfrm>
          <a:off x="6520298" y="3662340"/>
          <a:ext cx="91440" cy="688554"/>
        </a:xfrm>
        <a:custGeom>
          <a:avLst/>
          <a:gdLst/>
          <a:ahLst/>
          <a:cxnLst/>
          <a:rect l="0" t="0" r="0" b="0"/>
          <a:pathLst>
            <a:path>
              <a:moveTo>
                <a:pt x="45720" y="0"/>
              </a:moveTo>
              <a:lnTo>
                <a:pt x="45720" y="688554"/>
              </a:lnTo>
              <a:lnTo>
                <a:pt x="100657" y="688554"/>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2CAD42-DF86-47B5-AEAC-231D90AC8B24}">
      <dsp:nvSpPr>
        <dsp:cNvPr id="0" name=""/>
        <dsp:cNvSpPr/>
      </dsp:nvSpPr>
      <dsp:spPr>
        <a:xfrm>
          <a:off x="6520298" y="3662340"/>
          <a:ext cx="91440" cy="428515"/>
        </a:xfrm>
        <a:custGeom>
          <a:avLst/>
          <a:gdLst/>
          <a:ahLst/>
          <a:cxnLst/>
          <a:rect l="0" t="0" r="0" b="0"/>
          <a:pathLst>
            <a:path>
              <a:moveTo>
                <a:pt x="45720" y="0"/>
              </a:moveTo>
              <a:lnTo>
                <a:pt x="45720" y="428515"/>
              </a:lnTo>
              <a:lnTo>
                <a:pt x="100657" y="42851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CC9C9C5-306D-4EC9-A425-A6D034386F99}">
      <dsp:nvSpPr>
        <dsp:cNvPr id="0" name=""/>
        <dsp:cNvSpPr/>
      </dsp:nvSpPr>
      <dsp:spPr>
        <a:xfrm>
          <a:off x="6520298" y="3662340"/>
          <a:ext cx="91440" cy="168476"/>
        </a:xfrm>
        <a:custGeom>
          <a:avLst/>
          <a:gdLst/>
          <a:ahLst/>
          <a:cxnLst/>
          <a:rect l="0" t="0" r="0" b="0"/>
          <a:pathLst>
            <a:path>
              <a:moveTo>
                <a:pt x="45720" y="0"/>
              </a:moveTo>
              <a:lnTo>
                <a:pt x="45720" y="168476"/>
              </a:lnTo>
              <a:lnTo>
                <a:pt x="100657"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480C38-F788-44D0-8BD2-BD48D0A99F72}">
      <dsp:nvSpPr>
        <dsp:cNvPr id="0" name=""/>
        <dsp:cNvSpPr/>
      </dsp:nvSpPr>
      <dsp:spPr>
        <a:xfrm>
          <a:off x="6712519" y="3356581"/>
          <a:ext cx="664748" cy="91440"/>
        </a:xfrm>
        <a:custGeom>
          <a:avLst/>
          <a:gdLst/>
          <a:ahLst/>
          <a:cxnLst/>
          <a:rect l="0" t="0" r="0" b="0"/>
          <a:pathLst>
            <a:path>
              <a:moveTo>
                <a:pt x="664748" y="45720"/>
              </a:moveTo>
              <a:lnTo>
                <a:pt x="664748" y="84176"/>
              </a:lnTo>
              <a:lnTo>
                <a:pt x="0" y="84176"/>
              </a:lnTo>
              <a:lnTo>
                <a:pt x="0"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7FA171-3DC1-4B30-B97D-AAB0EE775448}">
      <dsp:nvSpPr>
        <dsp:cNvPr id="0" name=""/>
        <dsp:cNvSpPr/>
      </dsp:nvSpPr>
      <dsp:spPr>
        <a:xfrm>
          <a:off x="5918725" y="3096541"/>
          <a:ext cx="1458542" cy="91440"/>
        </a:xfrm>
        <a:custGeom>
          <a:avLst/>
          <a:gdLst/>
          <a:ahLst/>
          <a:cxnLst/>
          <a:rect l="0" t="0" r="0" b="0"/>
          <a:pathLst>
            <a:path>
              <a:moveTo>
                <a:pt x="0" y="45720"/>
              </a:moveTo>
              <a:lnTo>
                <a:pt x="0" y="84176"/>
              </a:lnTo>
              <a:lnTo>
                <a:pt x="1458542" y="84176"/>
              </a:lnTo>
              <a:lnTo>
                <a:pt x="1458542" y="122633"/>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9BDFE2F-F48D-4C55-9473-5DFF624E6318}">
      <dsp:nvSpPr>
        <dsp:cNvPr id="0" name=""/>
        <dsp:cNvSpPr/>
      </dsp:nvSpPr>
      <dsp:spPr>
        <a:xfrm>
          <a:off x="6050075" y="3662340"/>
          <a:ext cx="91440" cy="168476"/>
        </a:xfrm>
        <a:custGeom>
          <a:avLst/>
          <a:gdLst/>
          <a:ahLst/>
          <a:cxnLst/>
          <a:rect l="0" t="0" r="0" b="0"/>
          <a:pathLst>
            <a:path>
              <a:moveTo>
                <a:pt x="45720" y="0"/>
              </a:moveTo>
              <a:lnTo>
                <a:pt x="45720" y="168476"/>
              </a:lnTo>
              <a:lnTo>
                <a:pt x="100657"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08CAB0F-7844-4830-9CF8-EB0EAA103225}">
      <dsp:nvSpPr>
        <dsp:cNvPr id="0" name=""/>
        <dsp:cNvSpPr/>
      </dsp:nvSpPr>
      <dsp:spPr>
        <a:xfrm>
          <a:off x="5577548" y="3356581"/>
          <a:ext cx="664748" cy="91440"/>
        </a:xfrm>
        <a:custGeom>
          <a:avLst/>
          <a:gdLst/>
          <a:ahLst/>
          <a:cxnLst/>
          <a:rect l="0" t="0" r="0" b="0"/>
          <a:pathLst>
            <a:path>
              <a:moveTo>
                <a:pt x="0" y="45720"/>
              </a:moveTo>
              <a:lnTo>
                <a:pt x="0" y="84176"/>
              </a:lnTo>
              <a:lnTo>
                <a:pt x="664748" y="84176"/>
              </a:lnTo>
              <a:lnTo>
                <a:pt x="664748"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04F79D-1B39-45C4-BCCD-F08254B9ABB8}">
      <dsp:nvSpPr>
        <dsp:cNvPr id="0" name=""/>
        <dsp:cNvSpPr/>
      </dsp:nvSpPr>
      <dsp:spPr>
        <a:xfrm>
          <a:off x="5606910" y="3662340"/>
          <a:ext cx="91440" cy="428515"/>
        </a:xfrm>
        <a:custGeom>
          <a:avLst/>
          <a:gdLst/>
          <a:ahLst/>
          <a:cxnLst/>
          <a:rect l="0" t="0" r="0" b="0"/>
          <a:pathLst>
            <a:path>
              <a:moveTo>
                <a:pt x="45720" y="0"/>
              </a:moveTo>
              <a:lnTo>
                <a:pt x="45720" y="428515"/>
              </a:lnTo>
              <a:lnTo>
                <a:pt x="100657" y="42851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F901B1-4792-42CD-B913-5537CB3A5166}">
      <dsp:nvSpPr>
        <dsp:cNvPr id="0" name=""/>
        <dsp:cNvSpPr/>
      </dsp:nvSpPr>
      <dsp:spPr>
        <a:xfrm>
          <a:off x="5606910" y="3662340"/>
          <a:ext cx="91440" cy="168476"/>
        </a:xfrm>
        <a:custGeom>
          <a:avLst/>
          <a:gdLst/>
          <a:ahLst/>
          <a:cxnLst/>
          <a:rect l="0" t="0" r="0" b="0"/>
          <a:pathLst>
            <a:path>
              <a:moveTo>
                <a:pt x="45720" y="0"/>
              </a:moveTo>
              <a:lnTo>
                <a:pt x="45720" y="168476"/>
              </a:lnTo>
              <a:lnTo>
                <a:pt x="100657"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62A8FC-2B11-4BB6-B878-8EA266DA7A64}">
      <dsp:nvSpPr>
        <dsp:cNvPr id="0" name=""/>
        <dsp:cNvSpPr/>
      </dsp:nvSpPr>
      <dsp:spPr>
        <a:xfrm>
          <a:off x="5577548" y="3356581"/>
          <a:ext cx="221582" cy="91440"/>
        </a:xfrm>
        <a:custGeom>
          <a:avLst/>
          <a:gdLst/>
          <a:ahLst/>
          <a:cxnLst/>
          <a:rect l="0" t="0" r="0" b="0"/>
          <a:pathLst>
            <a:path>
              <a:moveTo>
                <a:pt x="0" y="45720"/>
              </a:moveTo>
              <a:lnTo>
                <a:pt x="0" y="84176"/>
              </a:lnTo>
              <a:lnTo>
                <a:pt x="221582" y="84176"/>
              </a:lnTo>
              <a:lnTo>
                <a:pt x="221582"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037483-83E6-4EBE-B693-FF7EA43A7EAB}">
      <dsp:nvSpPr>
        <dsp:cNvPr id="0" name=""/>
        <dsp:cNvSpPr/>
      </dsp:nvSpPr>
      <dsp:spPr>
        <a:xfrm>
          <a:off x="5163744" y="3662340"/>
          <a:ext cx="91440" cy="428515"/>
        </a:xfrm>
        <a:custGeom>
          <a:avLst/>
          <a:gdLst/>
          <a:ahLst/>
          <a:cxnLst/>
          <a:rect l="0" t="0" r="0" b="0"/>
          <a:pathLst>
            <a:path>
              <a:moveTo>
                <a:pt x="45720" y="0"/>
              </a:moveTo>
              <a:lnTo>
                <a:pt x="45720" y="428515"/>
              </a:lnTo>
              <a:lnTo>
                <a:pt x="100657" y="42851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5861480-B4E2-48AE-A0E2-82D0CA04DC12}">
      <dsp:nvSpPr>
        <dsp:cNvPr id="0" name=""/>
        <dsp:cNvSpPr/>
      </dsp:nvSpPr>
      <dsp:spPr>
        <a:xfrm>
          <a:off x="5163744" y="3662340"/>
          <a:ext cx="91440" cy="168476"/>
        </a:xfrm>
        <a:custGeom>
          <a:avLst/>
          <a:gdLst/>
          <a:ahLst/>
          <a:cxnLst/>
          <a:rect l="0" t="0" r="0" b="0"/>
          <a:pathLst>
            <a:path>
              <a:moveTo>
                <a:pt x="45720" y="0"/>
              </a:moveTo>
              <a:lnTo>
                <a:pt x="45720" y="168476"/>
              </a:lnTo>
              <a:lnTo>
                <a:pt x="100657"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5056B5-8551-456B-ADDD-172A82571A09}">
      <dsp:nvSpPr>
        <dsp:cNvPr id="0" name=""/>
        <dsp:cNvSpPr/>
      </dsp:nvSpPr>
      <dsp:spPr>
        <a:xfrm>
          <a:off x="5355965" y="3356581"/>
          <a:ext cx="221582" cy="91440"/>
        </a:xfrm>
        <a:custGeom>
          <a:avLst/>
          <a:gdLst/>
          <a:ahLst/>
          <a:cxnLst/>
          <a:rect l="0" t="0" r="0" b="0"/>
          <a:pathLst>
            <a:path>
              <a:moveTo>
                <a:pt x="221582" y="45720"/>
              </a:moveTo>
              <a:lnTo>
                <a:pt x="221582" y="84176"/>
              </a:lnTo>
              <a:lnTo>
                <a:pt x="0" y="84176"/>
              </a:lnTo>
              <a:lnTo>
                <a:pt x="0"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61BDF14-87BE-4AE5-8EDD-265A0E1CB283}">
      <dsp:nvSpPr>
        <dsp:cNvPr id="0" name=""/>
        <dsp:cNvSpPr/>
      </dsp:nvSpPr>
      <dsp:spPr>
        <a:xfrm>
          <a:off x="4720578" y="3662340"/>
          <a:ext cx="91440" cy="428515"/>
        </a:xfrm>
        <a:custGeom>
          <a:avLst/>
          <a:gdLst/>
          <a:ahLst/>
          <a:cxnLst/>
          <a:rect l="0" t="0" r="0" b="0"/>
          <a:pathLst>
            <a:path>
              <a:moveTo>
                <a:pt x="45720" y="0"/>
              </a:moveTo>
              <a:lnTo>
                <a:pt x="45720" y="428515"/>
              </a:lnTo>
              <a:lnTo>
                <a:pt x="100657" y="42851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2B6004-C4F0-40E6-94FC-B867FB12B646}">
      <dsp:nvSpPr>
        <dsp:cNvPr id="0" name=""/>
        <dsp:cNvSpPr/>
      </dsp:nvSpPr>
      <dsp:spPr>
        <a:xfrm>
          <a:off x="4720578" y="3662340"/>
          <a:ext cx="91440" cy="168476"/>
        </a:xfrm>
        <a:custGeom>
          <a:avLst/>
          <a:gdLst/>
          <a:ahLst/>
          <a:cxnLst/>
          <a:rect l="0" t="0" r="0" b="0"/>
          <a:pathLst>
            <a:path>
              <a:moveTo>
                <a:pt x="45720" y="0"/>
              </a:moveTo>
              <a:lnTo>
                <a:pt x="45720" y="168476"/>
              </a:lnTo>
              <a:lnTo>
                <a:pt x="100657"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667988-FD62-4271-A7E4-A99556F8B087}">
      <dsp:nvSpPr>
        <dsp:cNvPr id="0" name=""/>
        <dsp:cNvSpPr/>
      </dsp:nvSpPr>
      <dsp:spPr>
        <a:xfrm>
          <a:off x="4912799" y="3356581"/>
          <a:ext cx="664748" cy="91440"/>
        </a:xfrm>
        <a:custGeom>
          <a:avLst/>
          <a:gdLst/>
          <a:ahLst/>
          <a:cxnLst/>
          <a:rect l="0" t="0" r="0" b="0"/>
          <a:pathLst>
            <a:path>
              <a:moveTo>
                <a:pt x="664748" y="45720"/>
              </a:moveTo>
              <a:lnTo>
                <a:pt x="664748" y="84176"/>
              </a:lnTo>
              <a:lnTo>
                <a:pt x="0" y="84176"/>
              </a:lnTo>
              <a:lnTo>
                <a:pt x="0"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7B956F-D72C-4AE4-8D9E-D5EAAA044204}">
      <dsp:nvSpPr>
        <dsp:cNvPr id="0" name=""/>
        <dsp:cNvSpPr/>
      </dsp:nvSpPr>
      <dsp:spPr>
        <a:xfrm>
          <a:off x="5577548" y="3096541"/>
          <a:ext cx="341177" cy="91440"/>
        </a:xfrm>
        <a:custGeom>
          <a:avLst/>
          <a:gdLst/>
          <a:ahLst/>
          <a:cxnLst/>
          <a:rect l="0" t="0" r="0" b="0"/>
          <a:pathLst>
            <a:path>
              <a:moveTo>
                <a:pt x="341177" y="45720"/>
              </a:moveTo>
              <a:lnTo>
                <a:pt x="341177" y="84176"/>
              </a:lnTo>
              <a:lnTo>
                <a:pt x="0" y="84176"/>
              </a:lnTo>
              <a:lnTo>
                <a:pt x="0" y="122633"/>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74BE60C-DAF3-41F4-8E59-A9F5F5B2D4D2}">
      <dsp:nvSpPr>
        <dsp:cNvPr id="0" name=""/>
        <dsp:cNvSpPr/>
      </dsp:nvSpPr>
      <dsp:spPr>
        <a:xfrm>
          <a:off x="4121294" y="3662340"/>
          <a:ext cx="91440" cy="428515"/>
        </a:xfrm>
        <a:custGeom>
          <a:avLst/>
          <a:gdLst/>
          <a:ahLst/>
          <a:cxnLst/>
          <a:rect l="0" t="0" r="0" b="0"/>
          <a:pathLst>
            <a:path>
              <a:moveTo>
                <a:pt x="45720" y="0"/>
              </a:moveTo>
              <a:lnTo>
                <a:pt x="45720" y="428515"/>
              </a:lnTo>
              <a:lnTo>
                <a:pt x="100657" y="42851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A0D6CE-24DC-4C96-9E27-AB53866D8503}">
      <dsp:nvSpPr>
        <dsp:cNvPr id="0" name=""/>
        <dsp:cNvSpPr/>
      </dsp:nvSpPr>
      <dsp:spPr>
        <a:xfrm>
          <a:off x="4121294" y="3662340"/>
          <a:ext cx="91440" cy="168476"/>
        </a:xfrm>
        <a:custGeom>
          <a:avLst/>
          <a:gdLst/>
          <a:ahLst/>
          <a:cxnLst/>
          <a:rect l="0" t="0" r="0" b="0"/>
          <a:pathLst>
            <a:path>
              <a:moveTo>
                <a:pt x="45720" y="0"/>
              </a:moveTo>
              <a:lnTo>
                <a:pt x="45720" y="168476"/>
              </a:lnTo>
              <a:lnTo>
                <a:pt x="114945"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DC7D9D8-2FFD-43EE-B134-DD6BED8A2F3C}">
      <dsp:nvSpPr>
        <dsp:cNvPr id="0" name=""/>
        <dsp:cNvSpPr/>
      </dsp:nvSpPr>
      <dsp:spPr>
        <a:xfrm>
          <a:off x="3253060" y="3356581"/>
          <a:ext cx="1060455" cy="91440"/>
        </a:xfrm>
        <a:custGeom>
          <a:avLst/>
          <a:gdLst/>
          <a:ahLst/>
          <a:cxnLst/>
          <a:rect l="0" t="0" r="0" b="0"/>
          <a:pathLst>
            <a:path>
              <a:moveTo>
                <a:pt x="0" y="45720"/>
              </a:moveTo>
              <a:lnTo>
                <a:pt x="0" y="84176"/>
              </a:lnTo>
              <a:lnTo>
                <a:pt x="1060455" y="84176"/>
              </a:lnTo>
              <a:lnTo>
                <a:pt x="1060455"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C4C37F-F6A5-4C0A-9578-A4CC72454B4F}">
      <dsp:nvSpPr>
        <dsp:cNvPr id="0" name=""/>
        <dsp:cNvSpPr/>
      </dsp:nvSpPr>
      <dsp:spPr>
        <a:xfrm>
          <a:off x="3678128" y="3662340"/>
          <a:ext cx="91440" cy="428515"/>
        </a:xfrm>
        <a:custGeom>
          <a:avLst/>
          <a:gdLst/>
          <a:ahLst/>
          <a:cxnLst/>
          <a:rect l="0" t="0" r="0" b="0"/>
          <a:pathLst>
            <a:path>
              <a:moveTo>
                <a:pt x="45720" y="0"/>
              </a:moveTo>
              <a:lnTo>
                <a:pt x="45720" y="428515"/>
              </a:lnTo>
              <a:lnTo>
                <a:pt x="114945" y="42851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00BECC-0987-42C3-8C6A-15382A380D3A}">
      <dsp:nvSpPr>
        <dsp:cNvPr id="0" name=""/>
        <dsp:cNvSpPr/>
      </dsp:nvSpPr>
      <dsp:spPr>
        <a:xfrm>
          <a:off x="3678128" y="3662340"/>
          <a:ext cx="91440" cy="168476"/>
        </a:xfrm>
        <a:custGeom>
          <a:avLst/>
          <a:gdLst/>
          <a:ahLst/>
          <a:cxnLst/>
          <a:rect l="0" t="0" r="0" b="0"/>
          <a:pathLst>
            <a:path>
              <a:moveTo>
                <a:pt x="45720" y="0"/>
              </a:moveTo>
              <a:lnTo>
                <a:pt x="45720" y="168476"/>
              </a:lnTo>
              <a:lnTo>
                <a:pt x="114945"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B8FA32-F349-46FA-A218-D69EE6EFFCEC}">
      <dsp:nvSpPr>
        <dsp:cNvPr id="0" name=""/>
        <dsp:cNvSpPr/>
      </dsp:nvSpPr>
      <dsp:spPr>
        <a:xfrm>
          <a:off x="3253060" y="3356581"/>
          <a:ext cx="617289" cy="91440"/>
        </a:xfrm>
        <a:custGeom>
          <a:avLst/>
          <a:gdLst/>
          <a:ahLst/>
          <a:cxnLst/>
          <a:rect l="0" t="0" r="0" b="0"/>
          <a:pathLst>
            <a:path>
              <a:moveTo>
                <a:pt x="0" y="45720"/>
              </a:moveTo>
              <a:lnTo>
                <a:pt x="0" y="84176"/>
              </a:lnTo>
              <a:lnTo>
                <a:pt x="617289" y="84176"/>
              </a:lnTo>
              <a:lnTo>
                <a:pt x="617289"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7BCA2B-08D2-4A7F-97A2-8E6A1926F318}">
      <dsp:nvSpPr>
        <dsp:cNvPr id="0" name=""/>
        <dsp:cNvSpPr/>
      </dsp:nvSpPr>
      <dsp:spPr>
        <a:xfrm>
          <a:off x="3234963" y="3662340"/>
          <a:ext cx="91440" cy="428515"/>
        </a:xfrm>
        <a:custGeom>
          <a:avLst/>
          <a:gdLst/>
          <a:ahLst/>
          <a:cxnLst/>
          <a:rect l="0" t="0" r="0" b="0"/>
          <a:pathLst>
            <a:path>
              <a:moveTo>
                <a:pt x="45720" y="0"/>
              </a:moveTo>
              <a:lnTo>
                <a:pt x="45720" y="428515"/>
              </a:lnTo>
              <a:lnTo>
                <a:pt x="114945" y="42851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D9D54C-18DC-4A47-9ADA-5183EE522D5C}">
      <dsp:nvSpPr>
        <dsp:cNvPr id="0" name=""/>
        <dsp:cNvSpPr/>
      </dsp:nvSpPr>
      <dsp:spPr>
        <a:xfrm>
          <a:off x="3234963" y="3662340"/>
          <a:ext cx="91440" cy="168476"/>
        </a:xfrm>
        <a:custGeom>
          <a:avLst/>
          <a:gdLst/>
          <a:ahLst/>
          <a:cxnLst/>
          <a:rect l="0" t="0" r="0" b="0"/>
          <a:pathLst>
            <a:path>
              <a:moveTo>
                <a:pt x="45720" y="0"/>
              </a:moveTo>
              <a:lnTo>
                <a:pt x="45720" y="168476"/>
              </a:lnTo>
              <a:lnTo>
                <a:pt x="114945"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5A20E4-2CCD-4E6B-992E-EC209C065068}">
      <dsp:nvSpPr>
        <dsp:cNvPr id="0" name=""/>
        <dsp:cNvSpPr/>
      </dsp:nvSpPr>
      <dsp:spPr>
        <a:xfrm>
          <a:off x="3253060" y="3356581"/>
          <a:ext cx="174123" cy="91440"/>
        </a:xfrm>
        <a:custGeom>
          <a:avLst/>
          <a:gdLst/>
          <a:ahLst/>
          <a:cxnLst/>
          <a:rect l="0" t="0" r="0" b="0"/>
          <a:pathLst>
            <a:path>
              <a:moveTo>
                <a:pt x="0" y="45720"/>
              </a:moveTo>
              <a:lnTo>
                <a:pt x="0" y="84176"/>
              </a:lnTo>
              <a:lnTo>
                <a:pt x="174123" y="84176"/>
              </a:lnTo>
              <a:lnTo>
                <a:pt x="174123"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03DD793-B805-4F78-BB84-3128570E69AA}">
      <dsp:nvSpPr>
        <dsp:cNvPr id="0" name=""/>
        <dsp:cNvSpPr/>
      </dsp:nvSpPr>
      <dsp:spPr>
        <a:xfrm>
          <a:off x="2791797" y="3922379"/>
          <a:ext cx="91440" cy="428515"/>
        </a:xfrm>
        <a:custGeom>
          <a:avLst/>
          <a:gdLst/>
          <a:ahLst/>
          <a:cxnLst/>
          <a:rect l="0" t="0" r="0" b="0"/>
          <a:pathLst>
            <a:path>
              <a:moveTo>
                <a:pt x="45720" y="0"/>
              </a:moveTo>
              <a:lnTo>
                <a:pt x="45720" y="428515"/>
              </a:lnTo>
              <a:lnTo>
                <a:pt x="114945" y="42851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26A00FD-C71D-4F53-B511-3D2707B66CA5}">
      <dsp:nvSpPr>
        <dsp:cNvPr id="0" name=""/>
        <dsp:cNvSpPr/>
      </dsp:nvSpPr>
      <dsp:spPr>
        <a:xfrm>
          <a:off x="2791797" y="3922379"/>
          <a:ext cx="91440" cy="168476"/>
        </a:xfrm>
        <a:custGeom>
          <a:avLst/>
          <a:gdLst/>
          <a:ahLst/>
          <a:cxnLst/>
          <a:rect l="0" t="0" r="0" b="0"/>
          <a:pathLst>
            <a:path>
              <a:moveTo>
                <a:pt x="45720" y="0"/>
              </a:moveTo>
              <a:lnTo>
                <a:pt x="45720" y="168476"/>
              </a:lnTo>
              <a:lnTo>
                <a:pt x="114945"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3688D8C-0375-480E-ADAE-3D8E2AFEB62D}">
      <dsp:nvSpPr>
        <dsp:cNvPr id="0" name=""/>
        <dsp:cNvSpPr/>
      </dsp:nvSpPr>
      <dsp:spPr>
        <a:xfrm>
          <a:off x="2540852" y="3616620"/>
          <a:ext cx="443165" cy="91440"/>
        </a:xfrm>
        <a:custGeom>
          <a:avLst/>
          <a:gdLst/>
          <a:ahLst/>
          <a:cxnLst/>
          <a:rect l="0" t="0" r="0" b="0"/>
          <a:pathLst>
            <a:path>
              <a:moveTo>
                <a:pt x="0" y="45720"/>
              </a:moveTo>
              <a:lnTo>
                <a:pt x="0" y="84176"/>
              </a:lnTo>
              <a:lnTo>
                <a:pt x="443165" y="84176"/>
              </a:lnTo>
              <a:lnTo>
                <a:pt x="443165"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22872B-A537-4CCA-BF53-7698457E4B5E}">
      <dsp:nvSpPr>
        <dsp:cNvPr id="0" name=""/>
        <dsp:cNvSpPr/>
      </dsp:nvSpPr>
      <dsp:spPr>
        <a:xfrm>
          <a:off x="2348631" y="3922379"/>
          <a:ext cx="91440" cy="428515"/>
        </a:xfrm>
        <a:custGeom>
          <a:avLst/>
          <a:gdLst/>
          <a:ahLst/>
          <a:cxnLst/>
          <a:rect l="0" t="0" r="0" b="0"/>
          <a:pathLst>
            <a:path>
              <a:moveTo>
                <a:pt x="45720" y="0"/>
              </a:moveTo>
              <a:lnTo>
                <a:pt x="45720" y="428515"/>
              </a:lnTo>
              <a:lnTo>
                <a:pt x="114945" y="42851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D384A3B-FFCC-48F0-8551-AAC61336945B}">
      <dsp:nvSpPr>
        <dsp:cNvPr id="0" name=""/>
        <dsp:cNvSpPr/>
      </dsp:nvSpPr>
      <dsp:spPr>
        <a:xfrm>
          <a:off x="2348631" y="3922379"/>
          <a:ext cx="91440" cy="168476"/>
        </a:xfrm>
        <a:custGeom>
          <a:avLst/>
          <a:gdLst/>
          <a:ahLst/>
          <a:cxnLst/>
          <a:rect l="0" t="0" r="0" b="0"/>
          <a:pathLst>
            <a:path>
              <a:moveTo>
                <a:pt x="45720" y="0"/>
              </a:moveTo>
              <a:lnTo>
                <a:pt x="45720" y="168476"/>
              </a:lnTo>
              <a:lnTo>
                <a:pt x="114945"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6CB4C77-0714-4DD2-BAF4-09A376FDE558}">
      <dsp:nvSpPr>
        <dsp:cNvPr id="0" name=""/>
        <dsp:cNvSpPr/>
      </dsp:nvSpPr>
      <dsp:spPr>
        <a:xfrm>
          <a:off x="2495132" y="3616620"/>
          <a:ext cx="91440" cy="91440"/>
        </a:xfrm>
        <a:custGeom>
          <a:avLst/>
          <a:gdLst/>
          <a:ahLst/>
          <a:cxnLst/>
          <a:rect l="0" t="0" r="0" b="0"/>
          <a:pathLst>
            <a:path>
              <a:moveTo>
                <a:pt x="45720" y="45720"/>
              </a:moveTo>
              <a:lnTo>
                <a:pt x="45720"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53F20DB-BE1C-43BF-813E-0301F729BAEC}">
      <dsp:nvSpPr>
        <dsp:cNvPr id="0" name=""/>
        <dsp:cNvSpPr/>
      </dsp:nvSpPr>
      <dsp:spPr>
        <a:xfrm>
          <a:off x="1905466" y="3922379"/>
          <a:ext cx="91440" cy="428515"/>
        </a:xfrm>
        <a:custGeom>
          <a:avLst/>
          <a:gdLst/>
          <a:ahLst/>
          <a:cxnLst/>
          <a:rect l="0" t="0" r="0" b="0"/>
          <a:pathLst>
            <a:path>
              <a:moveTo>
                <a:pt x="45720" y="0"/>
              </a:moveTo>
              <a:lnTo>
                <a:pt x="45720" y="428515"/>
              </a:lnTo>
              <a:lnTo>
                <a:pt x="114945" y="42851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0B9081-3F4D-4C1B-B1D9-442CDD28E1F7}">
      <dsp:nvSpPr>
        <dsp:cNvPr id="0" name=""/>
        <dsp:cNvSpPr/>
      </dsp:nvSpPr>
      <dsp:spPr>
        <a:xfrm>
          <a:off x="1905466" y="3922379"/>
          <a:ext cx="91440" cy="168476"/>
        </a:xfrm>
        <a:custGeom>
          <a:avLst/>
          <a:gdLst/>
          <a:ahLst/>
          <a:cxnLst/>
          <a:rect l="0" t="0" r="0" b="0"/>
          <a:pathLst>
            <a:path>
              <a:moveTo>
                <a:pt x="45720" y="0"/>
              </a:moveTo>
              <a:lnTo>
                <a:pt x="45720" y="168476"/>
              </a:lnTo>
              <a:lnTo>
                <a:pt x="114945"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34C626-4DAE-4CA2-9111-824AE723186B}">
      <dsp:nvSpPr>
        <dsp:cNvPr id="0" name=""/>
        <dsp:cNvSpPr/>
      </dsp:nvSpPr>
      <dsp:spPr>
        <a:xfrm>
          <a:off x="2097687" y="3616620"/>
          <a:ext cx="443165" cy="91440"/>
        </a:xfrm>
        <a:custGeom>
          <a:avLst/>
          <a:gdLst/>
          <a:ahLst/>
          <a:cxnLst/>
          <a:rect l="0" t="0" r="0" b="0"/>
          <a:pathLst>
            <a:path>
              <a:moveTo>
                <a:pt x="443165" y="45720"/>
              </a:moveTo>
              <a:lnTo>
                <a:pt x="443165" y="84176"/>
              </a:lnTo>
              <a:lnTo>
                <a:pt x="0" y="84176"/>
              </a:lnTo>
              <a:lnTo>
                <a:pt x="0"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52B39FC-4241-48EA-A60D-FD5CF27E73CC}">
      <dsp:nvSpPr>
        <dsp:cNvPr id="0" name=""/>
        <dsp:cNvSpPr/>
      </dsp:nvSpPr>
      <dsp:spPr>
        <a:xfrm>
          <a:off x="2540852" y="3356581"/>
          <a:ext cx="712207" cy="91440"/>
        </a:xfrm>
        <a:custGeom>
          <a:avLst/>
          <a:gdLst/>
          <a:ahLst/>
          <a:cxnLst/>
          <a:rect l="0" t="0" r="0" b="0"/>
          <a:pathLst>
            <a:path>
              <a:moveTo>
                <a:pt x="712207" y="45720"/>
              </a:moveTo>
              <a:lnTo>
                <a:pt x="712207" y="84176"/>
              </a:lnTo>
              <a:lnTo>
                <a:pt x="0" y="84176"/>
              </a:lnTo>
              <a:lnTo>
                <a:pt x="0"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1F82AE-D204-494B-90C7-632A99586039}">
      <dsp:nvSpPr>
        <dsp:cNvPr id="0" name=""/>
        <dsp:cNvSpPr/>
      </dsp:nvSpPr>
      <dsp:spPr>
        <a:xfrm>
          <a:off x="3253060" y="3096541"/>
          <a:ext cx="2665665" cy="91440"/>
        </a:xfrm>
        <a:custGeom>
          <a:avLst/>
          <a:gdLst/>
          <a:ahLst/>
          <a:cxnLst/>
          <a:rect l="0" t="0" r="0" b="0"/>
          <a:pathLst>
            <a:path>
              <a:moveTo>
                <a:pt x="2665665" y="45720"/>
              </a:moveTo>
              <a:lnTo>
                <a:pt x="2665665" y="84176"/>
              </a:lnTo>
              <a:lnTo>
                <a:pt x="0" y="84176"/>
              </a:lnTo>
              <a:lnTo>
                <a:pt x="0" y="122633"/>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61F0CB-02A5-44BC-802B-160AEE8859DA}">
      <dsp:nvSpPr>
        <dsp:cNvPr id="0" name=""/>
        <dsp:cNvSpPr/>
      </dsp:nvSpPr>
      <dsp:spPr>
        <a:xfrm>
          <a:off x="1370737" y="3662340"/>
          <a:ext cx="91440" cy="168476"/>
        </a:xfrm>
        <a:custGeom>
          <a:avLst/>
          <a:gdLst/>
          <a:ahLst/>
          <a:cxnLst/>
          <a:rect l="0" t="0" r="0" b="0"/>
          <a:pathLst>
            <a:path>
              <a:moveTo>
                <a:pt x="45720" y="0"/>
              </a:moveTo>
              <a:lnTo>
                <a:pt x="45720" y="168476"/>
              </a:lnTo>
              <a:lnTo>
                <a:pt x="114945"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06B6B56-098A-42DE-88C2-958A5D5C75D5}">
      <dsp:nvSpPr>
        <dsp:cNvPr id="0" name=""/>
        <dsp:cNvSpPr/>
      </dsp:nvSpPr>
      <dsp:spPr>
        <a:xfrm>
          <a:off x="898210" y="3356581"/>
          <a:ext cx="664748" cy="91440"/>
        </a:xfrm>
        <a:custGeom>
          <a:avLst/>
          <a:gdLst/>
          <a:ahLst/>
          <a:cxnLst/>
          <a:rect l="0" t="0" r="0" b="0"/>
          <a:pathLst>
            <a:path>
              <a:moveTo>
                <a:pt x="0" y="45720"/>
              </a:moveTo>
              <a:lnTo>
                <a:pt x="0" y="84176"/>
              </a:lnTo>
              <a:lnTo>
                <a:pt x="664748" y="84176"/>
              </a:lnTo>
              <a:lnTo>
                <a:pt x="664748"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A73BEFC-60B3-448B-B26D-9AA124476CE8}">
      <dsp:nvSpPr>
        <dsp:cNvPr id="0" name=""/>
        <dsp:cNvSpPr/>
      </dsp:nvSpPr>
      <dsp:spPr>
        <a:xfrm>
          <a:off x="927571" y="3662340"/>
          <a:ext cx="91440" cy="428515"/>
        </a:xfrm>
        <a:custGeom>
          <a:avLst/>
          <a:gdLst/>
          <a:ahLst/>
          <a:cxnLst/>
          <a:rect l="0" t="0" r="0" b="0"/>
          <a:pathLst>
            <a:path>
              <a:moveTo>
                <a:pt x="45720" y="0"/>
              </a:moveTo>
              <a:lnTo>
                <a:pt x="45720" y="428515"/>
              </a:lnTo>
              <a:lnTo>
                <a:pt x="114945" y="42851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E2558B-2422-4EFF-AD47-78733478CFD1}">
      <dsp:nvSpPr>
        <dsp:cNvPr id="0" name=""/>
        <dsp:cNvSpPr/>
      </dsp:nvSpPr>
      <dsp:spPr>
        <a:xfrm>
          <a:off x="927571" y="3662340"/>
          <a:ext cx="91440" cy="168476"/>
        </a:xfrm>
        <a:custGeom>
          <a:avLst/>
          <a:gdLst/>
          <a:ahLst/>
          <a:cxnLst/>
          <a:rect l="0" t="0" r="0" b="0"/>
          <a:pathLst>
            <a:path>
              <a:moveTo>
                <a:pt x="45720" y="0"/>
              </a:moveTo>
              <a:lnTo>
                <a:pt x="45720" y="168476"/>
              </a:lnTo>
              <a:lnTo>
                <a:pt x="114945"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86953E-4383-4BBE-A9B0-D6F54FA11493}">
      <dsp:nvSpPr>
        <dsp:cNvPr id="0" name=""/>
        <dsp:cNvSpPr/>
      </dsp:nvSpPr>
      <dsp:spPr>
        <a:xfrm>
          <a:off x="898210" y="3356581"/>
          <a:ext cx="221582" cy="91440"/>
        </a:xfrm>
        <a:custGeom>
          <a:avLst/>
          <a:gdLst/>
          <a:ahLst/>
          <a:cxnLst/>
          <a:rect l="0" t="0" r="0" b="0"/>
          <a:pathLst>
            <a:path>
              <a:moveTo>
                <a:pt x="0" y="45720"/>
              </a:moveTo>
              <a:lnTo>
                <a:pt x="0" y="84176"/>
              </a:lnTo>
              <a:lnTo>
                <a:pt x="221582" y="84176"/>
              </a:lnTo>
              <a:lnTo>
                <a:pt x="221582"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876B364-8864-4955-9019-ECA6C3EC0665}">
      <dsp:nvSpPr>
        <dsp:cNvPr id="0" name=""/>
        <dsp:cNvSpPr/>
      </dsp:nvSpPr>
      <dsp:spPr>
        <a:xfrm>
          <a:off x="484406" y="3662340"/>
          <a:ext cx="91440" cy="428515"/>
        </a:xfrm>
        <a:custGeom>
          <a:avLst/>
          <a:gdLst/>
          <a:ahLst/>
          <a:cxnLst/>
          <a:rect l="0" t="0" r="0" b="0"/>
          <a:pathLst>
            <a:path>
              <a:moveTo>
                <a:pt x="45720" y="0"/>
              </a:moveTo>
              <a:lnTo>
                <a:pt x="45720" y="428515"/>
              </a:lnTo>
              <a:lnTo>
                <a:pt x="114945" y="42851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763DC6F-A63F-462A-B585-7F1D8AC58970}">
      <dsp:nvSpPr>
        <dsp:cNvPr id="0" name=""/>
        <dsp:cNvSpPr/>
      </dsp:nvSpPr>
      <dsp:spPr>
        <a:xfrm>
          <a:off x="484406" y="3662340"/>
          <a:ext cx="91440" cy="168476"/>
        </a:xfrm>
        <a:custGeom>
          <a:avLst/>
          <a:gdLst/>
          <a:ahLst/>
          <a:cxnLst/>
          <a:rect l="0" t="0" r="0" b="0"/>
          <a:pathLst>
            <a:path>
              <a:moveTo>
                <a:pt x="45720" y="0"/>
              </a:moveTo>
              <a:lnTo>
                <a:pt x="45720" y="168476"/>
              </a:lnTo>
              <a:lnTo>
                <a:pt x="114945"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483E4C-0B9A-4D68-8798-5B0CB4F90371}">
      <dsp:nvSpPr>
        <dsp:cNvPr id="0" name=""/>
        <dsp:cNvSpPr/>
      </dsp:nvSpPr>
      <dsp:spPr>
        <a:xfrm>
          <a:off x="676627" y="3356581"/>
          <a:ext cx="221582" cy="91440"/>
        </a:xfrm>
        <a:custGeom>
          <a:avLst/>
          <a:gdLst/>
          <a:ahLst/>
          <a:cxnLst/>
          <a:rect l="0" t="0" r="0" b="0"/>
          <a:pathLst>
            <a:path>
              <a:moveTo>
                <a:pt x="221582" y="45720"/>
              </a:moveTo>
              <a:lnTo>
                <a:pt x="221582" y="84176"/>
              </a:lnTo>
              <a:lnTo>
                <a:pt x="0" y="84176"/>
              </a:lnTo>
              <a:lnTo>
                <a:pt x="0"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16A8EDC-C3FC-4279-8F55-111E4C85F016}">
      <dsp:nvSpPr>
        <dsp:cNvPr id="0" name=""/>
        <dsp:cNvSpPr/>
      </dsp:nvSpPr>
      <dsp:spPr>
        <a:xfrm>
          <a:off x="41240" y="3662340"/>
          <a:ext cx="91440" cy="428515"/>
        </a:xfrm>
        <a:custGeom>
          <a:avLst/>
          <a:gdLst/>
          <a:ahLst/>
          <a:cxnLst/>
          <a:rect l="0" t="0" r="0" b="0"/>
          <a:pathLst>
            <a:path>
              <a:moveTo>
                <a:pt x="45720" y="0"/>
              </a:moveTo>
              <a:lnTo>
                <a:pt x="45720" y="428515"/>
              </a:lnTo>
              <a:lnTo>
                <a:pt x="114945" y="42851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8A9124-E1D9-4C7D-AC30-90578C915185}">
      <dsp:nvSpPr>
        <dsp:cNvPr id="0" name=""/>
        <dsp:cNvSpPr/>
      </dsp:nvSpPr>
      <dsp:spPr>
        <a:xfrm>
          <a:off x="41240" y="3662340"/>
          <a:ext cx="91440" cy="168476"/>
        </a:xfrm>
        <a:custGeom>
          <a:avLst/>
          <a:gdLst/>
          <a:ahLst/>
          <a:cxnLst/>
          <a:rect l="0" t="0" r="0" b="0"/>
          <a:pathLst>
            <a:path>
              <a:moveTo>
                <a:pt x="45720" y="0"/>
              </a:moveTo>
              <a:lnTo>
                <a:pt x="45720" y="168476"/>
              </a:lnTo>
              <a:lnTo>
                <a:pt x="114945" y="16847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67444D-5ED3-41ED-A347-24C2B0E04B90}">
      <dsp:nvSpPr>
        <dsp:cNvPr id="0" name=""/>
        <dsp:cNvSpPr/>
      </dsp:nvSpPr>
      <dsp:spPr>
        <a:xfrm>
          <a:off x="233461" y="3356581"/>
          <a:ext cx="664748" cy="91440"/>
        </a:xfrm>
        <a:custGeom>
          <a:avLst/>
          <a:gdLst/>
          <a:ahLst/>
          <a:cxnLst/>
          <a:rect l="0" t="0" r="0" b="0"/>
          <a:pathLst>
            <a:path>
              <a:moveTo>
                <a:pt x="664748" y="45720"/>
              </a:moveTo>
              <a:lnTo>
                <a:pt x="664748" y="84176"/>
              </a:lnTo>
              <a:lnTo>
                <a:pt x="0" y="84176"/>
              </a:lnTo>
              <a:lnTo>
                <a:pt x="0" y="12263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E2B9B1-B808-4C3E-9CA4-FDBFEB7C6E12}">
      <dsp:nvSpPr>
        <dsp:cNvPr id="0" name=""/>
        <dsp:cNvSpPr/>
      </dsp:nvSpPr>
      <dsp:spPr>
        <a:xfrm>
          <a:off x="898210" y="3096541"/>
          <a:ext cx="5020515" cy="91440"/>
        </a:xfrm>
        <a:custGeom>
          <a:avLst/>
          <a:gdLst/>
          <a:ahLst/>
          <a:cxnLst/>
          <a:rect l="0" t="0" r="0" b="0"/>
          <a:pathLst>
            <a:path>
              <a:moveTo>
                <a:pt x="5020515" y="45720"/>
              </a:moveTo>
              <a:lnTo>
                <a:pt x="5020515" y="84176"/>
              </a:lnTo>
              <a:lnTo>
                <a:pt x="0" y="84176"/>
              </a:lnTo>
              <a:lnTo>
                <a:pt x="0" y="122633"/>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8530AC-F178-403E-A897-42E299E5ED21}">
      <dsp:nvSpPr>
        <dsp:cNvPr id="0" name=""/>
        <dsp:cNvSpPr/>
      </dsp:nvSpPr>
      <dsp:spPr>
        <a:xfrm>
          <a:off x="2256199" y="2324101"/>
          <a:ext cx="7325051" cy="818160"/>
        </a:xfrm>
        <a:prstGeom prst="rect">
          <a:avLst/>
        </a:prstGeom>
        <a:solidFill>
          <a:srgbClr val="002060"/>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AU" sz="2400" kern="1200"/>
            <a:t>Transport Services for Business Customers</a:t>
          </a:r>
        </a:p>
      </dsp:txBody>
      <dsp:txXfrm>
        <a:off x="2256199" y="2324101"/>
        <a:ext cx="7325051" cy="818160"/>
      </dsp:txXfrm>
    </dsp:sp>
    <dsp:sp modelId="{E053A169-9C0A-4979-A9C3-739101C47B4F}">
      <dsp:nvSpPr>
        <dsp:cNvPr id="0" name=""/>
        <dsp:cNvSpPr/>
      </dsp:nvSpPr>
      <dsp:spPr>
        <a:xfrm>
          <a:off x="3378" y="3219175"/>
          <a:ext cx="1789663" cy="183126"/>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b="0" i="0" u="none" kern="1200"/>
            <a:t>TS4Bus Data Governance, Model &amp; Ownership</a:t>
          </a:r>
          <a:endParaRPr lang="en-AU" sz="500" kern="1200"/>
        </a:p>
      </dsp:txBody>
      <dsp:txXfrm>
        <a:off x="3378" y="3219175"/>
        <a:ext cx="1789663" cy="183126"/>
      </dsp:txXfrm>
    </dsp:sp>
    <dsp:sp modelId="{601B3886-2D32-435C-87C1-3436C1456A52}">
      <dsp:nvSpPr>
        <dsp:cNvPr id="0" name=""/>
        <dsp:cNvSpPr/>
      </dsp:nvSpPr>
      <dsp:spPr>
        <a:xfrm>
          <a:off x="50335"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Discovery</a:t>
          </a:r>
        </a:p>
      </dsp:txBody>
      <dsp:txXfrm>
        <a:off x="50335" y="3479214"/>
        <a:ext cx="366252" cy="183126"/>
      </dsp:txXfrm>
    </dsp:sp>
    <dsp:sp modelId="{24C2DBF2-97E6-4B49-9630-04CBA346167D}">
      <dsp:nvSpPr>
        <dsp:cNvPr id="0" name=""/>
        <dsp:cNvSpPr/>
      </dsp:nvSpPr>
      <dsp:spPr>
        <a:xfrm>
          <a:off x="156186"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Business Customer Assessment</a:t>
          </a:r>
        </a:p>
      </dsp:txBody>
      <dsp:txXfrm>
        <a:off x="156186" y="3739253"/>
        <a:ext cx="366252" cy="183126"/>
      </dsp:txXfrm>
    </dsp:sp>
    <dsp:sp modelId="{37F60180-1B26-4DFE-9DCB-DA7129A4AA9A}">
      <dsp:nvSpPr>
        <dsp:cNvPr id="0" name=""/>
        <dsp:cNvSpPr/>
      </dsp:nvSpPr>
      <dsp:spPr>
        <a:xfrm>
          <a:off x="156186" y="399929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Data Ownership Assessment</a:t>
          </a:r>
        </a:p>
      </dsp:txBody>
      <dsp:txXfrm>
        <a:off x="156186" y="3999293"/>
        <a:ext cx="366252" cy="183126"/>
      </dsp:txXfrm>
    </dsp:sp>
    <dsp:sp modelId="{87A6AD60-4F0F-491E-9176-F0A64ECD9127}">
      <dsp:nvSpPr>
        <dsp:cNvPr id="0" name=""/>
        <dsp:cNvSpPr/>
      </dsp:nvSpPr>
      <dsp:spPr>
        <a:xfrm>
          <a:off x="493501"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Design</a:t>
          </a:r>
        </a:p>
      </dsp:txBody>
      <dsp:txXfrm>
        <a:off x="493501" y="3479214"/>
        <a:ext cx="366252" cy="183126"/>
      </dsp:txXfrm>
    </dsp:sp>
    <dsp:sp modelId="{C434C31E-CD18-49CF-8AE0-F0816E30BB31}">
      <dsp:nvSpPr>
        <dsp:cNvPr id="0" name=""/>
        <dsp:cNvSpPr/>
      </dsp:nvSpPr>
      <dsp:spPr>
        <a:xfrm>
          <a:off x="599351"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Governance Model</a:t>
          </a:r>
        </a:p>
      </dsp:txBody>
      <dsp:txXfrm>
        <a:off x="599351" y="3739253"/>
        <a:ext cx="366252" cy="183126"/>
      </dsp:txXfrm>
    </dsp:sp>
    <dsp:sp modelId="{AE95BAB7-52A9-40B2-80E7-9D22FE08CB71}">
      <dsp:nvSpPr>
        <dsp:cNvPr id="0" name=""/>
        <dsp:cNvSpPr/>
      </dsp:nvSpPr>
      <dsp:spPr>
        <a:xfrm>
          <a:off x="599351" y="399929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Business Customer Data Model</a:t>
          </a:r>
        </a:p>
      </dsp:txBody>
      <dsp:txXfrm>
        <a:off x="599351" y="3999293"/>
        <a:ext cx="366252" cy="183126"/>
      </dsp:txXfrm>
    </dsp:sp>
    <dsp:sp modelId="{07C71433-0FF8-4BC8-9B31-E04309C87F10}">
      <dsp:nvSpPr>
        <dsp:cNvPr id="0" name=""/>
        <dsp:cNvSpPr/>
      </dsp:nvSpPr>
      <dsp:spPr>
        <a:xfrm>
          <a:off x="936666"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Delivery</a:t>
          </a:r>
        </a:p>
      </dsp:txBody>
      <dsp:txXfrm>
        <a:off x="936666" y="3479214"/>
        <a:ext cx="366252" cy="183126"/>
      </dsp:txXfrm>
    </dsp:sp>
    <dsp:sp modelId="{789861EB-947C-4155-89A8-671983BE8599}">
      <dsp:nvSpPr>
        <dsp:cNvPr id="0" name=""/>
        <dsp:cNvSpPr/>
      </dsp:nvSpPr>
      <dsp:spPr>
        <a:xfrm>
          <a:off x="1042517"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Governance Controls</a:t>
          </a:r>
        </a:p>
      </dsp:txBody>
      <dsp:txXfrm>
        <a:off x="1042517" y="3739253"/>
        <a:ext cx="366252" cy="183126"/>
      </dsp:txXfrm>
    </dsp:sp>
    <dsp:sp modelId="{1D95F98B-2259-4689-96B2-F8F958A827F9}">
      <dsp:nvSpPr>
        <dsp:cNvPr id="0" name=""/>
        <dsp:cNvSpPr/>
      </dsp:nvSpPr>
      <dsp:spPr>
        <a:xfrm>
          <a:off x="1042517" y="399929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Data Standards</a:t>
          </a:r>
        </a:p>
      </dsp:txBody>
      <dsp:txXfrm>
        <a:off x="1042517" y="3999293"/>
        <a:ext cx="366252" cy="183126"/>
      </dsp:txXfrm>
    </dsp:sp>
    <dsp:sp modelId="{A50C351E-75D0-427A-85F2-6A352551E6E2}">
      <dsp:nvSpPr>
        <dsp:cNvPr id="0" name=""/>
        <dsp:cNvSpPr/>
      </dsp:nvSpPr>
      <dsp:spPr>
        <a:xfrm>
          <a:off x="1379832"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Transition</a:t>
          </a:r>
        </a:p>
      </dsp:txBody>
      <dsp:txXfrm>
        <a:off x="1379832" y="3479214"/>
        <a:ext cx="366252" cy="183126"/>
      </dsp:txXfrm>
    </dsp:sp>
    <dsp:sp modelId="{6F3F0949-ABBE-4B1F-A83F-947AF15AC17D}">
      <dsp:nvSpPr>
        <dsp:cNvPr id="0" name=""/>
        <dsp:cNvSpPr/>
      </dsp:nvSpPr>
      <dsp:spPr>
        <a:xfrm>
          <a:off x="1485682"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Adoption Plan</a:t>
          </a:r>
        </a:p>
      </dsp:txBody>
      <dsp:txXfrm>
        <a:off x="1485682" y="3739253"/>
        <a:ext cx="366252" cy="183126"/>
      </dsp:txXfrm>
    </dsp:sp>
    <dsp:sp modelId="{78F581A2-A236-4AAE-9594-81595AF744C3}">
      <dsp:nvSpPr>
        <dsp:cNvPr id="0" name=""/>
        <dsp:cNvSpPr/>
      </dsp:nvSpPr>
      <dsp:spPr>
        <a:xfrm>
          <a:off x="2052513" y="3219175"/>
          <a:ext cx="2401093" cy="183126"/>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CRM Requirements Discovery</a:t>
          </a:r>
        </a:p>
      </dsp:txBody>
      <dsp:txXfrm>
        <a:off x="2052513" y="3219175"/>
        <a:ext cx="2401093" cy="183126"/>
      </dsp:txXfrm>
    </dsp:sp>
    <dsp:sp modelId="{5E0F8C5D-0E8E-4980-84F1-F6E2CDF05BB9}">
      <dsp:nvSpPr>
        <dsp:cNvPr id="0" name=""/>
        <dsp:cNvSpPr/>
      </dsp:nvSpPr>
      <dsp:spPr>
        <a:xfrm>
          <a:off x="2357726"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Discovery</a:t>
          </a:r>
        </a:p>
      </dsp:txBody>
      <dsp:txXfrm>
        <a:off x="2357726" y="3479214"/>
        <a:ext cx="366252" cy="183126"/>
      </dsp:txXfrm>
    </dsp:sp>
    <dsp:sp modelId="{A3EB5734-F426-4A10-8B5F-A9AA29F31741}">
      <dsp:nvSpPr>
        <dsp:cNvPr id="0" name=""/>
        <dsp:cNvSpPr/>
      </dsp:nvSpPr>
      <dsp:spPr>
        <a:xfrm>
          <a:off x="1914561" y="3739253"/>
          <a:ext cx="366252" cy="183126"/>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Customer Discovery</a:t>
          </a:r>
        </a:p>
      </dsp:txBody>
      <dsp:txXfrm>
        <a:off x="1914561" y="3739253"/>
        <a:ext cx="366252" cy="183126"/>
      </dsp:txXfrm>
    </dsp:sp>
    <dsp:sp modelId="{3A325660-294D-4A7D-BD1A-745FFA88BD01}">
      <dsp:nvSpPr>
        <dsp:cNvPr id="0" name=""/>
        <dsp:cNvSpPr/>
      </dsp:nvSpPr>
      <dsp:spPr>
        <a:xfrm>
          <a:off x="2020411" y="399929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Customer Journey Assessment</a:t>
          </a:r>
        </a:p>
      </dsp:txBody>
      <dsp:txXfrm>
        <a:off x="2020411" y="3999293"/>
        <a:ext cx="366252" cy="183126"/>
      </dsp:txXfrm>
    </dsp:sp>
    <dsp:sp modelId="{314E03AD-B572-4319-A344-D7086B11FB13}">
      <dsp:nvSpPr>
        <dsp:cNvPr id="0" name=""/>
        <dsp:cNvSpPr/>
      </dsp:nvSpPr>
      <dsp:spPr>
        <a:xfrm>
          <a:off x="2020411" y="4259332"/>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Persona Assessment</a:t>
          </a:r>
        </a:p>
      </dsp:txBody>
      <dsp:txXfrm>
        <a:off x="2020411" y="4259332"/>
        <a:ext cx="366252" cy="183126"/>
      </dsp:txXfrm>
    </dsp:sp>
    <dsp:sp modelId="{5118ED6B-3A65-47EF-992B-308CE90D4708}">
      <dsp:nvSpPr>
        <dsp:cNvPr id="0" name=""/>
        <dsp:cNvSpPr/>
      </dsp:nvSpPr>
      <dsp:spPr>
        <a:xfrm>
          <a:off x="2357726" y="3739253"/>
          <a:ext cx="366252" cy="183126"/>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Capability Discovery</a:t>
          </a:r>
        </a:p>
      </dsp:txBody>
      <dsp:txXfrm>
        <a:off x="2357726" y="3739253"/>
        <a:ext cx="366252" cy="183126"/>
      </dsp:txXfrm>
    </dsp:sp>
    <dsp:sp modelId="{5146D6D1-D55F-4791-B168-4FA00883F38A}">
      <dsp:nvSpPr>
        <dsp:cNvPr id="0" name=""/>
        <dsp:cNvSpPr/>
      </dsp:nvSpPr>
      <dsp:spPr>
        <a:xfrm>
          <a:off x="2463577" y="399929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CRM Capability Assessment</a:t>
          </a:r>
        </a:p>
      </dsp:txBody>
      <dsp:txXfrm>
        <a:off x="2463577" y="3999293"/>
        <a:ext cx="366252" cy="183126"/>
      </dsp:txXfrm>
    </dsp:sp>
    <dsp:sp modelId="{3D633C59-7239-40BA-AB37-5435F78E66C2}">
      <dsp:nvSpPr>
        <dsp:cNvPr id="0" name=""/>
        <dsp:cNvSpPr/>
      </dsp:nvSpPr>
      <dsp:spPr>
        <a:xfrm>
          <a:off x="2463577" y="4259332"/>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Gap Assessment</a:t>
          </a:r>
        </a:p>
      </dsp:txBody>
      <dsp:txXfrm>
        <a:off x="2463577" y="4259332"/>
        <a:ext cx="366252" cy="183126"/>
      </dsp:txXfrm>
    </dsp:sp>
    <dsp:sp modelId="{15DEB91B-B3C1-4DA0-9D06-5E456E5D6D74}">
      <dsp:nvSpPr>
        <dsp:cNvPr id="0" name=""/>
        <dsp:cNvSpPr/>
      </dsp:nvSpPr>
      <dsp:spPr>
        <a:xfrm>
          <a:off x="2800892" y="3739253"/>
          <a:ext cx="366252" cy="183126"/>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Market Discovery</a:t>
          </a:r>
        </a:p>
      </dsp:txBody>
      <dsp:txXfrm>
        <a:off x="2800892" y="3739253"/>
        <a:ext cx="366252" cy="183126"/>
      </dsp:txXfrm>
    </dsp:sp>
    <dsp:sp modelId="{C2D14DB2-9FC7-4123-8BFA-2AD6898342E5}">
      <dsp:nvSpPr>
        <dsp:cNvPr id="0" name=""/>
        <dsp:cNvSpPr/>
      </dsp:nvSpPr>
      <dsp:spPr>
        <a:xfrm>
          <a:off x="2906742" y="399929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Vendor/Internal Assessment</a:t>
          </a:r>
        </a:p>
      </dsp:txBody>
      <dsp:txXfrm>
        <a:off x="2906742" y="3999293"/>
        <a:ext cx="366252" cy="183126"/>
      </dsp:txXfrm>
    </dsp:sp>
    <dsp:sp modelId="{D402A32C-FED1-4688-8471-80B4FBD28771}">
      <dsp:nvSpPr>
        <dsp:cNvPr id="0" name=""/>
        <dsp:cNvSpPr/>
      </dsp:nvSpPr>
      <dsp:spPr>
        <a:xfrm>
          <a:off x="2906742" y="4259332"/>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Options Assessment</a:t>
          </a:r>
        </a:p>
      </dsp:txBody>
      <dsp:txXfrm>
        <a:off x="2906742" y="4259332"/>
        <a:ext cx="366252" cy="183126"/>
      </dsp:txXfrm>
    </dsp:sp>
    <dsp:sp modelId="{3C2FE568-6E92-4C38-8DA3-11CA79E7A172}">
      <dsp:nvSpPr>
        <dsp:cNvPr id="0" name=""/>
        <dsp:cNvSpPr/>
      </dsp:nvSpPr>
      <dsp:spPr>
        <a:xfrm>
          <a:off x="3244057"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Design</a:t>
          </a:r>
        </a:p>
      </dsp:txBody>
      <dsp:txXfrm>
        <a:off x="3244057" y="3479214"/>
        <a:ext cx="366252" cy="183126"/>
      </dsp:txXfrm>
    </dsp:sp>
    <dsp:sp modelId="{7F1C2EBA-6293-4D00-87F5-A42806579EDC}">
      <dsp:nvSpPr>
        <dsp:cNvPr id="0" name=""/>
        <dsp:cNvSpPr/>
      </dsp:nvSpPr>
      <dsp:spPr>
        <a:xfrm>
          <a:off x="3349908"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CRM Requirement Specification</a:t>
          </a:r>
        </a:p>
      </dsp:txBody>
      <dsp:txXfrm>
        <a:off x="3349908" y="3739253"/>
        <a:ext cx="366252" cy="183126"/>
      </dsp:txXfrm>
    </dsp:sp>
    <dsp:sp modelId="{E9CD37CA-93C4-4ECF-9682-BAEA4789D719}">
      <dsp:nvSpPr>
        <dsp:cNvPr id="0" name=""/>
        <dsp:cNvSpPr/>
      </dsp:nvSpPr>
      <dsp:spPr>
        <a:xfrm>
          <a:off x="3349908" y="399929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Future CRM Architecture</a:t>
          </a:r>
        </a:p>
      </dsp:txBody>
      <dsp:txXfrm>
        <a:off x="3349908" y="3999293"/>
        <a:ext cx="366252" cy="183126"/>
      </dsp:txXfrm>
    </dsp:sp>
    <dsp:sp modelId="{A8D466AB-DEC8-488B-8149-AB7E4E70149C}">
      <dsp:nvSpPr>
        <dsp:cNvPr id="0" name=""/>
        <dsp:cNvSpPr/>
      </dsp:nvSpPr>
      <dsp:spPr>
        <a:xfrm>
          <a:off x="3687223"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Delivery</a:t>
          </a:r>
        </a:p>
      </dsp:txBody>
      <dsp:txXfrm>
        <a:off x="3687223" y="3479214"/>
        <a:ext cx="366252" cy="183126"/>
      </dsp:txXfrm>
    </dsp:sp>
    <dsp:sp modelId="{58F3909C-645F-4C86-9910-B531E582B5D5}">
      <dsp:nvSpPr>
        <dsp:cNvPr id="0" name=""/>
        <dsp:cNvSpPr/>
      </dsp:nvSpPr>
      <dsp:spPr>
        <a:xfrm>
          <a:off x="3793074"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CRM Backlog</a:t>
          </a:r>
        </a:p>
      </dsp:txBody>
      <dsp:txXfrm>
        <a:off x="3793074" y="3739253"/>
        <a:ext cx="366252" cy="183126"/>
      </dsp:txXfrm>
    </dsp:sp>
    <dsp:sp modelId="{8FA32649-A993-4BEA-B225-087A732F4FE0}">
      <dsp:nvSpPr>
        <dsp:cNvPr id="0" name=""/>
        <dsp:cNvSpPr/>
      </dsp:nvSpPr>
      <dsp:spPr>
        <a:xfrm>
          <a:off x="3793074" y="399929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Prioritised Capability Set</a:t>
          </a:r>
        </a:p>
      </dsp:txBody>
      <dsp:txXfrm>
        <a:off x="3793074" y="3999293"/>
        <a:ext cx="366252" cy="183126"/>
      </dsp:txXfrm>
    </dsp:sp>
    <dsp:sp modelId="{FC410583-4B4F-4CD1-BEAF-03CB0EBEBCD4}">
      <dsp:nvSpPr>
        <dsp:cNvPr id="0" name=""/>
        <dsp:cNvSpPr/>
      </dsp:nvSpPr>
      <dsp:spPr>
        <a:xfrm>
          <a:off x="4130389"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Transition</a:t>
          </a:r>
        </a:p>
      </dsp:txBody>
      <dsp:txXfrm>
        <a:off x="4130389" y="3479214"/>
        <a:ext cx="366252" cy="183126"/>
      </dsp:txXfrm>
    </dsp:sp>
    <dsp:sp modelId="{06C72C29-81DF-41DD-B756-C7719DC2E4D2}">
      <dsp:nvSpPr>
        <dsp:cNvPr id="0" name=""/>
        <dsp:cNvSpPr/>
      </dsp:nvSpPr>
      <dsp:spPr>
        <a:xfrm>
          <a:off x="4236239"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Procurement Inputs</a:t>
          </a:r>
        </a:p>
      </dsp:txBody>
      <dsp:txXfrm>
        <a:off x="4236239" y="3739253"/>
        <a:ext cx="366252" cy="183126"/>
      </dsp:txXfrm>
    </dsp:sp>
    <dsp:sp modelId="{2DEC323C-89F0-4A71-8EB7-6D30E599EF94}">
      <dsp:nvSpPr>
        <dsp:cNvPr id="0" name=""/>
        <dsp:cNvSpPr/>
      </dsp:nvSpPr>
      <dsp:spPr>
        <a:xfrm>
          <a:off x="4221952" y="399929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Delivery Road Map</a:t>
          </a:r>
        </a:p>
      </dsp:txBody>
      <dsp:txXfrm>
        <a:off x="4221952" y="3999293"/>
        <a:ext cx="366252" cy="183126"/>
      </dsp:txXfrm>
    </dsp:sp>
    <dsp:sp modelId="{016EC23A-2D0E-41F6-A49C-4A8A9AA629EE}">
      <dsp:nvSpPr>
        <dsp:cNvPr id="0" name=""/>
        <dsp:cNvSpPr/>
      </dsp:nvSpPr>
      <dsp:spPr>
        <a:xfrm>
          <a:off x="4704643" y="3219175"/>
          <a:ext cx="1745808" cy="183126"/>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Business ID to Customer Account</a:t>
          </a:r>
        </a:p>
      </dsp:txBody>
      <dsp:txXfrm>
        <a:off x="4704643" y="3219175"/>
        <a:ext cx="1745808" cy="183126"/>
      </dsp:txXfrm>
    </dsp:sp>
    <dsp:sp modelId="{F44AD20D-9B10-4090-ADC4-FA073122B034}">
      <dsp:nvSpPr>
        <dsp:cNvPr id="0" name=""/>
        <dsp:cNvSpPr/>
      </dsp:nvSpPr>
      <dsp:spPr>
        <a:xfrm>
          <a:off x="4729673"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Discovery</a:t>
          </a:r>
        </a:p>
      </dsp:txBody>
      <dsp:txXfrm>
        <a:off x="4729673" y="3479214"/>
        <a:ext cx="366252" cy="183126"/>
      </dsp:txXfrm>
    </dsp:sp>
    <dsp:sp modelId="{408FADC2-E07A-4992-BE7F-8DF9A21F6360}">
      <dsp:nvSpPr>
        <dsp:cNvPr id="0" name=""/>
        <dsp:cNvSpPr/>
      </dsp:nvSpPr>
      <dsp:spPr>
        <a:xfrm>
          <a:off x="4821236"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Business Identity Assessment</a:t>
          </a:r>
        </a:p>
      </dsp:txBody>
      <dsp:txXfrm>
        <a:off x="4821236" y="3739253"/>
        <a:ext cx="366252" cy="183126"/>
      </dsp:txXfrm>
    </dsp:sp>
    <dsp:sp modelId="{763EDFA5-9F0C-4F1B-912F-D8633AD70A8A}">
      <dsp:nvSpPr>
        <dsp:cNvPr id="0" name=""/>
        <dsp:cNvSpPr/>
      </dsp:nvSpPr>
      <dsp:spPr>
        <a:xfrm>
          <a:off x="4821236" y="399929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Account Linkage Assessment</a:t>
          </a:r>
        </a:p>
      </dsp:txBody>
      <dsp:txXfrm>
        <a:off x="4821236" y="3999293"/>
        <a:ext cx="366252" cy="183126"/>
      </dsp:txXfrm>
    </dsp:sp>
    <dsp:sp modelId="{9AB20978-08CF-4AAB-B144-0305DE5CA8BA}">
      <dsp:nvSpPr>
        <dsp:cNvPr id="0" name=""/>
        <dsp:cNvSpPr/>
      </dsp:nvSpPr>
      <dsp:spPr>
        <a:xfrm>
          <a:off x="5172839"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Design</a:t>
          </a:r>
        </a:p>
      </dsp:txBody>
      <dsp:txXfrm>
        <a:off x="5172839" y="3479214"/>
        <a:ext cx="366252" cy="183126"/>
      </dsp:txXfrm>
    </dsp:sp>
    <dsp:sp modelId="{7BC6389E-30F7-4DA4-9B52-5847F61CD7B9}">
      <dsp:nvSpPr>
        <dsp:cNvPr id="0" name=""/>
        <dsp:cNvSpPr/>
      </dsp:nvSpPr>
      <dsp:spPr>
        <a:xfrm>
          <a:off x="5264402"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Identity Model</a:t>
          </a:r>
        </a:p>
      </dsp:txBody>
      <dsp:txXfrm>
        <a:off x="5264402" y="3739253"/>
        <a:ext cx="366252" cy="183126"/>
      </dsp:txXfrm>
    </dsp:sp>
    <dsp:sp modelId="{C26F7271-6AA6-41B7-91BE-85B6404AE37F}">
      <dsp:nvSpPr>
        <dsp:cNvPr id="0" name=""/>
        <dsp:cNvSpPr/>
      </dsp:nvSpPr>
      <dsp:spPr>
        <a:xfrm>
          <a:off x="5264402" y="399929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Access Model</a:t>
          </a:r>
        </a:p>
      </dsp:txBody>
      <dsp:txXfrm>
        <a:off x="5264402" y="3999293"/>
        <a:ext cx="366252" cy="183126"/>
      </dsp:txXfrm>
    </dsp:sp>
    <dsp:sp modelId="{7575C765-7DE4-44F9-BE0B-A229F2199643}">
      <dsp:nvSpPr>
        <dsp:cNvPr id="0" name=""/>
        <dsp:cNvSpPr/>
      </dsp:nvSpPr>
      <dsp:spPr>
        <a:xfrm>
          <a:off x="5616004"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Delivery</a:t>
          </a:r>
        </a:p>
      </dsp:txBody>
      <dsp:txXfrm>
        <a:off x="5616004" y="3479214"/>
        <a:ext cx="366252" cy="183126"/>
      </dsp:txXfrm>
    </dsp:sp>
    <dsp:sp modelId="{923A9858-DE5E-429F-B3C4-FF7523CF9B66}">
      <dsp:nvSpPr>
        <dsp:cNvPr id="0" name=""/>
        <dsp:cNvSpPr/>
      </dsp:nvSpPr>
      <dsp:spPr>
        <a:xfrm>
          <a:off x="5707568"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Identity Services</a:t>
          </a:r>
        </a:p>
      </dsp:txBody>
      <dsp:txXfrm>
        <a:off x="5707568" y="3739253"/>
        <a:ext cx="366252" cy="183126"/>
      </dsp:txXfrm>
    </dsp:sp>
    <dsp:sp modelId="{63535B4A-B8F0-4DD2-BE74-69B06C2F956D}">
      <dsp:nvSpPr>
        <dsp:cNvPr id="0" name=""/>
        <dsp:cNvSpPr/>
      </dsp:nvSpPr>
      <dsp:spPr>
        <a:xfrm>
          <a:off x="5707568" y="399929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Linking Services</a:t>
          </a:r>
        </a:p>
      </dsp:txBody>
      <dsp:txXfrm>
        <a:off x="5707568" y="3999293"/>
        <a:ext cx="366252" cy="183126"/>
      </dsp:txXfrm>
    </dsp:sp>
    <dsp:sp modelId="{9FD396D8-C5CE-41B9-8E02-C70E3E1E7A6C}">
      <dsp:nvSpPr>
        <dsp:cNvPr id="0" name=""/>
        <dsp:cNvSpPr/>
      </dsp:nvSpPr>
      <dsp:spPr>
        <a:xfrm>
          <a:off x="6059170"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Transition</a:t>
          </a:r>
        </a:p>
      </dsp:txBody>
      <dsp:txXfrm>
        <a:off x="6059170" y="3479214"/>
        <a:ext cx="366252" cy="183126"/>
      </dsp:txXfrm>
    </dsp:sp>
    <dsp:sp modelId="{28D4EFCA-81EE-49AA-969A-85495936DC30}">
      <dsp:nvSpPr>
        <dsp:cNvPr id="0" name=""/>
        <dsp:cNvSpPr/>
      </dsp:nvSpPr>
      <dsp:spPr>
        <a:xfrm>
          <a:off x="6150733"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Migration Strategy</a:t>
          </a:r>
        </a:p>
      </dsp:txBody>
      <dsp:txXfrm>
        <a:off x="6150733" y="3739253"/>
        <a:ext cx="366252" cy="183126"/>
      </dsp:txXfrm>
    </dsp:sp>
    <dsp:sp modelId="{858CCC95-E4CA-427E-8CC5-EA54BE327E50}">
      <dsp:nvSpPr>
        <dsp:cNvPr id="0" name=""/>
        <dsp:cNvSpPr/>
      </dsp:nvSpPr>
      <dsp:spPr>
        <a:xfrm>
          <a:off x="6527365" y="3219175"/>
          <a:ext cx="1699803" cy="183126"/>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Rego Related e-notifications</a:t>
          </a:r>
        </a:p>
      </dsp:txBody>
      <dsp:txXfrm>
        <a:off x="6527365" y="3219175"/>
        <a:ext cx="1699803" cy="183126"/>
      </dsp:txXfrm>
    </dsp:sp>
    <dsp:sp modelId="{4D18FC79-1D32-4A57-8194-C37CE7939140}">
      <dsp:nvSpPr>
        <dsp:cNvPr id="0" name=""/>
        <dsp:cNvSpPr/>
      </dsp:nvSpPr>
      <dsp:spPr>
        <a:xfrm>
          <a:off x="6529393"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Discovery</a:t>
          </a:r>
        </a:p>
      </dsp:txBody>
      <dsp:txXfrm>
        <a:off x="6529393" y="3479214"/>
        <a:ext cx="366252" cy="183126"/>
      </dsp:txXfrm>
    </dsp:sp>
    <dsp:sp modelId="{BC3B0EDD-05E0-4C7C-845B-15D4DB15CF90}">
      <dsp:nvSpPr>
        <dsp:cNvPr id="0" name=""/>
        <dsp:cNvSpPr/>
      </dsp:nvSpPr>
      <dsp:spPr>
        <a:xfrm>
          <a:off x="6620956"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dirty="0"/>
            <a:t>Notification Assessment</a:t>
          </a:r>
        </a:p>
      </dsp:txBody>
      <dsp:txXfrm>
        <a:off x="6620956" y="3739253"/>
        <a:ext cx="366252" cy="183126"/>
      </dsp:txXfrm>
    </dsp:sp>
    <dsp:sp modelId="{F4967D4D-B14F-49FF-A0AA-2369B9BC0184}">
      <dsp:nvSpPr>
        <dsp:cNvPr id="0" name=""/>
        <dsp:cNvSpPr/>
      </dsp:nvSpPr>
      <dsp:spPr>
        <a:xfrm>
          <a:off x="6620956" y="399929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Channel Assessment</a:t>
          </a:r>
        </a:p>
      </dsp:txBody>
      <dsp:txXfrm>
        <a:off x="6620956" y="3999293"/>
        <a:ext cx="366252" cy="183126"/>
      </dsp:txXfrm>
    </dsp:sp>
    <dsp:sp modelId="{0B55BB63-917A-4C1F-8C9C-87551C1719C3}">
      <dsp:nvSpPr>
        <dsp:cNvPr id="0" name=""/>
        <dsp:cNvSpPr/>
      </dsp:nvSpPr>
      <dsp:spPr>
        <a:xfrm>
          <a:off x="6620956" y="4259332"/>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Customer Research</a:t>
          </a:r>
        </a:p>
      </dsp:txBody>
      <dsp:txXfrm>
        <a:off x="6620956" y="4259332"/>
        <a:ext cx="366252" cy="183126"/>
      </dsp:txXfrm>
    </dsp:sp>
    <dsp:sp modelId="{6F255A7A-696D-4CB9-BAAA-BD4B147C9278}">
      <dsp:nvSpPr>
        <dsp:cNvPr id="0" name=""/>
        <dsp:cNvSpPr/>
      </dsp:nvSpPr>
      <dsp:spPr>
        <a:xfrm>
          <a:off x="6972558"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Design</a:t>
          </a:r>
        </a:p>
      </dsp:txBody>
      <dsp:txXfrm>
        <a:off x="6972558" y="3479214"/>
        <a:ext cx="366252" cy="183126"/>
      </dsp:txXfrm>
    </dsp:sp>
    <dsp:sp modelId="{04DEA00F-E439-4173-AE94-21F222FFF7E2}">
      <dsp:nvSpPr>
        <dsp:cNvPr id="0" name=""/>
        <dsp:cNvSpPr/>
      </dsp:nvSpPr>
      <dsp:spPr>
        <a:xfrm>
          <a:off x="7064121"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Notification Design</a:t>
          </a:r>
        </a:p>
      </dsp:txBody>
      <dsp:txXfrm>
        <a:off x="7064121" y="3739253"/>
        <a:ext cx="366252" cy="183126"/>
      </dsp:txXfrm>
    </dsp:sp>
    <dsp:sp modelId="{A3BD5DFB-D161-4688-8846-FA7FBF648219}">
      <dsp:nvSpPr>
        <dsp:cNvPr id="0" name=""/>
        <dsp:cNvSpPr/>
      </dsp:nvSpPr>
      <dsp:spPr>
        <a:xfrm>
          <a:off x="7064121" y="399929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Preference Management Design</a:t>
          </a:r>
        </a:p>
      </dsp:txBody>
      <dsp:txXfrm>
        <a:off x="7064121" y="3999293"/>
        <a:ext cx="366252" cy="183126"/>
      </dsp:txXfrm>
    </dsp:sp>
    <dsp:sp modelId="{A1B3F0DA-598D-4D5B-A3B7-03AA84C20428}">
      <dsp:nvSpPr>
        <dsp:cNvPr id="0" name=""/>
        <dsp:cNvSpPr/>
      </dsp:nvSpPr>
      <dsp:spPr>
        <a:xfrm>
          <a:off x="7415724"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Delivery</a:t>
          </a:r>
        </a:p>
      </dsp:txBody>
      <dsp:txXfrm>
        <a:off x="7415724" y="3479214"/>
        <a:ext cx="366252" cy="183126"/>
      </dsp:txXfrm>
    </dsp:sp>
    <dsp:sp modelId="{BC3F6A8A-9DC0-440D-83E2-DA65D7DF2C76}">
      <dsp:nvSpPr>
        <dsp:cNvPr id="0" name=""/>
        <dsp:cNvSpPr/>
      </dsp:nvSpPr>
      <dsp:spPr>
        <a:xfrm>
          <a:off x="7507287"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Notification Services</a:t>
          </a:r>
        </a:p>
      </dsp:txBody>
      <dsp:txXfrm>
        <a:off x="7507287" y="3739253"/>
        <a:ext cx="366252" cy="183126"/>
      </dsp:txXfrm>
    </dsp:sp>
    <dsp:sp modelId="{9433E3C4-19AD-4AF8-8A87-A91E98B56445}">
      <dsp:nvSpPr>
        <dsp:cNvPr id="0" name=""/>
        <dsp:cNvSpPr/>
      </dsp:nvSpPr>
      <dsp:spPr>
        <a:xfrm>
          <a:off x="7507287" y="399929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Preferences Capability</a:t>
          </a:r>
        </a:p>
      </dsp:txBody>
      <dsp:txXfrm>
        <a:off x="7507287" y="3999293"/>
        <a:ext cx="366252" cy="183126"/>
      </dsp:txXfrm>
    </dsp:sp>
    <dsp:sp modelId="{0E670987-08DA-4622-939C-396D12FDF6ED}">
      <dsp:nvSpPr>
        <dsp:cNvPr id="0" name=""/>
        <dsp:cNvSpPr/>
      </dsp:nvSpPr>
      <dsp:spPr>
        <a:xfrm>
          <a:off x="7858889"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Transition</a:t>
          </a:r>
        </a:p>
      </dsp:txBody>
      <dsp:txXfrm>
        <a:off x="7858889" y="3479214"/>
        <a:ext cx="366252" cy="183126"/>
      </dsp:txXfrm>
    </dsp:sp>
    <dsp:sp modelId="{EF94F646-6C99-42C2-B70A-469F369E8C42}">
      <dsp:nvSpPr>
        <dsp:cNvPr id="0" name=""/>
        <dsp:cNvSpPr/>
      </dsp:nvSpPr>
      <dsp:spPr>
        <a:xfrm>
          <a:off x="7950453"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Customer Adoption</a:t>
          </a:r>
        </a:p>
      </dsp:txBody>
      <dsp:txXfrm>
        <a:off x="7950453" y="3739253"/>
        <a:ext cx="366252" cy="183126"/>
      </dsp:txXfrm>
    </dsp:sp>
    <dsp:sp modelId="{B6882BBA-C028-45B6-AA74-004B50941257}">
      <dsp:nvSpPr>
        <dsp:cNvPr id="0" name=""/>
        <dsp:cNvSpPr/>
      </dsp:nvSpPr>
      <dsp:spPr>
        <a:xfrm>
          <a:off x="8304082" y="3219175"/>
          <a:ext cx="1752943" cy="183126"/>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Rego Enquiry Online</a:t>
          </a:r>
        </a:p>
      </dsp:txBody>
      <dsp:txXfrm>
        <a:off x="8304082" y="3219175"/>
        <a:ext cx="1752943" cy="183126"/>
      </dsp:txXfrm>
    </dsp:sp>
    <dsp:sp modelId="{877CA1CD-EE42-45B1-B6A0-23D6C72D87D2}">
      <dsp:nvSpPr>
        <dsp:cNvPr id="0" name=""/>
        <dsp:cNvSpPr/>
      </dsp:nvSpPr>
      <dsp:spPr>
        <a:xfrm>
          <a:off x="8332679"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Discovery</a:t>
          </a:r>
        </a:p>
      </dsp:txBody>
      <dsp:txXfrm>
        <a:off x="8332679" y="3479214"/>
        <a:ext cx="366252" cy="183126"/>
      </dsp:txXfrm>
    </dsp:sp>
    <dsp:sp modelId="{0D31323D-9216-4D65-B896-EFFD98189BD2}">
      <dsp:nvSpPr>
        <dsp:cNvPr id="0" name=""/>
        <dsp:cNvSpPr/>
      </dsp:nvSpPr>
      <dsp:spPr>
        <a:xfrm>
          <a:off x="8424242"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User Research</a:t>
          </a:r>
        </a:p>
      </dsp:txBody>
      <dsp:txXfrm>
        <a:off x="8424242" y="3739253"/>
        <a:ext cx="366252" cy="183126"/>
      </dsp:txXfrm>
    </dsp:sp>
    <dsp:sp modelId="{D94E3F59-9A68-4F4D-BEEE-B7B7E0CCD4F1}">
      <dsp:nvSpPr>
        <dsp:cNvPr id="0" name=""/>
        <dsp:cNvSpPr/>
      </dsp:nvSpPr>
      <dsp:spPr>
        <a:xfrm>
          <a:off x="8424242" y="399929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Service Assessment</a:t>
          </a:r>
        </a:p>
      </dsp:txBody>
      <dsp:txXfrm>
        <a:off x="8424242" y="3999293"/>
        <a:ext cx="366252" cy="183126"/>
      </dsp:txXfrm>
    </dsp:sp>
    <dsp:sp modelId="{7BFDFDA9-0E96-458B-AB70-D87709AE2675}">
      <dsp:nvSpPr>
        <dsp:cNvPr id="0" name=""/>
        <dsp:cNvSpPr/>
      </dsp:nvSpPr>
      <dsp:spPr>
        <a:xfrm>
          <a:off x="8775845"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Design</a:t>
          </a:r>
        </a:p>
      </dsp:txBody>
      <dsp:txXfrm>
        <a:off x="8775845" y="3479214"/>
        <a:ext cx="366252" cy="183126"/>
      </dsp:txXfrm>
    </dsp:sp>
    <dsp:sp modelId="{A63312FB-8520-4EB2-A936-A69216B96C6C}">
      <dsp:nvSpPr>
        <dsp:cNvPr id="0" name=""/>
        <dsp:cNvSpPr/>
      </dsp:nvSpPr>
      <dsp:spPr>
        <a:xfrm>
          <a:off x="8867408"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Online Service Design</a:t>
          </a:r>
        </a:p>
      </dsp:txBody>
      <dsp:txXfrm>
        <a:off x="8867408" y="3739253"/>
        <a:ext cx="366252" cy="183126"/>
      </dsp:txXfrm>
    </dsp:sp>
    <dsp:sp modelId="{6DB20552-0B3B-4D12-B06C-E2F8E7440FB1}">
      <dsp:nvSpPr>
        <dsp:cNvPr id="0" name=""/>
        <dsp:cNvSpPr/>
      </dsp:nvSpPr>
      <dsp:spPr>
        <a:xfrm>
          <a:off x="9219010"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Delivery</a:t>
          </a:r>
        </a:p>
      </dsp:txBody>
      <dsp:txXfrm>
        <a:off x="9219010" y="3479214"/>
        <a:ext cx="366252" cy="183126"/>
      </dsp:txXfrm>
    </dsp:sp>
    <dsp:sp modelId="{E6786B7D-22AA-4B5E-BC02-AB342F68E6C2}">
      <dsp:nvSpPr>
        <dsp:cNvPr id="0" name=""/>
        <dsp:cNvSpPr/>
      </dsp:nvSpPr>
      <dsp:spPr>
        <a:xfrm>
          <a:off x="9310574"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Online Enquiry Capability</a:t>
          </a:r>
        </a:p>
      </dsp:txBody>
      <dsp:txXfrm>
        <a:off x="9310574" y="3739253"/>
        <a:ext cx="366252" cy="183126"/>
      </dsp:txXfrm>
    </dsp:sp>
    <dsp:sp modelId="{DFB8174E-455C-4CF9-9AEE-51F5904C2D9F}">
      <dsp:nvSpPr>
        <dsp:cNvPr id="0" name=""/>
        <dsp:cNvSpPr/>
      </dsp:nvSpPr>
      <dsp:spPr>
        <a:xfrm>
          <a:off x="9662176"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Transition</a:t>
          </a:r>
        </a:p>
      </dsp:txBody>
      <dsp:txXfrm>
        <a:off x="9662176" y="3479214"/>
        <a:ext cx="366252" cy="183126"/>
      </dsp:txXfrm>
    </dsp:sp>
    <dsp:sp modelId="{1C64F99C-F081-4669-851D-FAC49FCF83B2}">
      <dsp:nvSpPr>
        <dsp:cNvPr id="0" name=""/>
        <dsp:cNvSpPr/>
      </dsp:nvSpPr>
      <dsp:spPr>
        <a:xfrm>
          <a:off x="9753739"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Operational Support</a:t>
          </a:r>
        </a:p>
      </dsp:txBody>
      <dsp:txXfrm>
        <a:off x="9753739" y="3739253"/>
        <a:ext cx="366252" cy="183126"/>
      </dsp:txXfrm>
    </dsp:sp>
    <dsp:sp modelId="{949025D6-383D-4129-B503-AA9F63878290}">
      <dsp:nvSpPr>
        <dsp:cNvPr id="0" name=""/>
        <dsp:cNvSpPr/>
      </dsp:nvSpPr>
      <dsp:spPr>
        <a:xfrm>
          <a:off x="10133939" y="3219175"/>
          <a:ext cx="1700133" cy="183126"/>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Pay Rego Online</a:t>
          </a:r>
        </a:p>
      </dsp:txBody>
      <dsp:txXfrm>
        <a:off x="10133939" y="3219175"/>
        <a:ext cx="1700133" cy="183126"/>
      </dsp:txXfrm>
    </dsp:sp>
    <dsp:sp modelId="{629ACA42-75A5-47A9-B63E-1B6A6425DD33}">
      <dsp:nvSpPr>
        <dsp:cNvPr id="0" name=""/>
        <dsp:cNvSpPr/>
      </dsp:nvSpPr>
      <dsp:spPr>
        <a:xfrm>
          <a:off x="10136131"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Discovery</a:t>
          </a:r>
        </a:p>
      </dsp:txBody>
      <dsp:txXfrm>
        <a:off x="10136131" y="3479214"/>
        <a:ext cx="366252" cy="183126"/>
      </dsp:txXfrm>
    </dsp:sp>
    <dsp:sp modelId="{DD4E6012-1800-4A04-BDBA-ED36CB1AA89C}">
      <dsp:nvSpPr>
        <dsp:cNvPr id="0" name=""/>
        <dsp:cNvSpPr/>
      </dsp:nvSpPr>
      <dsp:spPr>
        <a:xfrm>
          <a:off x="10227694"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Payment Assessment</a:t>
          </a:r>
        </a:p>
      </dsp:txBody>
      <dsp:txXfrm>
        <a:off x="10227694" y="3739253"/>
        <a:ext cx="366252" cy="183126"/>
      </dsp:txXfrm>
    </dsp:sp>
    <dsp:sp modelId="{28B1E166-94F4-4E9F-B85C-AC9382C64788}">
      <dsp:nvSpPr>
        <dsp:cNvPr id="0" name=""/>
        <dsp:cNvSpPr/>
      </dsp:nvSpPr>
      <dsp:spPr>
        <a:xfrm>
          <a:off x="10227694" y="399929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Customer Journey Assessment</a:t>
          </a:r>
        </a:p>
      </dsp:txBody>
      <dsp:txXfrm>
        <a:off x="10227694" y="3999293"/>
        <a:ext cx="366252" cy="183126"/>
      </dsp:txXfrm>
    </dsp:sp>
    <dsp:sp modelId="{1A7E5CD3-33AA-43EC-95A3-8639A04AF689}">
      <dsp:nvSpPr>
        <dsp:cNvPr id="0" name=""/>
        <dsp:cNvSpPr/>
      </dsp:nvSpPr>
      <dsp:spPr>
        <a:xfrm>
          <a:off x="10579296"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Design</a:t>
          </a:r>
        </a:p>
      </dsp:txBody>
      <dsp:txXfrm>
        <a:off x="10579296" y="3479214"/>
        <a:ext cx="366252" cy="183126"/>
      </dsp:txXfrm>
    </dsp:sp>
    <dsp:sp modelId="{2A875F4B-5553-4F6F-B89F-457AA5382C80}">
      <dsp:nvSpPr>
        <dsp:cNvPr id="0" name=""/>
        <dsp:cNvSpPr/>
      </dsp:nvSpPr>
      <dsp:spPr>
        <a:xfrm>
          <a:off x="10670860"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Payment Experience Design</a:t>
          </a:r>
        </a:p>
      </dsp:txBody>
      <dsp:txXfrm>
        <a:off x="10670860" y="3739253"/>
        <a:ext cx="366252" cy="183126"/>
      </dsp:txXfrm>
    </dsp:sp>
    <dsp:sp modelId="{9875EC1A-83F9-4E2A-BDAC-212FBA64CA45}">
      <dsp:nvSpPr>
        <dsp:cNvPr id="0" name=""/>
        <dsp:cNvSpPr/>
      </dsp:nvSpPr>
      <dsp:spPr>
        <a:xfrm>
          <a:off x="11022462"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Delivery</a:t>
          </a:r>
        </a:p>
      </dsp:txBody>
      <dsp:txXfrm>
        <a:off x="11022462" y="3479214"/>
        <a:ext cx="366252" cy="183126"/>
      </dsp:txXfrm>
    </dsp:sp>
    <dsp:sp modelId="{3219AA4B-32C7-43F9-B287-9E88B5733F56}">
      <dsp:nvSpPr>
        <dsp:cNvPr id="0" name=""/>
        <dsp:cNvSpPr/>
      </dsp:nvSpPr>
      <dsp:spPr>
        <a:xfrm>
          <a:off x="11114025"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Online Payment Services</a:t>
          </a:r>
        </a:p>
      </dsp:txBody>
      <dsp:txXfrm>
        <a:off x="11114025" y="3739253"/>
        <a:ext cx="366252" cy="183126"/>
      </dsp:txXfrm>
    </dsp:sp>
    <dsp:sp modelId="{5096A1FA-0A49-4219-B877-B96A0469C595}">
      <dsp:nvSpPr>
        <dsp:cNvPr id="0" name=""/>
        <dsp:cNvSpPr/>
      </dsp:nvSpPr>
      <dsp:spPr>
        <a:xfrm>
          <a:off x="11465628" y="3479214"/>
          <a:ext cx="366252" cy="183126"/>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Transition</a:t>
          </a:r>
        </a:p>
      </dsp:txBody>
      <dsp:txXfrm>
        <a:off x="11465628" y="3479214"/>
        <a:ext cx="366252" cy="183126"/>
      </dsp:txXfrm>
    </dsp:sp>
    <dsp:sp modelId="{681E5B5E-104A-4A57-8B21-4135179EE09C}">
      <dsp:nvSpPr>
        <dsp:cNvPr id="0" name=""/>
        <dsp:cNvSpPr/>
      </dsp:nvSpPr>
      <dsp:spPr>
        <a:xfrm>
          <a:off x="11557191" y="3739253"/>
          <a:ext cx="366252" cy="183126"/>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AU" sz="500" kern="1200"/>
            <a:t>Adoption Support</a:t>
          </a:r>
        </a:p>
      </dsp:txBody>
      <dsp:txXfrm>
        <a:off x="11557191" y="3739253"/>
        <a:ext cx="366252" cy="18312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9F980D-1625-4680-A60F-669D153BD48C}">
      <dsp:nvSpPr>
        <dsp:cNvPr id="0" name=""/>
        <dsp:cNvSpPr/>
      </dsp:nvSpPr>
      <dsp:spPr>
        <a:xfrm>
          <a:off x="0" y="26084"/>
          <a:ext cx="6253721" cy="15912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AU" sz="4000" kern="1200"/>
            <a:t>Modernised NEVDIS Integrations</a:t>
          </a:r>
          <a:endParaRPr lang="en-US" sz="4000" kern="1200"/>
        </a:p>
      </dsp:txBody>
      <dsp:txXfrm>
        <a:off x="77676" y="103760"/>
        <a:ext cx="6098369" cy="1435848"/>
      </dsp:txXfrm>
    </dsp:sp>
    <dsp:sp modelId="{A467622C-4471-4284-A909-3057EF570ECD}">
      <dsp:nvSpPr>
        <dsp:cNvPr id="0" name=""/>
        <dsp:cNvSpPr/>
      </dsp:nvSpPr>
      <dsp:spPr>
        <a:xfrm>
          <a:off x="0" y="1732485"/>
          <a:ext cx="6253721" cy="1591200"/>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AU" sz="4000" kern="1200"/>
            <a:t>NHVR</a:t>
          </a:r>
          <a:endParaRPr lang="en-US" sz="4000" kern="1200"/>
        </a:p>
      </dsp:txBody>
      <dsp:txXfrm>
        <a:off x="77676" y="1810161"/>
        <a:ext cx="6098369" cy="1435848"/>
      </dsp:txXfrm>
    </dsp:sp>
    <dsp:sp modelId="{CAECEB6B-BCBE-4898-934C-FFD403FDA405}">
      <dsp:nvSpPr>
        <dsp:cNvPr id="0" name=""/>
        <dsp:cNvSpPr/>
      </dsp:nvSpPr>
      <dsp:spPr>
        <a:xfrm>
          <a:off x="0" y="3438885"/>
          <a:ext cx="6253721" cy="159120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AU" sz="4000" kern="1200"/>
            <a:t>NDFLRS</a:t>
          </a:r>
          <a:endParaRPr lang="en-US" sz="4000" kern="1200"/>
        </a:p>
      </dsp:txBody>
      <dsp:txXfrm>
        <a:off x="77676" y="3516561"/>
        <a:ext cx="6098369" cy="143584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96AB2D-569C-430E-8A54-49D4E9DD1AB4}">
      <dsp:nvSpPr>
        <dsp:cNvPr id="0" name=""/>
        <dsp:cNvSpPr/>
      </dsp:nvSpPr>
      <dsp:spPr>
        <a:xfrm>
          <a:off x="5775835" y="1081012"/>
          <a:ext cx="92964" cy="1035889"/>
        </a:xfrm>
        <a:custGeom>
          <a:avLst/>
          <a:gdLst/>
          <a:ahLst/>
          <a:cxnLst/>
          <a:rect l="0" t="0" r="0" b="0"/>
          <a:pathLst>
            <a:path>
              <a:moveTo>
                <a:pt x="92964" y="0"/>
              </a:moveTo>
              <a:lnTo>
                <a:pt x="92964" y="1035889"/>
              </a:lnTo>
              <a:lnTo>
                <a:pt x="0" y="1035889"/>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08B41D-0F3F-475C-B267-DF239FB26BB2}">
      <dsp:nvSpPr>
        <dsp:cNvPr id="0" name=""/>
        <dsp:cNvSpPr/>
      </dsp:nvSpPr>
      <dsp:spPr>
        <a:xfrm>
          <a:off x="5868799" y="1081012"/>
          <a:ext cx="92964" cy="407272"/>
        </a:xfrm>
        <a:custGeom>
          <a:avLst/>
          <a:gdLst/>
          <a:ahLst/>
          <a:cxnLst/>
          <a:rect l="0" t="0" r="0" b="0"/>
          <a:pathLst>
            <a:path>
              <a:moveTo>
                <a:pt x="0" y="0"/>
              </a:moveTo>
              <a:lnTo>
                <a:pt x="0" y="407272"/>
              </a:lnTo>
              <a:lnTo>
                <a:pt x="92964" y="40727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5A54C4-05E3-4AC2-9E78-159835E1FA0A}">
      <dsp:nvSpPr>
        <dsp:cNvPr id="0" name=""/>
        <dsp:cNvSpPr/>
      </dsp:nvSpPr>
      <dsp:spPr>
        <a:xfrm>
          <a:off x="5775835" y="1081012"/>
          <a:ext cx="92964" cy="407272"/>
        </a:xfrm>
        <a:custGeom>
          <a:avLst/>
          <a:gdLst/>
          <a:ahLst/>
          <a:cxnLst/>
          <a:rect l="0" t="0" r="0" b="0"/>
          <a:pathLst>
            <a:path>
              <a:moveTo>
                <a:pt x="92964" y="0"/>
              </a:moveTo>
              <a:lnTo>
                <a:pt x="92964" y="407272"/>
              </a:lnTo>
              <a:lnTo>
                <a:pt x="0" y="40727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275E6C-EF52-44B6-A1FE-02C759FE80EB}">
      <dsp:nvSpPr>
        <dsp:cNvPr id="0" name=""/>
        <dsp:cNvSpPr/>
      </dsp:nvSpPr>
      <dsp:spPr>
        <a:xfrm>
          <a:off x="10908071"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489D5DD-FC37-42DE-962B-6993F423AF34}">
      <dsp:nvSpPr>
        <dsp:cNvPr id="0" name=""/>
        <dsp:cNvSpPr/>
      </dsp:nvSpPr>
      <dsp:spPr>
        <a:xfrm>
          <a:off x="11216501" y="2966863"/>
          <a:ext cx="91440" cy="185928"/>
        </a:xfrm>
        <a:custGeom>
          <a:avLst/>
          <a:gdLst/>
          <a:ahLst/>
          <a:cxnLst/>
          <a:rect l="0" t="0" r="0" b="0"/>
          <a:pathLst>
            <a:path>
              <a:moveTo>
                <a:pt x="45720" y="0"/>
              </a:moveTo>
              <a:lnTo>
                <a:pt x="4572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DC2B85-A8D5-4593-867F-DC0483840EB2}">
      <dsp:nvSpPr>
        <dsp:cNvPr id="0" name=""/>
        <dsp:cNvSpPr/>
      </dsp:nvSpPr>
      <dsp:spPr>
        <a:xfrm>
          <a:off x="5868799" y="1081012"/>
          <a:ext cx="5393421" cy="1443162"/>
        </a:xfrm>
        <a:custGeom>
          <a:avLst/>
          <a:gdLst/>
          <a:ahLst/>
          <a:cxnLst/>
          <a:rect l="0" t="0" r="0" b="0"/>
          <a:pathLst>
            <a:path>
              <a:moveTo>
                <a:pt x="0" y="0"/>
              </a:moveTo>
              <a:lnTo>
                <a:pt x="0" y="1350198"/>
              </a:lnTo>
              <a:lnTo>
                <a:pt x="5393421" y="1350198"/>
              </a:lnTo>
              <a:lnTo>
                <a:pt x="5393421" y="144316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13A015-EC16-4B9F-A988-FF8A7BBB88A6}">
      <dsp:nvSpPr>
        <dsp:cNvPr id="0" name=""/>
        <dsp:cNvSpPr/>
      </dsp:nvSpPr>
      <dsp:spPr>
        <a:xfrm>
          <a:off x="9808939"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43EF91F-8DA5-43EF-8EB3-BB146F5BF4EF}">
      <dsp:nvSpPr>
        <dsp:cNvPr id="0" name=""/>
        <dsp:cNvSpPr/>
      </dsp:nvSpPr>
      <dsp:spPr>
        <a:xfrm>
          <a:off x="9808939"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316BAB-E484-4713-88F8-60BFB9ECB2F9}">
      <dsp:nvSpPr>
        <dsp:cNvPr id="0" name=""/>
        <dsp:cNvSpPr/>
      </dsp:nvSpPr>
      <dsp:spPr>
        <a:xfrm>
          <a:off x="9627436" y="2966863"/>
          <a:ext cx="535652" cy="185928"/>
        </a:xfrm>
        <a:custGeom>
          <a:avLst/>
          <a:gdLst/>
          <a:ahLst/>
          <a:cxnLst/>
          <a:rect l="0" t="0" r="0" b="0"/>
          <a:pathLst>
            <a:path>
              <a:moveTo>
                <a:pt x="0" y="0"/>
              </a:moveTo>
              <a:lnTo>
                <a:pt x="0" y="92964"/>
              </a:lnTo>
              <a:lnTo>
                <a:pt x="535652" y="92964"/>
              </a:lnTo>
              <a:lnTo>
                <a:pt x="535652"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09402AC-4CF6-4F22-8D6A-D3C1188B5393}">
      <dsp:nvSpPr>
        <dsp:cNvPr id="0" name=""/>
        <dsp:cNvSpPr/>
      </dsp:nvSpPr>
      <dsp:spPr>
        <a:xfrm>
          <a:off x="8737634"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2C6395-CDA7-4EB2-8956-CE67599F0711}">
      <dsp:nvSpPr>
        <dsp:cNvPr id="0" name=""/>
        <dsp:cNvSpPr/>
      </dsp:nvSpPr>
      <dsp:spPr>
        <a:xfrm>
          <a:off x="9091784" y="2966863"/>
          <a:ext cx="535652" cy="185928"/>
        </a:xfrm>
        <a:custGeom>
          <a:avLst/>
          <a:gdLst/>
          <a:ahLst/>
          <a:cxnLst/>
          <a:rect l="0" t="0" r="0" b="0"/>
          <a:pathLst>
            <a:path>
              <a:moveTo>
                <a:pt x="535652" y="0"/>
              </a:moveTo>
              <a:lnTo>
                <a:pt x="535652" y="92964"/>
              </a:lnTo>
              <a:lnTo>
                <a:pt x="0" y="92964"/>
              </a:lnTo>
              <a:lnTo>
                <a:pt x="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7FA171-3DC1-4B30-B97D-AAB0EE775448}">
      <dsp:nvSpPr>
        <dsp:cNvPr id="0" name=""/>
        <dsp:cNvSpPr/>
      </dsp:nvSpPr>
      <dsp:spPr>
        <a:xfrm>
          <a:off x="5868799" y="1081012"/>
          <a:ext cx="3758637" cy="1443162"/>
        </a:xfrm>
        <a:custGeom>
          <a:avLst/>
          <a:gdLst/>
          <a:ahLst/>
          <a:cxnLst/>
          <a:rect l="0" t="0" r="0" b="0"/>
          <a:pathLst>
            <a:path>
              <a:moveTo>
                <a:pt x="0" y="0"/>
              </a:moveTo>
              <a:lnTo>
                <a:pt x="0" y="1350198"/>
              </a:lnTo>
              <a:lnTo>
                <a:pt x="3758637" y="1350198"/>
              </a:lnTo>
              <a:lnTo>
                <a:pt x="3758637" y="144316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D600AC-D904-45AA-A6C7-5EAC376DA718}">
      <dsp:nvSpPr>
        <dsp:cNvPr id="0" name=""/>
        <dsp:cNvSpPr/>
      </dsp:nvSpPr>
      <dsp:spPr>
        <a:xfrm>
          <a:off x="7622649"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E6867E7-74AC-4BF1-A9FA-4AC7261C94EA}">
      <dsp:nvSpPr>
        <dsp:cNvPr id="0" name=""/>
        <dsp:cNvSpPr/>
      </dsp:nvSpPr>
      <dsp:spPr>
        <a:xfrm>
          <a:off x="7622649"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1396398-C9F6-48F4-AA4F-1E9F79E1591E}">
      <dsp:nvSpPr>
        <dsp:cNvPr id="0" name=""/>
        <dsp:cNvSpPr/>
      </dsp:nvSpPr>
      <dsp:spPr>
        <a:xfrm>
          <a:off x="7441147" y="2966863"/>
          <a:ext cx="535652" cy="185928"/>
        </a:xfrm>
        <a:custGeom>
          <a:avLst/>
          <a:gdLst/>
          <a:ahLst/>
          <a:cxnLst/>
          <a:rect l="0" t="0" r="0" b="0"/>
          <a:pathLst>
            <a:path>
              <a:moveTo>
                <a:pt x="0" y="0"/>
              </a:moveTo>
              <a:lnTo>
                <a:pt x="0" y="92964"/>
              </a:lnTo>
              <a:lnTo>
                <a:pt x="535652" y="92964"/>
              </a:lnTo>
              <a:lnTo>
                <a:pt x="535652"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7B956F-D72C-4AE4-8D9E-D5EAAA044204}">
      <dsp:nvSpPr>
        <dsp:cNvPr id="0" name=""/>
        <dsp:cNvSpPr/>
      </dsp:nvSpPr>
      <dsp:spPr>
        <a:xfrm>
          <a:off x="6551344"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104FA65-B4C0-4B7B-8F35-47D7504F3B76}">
      <dsp:nvSpPr>
        <dsp:cNvPr id="0" name=""/>
        <dsp:cNvSpPr/>
      </dsp:nvSpPr>
      <dsp:spPr>
        <a:xfrm>
          <a:off x="6551344"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F5DE40-A613-44B8-8873-5CB179E71291}">
      <dsp:nvSpPr>
        <dsp:cNvPr id="0" name=""/>
        <dsp:cNvSpPr/>
      </dsp:nvSpPr>
      <dsp:spPr>
        <a:xfrm>
          <a:off x="6905495" y="2966863"/>
          <a:ext cx="535652" cy="185928"/>
        </a:xfrm>
        <a:custGeom>
          <a:avLst/>
          <a:gdLst/>
          <a:ahLst/>
          <a:cxnLst/>
          <a:rect l="0" t="0" r="0" b="0"/>
          <a:pathLst>
            <a:path>
              <a:moveTo>
                <a:pt x="535652" y="0"/>
              </a:moveTo>
              <a:lnTo>
                <a:pt x="535652" y="92964"/>
              </a:lnTo>
              <a:lnTo>
                <a:pt x="0" y="92964"/>
              </a:lnTo>
              <a:lnTo>
                <a:pt x="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193982-A47D-4ECB-B6F6-8F1D6A7062BB}">
      <dsp:nvSpPr>
        <dsp:cNvPr id="0" name=""/>
        <dsp:cNvSpPr/>
      </dsp:nvSpPr>
      <dsp:spPr>
        <a:xfrm>
          <a:off x="5868799" y="1081012"/>
          <a:ext cx="1572347" cy="1443162"/>
        </a:xfrm>
        <a:custGeom>
          <a:avLst/>
          <a:gdLst/>
          <a:ahLst/>
          <a:cxnLst/>
          <a:rect l="0" t="0" r="0" b="0"/>
          <a:pathLst>
            <a:path>
              <a:moveTo>
                <a:pt x="0" y="0"/>
              </a:moveTo>
              <a:lnTo>
                <a:pt x="0" y="1350198"/>
              </a:lnTo>
              <a:lnTo>
                <a:pt x="1572347" y="1350198"/>
              </a:lnTo>
              <a:lnTo>
                <a:pt x="1572347" y="144316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330A31-E4B1-4DBE-8295-7FF2B6F93947}">
      <dsp:nvSpPr>
        <dsp:cNvPr id="0" name=""/>
        <dsp:cNvSpPr/>
      </dsp:nvSpPr>
      <dsp:spPr>
        <a:xfrm>
          <a:off x="5445629"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3E2946-2059-42EA-A351-3111CB6D5C07}">
      <dsp:nvSpPr>
        <dsp:cNvPr id="0" name=""/>
        <dsp:cNvSpPr/>
      </dsp:nvSpPr>
      <dsp:spPr>
        <a:xfrm>
          <a:off x="5445629"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947F22D-5100-4BE4-9D48-37CDC0BB22B8}">
      <dsp:nvSpPr>
        <dsp:cNvPr id="0" name=""/>
        <dsp:cNvSpPr/>
      </dsp:nvSpPr>
      <dsp:spPr>
        <a:xfrm>
          <a:off x="5264127" y="2966863"/>
          <a:ext cx="535652" cy="185928"/>
        </a:xfrm>
        <a:custGeom>
          <a:avLst/>
          <a:gdLst/>
          <a:ahLst/>
          <a:cxnLst/>
          <a:rect l="0" t="0" r="0" b="0"/>
          <a:pathLst>
            <a:path>
              <a:moveTo>
                <a:pt x="0" y="0"/>
              </a:moveTo>
              <a:lnTo>
                <a:pt x="0" y="92964"/>
              </a:lnTo>
              <a:lnTo>
                <a:pt x="535652" y="92964"/>
              </a:lnTo>
              <a:lnTo>
                <a:pt x="535652"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3E33AA-274E-4C00-AFCA-9DB6EDEE5D26}">
      <dsp:nvSpPr>
        <dsp:cNvPr id="0" name=""/>
        <dsp:cNvSpPr/>
      </dsp:nvSpPr>
      <dsp:spPr>
        <a:xfrm>
          <a:off x="4374325"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1F82AE-D204-494B-90C7-632A99586039}">
      <dsp:nvSpPr>
        <dsp:cNvPr id="0" name=""/>
        <dsp:cNvSpPr/>
      </dsp:nvSpPr>
      <dsp:spPr>
        <a:xfrm>
          <a:off x="4374325"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884A9FB-42E4-4FD9-8810-1F98F3262087}">
      <dsp:nvSpPr>
        <dsp:cNvPr id="0" name=""/>
        <dsp:cNvSpPr/>
      </dsp:nvSpPr>
      <dsp:spPr>
        <a:xfrm>
          <a:off x="4728475" y="2966863"/>
          <a:ext cx="535652" cy="185928"/>
        </a:xfrm>
        <a:custGeom>
          <a:avLst/>
          <a:gdLst/>
          <a:ahLst/>
          <a:cxnLst/>
          <a:rect l="0" t="0" r="0" b="0"/>
          <a:pathLst>
            <a:path>
              <a:moveTo>
                <a:pt x="535652" y="0"/>
              </a:moveTo>
              <a:lnTo>
                <a:pt x="535652" y="92964"/>
              </a:lnTo>
              <a:lnTo>
                <a:pt x="0" y="92964"/>
              </a:lnTo>
              <a:lnTo>
                <a:pt x="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681CE4-8CA0-49DE-A9F3-C600278D7504}">
      <dsp:nvSpPr>
        <dsp:cNvPr id="0" name=""/>
        <dsp:cNvSpPr/>
      </dsp:nvSpPr>
      <dsp:spPr>
        <a:xfrm>
          <a:off x="5264127" y="1081012"/>
          <a:ext cx="604671" cy="1443162"/>
        </a:xfrm>
        <a:custGeom>
          <a:avLst/>
          <a:gdLst/>
          <a:ahLst/>
          <a:cxnLst/>
          <a:rect l="0" t="0" r="0" b="0"/>
          <a:pathLst>
            <a:path>
              <a:moveTo>
                <a:pt x="604671" y="0"/>
              </a:moveTo>
              <a:lnTo>
                <a:pt x="604671" y="1350198"/>
              </a:lnTo>
              <a:lnTo>
                <a:pt x="0" y="1350198"/>
              </a:lnTo>
              <a:lnTo>
                <a:pt x="0" y="144316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BDBD7F3-6083-4497-968C-19145A3D4B38}">
      <dsp:nvSpPr>
        <dsp:cNvPr id="0" name=""/>
        <dsp:cNvSpPr/>
      </dsp:nvSpPr>
      <dsp:spPr>
        <a:xfrm>
          <a:off x="3303020"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8EA941-22A2-4756-B568-D27A6756260D}">
      <dsp:nvSpPr>
        <dsp:cNvPr id="0" name=""/>
        <dsp:cNvSpPr/>
      </dsp:nvSpPr>
      <dsp:spPr>
        <a:xfrm>
          <a:off x="3303020"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E3C7ECF-52B2-4972-B708-71595BC37092}">
      <dsp:nvSpPr>
        <dsp:cNvPr id="0" name=""/>
        <dsp:cNvSpPr/>
      </dsp:nvSpPr>
      <dsp:spPr>
        <a:xfrm>
          <a:off x="2050213" y="2966863"/>
          <a:ext cx="1606957" cy="185928"/>
        </a:xfrm>
        <a:custGeom>
          <a:avLst/>
          <a:gdLst/>
          <a:ahLst/>
          <a:cxnLst/>
          <a:rect l="0" t="0" r="0" b="0"/>
          <a:pathLst>
            <a:path>
              <a:moveTo>
                <a:pt x="0" y="0"/>
              </a:moveTo>
              <a:lnTo>
                <a:pt x="0" y="92964"/>
              </a:lnTo>
              <a:lnTo>
                <a:pt x="1606957" y="92964"/>
              </a:lnTo>
              <a:lnTo>
                <a:pt x="1606957"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E2A867-31D4-403E-B790-54B802E39EC7}">
      <dsp:nvSpPr>
        <dsp:cNvPr id="0" name=""/>
        <dsp:cNvSpPr/>
      </dsp:nvSpPr>
      <dsp:spPr>
        <a:xfrm>
          <a:off x="2231715"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8F7C288-D6AB-4F4F-83B5-1D5B84952672}">
      <dsp:nvSpPr>
        <dsp:cNvPr id="0" name=""/>
        <dsp:cNvSpPr/>
      </dsp:nvSpPr>
      <dsp:spPr>
        <a:xfrm>
          <a:off x="2231715"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282935C-36BA-42D1-9CF4-5DC857687C79}">
      <dsp:nvSpPr>
        <dsp:cNvPr id="0" name=""/>
        <dsp:cNvSpPr/>
      </dsp:nvSpPr>
      <dsp:spPr>
        <a:xfrm>
          <a:off x="2050213" y="2966863"/>
          <a:ext cx="535652" cy="185928"/>
        </a:xfrm>
        <a:custGeom>
          <a:avLst/>
          <a:gdLst/>
          <a:ahLst/>
          <a:cxnLst/>
          <a:rect l="0" t="0" r="0" b="0"/>
          <a:pathLst>
            <a:path>
              <a:moveTo>
                <a:pt x="0" y="0"/>
              </a:moveTo>
              <a:lnTo>
                <a:pt x="0" y="92964"/>
              </a:lnTo>
              <a:lnTo>
                <a:pt x="535652" y="92964"/>
              </a:lnTo>
              <a:lnTo>
                <a:pt x="535652"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05519F-6ECB-4AAF-B47A-F3D32DB6B10C}">
      <dsp:nvSpPr>
        <dsp:cNvPr id="0" name=""/>
        <dsp:cNvSpPr/>
      </dsp:nvSpPr>
      <dsp:spPr>
        <a:xfrm>
          <a:off x="1160411" y="3595479"/>
          <a:ext cx="132806" cy="2293123"/>
        </a:xfrm>
        <a:custGeom>
          <a:avLst/>
          <a:gdLst/>
          <a:ahLst/>
          <a:cxnLst/>
          <a:rect l="0" t="0" r="0" b="0"/>
          <a:pathLst>
            <a:path>
              <a:moveTo>
                <a:pt x="0" y="0"/>
              </a:moveTo>
              <a:lnTo>
                <a:pt x="0" y="2293123"/>
              </a:lnTo>
              <a:lnTo>
                <a:pt x="132806" y="2293123"/>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19CF286-327E-4771-A756-F0B2B9DBDA4B}">
      <dsp:nvSpPr>
        <dsp:cNvPr id="0" name=""/>
        <dsp:cNvSpPr/>
      </dsp:nvSpPr>
      <dsp:spPr>
        <a:xfrm>
          <a:off x="1160411" y="3595479"/>
          <a:ext cx="132806" cy="1664506"/>
        </a:xfrm>
        <a:custGeom>
          <a:avLst/>
          <a:gdLst/>
          <a:ahLst/>
          <a:cxnLst/>
          <a:rect l="0" t="0" r="0" b="0"/>
          <a:pathLst>
            <a:path>
              <a:moveTo>
                <a:pt x="0" y="0"/>
              </a:moveTo>
              <a:lnTo>
                <a:pt x="0" y="1664506"/>
              </a:lnTo>
              <a:lnTo>
                <a:pt x="132806" y="1664506"/>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E61498-7424-433C-B920-4C4E22FE37C9}">
      <dsp:nvSpPr>
        <dsp:cNvPr id="0" name=""/>
        <dsp:cNvSpPr/>
      </dsp:nvSpPr>
      <dsp:spPr>
        <a:xfrm>
          <a:off x="1160411"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BEE66D-DBFC-4B5B-824F-AE729B3E2A92}">
      <dsp:nvSpPr>
        <dsp:cNvPr id="0" name=""/>
        <dsp:cNvSpPr/>
      </dsp:nvSpPr>
      <dsp:spPr>
        <a:xfrm>
          <a:off x="1160411"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E2B9B1-B808-4C3E-9CA4-FDBFEB7C6E12}">
      <dsp:nvSpPr>
        <dsp:cNvPr id="0" name=""/>
        <dsp:cNvSpPr/>
      </dsp:nvSpPr>
      <dsp:spPr>
        <a:xfrm>
          <a:off x="1514561" y="2966863"/>
          <a:ext cx="535652" cy="185928"/>
        </a:xfrm>
        <a:custGeom>
          <a:avLst/>
          <a:gdLst/>
          <a:ahLst/>
          <a:cxnLst/>
          <a:rect l="0" t="0" r="0" b="0"/>
          <a:pathLst>
            <a:path>
              <a:moveTo>
                <a:pt x="535652" y="0"/>
              </a:moveTo>
              <a:lnTo>
                <a:pt x="535652" y="92964"/>
              </a:lnTo>
              <a:lnTo>
                <a:pt x="0" y="92964"/>
              </a:lnTo>
              <a:lnTo>
                <a:pt x="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7A0AFA-0687-4CD7-A02C-2B5A2A29DC08}">
      <dsp:nvSpPr>
        <dsp:cNvPr id="0" name=""/>
        <dsp:cNvSpPr/>
      </dsp:nvSpPr>
      <dsp:spPr>
        <a:xfrm>
          <a:off x="89106" y="3595479"/>
          <a:ext cx="132806" cy="1035889"/>
        </a:xfrm>
        <a:custGeom>
          <a:avLst/>
          <a:gdLst/>
          <a:ahLst/>
          <a:cxnLst/>
          <a:rect l="0" t="0" r="0" b="0"/>
          <a:pathLst>
            <a:path>
              <a:moveTo>
                <a:pt x="0" y="0"/>
              </a:moveTo>
              <a:lnTo>
                <a:pt x="0" y="1035889"/>
              </a:lnTo>
              <a:lnTo>
                <a:pt x="132806" y="1035889"/>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71179AC-5FAC-4A39-B7FF-0414C95E3528}">
      <dsp:nvSpPr>
        <dsp:cNvPr id="0" name=""/>
        <dsp:cNvSpPr/>
      </dsp:nvSpPr>
      <dsp:spPr>
        <a:xfrm>
          <a:off x="89106" y="3595479"/>
          <a:ext cx="132806" cy="407272"/>
        </a:xfrm>
        <a:custGeom>
          <a:avLst/>
          <a:gdLst/>
          <a:ahLst/>
          <a:cxnLst/>
          <a:rect l="0" t="0" r="0" b="0"/>
          <a:pathLst>
            <a:path>
              <a:moveTo>
                <a:pt x="0" y="0"/>
              </a:moveTo>
              <a:lnTo>
                <a:pt x="0" y="407272"/>
              </a:lnTo>
              <a:lnTo>
                <a:pt x="132806" y="407272"/>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A3097E-DF06-4306-90D8-092D17D517A3}">
      <dsp:nvSpPr>
        <dsp:cNvPr id="0" name=""/>
        <dsp:cNvSpPr/>
      </dsp:nvSpPr>
      <dsp:spPr>
        <a:xfrm>
          <a:off x="443256" y="2966863"/>
          <a:ext cx="1606957" cy="185928"/>
        </a:xfrm>
        <a:custGeom>
          <a:avLst/>
          <a:gdLst/>
          <a:ahLst/>
          <a:cxnLst/>
          <a:rect l="0" t="0" r="0" b="0"/>
          <a:pathLst>
            <a:path>
              <a:moveTo>
                <a:pt x="1606957" y="0"/>
              </a:moveTo>
              <a:lnTo>
                <a:pt x="1606957" y="92964"/>
              </a:lnTo>
              <a:lnTo>
                <a:pt x="0" y="92964"/>
              </a:lnTo>
              <a:lnTo>
                <a:pt x="0" y="185928"/>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9DD715D-069C-4BC2-A1E9-3705206A9E7E}">
      <dsp:nvSpPr>
        <dsp:cNvPr id="0" name=""/>
        <dsp:cNvSpPr/>
      </dsp:nvSpPr>
      <dsp:spPr>
        <a:xfrm>
          <a:off x="2050213" y="1081012"/>
          <a:ext cx="3818586" cy="1443162"/>
        </a:xfrm>
        <a:custGeom>
          <a:avLst/>
          <a:gdLst/>
          <a:ahLst/>
          <a:cxnLst/>
          <a:rect l="0" t="0" r="0" b="0"/>
          <a:pathLst>
            <a:path>
              <a:moveTo>
                <a:pt x="3818586" y="0"/>
              </a:moveTo>
              <a:lnTo>
                <a:pt x="3818586" y="1350198"/>
              </a:lnTo>
              <a:lnTo>
                <a:pt x="0" y="1350198"/>
              </a:lnTo>
              <a:lnTo>
                <a:pt x="0" y="1443162"/>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8A01CC-3BEE-415F-A2AB-98EE968D4C9E}">
      <dsp:nvSpPr>
        <dsp:cNvPr id="0" name=""/>
        <dsp:cNvSpPr/>
      </dsp:nvSpPr>
      <dsp:spPr>
        <a:xfrm>
          <a:off x="45674" y="638324"/>
          <a:ext cx="11646251" cy="442687"/>
        </a:xfrm>
        <a:prstGeom prst="rect">
          <a:avLst/>
        </a:prstGeom>
        <a:solidFill>
          <a:srgbClr val="002060"/>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AU" sz="2400" kern="1200"/>
            <a:t>Partner Exchange</a:t>
          </a:r>
        </a:p>
      </dsp:txBody>
      <dsp:txXfrm>
        <a:off x="45674" y="638324"/>
        <a:ext cx="11646251" cy="442687"/>
      </dsp:txXfrm>
    </dsp:sp>
    <dsp:sp modelId="{EF0DF732-FD85-4D52-8905-6DCB2A652547}">
      <dsp:nvSpPr>
        <dsp:cNvPr id="0" name=""/>
        <dsp:cNvSpPr/>
      </dsp:nvSpPr>
      <dsp:spPr>
        <a:xfrm>
          <a:off x="32690" y="2524175"/>
          <a:ext cx="4035047" cy="44268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Product Management &amp; Governance</a:t>
          </a:r>
        </a:p>
      </dsp:txBody>
      <dsp:txXfrm>
        <a:off x="32690" y="2524175"/>
        <a:ext cx="4035047" cy="442687"/>
      </dsp:txXfrm>
    </dsp:sp>
    <dsp:sp modelId="{D7DEFF10-285D-460F-B6C2-3621F12D5071}">
      <dsp:nvSpPr>
        <dsp:cNvPr id="0" name=""/>
        <dsp:cNvSpPr/>
      </dsp:nvSpPr>
      <dsp:spPr>
        <a:xfrm>
          <a:off x="568"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Planning &amp; Control</a:t>
          </a:r>
        </a:p>
      </dsp:txBody>
      <dsp:txXfrm>
        <a:off x="568" y="3152792"/>
        <a:ext cx="885375" cy="442687"/>
      </dsp:txXfrm>
    </dsp:sp>
    <dsp:sp modelId="{88D6AF2A-AB2A-4DDC-9F25-5FEB13DE3F9A}">
      <dsp:nvSpPr>
        <dsp:cNvPr id="0" name=""/>
        <dsp:cNvSpPr/>
      </dsp:nvSpPr>
      <dsp:spPr>
        <a:xfrm>
          <a:off x="221912"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Product Description</a:t>
          </a:r>
        </a:p>
      </dsp:txBody>
      <dsp:txXfrm>
        <a:off x="221912" y="3781408"/>
        <a:ext cx="885375" cy="442687"/>
      </dsp:txXfrm>
    </dsp:sp>
    <dsp:sp modelId="{80857E5D-5A40-47FA-A4DC-63DCAE736606}">
      <dsp:nvSpPr>
        <dsp:cNvPr id="0" name=""/>
        <dsp:cNvSpPr/>
      </dsp:nvSpPr>
      <dsp:spPr>
        <a:xfrm>
          <a:off x="221912"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Delivery Plan</a:t>
          </a:r>
        </a:p>
      </dsp:txBody>
      <dsp:txXfrm>
        <a:off x="221912" y="4410025"/>
        <a:ext cx="885375" cy="442687"/>
      </dsp:txXfrm>
    </dsp:sp>
    <dsp:sp modelId="{E053A169-9C0A-4979-A9C3-739101C47B4F}">
      <dsp:nvSpPr>
        <dsp:cNvPr id="0" name=""/>
        <dsp:cNvSpPr/>
      </dsp:nvSpPr>
      <dsp:spPr>
        <a:xfrm>
          <a:off x="1071873"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Risk, Issue &amp; Assurance</a:t>
          </a:r>
        </a:p>
      </dsp:txBody>
      <dsp:txXfrm>
        <a:off x="1071873" y="3152792"/>
        <a:ext cx="885375" cy="442687"/>
      </dsp:txXfrm>
    </dsp:sp>
    <dsp:sp modelId="{9602321A-0529-41BB-8BDE-C5896B1187CD}">
      <dsp:nvSpPr>
        <dsp:cNvPr id="0" name=""/>
        <dsp:cNvSpPr/>
      </dsp:nvSpPr>
      <dsp:spPr>
        <a:xfrm>
          <a:off x="1293217"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Risk Register</a:t>
          </a:r>
        </a:p>
      </dsp:txBody>
      <dsp:txXfrm>
        <a:off x="1293217" y="3781408"/>
        <a:ext cx="885375" cy="442687"/>
      </dsp:txXfrm>
    </dsp:sp>
    <dsp:sp modelId="{F4DC1B83-6C23-49DE-87E8-6B79DB8CBA59}">
      <dsp:nvSpPr>
        <dsp:cNvPr id="0" name=""/>
        <dsp:cNvSpPr/>
      </dsp:nvSpPr>
      <dsp:spPr>
        <a:xfrm>
          <a:off x="1293217"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Issue Register</a:t>
          </a:r>
        </a:p>
      </dsp:txBody>
      <dsp:txXfrm>
        <a:off x="1293217" y="4410025"/>
        <a:ext cx="885375" cy="442687"/>
      </dsp:txXfrm>
    </dsp:sp>
    <dsp:sp modelId="{81E07694-06DE-4DA4-BA15-F7FF4EF31C21}">
      <dsp:nvSpPr>
        <dsp:cNvPr id="0" name=""/>
        <dsp:cNvSpPr/>
      </dsp:nvSpPr>
      <dsp:spPr>
        <a:xfrm>
          <a:off x="1293217" y="5038642"/>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Quality Register</a:t>
          </a:r>
        </a:p>
      </dsp:txBody>
      <dsp:txXfrm>
        <a:off x="1293217" y="5038642"/>
        <a:ext cx="885375" cy="442687"/>
      </dsp:txXfrm>
    </dsp:sp>
    <dsp:sp modelId="{7B137947-D56C-407A-8B26-BA72901EA159}">
      <dsp:nvSpPr>
        <dsp:cNvPr id="0" name=""/>
        <dsp:cNvSpPr/>
      </dsp:nvSpPr>
      <dsp:spPr>
        <a:xfrm>
          <a:off x="1293217" y="5667259"/>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Assumptions Log</a:t>
          </a:r>
        </a:p>
      </dsp:txBody>
      <dsp:txXfrm>
        <a:off x="1293217" y="5667259"/>
        <a:ext cx="885375" cy="442687"/>
      </dsp:txXfrm>
    </dsp:sp>
    <dsp:sp modelId="{ED485508-0335-465D-B2BE-F208E31B5FAA}">
      <dsp:nvSpPr>
        <dsp:cNvPr id="0" name=""/>
        <dsp:cNvSpPr/>
      </dsp:nvSpPr>
      <dsp:spPr>
        <a:xfrm>
          <a:off x="2143178"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Change &amp; Configuration Control</a:t>
          </a:r>
        </a:p>
      </dsp:txBody>
      <dsp:txXfrm>
        <a:off x="2143178" y="3152792"/>
        <a:ext cx="885375" cy="442687"/>
      </dsp:txXfrm>
    </dsp:sp>
    <dsp:sp modelId="{FB93CA0E-E6CE-4F14-88AC-8614787B9A43}">
      <dsp:nvSpPr>
        <dsp:cNvPr id="0" name=""/>
        <dsp:cNvSpPr/>
      </dsp:nvSpPr>
      <dsp:spPr>
        <a:xfrm>
          <a:off x="2364522"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b="0" i="0" u="none" kern="1200"/>
            <a:t>Configuration Item Record</a:t>
          </a:r>
          <a:r>
            <a:rPr lang="en-AU" sz="1000" kern="1200"/>
            <a:t> </a:t>
          </a:r>
        </a:p>
      </dsp:txBody>
      <dsp:txXfrm>
        <a:off x="2364522" y="3781408"/>
        <a:ext cx="885375" cy="442687"/>
      </dsp:txXfrm>
    </dsp:sp>
    <dsp:sp modelId="{52B16FFE-364E-498E-A9B3-C43BC3B88381}">
      <dsp:nvSpPr>
        <dsp:cNvPr id="0" name=""/>
        <dsp:cNvSpPr/>
      </dsp:nvSpPr>
      <dsp:spPr>
        <a:xfrm>
          <a:off x="2364522"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b="0" i="0" u="none" kern="1200"/>
            <a:t>Change Register</a:t>
          </a:r>
          <a:r>
            <a:rPr lang="en-AU" sz="1000" kern="1200"/>
            <a:t> </a:t>
          </a:r>
        </a:p>
      </dsp:txBody>
      <dsp:txXfrm>
        <a:off x="2364522" y="4410025"/>
        <a:ext cx="885375" cy="442687"/>
      </dsp:txXfrm>
    </dsp:sp>
    <dsp:sp modelId="{BC5145C2-F5F8-4F0A-98B6-E0C52595BF1E}">
      <dsp:nvSpPr>
        <dsp:cNvPr id="0" name=""/>
        <dsp:cNvSpPr/>
      </dsp:nvSpPr>
      <dsp:spPr>
        <a:xfrm>
          <a:off x="3214482"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Closure &amp; Continuous Improvement</a:t>
          </a:r>
        </a:p>
      </dsp:txBody>
      <dsp:txXfrm>
        <a:off x="3214482" y="3152792"/>
        <a:ext cx="885375" cy="442687"/>
      </dsp:txXfrm>
    </dsp:sp>
    <dsp:sp modelId="{FDDCF144-34C8-47DC-8A61-AD413DD9A0C0}">
      <dsp:nvSpPr>
        <dsp:cNvPr id="0" name=""/>
        <dsp:cNvSpPr/>
      </dsp:nvSpPr>
      <dsp:spPr>
        <a:xfrm>
          <a:off x="3435826"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Acceptance / Sign-off Record</a:t>
          </a:r>
        </a:p>
      </dsp:txBody>
      <dsp:txXfrm>
        <a:off x="3435826" y="3781408"/>
        <a:ext cx="885375" cy="442687"/>
      </dsp:txXfrm>
    </dsp:sp>
    <dsp:sp modelId="{ABFB3F97-6CE9-4E52-918E-35F874A43BCD}">
      <dsp:nvSpPr>
        <dsp:cNvPr id="0" name=""/>
        <dsp:cNvSpPr/>
      </dsp:nvSpPr>
      <dsp:spPr>
        <a:xfrm>
          <a:off x="3435826"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Lessons Learned Log</a:t>
          </a:r>
        </a:p>
      </dsp:txBody>
      <dsp:txXfrm>
        <a:off x="3435826" y="4410025"/>
        <a:ext cx="885375" cy="442687"/>
      </dsp:txXfrm>
    </dsp:sp>
    <dsp:sp modelId="{99F6D3EC-9833-4C01-AE72-D18361D51C5B}">
      <dsp:nvSpPr>
        <dsp:cNvPr id="0" name=""/>
        <dsp:cNvSpPr/>
      </dsp:nvSpPr>
      <dsp:spPr>
        <a:xfrm>
          <a:off x="4267230" y="2524175"/>
          <a:ext cx="1993795" cy="44268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Requirements &amp; Design</a:t>
          </a:r>
        </a:p>
      </dsp:txBody>
      <dsp:txXfrm>
        <a:off x="4267230" y="2524175"/>
        <a:ext cx="1993795" cy="442687"/>
      </dsp:txXfrm>
    </dsp:sp>
    <dsp:sp modelId="{CB02243B-C17F-4AA8-825F-D4F211D97915}">
      <dsp:nvSpPr>
        <dsp:cNvPr id="0" name=""/>
        <dsp:cNvSpPr/>
      </dsp:nvSpPr>
      <dsp:spPr>
        <a:xfrm>
          <a:off x="4285787"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Current State &amp; Requirements</a:t>
          </a:r>
        </a:p>
      </dsp:txBody>
      <dsp:txXfrm>
        <a:off x="4285787" y="3152792"/>
        <a:ext cx="885375" cy="442687"/>
      </dsp:txXfrm>
    </dsp:sp>
    <dsp:sp modelId="{78F581A2-A236-4AAE-9594-81595AF744C3}">
      <dsp:nvSpPr>
        <dsp:cNvPr id="0" name=""/>
        <dsp:cNvSpPr/>
      </dsp:nvSpPr>
      <dsp:spPr>
        <a:xfrm>
          <a:off x="4507131"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Current State Assessment</a:t>
          </a:r>
        </a:p>
      </dsp:txBody>
      <dsp:txXfrm>
        <a:off x="4507131" y="3781408"/>
        <a:ext cx="885375" cy="442687"/>
      </dsp:txXfrm>
    </dsp:sp>
    <dsp:sp modelId="{5C7EA8F3-06B8-4CA9-AB03-BC7A37C3AC8C}">
      <dsp:nvSpPr>
        <dsp:cNvPr id="0" name=""/>
        <dsp:cNvSpPr/>
      </dsp:nvSpPr>
      <dsp:spPr>
        <a:xfrm>
          <a:off x="4507131"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Business Requirements</a:t>
          </a:r>
        </a:p>
      </dsp:txBody>
      <dsp:txXfrm>
        <a:off x="4507131" y="4410025"/>
        <a:ext cx="885375" cy="442687"/>
      </dsp:txXfrm>
    </dsp:sp>
    <dsp:sp modelId="{6AC24378-0A44-4A7E-8BBF-103B1AD48708}">
      <dsp:nvSpPr>
        <dsp:cNvPr id="0" name=""/>
        <dsp:cNvSpPr/>
      </dsp:nvSpPr>
      <dsp:spPr>
        <a:xfrm>
          <a:off x="5357092"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Solution Design</a:t>
          </a:r>
        </a:p>
      </dsp:txBody>
      <dsp:txXfrm>
        <a:off x="5357092" y="3152792"/>
        <a:ext cx="885375" cy="442687"/>
      </dsp:txXfrm>
    </dsp:sp>
    <dsp:sp modelId="{B5BB71F7-A0FC-4F6C-B14D-D1D62FA86602}">
      <dsp:nvSpPr>
        <dsp:cNvPr id="0" name=""/>
        <dsp:cNvSpPr/>
      </dsp:nvSpPr>
      <dsp:spPr>
        <a:xfrm>
          <a:off x="5578436"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Functional Specification</a:t>
          </a:r>
        </a:p>
      </dsp:txBody>
      <dsp:txXfrm>
        <a:off x="5578436" y="3781408"/>
        <a:ext cx="885375" cy="442687"/>
      </dsp:txXfrm>
    </dsp:sp>
    <dsp:sp modelId="{821E3EC7-A6B7-46AC-8BCF-806121184152}">
      <dsp:nvSpPr>
        <dsp:cNvPr id="0" name=""/>
        <dsp:cNvSpPr/>
      </dsp:nvSpPr>
      <dsp:spPr>
        <a:xfrm>
          <a:off x="5578436"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Technical Specification</a:t>
          </a:r>
        </a:p>
      </dsp:txBody>
      <dsp:txXfrm>
        <a:off x="5578436" y="4410025"/>
        <a:ext cx="885375" cy="442687"/>
      </dsp:txXfrm>
    </dsp:sp>
    <dsp:sp modelId="{2A36DFCF-50EA-4F73-AE79-4C68056A9760}">
      <dsp:nvSpPr>
        <dsp:cNvPr id="0" name=""/>
        <dsp:cNvSpPr/>
      </dsp:nvSpPr>
      <dsp:spPr>
        <a:xfrm>
          <a:off x="6446954" y="2524175"/>
          <a:ext cx="1988385" cy="44268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Business Process &amp; Operating Model</a:t>
          </a:r>
        </a:p>
      </dsp:txBody>
      <dsp:txXfrm>
        <a:off x="6446954" y="2524175"/>
        <a:ext cx="1988385" cy="442687"/>
      </dsp:txXfrm>
    </dsp:sp>
    <dsp:sp modelId="{9EA1F9B9-4D92-4870-BBD2-CB4F964CD17D}">
      <dsp:nvSpPr>
        <dsp:cNvPr id="0" name=""/>
        <dsp:cNvSpPr/>
      </dsp:nvSpPr>
      <dsp:spPr>
        <a:xfrm>
          <a:off x="6462807"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Process Design</a:t>
          </a:r>
        </a:p>
      </dsp:txBody>
      <dsp:txXfrm>
        <a:off x="6462807" y="3152792"/>
        <a:ext cx="885375" cy="442687"/>
      </dsp:txXfrm>
    </dsp:sp>
    <dsp:sp modelId="{550D8D09-93EA-4A4E-97F1-95DB55475A48}">
      <dsp:nvSpPr>
        <dsp:cNvPr id="0" name=""/>
        <dsp:cNvSpPr/>
      </dsp:nvSpPr>
      <dsp:spPr>
        <a:xfrm>
          <a:off x="6684151"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Business Process Maps</a:t>
          </a:r>
        </a:p>
      </dsp:txBody>
      <dsp:txXfrm>
        <a:off x="6684151" y="3781408"/>
        <a:ext cx="885375" cy="442687"/>
      </dsp:txXfrm>
    </dsp:sp>
    <dsp:sp modelId="{016EC23A-2D0E-41F6-A49C-4A8A9AA629EE}">
      <dsp:nvSpPr>
        <dsp:cNvPr id="0" name=""/>
        <dsp:cNvSpPr/>
      </dsp:nvSpPr>
      <dsp:spPr>
        <a:xfrm>
          <a:off x="6684151"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Target Operating Model</a:t>
          </a:r>
        </a:p>
      </dsp:txBody>
      <dsp:txXfrm>
        <a:off x="6684151" y="4410025"/>
        <a:ext cx="885375" cy="442687"/>
      </dsp:txXfrm>
    </dsp:sp>
    <dsp:sp modelId="{55D6CDA0-E2F8-4F44-91CF-D45B8B7CACAF}">
      <dsp:nvSpPr>
        <dsp:cNvPr id="0" name=""/>
        <dsp:cNvSpPr/>
      </dsp:nvSpPr>
      <dsp:spPr>
        <a:xfrm>
          <a:off x="7534111"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Policy, Structure &amp; Procedures</a:t>
          </a:r>
        </a:p>
      </dsp:txBody>
      <dsp:txXfrm>
        <a:off x="7534111" y="3152792"/>
        <a:ext cx="885375" cy="442687"/>
      </dsp:txXfrm>
    </dsp:sp>
    <dsp:sp modelId="{3865DB16-34F6-41C8-ABAD-5A68CDC1E618}">
      <dsp:nvSpPr>
        <dsp:cNvPr id="0" name=""/>
        <dsp:cNvSpPr/>
      </dsp:nvSpPr>
      <dsp:spPr>
        <a:xfrm>
          <a:off x="7755455"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Revised Policies &amp; Procedures</a:t>
          </a:r>
        </a:p>
      </dsp:txBody>
      <dsp:txXfrm>
        <a:off x="7755455" y="3781408"/>
        <a:ext cx="885375" cy="442687"/>
      </dsp:txXfrm>
    </dsp:sp>
    <dsp:sp modelId="{0A5EED6C-F2BD-4DA1-9DA3-1CF629ED9ABF}">
      <dsp:nvSpPr>
        <dsp:cNvPr id="0" name=""/>
        <dsp:cNvSpPr/>
      </dsp:nvSpPr>
      <dsp:spPr>
        <a:xfrm>
          <a:off x="7755455"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Org Structure &amp; RACI Changes</a:t>
          </a:r>
        </a:p>
      </dsp:txBody>
      <dsp:txXfrm>
        <a:off x="7755455" y="4410025"/>
        <a:ext cx="885375" cy="442687"/>
      </dsp:txXfrm>
    </dsp:sp>
    <dsp:sp modelId="{858CCC95-E4CA-427E-8CC5-EA54BE327E50}">
      <dsp:nvSpPr>
        <dsp:cNvPr id="0" name=""/>
        <dsp:cNvSpPr/>
      </dsp:nvSpPr>
      <dsp:spPr>
        <a:xfrm>
          <a:off x="8621269" y="2524175"/>
          <a:ext cx="2012335" cy="44268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Change Impact &amp; Business Readiness</a:t>
          </a:r>
        </a:p>
      </dsp:txBody>
      <dsp:txXfrm>
        <a:off x="8621269" y="2524175"/>
        <a:ext cx="2012335" cy="442687"/>
      </dsp:txXfrm>
    </dsp:sp>
    <dsp:sp modelId="{F5119AFF-7505-49C6-B8CC-5346C5423816}">
      <dsp:nvSpPr>
        <dsp:cNvPr id="0" name=""/>
        <dsp:cNvSpPr/>
      </dsp:nvSpPr>
      <dsp:spPr>
        <a:xfrm>
          <a:off x="8649096"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Impact Assessment</a:t>
          </a:r>
        </a:p>
      </dsp:txBody>
      <dsp:txXfrm>
        <a:off x="8649096" y="3152792"/>
        <a:ext cx="885375" cy="442687"/>
      </dsp:txXfrm>
    </dsp:sp>
    <dsp:sp modelId="{7845EB6B-B9D0-4329-A00A-A032CFA8607F}">
      <dsp:nvSpPr>
        <dsp:cNvPr id="0" name=""/>
        <dsp:cNvSpPr/>
      </dsp:nvSpPr>
      <dsp:spPr>
        <a:xfrm>
          <a:off x="8870440"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Change Impact Assessment</a:t>
          </a:r>
        </a:p>
      </dsp:txBody>
      <dsp:txXfrm>
        <a:off x="8870440" y="3781408"/>
        <a:ext cx="885375" cy="442687"/>
      </dsp:txXfrm>
    </dsp:sp>
    <dsp:sp modelId="{8D4EDDFD-3F99-48DD-B17E-DED0EC8CDDD0}">
      <dsp:nvSpPr>
        <dsp:cNvPr id="0" name=""/>
        <dsp:cNvSpPr/>
      </dsp:nvSpPr>
      <dsp:spPr>
        <a:xfrm>
          <a:off x="9720401"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Readiness &amp; Adoption</a:t>
          </a:r>
        </a:p>
      </dsp:txBody>
      <dsp:txXfrm>
        <a:off x="9720401" y="3152792"/>
        <a:ext cx="885375" cy="442687"/>
      </dsp:txXfrm>
    </dsp:sp>
    <dsp:sp modelId="{6EE46714-DE7C-41DB-BFF7-B9C85E642D2D}">
      <dsp:nvSpPr>
        <dsp:cNvPr id="0" name=""/>
        <dsp:cNvSpPr/>
      </dsp:nvSpPr>
      <dsp:spPr>
        <a:xfrm>
          <a:off x="9941745"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Business Readiness Assessment</a:t>
          </a:r>
        </a:p>
      </dsp:txBody>
      <dsp:txXfrm>
        <a:off x="9941745" y="3781408"/>
        <a:ext cx="885375" cy="442687"/>
      </dsp:txXfrm>
    </dsp:sp>
    <dsp:sp modelId="{23C620D9-0E46-4B77-A12F-3537A154FCBA}">
      <dsp:nvSpPr>
        <dsp:cNvPr id="0" name=""/>
        <dsp:cNvSpPr/>
      </dsp:nvSpPr>
      <dsp:spPr>
        <a:xfrm>
          <a:off x="9941745" y="4410025"/>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User Work Instructions</a:t>
          </a:r>
        </a:p>
      </dsp:txBody>
      <dsp:txXfrm>
        <a:off x="9941745" y="4410025"/>
        <a:ext cx="885375" cy="442687"/>
      </dsp:txXfrm>
    </dsp:sp>
    <dsp:sp modelId="{B6882BBA-C028-45B6-AA74-004B50941257}">
      <dsp:nvSpPr>
        <dsp:cNvPr id="0" name=""/>
        <dsp:cNvSpPr/>
      </dsp:nvSpPr>
      <dsp:spPr>
        <a:xfrm>
          <a:off x="10819533" y="2524175"/>
          <a:ext cx="885375" cy="44268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Benefits Realisation</a:t>
          </a:r>
        </a:p>
      </dsp:txBody>
      <dsp:txXfrm>
        <a:off x="10819533" y="2524175"/>
        <a:ext cx="885375" cy="442687"/>
      </dsp:txXfrm>
    </dsp:sp>
    <dsp:sp modelId="{D27AD6E2-F859-4EE0-99E8-AC86C2B80631}">
      <dsp:nvSpPr>
        <dsp:cNvPr id="0" name=""/>
        <dsp:cNvSpPr/>
      </dsp:nvSpPr>
      <dsp:spPr>
        <a:xfrm>
          <a:off x="10819533" y="3152792"/>
          <a:ext cx="885375" cy="44268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Benefits Planning</a:t>
          </a:r>
        </a:p>
      </dsp:txBody>
      <dsp:txXfrm>
        <a:off x="10819533" y="3152792"/>
        <a:ext cx="885375" cy="442687"/>
      </dsp:txXfrm>
    </dsp:sp>
    <dsp:sp modelId="{ED8C2754-99A8-4ED1-BB55-3C2EFFCC0D21}">
      <dsp:nvSpPr>
        <dsp:cNvPr id="0" name=""/>
        <dsp:cNvSpPr/>
      </dsp:nvSpPr>
      <dsp:spPr>
        <a:xfrm>
          <a:off x="11040877" y="3781408"/>
          <a:ext cx="885375" cy="44268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Benefits Realisation Plan</a:t>
          </a:r>
        </a:p>
      </dsp:txBody>
      <dsp:txXfrm>
        <a:off x="11040877" y="3781408"/>
        <a:ext cx="885375" cy="442687"/>
      </dsp:txXfrm>
    </dsp:sp>
    <dsp:sp modelId="{E9621B84-0D84-49BB-9E90-0AD7641E8872}">
      <dsp:nvSpPr>
        <dsp:cNvPr id="0" name=""/>
        <dsp:cNvSpPr/>
      </dsp:nvSpPr>
      <dsp:spPr>
        <a:xfrm>
          <a:off x="4890459" y="1266941"/>
          <a:ext cx="885375" cy="442687"/>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Modernised NEVDIS Integrations</a:t>
          </a:r>
        </a:p>
      </dsp:txBody>
      <dsp:txXfrm>
        <a:off x="4890459" y="1266941"/>
        <a:ext cx="885375" cy="442687"/>
      </dsp:txXfrm>
    </dsp:sp>
    <dsp:sp modelId="{4BC31E02-107E-4C36-B183-A142DE73CA66}">
      <dsp:nvSpPr>
        <dsp:cNvPr id="0" name=""/>
        <dsp:cNvSpPr/>
      </dsp:nvSpPr>
      <dsp:spPr>
        <a:xfrm>
          <a:off x="5961764" y="1266941"/>
          <a:ext cx="885375" cy="442687"/>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NHVR Work</a:t>
          </a:r>
        </a:p>
      </dsp:txBody>
      <dsp:txXfrm>
        <a:off x="5961764" y="1266941"/>
        <a:ext cx="885375" cy="442687"/>
      </dsp:txXfrm>
    </dsp:sp>
    <dsp:sp modelId="{2B0C6377-A78D-40C9-9D3C-24A10361D0DF}">
      <dsp:nvSpPr>
        <dsp:cNvPr id="0" name=""/>
        <dsp:cNvSpPr/>
      </dsp:nvSpPr>
      <dsp:spPr>
        <a:xfrm>
          <a:off x="4890459" y="1895558"/>
          <a:ext cx="885375" cy="442687"/>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AU" sz="1000" kern="1200"/>
            <a:t>NDFLRS</a:t>
          </a:r>
        </a:p>
      </dsp:txBody>
      <dsp:txXfrm>
        <a:off x="4890459" y="1895558"/>
        <a:ext cx="885375" cy="44268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3689DE-0B95-45F7-BE39-7F31CA8CF640}">
      <dsp:nvSpPr>
        <dsp:cNvPr id="0" name=""/>
        <dsp:cNvSpPr/>
      </dsp:nvSpPr>
      <dsp:spPr>
        <a:xfrm>
          <a:off x="11076618" y="3540043"/>
          <a:ext cx="110558" cy="339045"/>
        </a:xfrm>
        <a:custGeom>
          <a:avLst/>
          <a:gdLst/>
          <a:ahLst/>
          <a:cxnLst/>
          <a:rect l="0" t="0" r="0" b="0"/>
          <a:pathLst>
            <a:path>
              <a:moveTo>
                <a:pt x="0" y="0"/>
              </a:moveTo>
              <a:lnTo>
                <a:pt x="0" y="339045"/>
              </a:lnTo>
              <a:lnTo>
                <a:pt x="110558" y="33904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B2BD740-A746-445F-AF40-BB2F784E4E4D}">
      <dsp:nvSpPr>
        <dsp:cNvPr id="0" name=""/>
        <dsp:cNvSpPr/>
      </dsp:nvSpPr>
      <dsp:spPr>
        <a:xfrm>
          <a:off x="10033686" y="3016734"/>
          <a:ext cx="1337754" cy="154781"/>
        </a:xfrm>
        <a:custGeom>
          <a:avLst/>
          <a:gdLst/>
          <a:ahLst/>
          <a:cxnLst/>
          <a:rect l="0" t="0" r="0" b="0"/>
          <a:pathLst>
            <a:path>
              <a:moveTo>
                <a:pt x="0" y="0"/>
              </a:moveTo>
              <a:lnTo>
                <a:pt x="0" y="77390"/>
              </a:lnTo>
              <a:lnTo>
                <a:pt x="1337754" y="77390"/>
              </a:lnTo>
              <a:lnTo>
                <a:pt x="1337754" y="15478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3CA9CB1-72E6-4705-89BC-73AFE6EA646C}">
      <dsp:nvSpPr>
        <dsp:cNvPr id="0" name=""/>
        <dsp:cNvSpPr/>
      </dsp:nvSpPr>
      <dsp:spPr>
        <a:xfrm>
          <a:off x="10184782" y="3540043"/>
          <a:ext cx="110558" cy="862354"/>
        </a:xfrm>
        <a:custGeom>
          <a:avLst/>
          <a:gdLst/>
          <a:ahLst/>
          <a:cxnLst/>
          <a:rect l="0" t="0" r="0" b="0"/>
          <a:pathLst>
            <a:path>
              <a:moveTo>
                <a:pt x="0" y="0"/>
              </a:moveTo>
              <a:lnTo>
                <a:pt x="0" y="862354"/>
              </a:lnTo>
              <a:lnTo>
                <a:pt x="110558" y="862354"/>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4CAF982-5E49-4E2D-897E-DC2247DDA3A4}">
      <dsp:nvSpPr>
        <dsp:cNvPr id="0" name=""/>
        <dsp:cNvSpPr/>
      </dsp:nvSpPr>
      <dsp:spPr>
        <a:xfrm>
          <a:off x="10184782" y="3540043"/>
          <a:ext cx="110558" cy="339045"/>
        </a:xfrm>
        <a:custGeom>
          <a:avLst/>
          <a:gdLst/>
          <a:ahLst/>
          <a:cxnLst/>
          <a:rect l="0" t="0" r="0" b="0"/>
          <a:pathLst>
            <a:path>
              <a:moveTo>
                <a:pt x="0" y="0"/>
              </a:moveTo>
              <a:lnTo>
                <a:pt x="0" y="339045"/>
              </a:lnTo>
              <a:lnTo>
                <a:pt x="110558" y="33904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5E88CB-BE4E-40AD-8DD6-89EAEC658486}">
      <dsp:nvSpPr>
        <dsp:cNvPr id="0" name=""/>
        <dsp:cNvSpPr/>
      </dsp:nvSpPr>
      <dsp:spPr>
        <a:xfrm>
          <a:off x="10033686" y="3016734"/>
          <a:ext cx="445918" cy="154781"/>
        </a:xfrm>
        <a:custGeom>
          <a:avLst/>
          <a:gdLst/>
          <a:ahLst/>
          <a:cxnLst/>
          <a:rect l="0" t="0" r="0" b="0"/>
          <a:pathLst>
            <a:path>
              <a:moveTo>
                <a:pt x="0" y="0"/>
              </a:moveTo>
              <a:lnTo>
                <a:pt x="0" y="77390"/>
              </a:lnTo>
              <a:lnTo>
                <a:pt x="445918" y="77390"/>
              </a:lnTo>
              <a:lnTo>
                <a:pt x="445918" y="15478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21842BE-9D9C-41BA-A042-5C6B538FEDF8}">
      <dsp:nvSpPr>
        <dsp:cNvPr id="0" name=""/>
        <dsp:cNvSpPr/>
      </dsp:nvSpPr>
      <dsp:spPr>
        <a:xfrm>
          <a:off x="9292945" y="3540043"/>
          <a:ext cx="110558" cy="339045"/>
        </a:xfrm>
        <a:custGeom>
          <a:avLst/>
          <a:gdLst/>
          <a:ahLst/>
          <a:cxnLst/>
          <a:rect l="0" t="0" r="0" b="0"/>
          <a:pathLst>
            <a:path>
              <a:moveTo>
                <a:pt x="0" y="0"/>
              </a:moveTo>
              <a:lnTo>
                <a:pt x="0" y="339045"/>
              </a:lnTo>
              <a:lnTo>
                <a:pt x="110558" y="33904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06CFD0-431D-48D7-8CF2-ED5BDFB84736}">
      <dsp:nvSpPr>
        <dsp:cNvPr id="0" name=""/>
        <dsp:cNvSpPr/>
      </dsp:nvSpPr>
      <dsp:spPr>
        <a:xfrm>
          <a:off x="9587767" y="3016734"/>
          <a:ext cx="445918" cy="154781"/>
        </a:xfrm>
        <a:custGeom>
          <a:avLst/>
          <a:gdLst/>
          <a:ahLst/>
          <a:cxnLst/>
          <a:rect l="0" t="0" r="0" b="0"/>
          <a:pathLst>
            <a:path>
              <a:moveTo>
                <a:pt x="445918" y="0"/>
              </a:moveTo>
              <a:lnTo>
                <a:pt x="445918" y="77390"/>
              </a:lnTo>
              <a:lnTo>
                <a:pt x="0" y="77390"/>
              </a:lnTo>
              <a:lnTo>
                <a:pt x="0" y="15478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3AEF2A-5707-451C-B2AF-A2F010F4869A}">
      <dsp:nvSpPr>
        <dsp:cNvPr id="0" name=""/>
        <dsp:cNvSpPr/>
      </dsp:nvSpPr>
      <dsp:spPr>
        <a:xfrm>
          <a:off x="8401109" y="3540043"/>
          <a:ext cx="110558" cy="862354"/>
        </a:xfrm>
        <a:custGeom>
          <a:avLst/>
          <a:gdLst/>
          <a:ahLst/>
          <a:cxnLst/>
          <a:rect l="0" t="0" r="0" b="0"/>
          <a:pathLst>
            <a:path>
              <a:moveTo>
                <a:pt x="0" y="0"/>
              </a:moveTo>
              <a:lnTo>
                <a:pt x="0" y="862354"/>
              </a:lnTo>
              <a:lnTo>
                <a:pt x="110558" y="862354"/>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5F17EF7-DD51-43F8-A960-FC96D2E24270}">
      <dsp:nvSpPr>
        <dsp:cNvPr id="0" name=""/>
        <dsp:cNvSpPr/>
      </dsp:nvSpPr>
      <dsp:spPr>
        <a:xfrm>
          <a:off x="8401109" y="3540043"/>
          <a:ext cx="110558" cy="339045"/>
        </a:xfrm>
        <a:custGeom>
          <a:avLst/>
          <a:gdLst/>
          <a:ahLst/>
          <a:cxnLst/>
          <a:rect l="0" t="0" r="0" b="0"/>
          <a:pathLst>
            <a:path>
              <a:moveTo>
                <a:pt x="0" y="0"/>
              </a:moveTo>
              <a:lnTo>
                <a:pt x="0" y="339045"/>
              </a:lnTo>
              <a:lnTo>
                <a:pt x="110558" y="33904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601B73-35B5-4692-AB0D-448B9ACF9F55}">
      <dsp:nvSpPr>
        <dsp:cNvPr id="0" name=""/>
        <dsp:cNvSpPr/>
      </dsp:nvSpPr>
      <dsp:spPr>
        <a:xfrm>
          <a:off x="8695931" y="3016734"/>
          <a:ext cx="1337754" cy="154781"/>
        </a:xfrm>
        <a:custGeom>
          <a:avLst/>
          <a:gdLst/>
          <a:ahLst/>
          <a:cxnLst/>
          <a:rect l="0" t="0" r="0" b="0"/>
          <a:pathLst>
            <a:path>
              <a:moveTo>
                <a:pt x="1337754" y="0"/>
              </a:moveTo>
              <a:lnTo>
                <a:pt x="1337754" y="77390"/>
              </a:lnTo>
              <a:lnTo>
                <a:pt x="0" y="77390"/>
              </a:lnTo>
              <a:lnTo>
                <a:pt x="0" y="15478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7B956F-D72C-4AE4-8D9E-D5EAAA044204}">
      <dsp:nvSpPr>
        <dsp:cNvPr id="0" name=""/>
        <dsp:cNvSpPr/>
      </dsp:nvSpPr>
      <dsp:spPr>
        <a:xfrm>
          <a:off x="6011691" y="2493425"/>
          <a:ext cx="4021994" cy="154781"/>
        </a:xfrm>
        <a:custGeom>
          <a:avLst/>
          <a:gdLst/>
          <a:ahLst/>
          <a:cxnLst/>
          <a:rect l="0" t="0" r="0" b="0"/>
          <a:pathLst>
            <a:path>
              <a:moveTo>
                <a:pt x="0" y="0"/>
              </a:moveTo>
              <a:lnTo>
                <a:pt x="0" y="77390"/>
              </a:lnTo>
              <a:lnTo>
                <a:pt x="4021994" y="77390"/>
              </a:lnTo>
              <a:lnTo>
                <a:pt x="4021994" y="154781"/>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6B95AC-B7FF-437C-AB0C-B735337EDF45}">
      <dsp:nvSpPr>
        <dsp:cNvPr id="0" name=""/>
        <dsp:cNvSpPr/>
      </dsp:nvSpPr>
      <dsp:spPr>
        <a:xfrm>
          <a:off x="7442676" y="3540043"/>
          <a:ext cx="110558" cy="339045"/>
        </a:xfrm>
        <a:custGeom>
          <a:avLst/>
          <a:gdLst/>
          <a:ahLst/>
          <a:cxnLst/>
          <a:rect l="0" t="0" r="0" b="0"/>
          <a:pathLst>
            <a:path>
              <a:moveTo>
                <a:pt x="0" y="0"/>
              </a:moveTo>
              <a:lnTo>
                <a:pt x="0" y="339045"/>
              </a:lnTo>
              <a:lnTo>
                <a:pt x="110558" y="33904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C851356-23C2-445A-91FA-8E14B22846B0}">
      <dsp:nvSpPr>
        <dsp:cNvPr id="0" name=""/>
        <dsp:cNvSpPr/>
      </dsp:nvSpPr>
      <dsp:spPr>
        <a:xfrm>
          <a:off x="6399743" y="3016734"/>
          <a:ext cx="1337754" cy="154781"/>
        </a:xfrm>
        <a:custGeom>
          <a:avLst/>
          <a:gdLst/>
          <a:ahLst/>
          <a:cxnLst/>
          <a:rect l="0" t="0" r="0" b="0"/>
          <a:pathLst>
            <a:path>
              <a:moveTo>
                <a:pt x="0" y="0"/>
              </a:moveTo>
              <a:lnTo>
                <a:pt x="0" y="77390"/>
              </a:lnTo>
              <a:lnTo>
                <a:pt x="1337754" y="77390"/>
              </a:lnTo>
              <a:lnTo>
                <a:pt x="1337754" y="15478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91C493-8D93-44E3-A34B-01C71D090787}">
      <dsp:nvSpPr>
        <dsp:cNvPr id="0" name=""/>
        <dsp:cNvSpPr/>
      </dsp:nvSpPr>
      <dsp:spPr>
        <a:xfrm>
          <a:off x="6550840" y="3540043"/>
          <a:ext cx="110558" cy="339045"/>
        </a:xfrm>
        <a:custGeom>
          <a:avLst/>
          <a:gdLst/>
          <a:ahLst/>
          <a:cxnLst/>
          <a:rect l="0" t="0" r="0" b="0"/>
          <a:pathLst>
            <a:path>
              <a:moveTo>
                <a:pt x="0" y="0"/>
              </a:moveTo>
              <a:lnTo>
                <a:pt x="0" y="339045"/>
              </a:lnTo>
              <a:lnTo>
                <a:pt x="110558" y="33904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C02F9C-A6B1-483A-AFEB-D0648A87B3F3}">
      <dsp:nvSpPr>
        <dsp:cNvPr id="0" name=""/>
        <dsp:cNvSpPr/>
      </dsp:nvSpPr>
      <dsp:spPr>
        <a:xfrm>
          <a:off x="6399743" y="3016734"/>
          <a:ext cx="445918" cy="154781"/>
        </a:xfrm>
        <a:custGeom>
          <a:avLst/>
          <a:gdLst/>
          <a:ahLst/>
          <a:cxnLst/>
          <a:rect l="0" t="0" r="0" b="0"/>
          <a:pathLst>
            <a:path>
              <a:moveTo>
                <a:pt x="0" y="0"/>
              </a:moveTo>
              <a:lnTo>
                <a:pt x="0" y="77390"/>
              </a:lnTo>
              <a:lnTo>
                <a:pt x="445918" y="77390"/>
              </a:lnTo>
              <a:lnTo>
                <a:pt x="445918" y="15478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D379152-0770-45CF-AB1D-AFF612734C62}">
      <dsp:nvSpPr>
        <dsp:cNvPr id="0" name=""/>
        <dsp:cNvSpPr/>
      </dsp:nvSpPr>
      <dsp:spPr>
        <a:xfrm>
          <a:off x="5659003" y="3540043"/>
          <a:ext cx="110558" cy="339045"/>
        </a:xfrm>
        <a:custGeom>
          <a:avLst/>
          <a:gdLst/>
          <a:ahLst/>
          <a:cxnLst/>
          <a:rect l="0" t="0" r="0" b="0"/>
          <a:pathLst>
            <a:path>
              <a:moveTo>
                <a:pt x="0" y="0"/>
              </a:moveTo>
              <a:lnTo>
                <a:pt x="0" y="339045"/>
              </a:lnTo>
              <a:lnTo>
                <a:pt x="110558" y="33904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5D2523-8424-478F-AF82-A77D2A812AAD}">
      <dsp:nvSpPr>
        <dsp:cNvPr id="0" name=""/>
        <dsp:cNvSpPr/>
      </dsp:nvSpPr>
      <dsp:spPr>
        <a:xfrm>
          <a:off x="5953825" y="3016734"/>
          <a:ext cx="445918" cy="154781"/>
        </a:xfrm>
        <a:custGeom>
          <a:avLst/>
          <a:gdLst/>
          <a:ahLst/>
          <a:cxnLst/>
          <a:rect l="0" t="0" r="0" b="0"/>
          <a:pathLst>
            <a:path>
              <a:moveTo>
                <a:pt x="445918" y="0"/>
              </a:moveTo>
              <a:lnTo>
                <a:pt x="445918" y="77390"/>
              </a:lnTo>
              <a:lnTo>
                <a:pt x="0" y="77390"/>
              </a:lnTo>
              <a:lnTo>
                <a:pt x="0" y="15478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91CE1C-F461-42FD-92E9-80D924B2AA6E}">
      <dsp:nvSpPr>
        <dsp:cNvPr id="0" name=""/>
        <dsp:cNvSpPr/>
      </dsp:nvSpPr>
      <dsp:spPr>
        <a:xfrm>
          <a:off x="4767167" y="4063352"/>
          <a:ext cx="110558" cy="339045"/>
        </a:xfrm>
        <a:custGeom>
          <a:avLst/>
          <a:gdLst/>
          <a:ahLst/>
          <a:cxnLst/>
          <a:rect l="0" t="0" r="0" b="0"/>
          <a:pathLst>
            <a:path>
              <a:moveTo>
                <a:pt x="0" y="0"/>
              </a:moveTo>
              <a:lnTo>
                <a:pt x="0" y="339045"/>
              </a:lnTo>
              <a:lnTo>
                <a:pt x="110558" y="33904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B3FA4D-CBCD-4AF7-BFC9-B83423CA22F2}">
      <dsp:nvSpPr>
        <dsp:cNvPr id="0" name=""/>
        <dsp:cNvSpPr/>
      </dsp:nvSpPr>
      <dsp:spPr>
        <a:xfrm>
          <a:off x="5016269" y="3540043"/>
          <a:ext cx="91440" cy="154781"/>
        </a:xfrm>
        <a:custGeom>
          <a:avLst/>
          <a:gdLst/>
          <a:ahLst/>
          <a:cxnLst/>
          <a:rect l="0" t="0" r="0" b="0"/>
          <a:pathLst>
            <a:path>
              <a:moveTo>
                <a:pt x="45720" y="0"/>
              </a:moveTo>
              <a:lnTo>
                <a:pt x="45720" y="15478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5430254-9CDB-4161-ABC2-189ED9E2FB33}">
      <dsp:nvSpPr>
        <dsp:cNvPr id="0" name=""/>
        <dsp:cNvSpPr/>
      </dsp:nvSpPr>
      <dsp:spPr>
        <a:xfrm>
          <a:off x="5061989" y="3016734"/>
          <a:ext cx="1337754" cy="154781"/>
        </a:xfrm>
        <a:custGeom>
          <a:avLst/>
          <a:gdLst/>
          <a:ahLst/>
          <a:cxnLst/>
          <a:rect l="0" t="0" r="0" b="0"/>
          <a:pathLst>
            <a:path>
              <a:moveTo>
                <a:pt x="1337754" y="0"/>
              </a:moveTo>
              <a:lnTo>
                <a:pt x="1337754" y="77390"/>
              </a:lnTo>
              <a:lnTo>
                <a:pt x="0" y="77390"/>
              </a:lnTo>
              <a:lnTo>
                <a:pt x="0" y="15478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1F82AE-D204-494B-90C7-632A99586039}">
      <dsp:nvSpPr>
        <dsp:cNvPr id="0" name=""/>
        <dsp:cNvSpPr/>
      </dsp:nvSpPr>
      <dsp:spPr>
        <a:xfrm>
          <a:off x="6011691" y="2493425"/>
          <a:ext cx="388052" cy="154781"/>
        </a:xfrm>
        <a:custGeom>
          <a:avLst/>
          <a:gdLst/>
          <a:ahLst/>
          <a:cxnLst/>
          <a:rect l="0" t="0" r="0" b="0"/>
          <a:pathLst>
            <a:path>
              <a:moveTo>
                <a:pt x="0" y="0"/>
              </a:moveTo>
              <a:lnTo>
                <a:pt x="0" y="77390"/>
              </a:lnTo>
              <a:lnTo>
                <a:pt x="388052" y="77390"/>
              </a:lnTo>
              <a:lnTo>
                <a:pt x="388052" y="154781"/>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9951BA-F30F-4CA9-92C3-0F5393A4DD44}">
      <dsp:nvSpPr>
        <dsp:cNvPr id="0" name=""/>
        <dsp:cNvSpPr/>
      </dsp:nvSpPr>
      <dsp:spPr>
        <a:xfrm>
          <a:off x="3643641" y="3540043"/>
          <a:ext cx="110558" cy="862354"/>
        </a:xfrm>
        <a:custGeom>
          <a:avLst/>
          <a:gdLst/>
          <a:ahLst/>
          <a:cxnLst/>
          <a:rect l="0" t="0" r="0" b="0"/>
          <a:pathLst>
            <a:path>
              <a:moveTo>
                <a:pt x="0" y="0"/>
              </a:moveTo>
              <a:lnTo>
                <a:pt x="0" y="862354"/>
              </a:lnTo>
              <a:lnTo>
                <a:pt x="110558" y="862354"/>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EF85F5D-5919-4E99-85EE-8DE0C170C4B6}">
      <dsp:nvSpPr>
        <dsp:cNvPr id="0" name=""/>
        <dsp:cNvSpPr/>
      </dsp:nvSpPr>
      <dsp:spPr>
        <a:xfrm>
          <a:off x="3643641" y="3540043"/>
          <a:ext cx="110558" cy="339045"/>
        </a:xfrm>
        <a:custGeom>
          <a:avLst/>
          <a:gdLst/>
          <a:ahLst/>
          <a:cxnLst/>
          <a:rect l="0" t="0" r="0" b="0"/>
          <a:pathLst>
            <a:path>
              <a:moveTo>
                <a:pt x="0" y="0"/>
              </a:moveTo>
              <a:lnTo>
                <a:pt x="0" y="339045"/>
              </a:lnTo>
              <a:lnTo>
                <a:pt x="110558" y="33904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F400FD6-75C9-4935-BEA5-7DD1DECFB142}">
      <dsp:nvSpPr>
        <dsp:cNvPr id="0" name=""/>
        <dsp:cNvSpPr/>
      </dsp:nvSpPr>
      <dsp:spPr>
        <a:xfrm>
          <a:off x="2377749" y="3016734"/>
          <a:ext cx="1560713" cy="154781"/>
        </a:xfrm>
        <a:custGeom>
          <a:avLst/>
          <a:gdLst/>
          <a:ahLst/>
          <a:cxnLst/>
          <a:rect l="0" t="0" r="0" b="0"/>
          <a:pathLst>
            <a:path>
              <a:moveTo>
                <a:pt x="0" y="0"/>
              </a:moveTo>
              <a:lnTo>
                <a:pt x="0" y="77390"/>
              </a:lnTo>
              <a:lnTo>
                <a:pt x="1560713" y="77390"/>
              </a:lnTo>
              <a:lnTo>
                <a:pt x="1560713" y="15478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DAC3E6-874C-4FFD-A47C-38C3DDFB129E}">
      <dsp:nvSpPr>
        <dsp:cNvPr id="0" name=""/>
        <dsp:cNvSpPr/>
      </dsp:nvSpPr>
      <dsp:spPr>
        <a:xfrm>
          <a:off x="2751804" y="3540043"/>
          <a:ext cx="110558" cy="862354"/>
        </a:xfrm>
        <a:custGeom>
          <a:avLst/>
          <a:gdLst/>
          <a:ahLst/>
          <a:cxnLst/>
          <a:rect l="0" t="0" r="0" b="0"/>
          <a:pathLst>
            <a:path>
              <a:moveTo>
                <a:pt x="0" y="0"/>
              </a:moveTo>
              <a:lnTo>
                <a:pt x="0" y="862354"/>
              </a:lnTo>
              <a:lnTo>
                <a:pt x="110558" y="862354"/>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A600B17-93A8-45ED-A3AB-2D30488BAFD8}">
      <dsp:nvSpPr>
        <dsp:cNvPr id="0" name=""/>
        <dsp:cNvSpPr/>
      </dsp:nvSpPr>
      <dsp:spPr>
        <a:xfrm>
          <a:off x="2751804" y="3540043"/>
          <a:ext cx="110558" cy="339045"/>
        </a:xfrm>
        <a:custGeom>
          <a:avLst/>
          <a:gdLst/>
          <a:ahLst/>
          <a:cxnLst/>
          <a:rect l="0" t="0" r="0" b="0"/>
          <a:pathLst>
            <a:path>
              <a:moveTo>
                <a:pt x="0" y="0"/>
              </a:moveTo>
              <a:lnTo>
                <a:pt x="0" y="339045"/>
              </a:lnTo>
              <a:lnTo>
                <a:pt x="110558" y="33904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B5CD95-4D6E-4D1A-99C4-82DDC700ABE8}">
      <dsp:nvSpPr>
        <dsp:cNvPr id="0" name=""/>
        <dsp:cNvSpPr/>
      </dsp:nvSpPr>
      <dsp:spPr>
        <a:xfrm>
          <a:off x="2377749" y="3016734"/>
          <a:ext cx="668877" cy="154781"/>
        </a:xfrm>
        <a:custGeom>
          <a:avLst/>
          <a:gdLst/>
          <a:ahLst/>
          <a:cxnLst/>
          <a:rect l="0" t="0" r="0" b="0"/>
          <a:pathLst>
            <a:path>
              <a:moveTo>
                <a:pt x="0" y="0"/>
              </a:moveTo>
              <a:lnTo>
                <a:pt x="0" y="77390"/>
              </a:lnTo>
              <a:lnTo>
                <a:pt x="668877" y="77390"/>
              </a:lnTo>
              <a:lnTo>
                <a:pt x="668877" y="15478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31F0DB-C7B0-4F53-B734-8D53BC0BF73E}">
      <dsp:nvSpPr>
        <dsp:cNvPr id="0" name=""/>
        <dsp:cNvSpPr/>
      </dsp:nvSpPr>
      <dsp:spPr>
        <a:xfrm>
          <a:off x="1859968" y="3540043"/>
          <a:ext cx="110558" cy="862354"/>
        </a:xfrm>
        <a:custGeom>
          <a:avLst/>
          <a:gdLst/>
          <a:ahLst/>
          <a:cxnLst/>
          <a:rect l="0" t="0" r="0" b="0"/>
          <a:pathLst>
            <a:path>
              <a:moveTo>
                <a:pt x="0" y="0"/>
              </a:moveTo>
              <a:lnTo>
                <a:pt x="0" y="862354"/>
              </a:lnTo>
              <a:lnTo>
                <a:pt x="110558" y="862354"/>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58F41FA-7ABB-4CC9-8C3D-9EA9BC80A239}">
      <dsp:nvSpPr>
        <dsp:cNvPr id="0" name=""/>
        <dsp:cNvSpPr/>
      </dsp:nvSpPr>
      <dsp:spPr>
        <a:xfrm>
          <a:off x="1859968" y="3540043"/>
          <a:ext cx="110558" cy="339045"/>
        </a:xfrm>
        <a:custGeom>
          <a:avLst/>
          <a:gdLst/>
          <a:ahLst/>
          <a:cxnLst/>
          <a:rect l="0" t="0" r="0" b="0"/>
          <a:pathLst>
            <a:path>
              <a:moveTo>
                <a:pt x="0" y="0"/>
              </a:moveTo>
              <a:lnTo>
                <a:pt x="0" y="339045"/>
              </a:lnTo>
              <a:lnTo>
                <a:pt x="110558" y="33904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643637-EDFE-49BD-B5A8-AE88869C5D90}">
      <dsp:nvSpPr>
        <dsp:cNvPr id="0" name=""/>
        <dsp:cNvSpPr/>
      </dsp:nvSpPr>
      <dsp:spPr>
        <a:xfrm>
          <a:off x="2154790" y="3016734"/>
          <a:ext cx="222959" cy="154781"/>
        </a:xfrm>
        <a:custGeom>
          <a:avLst/>
          <a:gdLst/>
          <a:ahLst/>
          <a:cxnLst/>
          <a:rect l="0" t="0" r="0" b="0"/>
          <a:pathLst>
            <a:path>
              <a:moveTo>
                <a:pt x="222959" y="0"/>
              </a:moveTo>
              <a:lnTo>
                <a:pt x="222959" y="77390"/>
              </a:lnTo>
              <a:lnTo>
                <a:pt x="0" y="77390"/>
              </a:lnTo>
              <a:lnTo>
                <a:pt x="0" y="15478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6A77555-F37B-456F-934C-6F05D1ACE144}">
      <dsp:nvSpPr>
        <dsp:cNvPr id="0" name=""/>
        <dsp:cNvSpPr/>
      </dsp:nvSpPr>
      <dsp:spPr>
        <a:xfrm>
          <a:off x="968132" y="4063352"/>
          <a:ext cx="110558" cy="862354"/>
        </a:xfrm>
        <a:custGeom>
          <a:avLst/>
          <a:gdLst/>
          <a:ahLst/>
          <a:cxnLst/>
          <a:rect l="0" t="0" r="0" b="0"/>
          <a:pathLst>
            <a:path>
              <a:moveTo>
                <a:pt x="0" y="0"/>
              </a:moveTo>
              <a:lnTo>
                <a:pt x="0" y="862354"/>
              </a:lnTo>
              <a:lnTo>
                <a:pt x="110558" y="862354"/>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C078AA1-CB4E-4689-B777-FD54DDE866CA}">
      <dsp:nvSpPr>
        <dsp:cNvPr id="0" name=""/>
        <dsp:cNvSpPr/>
      </dsp:nvSpPr>
      <dsp:spPr>
        <a:xfrm>
          <a:off x="968132" y="4063352"/>
          <a:ext cx="110558" cy="339045"/>
        </a:xfrm>
        <a:custGeom>
          <a:avLst/>
          <a:gdLst/>
          <a:ahLst/>
          <a:cxnLst/>
          <a:rect l="0" t="0" r="0" b="0"/>
          <a:pathLst>
            <a:path>
              <a:moveTo>
                <a:pt x="0" y="0"/>
              </a:moveTo>
              <a:lnTo>
                <a:pt x="0" y="339045"/>
              </a:lnTo>
              <a:lnTo>
                <a:pt x="110558" y="33904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F7EB2F-DA8E-48B8-A896-F492E37D849B}">
      <dsp:nvSpPr>
        <dsp:cNvPr id="0" name=""/>
        <dsp:cNvSpPr/>
      </dsp:nvSpPr>
      <dsp:spPr>
        <a:xfrm>
          <a:off x="817035" y="3540043"/>
          <a:ext cx="445918" cy="154781"/>
        </a:xfrm>
        <a:custGeom>
          <a:avLst/>
          <a:gdLst/>
          <a:ahLst/>
          <a:cxnLst/>
          <a:rect l="0" t="0" r="0" b="0"/>
          <a:pathLst>
            <a:path>
              <a:moveTo>
                <a:pt x="0" y="0"/>
              </a:moveTo>
              <a:lnTo>
                <a:pt x="0" y="77390"/>
              </a:lnTo>
              <a:lnTo>
                <a:pt x="445918" y="77390"/>
              </a:lnTo>
              <a:lnTo>
                <a:pt x="445918" y="15478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E9A2494-3D7F-439F-B9B6-5A1885E67B14}">
      <dsp:nvSpPr>
        <dsp:cNvPr id="0" name=""/>
        <dsp:cNvSpPr/>
      </dsp:nvSpPr>
      <dsp:spPr>
        <a:xfrm>
          <a:off x="76295" y="4063352"/>
          <a:ext cx="110558" cy="862354"/>
        </a:xfrm>
        <a:custGeom>
          <a:avLst/>
          <a:gdLst/>
          <a:ahLst/>
          <a:cxnLst/>
          <a:rect l="0" t="0" r="0" b="0"/>
          <a:pathLst>
            <a:path>
              <a:moveTo>
                <a:pt x="0" y="0"/>
              </a:moveTo>
              <a:lnTo>
                <a:pt x="0" y="862354"/>
              </a:lnTo>
              <a:lnTo>
                <a:pt x="110558" y="862354"/>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89B64B-E4DE-4F34-AC15-B59778846679}">
      <dsp:nvSpPr>
        <dsp:cNvPr id="0" name=""/>
        <dsp:cNvSpPr/>
      </dsp:nvSpPr>
      <dsp:spPr>
        <a:xfrm>
          <a:off x="76295" y="4063352"/>
          <a:ext cx="110558" cy="339045"/>
        </a:xfrm>
        <a:custGeom>
          <a:avLst/>
          <a:gdLst/>
          <a:ahLst/>
          <a:cxnLst/>
          <a:rect l="0" t="0" r="0" b="0"/>
          <a:pathLst>
            <a:path>
              <a:moveTo>
                <a:pt x="0" y="0"/>
              </a:moveTo>
              <a:lnTo>
                <a:pt x="0" y="339045"/>
              </a:lnTo>
              <a:lnTo>
                <a:pt x="110558" y="339045"/>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D379AB-808F-433C-8637-9672B736FC85}">
      <dsp:nvSpPr>
        <dsp:cNvPr id="0" name=""/>
        <dsp:cNvSpPr/>
      </dsp:nvSpPr>
      <dsp:spPr>
        <a:xfrm>
          <a:off x="371117" y="3540043"/>
          <a:ext cx="445918" cy="154781"/>
        </a:xfrm>
        <a:custGeom>
          <a:avLst/>
          <a:gdLst/>
          <a:ahLst/>
          <a:cxnLst/>
          <a:rect l="0" t="0" r="0" b="0"/>
          <a:pathLst>
            <a:path>
              <a:moveTo>
                <a:pt x="445918" y="0"/>
              </a:moveTo>
              <a:lnTo>
                <a:pt x="445918" y="77390"/>
              </a:lnTo>
              <a:lnTo>
                <a:pt x="0" y="77390"/>
              </a:lnTo>
              <a:lnTo>
                <a:pt x="0" y="15478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FF0DCF-8733-4B5E-925F-FB7A26254795}">
      <dsp:nvSpPr>
        <dsp:cNvPr id="0" name=""/>
        <dsp:cNvSpPr/>
      </dsp:nvSpPr>
      <dsp:spPr>
        <a:xfrm>
          <a:off x="817035" y="3016734"/>
          <a:ext cx="1560713" cy="154781"/>
        </a:xfrm>
        <a:custGeom>
          <a:avLst/>
          <a:gdLst/>
          <a:ahLst/>
          <a:cxnLst/>
          <a:rect l="0" t="0" r="0" b="0"/>
          <a:pathLst>
            <a:path>
              <a:moveTo>
                <a:pt x="1560713" y="0"/>
              </a:moveTo>
              <a:lnTo>
                <a:pt x="1560713" y="77390"/>
              </a:lnTo>
              <a:lnTo>
                <a:pt x="0" y="77390"/>
              </a:lnTo>
              <a:lnTo>
                <a:pt x="0" y="154781"/>
              </a:lnTo>
            </a:path>
          </a:pathLst>
        </a:custGeom>
        <a:noFill/>
        <a:ln w="1905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E2B9B1-B808-4C3E-9CA4-FDBFEB7C6E12}">
      <dsp:nvSpPr>
        <dsp:cNvPr id="0" name=""/>
        <dsp:cNvSpPr/>
      </dsp:nvSpPr>
      <dsp:spPr>
        <a:xfrm>
          <a:off x="2377749" y="2493425"/>
          <a:ext cx="3633942" cy="154781"/>
        </a:xfrm>
        <a:custGeom>
          <a:avLst/>
          <a:gdLst/>
          <a:ahLst/>
          <a:cxnLst/>
          <a:rect l="0" t="0" r="0" b="0"/>
          <a:pathLst>
            <a:path>
              <a:moveTo>
                <a:pt x="3633942" y="0"/>
              </a:moveTo>
              <a:lnTo>
                <a:pt x="3633942" y="77390"/>
              </a:lnTo>
              <a:lnTo>
                <a:pt x="0" y="77390"/>
              </a:lnTo>
              <a:lnTo>
                <a:pt x="0" y="154781"/>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8530AC-F178-403E-A897-42E299E5ED21}">
      <dsp:nvSpPr>
        <dsp:cNvPr id="0" name=""/>
        <dsp:cNvSpPr/>
      </dsp:nvSpPr>
      <dsp:spPr>
        <a:xfrm>
          <a:off x="495300" y="1638301"/>
          <a:ext cx="11032782" cy="855123"/>
        </a:xfrm>
        <a:prstGeom prst="rect">
          <a:avLst/>
        </a:prstGeom>
        <a:solidFill>
          <a:srgbClr val="002060"/>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AU" sz="2400" kern="1200"/>
            <a:t>Partner Exchange</a:t>
          </a:r>
        </a:p>
      </dsp:txBody>
      <dsp:txXfrm>
        <a:off x="495300" y="1638301"/>
        <a:ext cx="11032782" cy="855123"/>
      </dsp:txXfrm>
    </dsp:sp>
    <dsp:sp modelId="{E053A169-9C0A-4979-A9C3-739101C47B4F}">
      <dsp:nvSpPr>
        <dsp:cNvPr id="0" name=""/>
        <dsp:cNvSpPr/>
      </dsp:nvSpPr>
      <dsp:spPr>
        <a:xfrm>
          <a:off x="252053" y="2648206"/>
          <a:ext cx="4251391" cy="368527"/>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Modernised NEVDIS Integrations</a:t>
          </a:r>
        </a:p>
      </dsp:txBody>
      <dsp:txXfrm>
        <a:off x="252053" y="2648206"/>
        <a:ext cx="4251391" cy="368527"/>
      </dsp:txXfrm>
    </dsp:sp>
    <dsp:sp modelId="{A16E3FA9-1B5B-46B1-AE9C-23AA6716D2DC}">
      <dsp:nvSpPr>
        <dsp:cNvPr id="0" name=""/>
        <dsp:cNvSpPr/>
      </dsp:nvSpPr>
      <dsp:spPr>
        <a:xfrm>
          <a:off x="448508" y="3171515"/>
          <a:ext cx="737054" cy="36852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b="0" i="0" kern="1200"/>
            <a:t>Discovery</a:t>
          </a:r>
        </a:p>
      </dsp:txBody>
      <dsp:txXfrm>
        <a:off x="448508" y="3171515"/>
        <a:ext cx="737054" cy="368527"/>
      </dsp:txXfrm>
    </dsp:sp>
    <dsp:sp modelId="{6E7DBB0A-C00C-414A-8A83-F2ADB94F72A6}">
      <dsp:nvSpPr>
        <dsp:cNvPr id="0" name=""/>
        <dsp:cNvSpPr/>
      </dsp:nvSpPr>
      <dsp:spPr>
        <a:xfrm>
          <a:off x="2590" y="3694824"/>
          <a:ext cx="737054" cy="36852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Partner Discovery</a:t>
          </a:r>
        </a:p>
      </dsp:txBody>
      <dsp:txXfrm>
        <a:off x="2590" y="3694824"/>
        <a:ext cx="737054" cy="368527"/>
      </dsp:txXfrm>
    </dsp:sp>
    <dsp:sp modelId="{E95F9E51-5B45-4FE5-AC16-E249DCC7718A}">
      <dsp:nvSpPr>
        <dsp:cNvPr id="0" name=""/>
        <dsp:cNvSpPr/>
      </dsp:nvSpPr>
      <dsp:spPr>
        <a:xfrm>
          <a:off x="186853" y="4218133"/>
          <a:ext cx="737054" cy="36852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dirty="0"/>
            <a:t>Stakeholder Assessment</a:t>
          </a:r>
        </a:p>
      </dsp:txBody>
      <dsp:txXfrm>
        <a:off x="186853" y="4218133"/>
        <a:ext cx="737054" cy="368527"/>
      </dsp:txXfrm>
    </dsp:sp>
    <dsp:sp modelId="{A468C6A1-170D-4034-A198-F7D9507CBDF4}">
      <dsp:nvSpPr>
        <dsp:cNvPr id="0" name=""/>
        <dsp:cNvSpPr/>
      </dsp:nvSpPr>
      <dsp:spPr>
        <a:xfrm>
          <a:off x="186853" y="4741442"/>
          <a:ext cx="737054" cy="36852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Obligation Assessment</a:t>
          </a:r>
        </a:p>
      </dsp:txBody>
      <dsp:txXfrm>
        <a:off x="186853" y="4741442"/>
        <a:ext cx="737054" cy="368527"/>
      </dsp:txXfrm>
    </dsp:sp>
    <dsp:sp modelId="{9A2CF599-5AAF-4487-B9EA-336E91E68094}">
      <dsp:nvSpPr>
        <dsp:cNvPr id="0" name=""/>
        <dsp:cNvSpPr/>
      </dsp:nvSpPr>
      <dsp:spPr>
        <a:xfrm>
          <a:off x="894426" y="3694824"/>
          <a:ext cx="737054" cy="36852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Technical Discovery</a:t>
          </a:r>
        </a:p>
      </dsp:txBody>
      <dsp:txXfrm>
        <a:off x="894426" y="3694824"/>
        <a:ext cx="737054" cy="368527"/>
      </dsp:txXfrm>
    </dsp:sp>
    <dsp:sp modelId="{0B087DF1-E7FC-4C26-8196-78C2E4BD2DBF}">
      <dsp:nvSpPr>
        <dsp:cNvPr id="0" name=""/>
        <dsp:cNvSpPr/>
      </dsp:nvSpPr>
      <dsp:spPr>
        <a:xfrm>
          <a:off x="1078690" y="4218133"/>
          <a:ext cx="737054" cy="36852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Integration Assessment</a:t>
          </a:r>
        </a:p>
      </dsp:txBody>
      <dsp:txXfrm>
        <a:off x="1078690" y="4218133"/>
        <a:ext cx="737054" cy="368527"/>
      </dsp:txXfrm>
    </dsp:sp>
    <dsp:sp modelId="{5FBC3CE6-8027-43C3-AE72-BCAD739134A8}">
      <dsp:nvSpPr>
        <dsp:cNvPr id="0" name=""/>
        <dsp:cNvSpPr/>
      </dsp:nvSpPr>
      <dsp:spPr>
        <a:xfrm>
          <a:off x="1078690" y="4741442"/>
          <a:ext cx="737054" cy="36852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Architecture Assessment</a:t>
          </a:r>
        </a:p>
      </dsp:txBody>
      <dsp:txXfrm>
        <a:off x="1078690" y="4741442"/>
        <a:ext cx="737054" cy="368527"/>
      </dsp:txXfrm>
    </dsp:sp>
    <dsp:sp modelId="{310DBADD-A0A4-4250-B721-E330E444A769}">
      <dsp:nvSpPr>
        <dsp:cNvPr id="0" name=""/>
        <dsp:cNvSpPr/>
      </dsp:nvSpPr>
      <dsp:spPr>
        <a:xfrm>
          <a:off x="1786262" y="3171515"/>
          <a:ext cx="737054" cy="36852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Design</a:t>
          </a:r>
        </a:p>
      </dsp:txBody>
      <dsp:txXfrm>
        <a:off x="1786262" y="3171515"/>
        <a:ext cx="737054" cy="368527"/>
      </dsp:txXfrm>
    </dsp:sp>
    <dsp:sp modelId="{46CEB7EC-3CBA-4DF4-8264-BC9137079912}">
      <dsp:nvSpPr>
        <dsp:cNvPr id="0" name=""/>
        <dsp:cNvSpPr/>
      </dsp:nvSpPr>
      <dsp:spPr>
        <a:xfrm>
          <a:off x="1970526" y="3694824"/>
          <a:ext cx="737054" cy="36852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Future Integration Model</a:t>
          </a:r>
        </a:p>
      </dsp:txBody>
      <dsp:txXfrm>
        <a:off x="1970526" y="3694824"/>
        <a:ext cx="737054" cy="368527"/>
      </dsp:txXfrm>
    </dsp:sp>
    <dsp:sp modelId="{CC45507F-A4CB-4D43-B773-58944119F6CB}">
      <dsp:nvSpPr>
        <dsp:cNvPr id="0" name=""/>
        <dsp:cNvSpPr/>
      </dsp:nvSpPr>
      <dsp:spPr>
        <a:xfrm>
          <a:off x="1970526" y="4218133"/>
          <a:ext cx="737054" cy="36852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API Strategy</a:t>
          </a:r>
        </a:p>
      </dsp:txBody>
      <dsp:txXfrm>
        <a:off x="1970526" y="4218133"/>
        <a:ext cx="737054" cy="368527"/>
      </dsp:txXfrm>
    </dsp:sp>
    <dsp:sp modelId="{D4C84C0C-C6B2-4200-A4EF-526CAF1F096E}">
      <dsp:nvSpPr>
        <dsp:cNvPr id="0" name=""/>
        <dsp:cNvSpPr/>
      </dsp:nvSpPr>
      <dsp:spPr>
        <a:xfrm>
          <a:off x="2678099" y="3171515"/>
          <a:ext cx="737054" cy="36852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Delivery</a:t>
          </a:r>
        </a:p>
      </dsp:txBody>
      <dsp:txXfrm>
        <a:off x="2678099" y="3171515"/>
        <a:ext cx="737054" cy="368527"/>
      </dsp:txXfrm>
    </dsp:sp>
    <dsp:sp modelId="{B6E27B42-B4B1-423A-A1FA-BACEFB570EAE}">
      <dsp:nvSpPr>
        <dsp:cNvPr id="0" name=""/>
        <dsp:cNvSpPr/>
      </dsp:nvSpPr>
      <dsp:spPr>
        <a:xfrm>
          <a:off x="2862363" y="3694824"/>
          <a:ext cx="737054" cy="36852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Integration Services</a:t>
          </a:r>
        </a:p>
      </dsp:txBody>
      <dsp:txXfrm>
        <a:off x="2862363" y="3694824"/>
        <a:ext cx="737054" cy="368527"/>
      </dsp:txXfrm>
    </dsp:sp>
    <dsp:sp modelId="{E6CA5385-D6DB-4AD8-8EF1-5D4D6E62D785}">
      <dsp:nvSpPr>
        <dsp:cNvPr id="0" name=""/>
        <dsp:cNvSpPr/>
      </dsp:nvSpPr>
      <dsp:spPr>
        <a:xfrm>
          <a:off x="2862363" y="4218133"/>
          <a:ext cx="737054" cy="36852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API Services</a:t>
          </a:r>
        </a:p>
      </dsp:txBody>
      <dsp:txXfrm>
        <a:off x="2862363" y="4218133"/>
        <a:ext cx="737054" cy="368527"/>
      </dsp:txXfrm>
    </dsp:sp>
    <dsp:sp modelId="{4869B4B3-E732-495C-86BB-1D4A4F789970}">
      <dsp:nvSpPr>
        <dsp:cNvPr id="0" name=""/>
        <dsp:cNvSpPr/>
      </dsp:nvSpPr>
      <dsp:spPr>
        <a:xfrm>
          <a:off x="3569935" y="3171515"/>
          <a:ext cx="737054" cy="36852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Transition</a:t>
          </a:r>
        </a:p>
      </dsp:txBody>
      <dsp:txXfrm>
        <a:off x="3569935" y="3171515"/>
        <a:ext cx="737054" cy="368527"/>
      </dsp:txXfrm>
    </dsp:sp>
    <dsp:sp modelId="{60A84E32-9E06-4EAB-915C-545077C2314B}">
      <dsp:nvSpPr>
        <dsp:cNvPr id="0" name=""/>
        <dsp:cNvSpPr/>
      </dsp:nvSpPr>
      <dsp:spPr>
        <a:xfrm>
          <a:off x="3754199" y="3694824"/>
          <a:ext cx="737054" cy="36852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Partner Onboarding</a:t>
          </a:r>
        </a:p>
      </dsp:txBody>
      <dsp:txXfrm>
        <a:off x="3754199" y="3694824"/>
        <a:ext cx="737054" cy="368527"/>
      </dsp:txXfrm>
    </dsp:sp>
    <dsp:sp modelId="{C7CDE670-CE40-48DC-8A4B-9E6867A5FCC5}">
      <dsp:nvSpPr>
        <dsp:cNvPr id="0" name=""/>
        <dsp:cNvSpPr/>
      </dsp:nvSpPr>
      <dsp:spPr>
        <a:xfrm>
          <a:off x="3754199" y="4218133"/>
          <a:ext cx="737054" cy="36852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Migration Plan</a:t>
          </a:r>
        </a:p>
      </dsp:txBody>
      <dsp:txXfrm>
        <a:off x="3754199" y="4218133"/>
        <a:ext cx="737054" cy="368527"/>
      </dsp:txXfrm>
    </dsp:sp>
    <dsp:sp modelId="{78F581A2-A236-4AAE-9594-81595AF744C3}">
      <dsp:nvSpPr>
        <dsp:cNvPr id="0" name=""/>
        <dsp:cNvSpPr/>
      </dsp:nvSpPr>
      <dsp:spPr>
        <a:xfrm>
          <a:off x="4658226" y="2648206"/>
          <a:ext cx="3483033" cy="368527"/>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NHVR Work</a:t>
          </a:r>
        </a:p>
      </dsp:txBody>
      <dsp:txXfrm>
        <a:off x="4658226" y="2648206"/>
        <a:ext cx="3483033" cy="368527"/>
      </dsp:txXfrm>
    </dsp:sp>
    <dsp:sp modelId="{A936896F-1010-480B-ACB0-3D616759C456}">
      <dsp:nvSpPr>
        <dsp:cNvPr id="0" name=""/>
        <dsp:cNvSpPr/>
      </dsp:nvSpPr>
      <dsp:spPr>
        <a:xfrm>
          <a:off x="4693461" y="3171515"/>
          <a:ext cx="737054" cy="36852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b="0" i="0" kern="1200"/>
            <a:t>Discovery</a:t>
          </a:r>
        </a:p>
      </dsp:txBody>
      <dsp:txXfrm>
        <a:off x="4693461" y="3171515"/>
        <a:ext cx="737054" cy="368527"/>
      </dsp:txXfrm>
    </dsp:sp>
    <dsp:sp modelId="{37B0697C-3582-4D28-A5C2-5E9B6F925313}">
      <dsp:nvSpPr>
        <dsp:cNvPr id="0" name=""/>
        <dsp:cNvSpPr/>
      </dsp:nvSpPr>
      <dsp:spPr>
        <a:xfrm>
          <a:off x="4693461" y="3694824"/>
          <a:ext cx="737054" cy="368527"/>
        </a:xfrm>
        <a:prstGeom prst="rect">
          <a:avLst/>
        </a:prstGeom>
        <a:solidFill>
          <a:schemeClr val="bg2">
            <a:lumMod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Current Integration Assessment</a:t>
          </a:r>
        </a:p>
      </dsp:txBody>
      <dsp:txXfrm>
        <a:off x="4693461" y="3694824"/>
        <a:ext cx="737054" cy="368527"/>
      </dsp:txXfrm>
    </dsp:sp>
    <dsp:sp modelId="{DBE97D86-6208-4964-A85C-B060FB83F5B3}">
      <dsp:nvSpPr>
        <dsp:cNvPr id="0" name=""/>
        <dsp:cNvSpPr/>
      </dsp:nvSpPr>
      <dsp:spPr>
        <a:xfrm>
          <a:off x="4877725" y="4218133"/>
          <a:ext cx="737054" cy="36852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Regulatory Assessment</a:t>
          </a:r>
        </a:p>
      </dsp:txBody>
      <dsp:txXfrm>
        <a:off x="4877725" y="4218133"/>
        <a:ext cx="737054" cy="368527"/>
      </dsp:txXfrm>
    </dsp:sp>
    <dsp:sp modelId="{E95EEA3D-4541-4C9D-84F4-8DDE5EF37C4B}">
      <dsp:nvSpPr>
        <dsp:cNvPr id="0" name=""/>
        <dsp:cNvSpPr/>
      </dsp:nvSpPr>
      <dsp:spPr>
        <a:xfrm>
          <a:off x="5585298" y="3171515"/>
          <a:ext cx="737054" cy="36852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Design</a:t>
          </a:r>
        </a:p>
      </dsp:txBody>
      <dsp:txXfrm>
        <a:off x="5585298" y="3171515"/>
        <a:ext cx="737054" cy="368527"/>
      </dsp:txXfrm>
    </dsp:sp>
    <dsp:sp modelId="{24EC56E3-343B-4EA7-AECF-D2ADEA53B6BF}">
      <dsp:nvSpPr>
        <dsp:cNvPr id="0" name=""/>
        <dsp:cNvSpPr/>
      </dsp:nvSpPr>
      <dsp:spPr>
        <a:xfrm>
          <a:off x="5769561" y="3694824"/>
          <a:ext cx="737054" cy="36852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Future Exchange Design</a:t>
          </a:r>
        </a:p>
      </dsp:txBody>
      <dsp:txXfrm>
        <a:off x="5769561" y="3694824"/>
        <a:ext cx="737054" cy="368527"/>
      </dsp:txXfrm>
    </dsp:sp>
    <dsp:sp modelId="{25D63A0C-22E3-4C87-BBB5-6D81F516969F}">
      <dsp:nvSpPr>
        <dsp:cNvPr id="0" name=""/>
        <dsp:cNvSpPr/>
      </dsp:nvSpPr>
      <dsp:spPr>
        <a:xfrm>
          <a:off x="6477134" y="3171515"/>
          <a:ext cx="737054" cy="36852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Delivery</a:t>
          </a:r>
        </a:p>
      </dsp:txBody>
      <dsp:txXfrm>
        <a:off x="6477134" y="3171515"/>
        <a:ext cx="737054" cy="368527"/>
      </dsp:txXfrm>
    </dsp:sp>
    <dsp:sp modelId="{8A08AF83-EB63-406E-B412-D66040A41734}">
      <dsp:nvSpPr>
        <dsp:cNvPr id="0" name=""/>
        <dsp:cNvSpPr/>
      </dsp:nvSpPr>
      <dsp:spPr>
        <a:xfrm>
          <a:off x="6661398" y="3694824"/>
          <a:ext cx="737054" cy="36852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NHVR Integration Services</a:t>
          </a:r>
        </a:p>
      </dsp:txBody>
      <dsp:txXfrm>
        <a:off x="6661398" y="3694824"/>
        <a:ext cx="737054" cy="368527"/>
      </dsp:txXfrm>
    </dsp:sp>
    <dsp:sp modelId="{84287ECC-DEBE-413C-A956-78CE40A707BE}">
      <dsp:nvSpPr>
        <dsp:cNvPr id="0" name=""/>
        <dsp:cNvSpPr/>
      </dsp:nvSpPr>
      <dsp:spPr>
        <a:xfrm>
          <a:off x="7368970" y="3171515"/>
          <a:ext cx="737054" cy="36852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Transition</a:t>
          </a:r>
        </a:p>
      </dsp:txBody>
      <dsp:txXfrm>
        <a:off x="7368970" y="3171515"/>
        <a:ext cx="737054" cy="368527"/>
      </dsp:txXfrm>
    </dsp:sp>
    <dsp:sp modelId="{36E402CB-8F78-4747-9B97-B86FD73355B6}">
      <dsp:nvSpPr>
        <dsp:cNvPr id="0" name=""/>
        <dsp:cNvSpPr/>
      </dsp:nvSpPr>
      <dsp:spPr>
        <a:xfrm>
          <a:off x="7553234" y="3694824"/>
          <a:ext cx="737054" cy="36852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Compliance Validation</a:t>
          </a:r>
        </a:p>
      </dsp:txBody>
      <dsp:txXfrm>
        <a:off x="7553234" y="3694824"/>
        <a:ext cx="737054" cy="368527"/>
      </dsp:txXfrm>
    </dsp:sp>
    <dsp:sp modelId="{016EC23A-2D0E-41F6-A49C-4A8A9AA629EE}">
      <dsp:nvSpPr>
        <dsp:cNvPr id="0" name=""/>
        <dsp:cNvSpPr/>
      </dsp:nvSpPr>
      <dsp:spPr>
        <a:xfrm>
          <a:off x="8296042" y="2648206"/>
          <a:ext cx="3475287" cy="368527"/>
        </a:xfrm>
        <a:prstGeom prst="rect">
          <a:avLst/>
        </a:prstGeom>
        <a:solidFill>
          <a:schemeClr val="accent5">
            <a:lumMod val="40000"/>
            <a:lumOff val="60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NDFLRS</a:t>
          </a:r>
        </a:p>
      </dsp:txBody>
      <dsp:txXfrm>
        <a:off x="8296042" y="2648206"/>
        <a:ext cx="3475287" cy="368527"/>
      </dsp:txXfrm>
    </dsp:sp>
    <dsp:sp modelId="{EAE31D92-B14E-4AAE-A358-B82F41655A8E}">
      <dsp:nvSpPr>
        <dsp:cNvPr id="0" name=""/>
        <dsp:cNvSpPr/>
      </dsp:nvSpPr>
      <dsp:spPr>
        <a:xfrm>
          <a:off x="8327403" y="3171515"/>
          <a:ext cx="737054" cy="36852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b="0" i="0" kern="1200"/>
            <a:t>Discovery</a:t>
          </a:r>
        </a:p>
      </dsp:txBody>
      <dsp:txXfrm>
        <a:off x="8327403" y="3171515"/>
        <a:ext cx="737054" cy="368527"/>
      </dsp:txXfrm>
    </dsp:sp>
    <dsp:sp modelId="{54199003-05D7-45E1-96CD-0686B4F3473A}">
      <dsp:nvSpPr>
        <dsp:cNvPr id="0" name=""/>
        <dsp:cNvSpPr/>
      </dsp:nvSpPr>
      <dsp:spPr>
        <a:xfrm>
          <a:off x="8511667" y="3694824"/>
          <a:ext cx="737054" cy="36852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Partner Assessment</a:t>
          </a:r>
        </a:p>
      </dsp:txBody>
      <dsp:txXfrm>
        <a:off x="8511667" y="3694824"/>
        <a:ext cx="737054" cy="368527"/>
      </dsp:txXfrm>
    </dsp:sp>
    <dsp:sp modelId="{66C90501-8F88-4369-9688-FFB1CA151018}">
      <dsp:nvSpPr>
        <dsp:cNvPr id="0" name=""/>
        <dsp:cNvSpPr/>
      </dsp:nvSpPr>
      <dsp:spPr>
        <a:xfrm>
          <a:off x="8511667" y="4218133"/>
          <a:ext cx="737054" cy="36852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Service Assessment</a:t>
          </a:r>
        </a:p>
      </dsp:txBody>
      <dsp:txXfrm>
        <a:off x="8511667" y="4218133"/>
        <a:ext cx="737054" cy="368527"/>
      </dsp:txXfrm>
    </dsp:sp>
    <dsp:sp modelId="{3A58DEC0-94AF-425E-885B-C547374C837E}">
      <dsp:nvSpPr>
        <dsp:cNvPr id="0" name=""/>
        <dsp:cNvSpPr/>
      </dsp:nvSpPr>
      <dsp:spPr>
        <a:xfrm>
          <a:off x="9219240" y="3171515"/>
          <a:ext cx="737054" cy="36852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Design</a:t>
          </a:r>
        </a:p>
      </dsp:txBody>
      <dsp:txXfrm>
        <a:off x="9219240" y="3171515"/>
        <a:ext cx="737054" cy="368527"/>
      </dsp:txXfrm>
    </dsp:sp>
    <dsp:sp modelId="{7AC5136C-52E5-45A1-BCFE-0D9BFA626A01}">
      <dsp:nvSpPr>
        <dsp:cNvPr id="0" name=""/>
        <dsp:cNvSpPr/>
      </dsp:nvSpPr>
      <dsp:spPr>
        <a:xfrm>
          <a:off x="9403504" y="3694824"/>
          <a:ext cx="737054" cy="36852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Future Exchange Design</a:t>
          </a:r>
        </a:p>
      </dsp:txBody>
      <dsp:txXfrm>
        <a:off x="9403504" y="3694824"/>
        <a:ext cx="737054" cy="368527"/>
      </dsp:txXfrm>
    </dsp:sp>
    <dsp:sp modelId="{27621395-F4B0-480A-9491-17A0636A7CB2}">
      <dsp:nvSpPr>
        <dsp:cNvPr id="0" name=""/>
        <dsp:cNvSpPr/>
      </dsp:nvSpPr>
      <dsp:spPr>
        <a:xfrm>
          <a:off x="10111076" y="3171515"/>
          <a:ext cx="737054" cy="36852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Delivery</a:t>
          </a:r>
        </a:p>
      </dsp:txBody>
      <dsp:txXfrm>
        <a:off x="10111076" y="3171515"/>
        <a:ext cx="737054" cy="368527"/>
      </dsp:txXfrm>
    </dsp:sp>
    <dsp:sp modelId="{B45B2076-93CD-42AD-B19F-27FB69234682}">
      <dsp:nvSpPr>
        <dsp:cNvPr id="0" name=""/>
        <dsp:cNvSpPr/>
      </dsp:nvSpPr>
      <dsp:spPr>
        <a:xfrm>
          <a:off x="10295340" y="3694824"/>
          <a:ext cx="737054" cy="36852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Exchange Services</a:t>
          </a:r>
        </a:p>
      </dsp:txBody>
      <dsp:txXfrm>
        <a:off x="10295340" y="3694824"/>
        <a:ext cx="737054" cy="368527"/>
      </dsp:txXfrm>
    </dsp:sp>
    <dsp:sp modelId="{FA6BA2CF-C942-47BA-8DA8-93187517A0A5}">
      <dsp:nvSpPr>
        <dsp:cNvPr id="0" name=""/>
        <dsp:cNvSpPr/>
      </dsp:nvSpPr>
      <dsp:spPr>
        <a:xfrm>
          <a:off x="10295340" y="4218133"/>
          <a:ext cx="737054" cy="36852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Interface Services</a:t>
          </a:r>
        </a:p>
      </dsp:txBody>
      <dsp:txXfrm>
        <a:off x="10295340" y="4218133"/>
        <a:ext cx="737054" cy="368527"/>
      </dsp:txXfrm>
    </dsp:sp>
    <dsp:sp modelId="{79E8D496-0999-44E6-98BD-85C21382612A}">
      <dsp:nvSpPr>
        <dsp:cNvPr id="0" name=""/>
        <dsp:cNvSpPr/>
      </dsp:nvSpPr>
      <dsp:spPr>
        <a:xfrm>
          <a:off x="11002913" y="3171515"/>
          <a:ext cx="737054" cy="368527"/>
        </a:xfrm>
        <a:prstGeom prst="rect">
          <a:avLst/>
        </a:prstGeom>
        <a:solidFill>
          <a:schemeClr val="tx2">
            <a:lumMod val="75000"/>
            <a:lumOff val="2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Transition</a:t>
          </a:r>
        </a:p>
      </dsp:txBody>
      <dsp:txXfrm>
        <a:off x="11002913" y="3171515"/>
        <a:ext cx="737054" cy="368527"/>
      </dsp:txXfrm>
    </dsp:sp>
    <dsp:sp modelId="{766058DC-9CCE-4DDA-904D-B113A4551A24}">
      <dsp:nvSpPr>
        <dsp:cNvPr id="0" name=""/>
        <dsp:cNvSpPr/>
      </dsp:nvSpPr>
      <dsp:spPr>
        <a:xfrm>
          <a:off x="11187176" y="3694824"/>
          <a:ext cx="737054" cy="368527"/>
        </a:xfrm>
        <a:prstGeom prst="rect">
          <a:avLst/>
        </a:prstGeom>
        <a:solidFill>
          <a:schemeClr val="bg2">
            <a:lumMod val="7500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AU" sz="800" kern="1200"/>
            <a:t>Partner Migration</a:t>
          </a:r>
        </a:p>
      </dsp:txBody>
      <dsp:txXfrm>
        <a:off x="11187176" y="3694824"/>
        <a:ext cx="737054" cy="36852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FD3790-513A-4A41-BE09-06DBF87E8DE2}" type="datetimeFigureOut">
              <a:rPr lang="en-AU" smtClean="0"/>
              <a:t>10/09/2026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54352D-D422-40DD-A7BB-5E0751DC0AF8}" type="slidenum">
              <a:rPr lang="en-AU" smtClean="0"/>
              <a:t>‹#›</a:t>
            </a:fld>
            <a:endParaRPr lang="en-AU"/>
          </a:p>
        </p:txBody>
      </p:sp>
    </p:spTree>
    <p:extLst>
      <p:ext uri="{BB962C8B-B14F-4D97-AF65-F5344CB8AC3E}">
        <p14:creationId xmlns:p14="http://schemas.microsoft.com/office/powerpoint/2010/main" val="3973575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1254352D-D422-40DD-A7BB-5E0751DC0AF8}" type="slidenum">
              <a:rPr lang="en-AU" smtClean="0"/>
              <a:t>1</a:t>
            </a:fld>
            <a:endParaRPr lang="en-AU"/>
          </a:p>
        </p:txBody>
      </p:sp>
    </p:spTree>
    <p:extLst>
      <p:ext uri="{BB962C8B-B14F-4D97-AF65-F5344CB8AC3E}">
        <p14:creationId xmlns:p14="http://schemas.microsoft.com/office/powerpoint/2010/main" val="2487594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6D728-AE9E-9CA5-3B72-3DD03899CB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7F66F2DD-2BD6-5B06-53C6-DB923CF25A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D3E5DAF9-4C59-A996-316A-7A5A8341DCCD}"/>
              </a:ext>
            </a:extLst>
          </p:cNvPr>
          <p:cNvSpPr>
            <a:spLocks noGrp="1"/>
          </p:cNvSpPr>
          <p:nvPr>
            <p:ph type="dt" sz="half" idx="10"/>
          </p:nvPr>
        </p:nvSpPr>
        <p:spPr/>
        <p:txBody>
          <a:bodyPr/>
          <a:lstStyle/>
          <a:p>
            <a:fld id="{7D3E611D-D84F-46E0-A63B-8BBA6D4CD5B2}" type="datetimeFigureOut">
              <a:rPr lang="en-AU" smtClean="0"/>
              <a:t>10/09/2026</a:t>
            </a:fld>
            <a:endParaRPr lang="en-AU"/>
          </a:p>
        </p:txBody>
      </p:sp>
      <p:sp>
        <p:nvSpPr>
          <p:cNvPr id="5" name="Footer Placeholder 4">
            <a:extLst>
              <a:ext uri="{FF2B5EF4-FFF2-40B4-BE49-F238E27FC236}">
                <a16:creationId xmlns:a16="http://schemas.microsoft.com/office/drawing/2014/main" id="{6EC9B6BC-883C-1984-764E-5FE609C11F2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58147BF-2253-3185-477A-323BDCAB68B0}"/>
              </a:ext>
            </a:extLst>
          </p:cNvPr>
          <p:cNvSpPr>
            <a:spLocks noGrp="1"/>
          </p:cNvSpPr>
          <p:nvPr>
            <p:ph type="sldNum" sz="quarter" idx="12"/>
          </p:nvPr>
        </p:nvSpPr>
        <p:spPr/>
        <p:txBody>
          <a:bodyPr/>
          <a:lstStyle/>
          <a:p>
            <a:fld id="{61023645-1743-49C2-A37C-429AE678E7C5}" type="slidenum">
              <a:rPr lang="en-AU" smtClean="0"/>
              <a:t>‹#›</a:t>
            </a:fld>
            <a:endParaRPr lang="en-AU"/>
          </a:p>
        </p:txBody>
      </p:sp>
    </p:spTree>
    <p:extLst>
      <p:ext uri="{BB962C8B-B14F-4D97-AF65-F5344CB8AC3E}">
        <p14:creationId xmlns:p14="http://schemas.microsoft.com/office/powerpoint/2010/main" val="2331230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0950A-401D-8511-A3B9-143FCB3F630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F6343DF-4376-673A-462A-3D190C52EA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C8A3C25-172D-704E-7D59-A7488A50A822}"/>
              </a:ext>
            </a:extLst>
          </p:cNvPr>
          <p:cNvSpPr>
            <a:spLocks noGrp="1"/>
          </p:cNvSpPr>
          <p:nvPr>
            <p:ph type="dt" sz="half" idx="10"/>
          </p:nvPr>
        </p:nvSpPr>
        <p:spPr/>
        <p:txBody>
          <a:bodyPr/>
          <a:lstStyle/>
          <a:p>
            <a:fld id="{7D3E611D-D84F-46E0-A63B-8BBA6D4CD5B2}" type="datetimeFigureOut">
              <a:rPr lang="en-AU" smtClean="0"/>
              <a:t>10/09/2026</a:t>
            </a:fld>
            <a:endParaRPr lang="en-AU"/>
          </a:p>
        </p:txBody>
      </p:sp>
      <p:sp>
        <p:nvSpPr>
          <p:cNvPr id="5" name="Footer Placeholder 4">
            <a:extLst>
              <a:ext uri="{FF2B5EF4-FFF2-40B4-BE49-F238E27FC236}">
                <a16:creationId xmlns:a16="http://schemas.microsoft.com/office/drawing/2014/main" id="{51C8AE50-05CB-37B7-7812-939B6B35BCF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BD0D11D-A2DC-7277-79B5-04FF0E3D6DFE}"/>
              </a:ext>
            </a:extLst>
          </p:cNvPr>
          <p:cNvSpPr>
            <a:spLocks noGrp="1"/>
          </p:cNvSpPr>
          <p:nvPr>
            <p:ph type="sldNum" sz="quarter" idx="12"/>
          </p:nvPr>
        </p:nvSpPr>
        <p:spPr/>
        <p:txBody>
          <a:bodyPr/>
          <a:lstStyle/>
          <a:p>
            <a:fld id="{61023645-1743-49C2-A37C-429AE678E7C5}" type="slidenum">
              <a:rPr lang="en-AU" smtClean="0"/>
              <a:t>‹#›</a:t>
            </a:fld>
            <a:endParaRPr lang="en-AU"/>
          </a:p>
        </p:txBody>
      </p:sp>
    </p:spTree>
    <p:extLst>
      <p:ext uri="{BB962C8B-B14F-4D97-AF65-F5344CB8AC3E}">
        <p14:creationId xmlns:p14="http://schemas.microsoft.com/office/powerpoint/2010/main" val="3260214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B88B1-0FFB-7794-69FA-3C6D6CB090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DAE1AF1C-29D4-52B2-760D-C6981D778E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83D950-6451-56E4-27BE-9BB3A639DAAD}"/>
              </a:ext>
            </a:extLst>
          </p:cNvPr>
          <p:cNvSpPr>
            <a:spLocks noGrp="1"/>
          </p:cNvSpPr>
          <p:nvPr>
            <p:ph type="dt" sz="half" idx="10"/>
          </p:nvPr>
        </p:nvSpPr>
        <p:spPr/>
        <p:txBody>
          <a:bodyPr/>
          <a:lstStyle/>
          <a:p>
            <a:fld id="{7D3E611D-D84F-46E0-A63B-8BBA6D4CD5B2}" type="datetimeFigureOut">
              <a:rPr lang="en-AU" smtClean="0"/>
              <a:t>10/09/2026</a:t>
            </a:fld>
            <a:endParaRPr lang="en-AU"/>
          </a:p>
        </p:txBody>
      </p:sp>
      <p:sp>
        <p:nvSpPr>
          <p:cNvPr id="5" name="Footer Placeholder 4">
            <a:extLst>
              <a:ext uri="{FF2B5EF4-FFF2-40B4-BE49-F238E27FC236}">
                <a16:creationId xmlns:a16="http://schemas.microsoft.com/office/drawing/2014/main" id="{E8ECC3D5-FAAD-74E3-F144-1E1BC2684A1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080CBDF-C124-29C6-B7E5-6805554158C9}"/>
              </a:ext>
            </a:extLst>
          </p:cNvPr>
          <p:cNvSpPr>
            <a:spLocks noGrp="1"/>
          </p:cNvSpPr>
          <p:nvPr>
            <p:ph type="sldNum" sz="quarter" idx="12"/>
          </p:nvPr>
        </p:nvSpPr>
        <p:spPr/>
        <p:txBody>
          <a:bodyPr/>
          <a:lstStyle/>
          <a:p>
            <a:fld id="{61023645-1743-49C2-A37C-429AE678E7C5}" type="slidenum">
              <a:rPr lang="en-AU" smtClean="0"/>
              <a:t>‹#›</a:t>
            </a:fld>
            <a:endParaRPr lang="en-AU"/>
          </a:p>
        </p:txBody>
      </p:sp>
    </p:spTree>
    <p:extLst>
      <p:ext uri="{BB962C8B-B14F-4D97-AF65-F5344CB8AC3E}">
        <p14:creationId xmlns:p14="http://schemas.microsoft.com/office/powerpoint/2010/main" val="435204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EFFD8-DACF-106E-CAE3-D1E962ABE055}"/>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C77E09F4-D939-F5E2-3560-CB570A4F6C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7E123FA2-8C7C-71CC-9866-B6FC61DEE5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1623C370-5CD0-C6A0-D6BA-029E03ECD07D}"/>
              </a:ext>
            </a:extLst>
          </p:cNvPr>
          <p:cNvSpPr>
            <a:spLocks noGrp="1"/>
          </p:cNvSpPr>
          <p:nvPr>
            <p:ph type="dt" sz="half" idx="10"/>
          </p:nvPr>
        </p:nvSpPr>
        <p:spPr/>
        <p:txBody>
          <a:bodyPr/>
          <a:lstStyle/>
          <a:p>
            <a:fld id="{7D3E611D-D84F-46E0-A63B-8BBA6D4CD5B2}" type="datetimeFigureOut">
              <a:rPr lang="en-AU" smtClean="0"/>
              <a:t>10/09/2026</a:t>
            </a:fld>
            <a:endParaRPr lang="en-AU"/>
          </a:p>
        </p:txBody>
      </p:sp>
      <p:sp>
        <p:nvSpPr>
          <p:cNvPr id="6" name="Footer Placeholder 5">
            <a:extLst>
              <a:ext uri="{FF2B5EF4-FFF2-40B4-BE49-F238E27FC236}">
                <a16:creationId xmlns:a16="http://schemas.microsoft.com/office/drawing/2014/main" id="{97AFC94F-7D80-505E-E0A2-778789E6015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600119F-EA30-DBEC-D3C8-2BD47295AB2E}"/>
              </a:ext>
            </a:extLst>
          </p:cNvPr>
          <p:cNvSpPr>
            <a:spLocks noGrp="1"/>
          </p:cNvSpPr>
          <p:nvPr>
            <p:ph type="sldNum" sz="quarter" idx="12"/>
          </p:nvPr>
        </p:nvSpPr>
        <p:spPr/>
        <p:txBody>
          <a:bodyPr/>
          <a:lstStyle/>
          <a:p>
            <a:fld id="{61023645-1743-49C2-A37C-429AE678E7C5}" type="slidenum">
              <a:rPr lang="en-AU" smtClean="0"/>
              <a:t>‹#›</a:t>
            </a:fld>
            <a:endParaRPr lang="en-AU"/>
          </a:p>
        </p:txBody>
      </p:sp>
    </p:spTree>
    <p:extLst>
      <p:ext uri="{BB962C8B-B14F-4D97-AF65-F5344CB8AC3E}">
        <p14:creationId xmlns:p14="http://schemas.microsoft.com/office/powerpoint/2010/main" val="2570706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94531-55CE-8DEE-F4DD-EF5613FE280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5B212188-730C-899E-DC25-A3D518B07B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46AA51-0734-FF3A-DFBF-8CDF72F503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3F3E7DAC-1C1B-2E3D-EB18-B5B3420B37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DAD754-F2DB-2951-BA57-5995A2F13C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4C165B6A-85B7-67FD-C732-0E61A4931301}"/>
              </a:ext>
            </a:extLst>
          </p:cNvPr>
          <p:cNvSpPr>
            <a:spLocks noGrp="1"/>
          </p:cNvSpPr>
          <p:nvPr>
            <p:ph type="dt" sz="half" idx="10"/>
          </p:nvPr>
        </p:nvSpPr>
        <p:spPr/>
        <p:txBody>
          <a:bodyPr/>
          <a:lstStyle/>
          <a:p>
            <a:fld id="{7D3E611D-D84F-46E0-A63B-8BBA6D4CD5B2}" type="datetimeFigureOut">
              <a:rPr lang="en-AU" smtClean="0"/>
              <a:t>10/09/2026</a:t>
            </a:fld>
            <a:endParaRPr lang="en-AU"/>
          </a:p>
        </p:txBody>
      </p:sp>
      <p:sp>
        <p:nvSpPr>
          <p:cNvPr id="8" name="Footer Placeholder 7">
            <a:extLst>
              <a:ext uri="{FF2B5EF4-FFF2-40B4-BE49-F238E27FC236}">
                <a16:creationId xmlns:a16="http://schemas.microsoft.com/office/drawing/2014/main" id="{74C57C1F-0C9F-8694-A7AF-3A3DF3D6611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78EF414D-A05A-38BE-14E0-FBF5870D55AB}"/>
              </a:ext>
            </a:extLst>
          </p:cNvPr>
          <p:cNvSpPr>
            <a:spLocks noGrp="1"/>
          </p:cNvSpPr>
          <p:nvPr>
            <p:ph type="sldNum" sz="quarter" idx="12"/>
          </p:nvPr>
        </p:nvSpPr>
        <p:spPr/>
        <p:txBody>
          <a:bodyPr/>
          <a:lstStyle/>
          <a:p>
            <a:fld id="{61023645-1743-49C2-A37C-429AE678E7C5}" type="slidenum">
              <a:rPr lang="en-AU" smtClean="0"/>
              <a:t>‹#›</a:t>
            </a:fld>
            <a:endParaRPr lang="en-AU"/>
          </a:p>
        </p:txBody>
      </p:sp>
    </p:spTree>
    <p:extLst>
      <p:ext uri="{BB962C8B-B14F-4D97-AF65-F5344CB8AC3E}">
        <p14:creationId xmlns:p14="http://schemas.microsoft.com/office/powerpoint/2010/main" val="3523605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485DF-FE5B-924D-C051-98E22C7DFA11}"/>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517A7728-8140-5068-D08D-B9E54900FE3F}"/>
              </a:ext>
            </a:extLst>
          </p:cNvPr>
          <p:cNvSpPr>
            <a:spLocks noGrp="1"/>
          </p:cNvSpPr>
          <p:nvPr>
            <p:ph type="dt" sz="half" idx="10"/>
          </p:nvPr>
        </p:nvSpPr>
        <p:spPr/>
        <p:txBody>
          <a:bodyPr/>
          <a:lstStyle/>
          <a:p>
            <a:fld id="{7D3E611D-D84F-46E0-A63B-8BBA6D4CD5B2}" type="datetimeFigureOut">
              <a:rPr lang="en-AU" smtClean="0"/>
              <a:t>10/09/2026</a:t>
            </a:fld>
            <a:endParaRPr lang="en-AU"/>
          </a:p>
        </p:txBody>
      </p:sp>
      <p:sp>
        <p:nvSpPr>
          <p:cNvPr id="4" name="Footer Placeholder 3">
            <a:extLst>
              <a:ext uri="{FF2B5EF4-FFF2-40B4-BE49-F238E27FC236}">
                <a16:creationId xmlns:a16="http://schemas.microsoft.com/office/drawing/2014/main" id="{94A9C9E2-D358-F961-EA26-293BC33C6586}"/>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BCC6053B-A540-6862-D706-B4E35A20D9BC}"/>
              </a:ext>
            </a:extLst>
          </p:cNvPr>
          <p:cNvSpPr>
            <a:spLocks noGrp="1"/>
          </p:cNvSpPr>
          <p:nvPr>
            <p:ph type="sldNum" sz="quarter" idx="12"/>
          </p:nvPr>
        </p:nvSpPr>
        <p:spPr/>
        <p:txBody>
          <a:bodyPr/>
          <a:lstStyle/>
          <a:p>
            <a:fld id="{61023645-1743-49C2-A37C-429AE678E7C5}" type="slidenum">
              <a:rPr lang="en-AU" smtClean="0"/>
              <a:t>‹#›</a:t>
            </a:fld>
            <a:endParaRPr lang="en-AU"/>
          </a:p>
        </p:txBody>
      </p:sp>
    </p:spTree>
    <p:extLst>
      <p:ext uri="{BB962C8B-B14F-4D97-AF65-F5344CB8AC3E}">
        <p14:creationId xmlns:p14="http://schemas.microsoft.com/office/powerpoint/2010/main" val="813788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FF6450-34A9-FA4E-948A-068497A1DB24}"/>
              </a:ext>
            </a:extLst>
          </p:cNvPr>
          <p:cNvSpPr>
            <a:spLocks noGrp="1"/>
          </p:cNvSpPr>
          <p:nvPr>
            <p:ph type="dt" sz="half" idx="10"/>
          </p:nvPr>
        </p:nvSpPr>
        <p:spPr/>
        <p:txBody>
          <a:bodyPr/>
          <a:lstStyle/>
          <a:p>
            <a:fld id="{7D3E611D-D84F-46E0-A63B-8BBA6D4CD5B2}" type="datetimeFigureOut">
              <a:rPr lang="en-AU" smtClean="0"/>
              <a:t>10/09/2026</a:t>
            </a:fld>
            <a:endParaRPr lang="en-AU"/>
          </a:p>
        </p:txBody>
      </p:sp>
      <p:sp>
        <p:nvSpPr>
          <p:cNvPr id="3" name="Footer Placeholder 2">
            <a:extLst>
              <a:ext uri="{FF2B5EF4-FFF2-40B4-BE49-F238E27FC236}">
                <a16:creationId xmlns:a16="http://schemas.microsoft.com/office/drawing/2014/main" id="{0EA62302-199A-743B-55C3-D76A6DCDB2B9}"/>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88A37FE7-8B8D-B0C5-4117-CB7865E15BFA}"/>
              </a:ext>
            </a:extLst>
          </p:cNvPr>
          <p:cNvSpPr>
            <a:spLocks noGrp="1"/>
          </p:cNvSpPr>
          <p:nvPr>
            <p:ph type="sldNum" sz="quarter" idx="12"/>
          </p:nvPr>
        </p:nvSpPr>
        <p:spPr/>
        <p:txBody>
          <a:bodyPr/>
          <a:lstStyle/>
          <a:p>
            <a:fld id="{61023645-1743-49C2-A37C-429AE678E7C5}" type="slidenum">
              <a:rPr lang="en-AU" smtClean="0"/>
              <a:t>‹#›</a:t>
            </a:fld>
            <a:endParaRPr lang="en-AU"/>
          </a:p>
        </p:txBody>
      </p:sp>
    </p:spTree>
    <p:extLst>
      <p:ext uri="{BB962C8B-B14F-4D97-AF65-F5344CB8AC3E}">
        <p14:creationId xmlns:p14="http://schemas.microsoft.com/office/powerpoint/2010/main" val="1231086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95901-4715-69F4-AE2C-F993CDA30B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CD14747D-CCEB-9292-1597-8543B0CE09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4C2AC8C2-D921-99F2-6802-217BEFCDD3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1CCCD3-7D89-85B6-74FC-40A6E1548529}"/>
              </a:ext>
            </a:extLst>
          </p:cNvPr>
          <p:cNvSpPr>
            <a:spLocks noGrp="1"/>
          </p:cNvSpPr>
          <p:nvPr>
            <p:ph type="dt" sz="half" idx="10"/>
          </p:nvPr>
        </p:nvSpPr>
        <p:spPr/>
        <p:txBody>
          <a:bodyPr/>
          <a:lstStyle/>
          <a:p>
            <a:fld id="{7D3E611D-D84F-46E0-A63B-8BBA6D4CD5B2}" type="datetimeFigureOut">
              <a:rPr lang="en-AU" smtClean="0"/>
              <a:t>10/09/2026</a:t>
            </a:fld>
            <a:endParaRPr lang="en-AU"/>
          </a:p>
        </p:txBody>
      </p:sp>
      <p:sp>
        <p:nvSpPr>
          <p:cNvPr id="6" name="Footer Placeholder 5">
            <a:extLst>
              <a:ext uri="{FF2B5EF4-FFF2-40B4-BE49-F238E27FC236}">
                <a16:creationId xmlns:a16="http://schemas.microsoft.com/office/drawing/2014/main" id="{D4184A04-31D5-E28A-7D48-FCB2AE67B0D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1786D1E-4F25-B931-7859-A2ECA7ACBFE4}"/>
              </a:ext>
            </a:extLst>
          </p:cNvPr>
          <p:cNvSpPr>
            <a:spLocks noGrp="1"/>
          </p:cNvSpPr>
          <p:nvPr>
            <p:ph type="sldNum" sz="quarter" idx="12"/>
          </p:nvPr>
        </p:nvSpPr>
        <p:spPr/>
        <p:txBody>
          <a:bodyPr/>
          <a:lstStyle/>
          <a:p>
            <a:fld id="{61023645-1743-49C2-A37C-429AE678E7C5}" type="slidenum">
              <a:rPr lang="en-AU" smtClean="0"/>
              <a:t>‹#›</a:t>
            </a:fld>
            <a:endParaRPr lang="en-AU"/>
          </a:p>
        </p:txBody>
      </p:sp>
    </p:spTree>
    <p:extLst>
      <p:ext uri="{BB962C8B-B14F-4D97-AF65-F5344CB8AC3E}">
        <p14:creationId xmlns:p14="http://schemas.microsoft.com/office/powerpoint/2010/main" val="3512025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7652C-0340-E10B-EA37-CD9817A028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1039119B-AEF9-8E53-E96F-ED33F789E3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A595AA67-CFBF-6A67-DCD6-EC92C8B049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E296C1-0605-8A02-0EDE-3A5B76B3CA8F}"/>
              </a:ext>
            </a:extLst>
          </p:cNvPr>
          <p:cNvSpPr>
            <a:spLocks noGrp="1"/>
          </p:cNvSpPr>
          <p:nvPr>
            <p:ph type="dt" sz="half" idx="10"/>
          </p:nvPr>
        </p:nvSpPr>
        <p:spPr/>
        <p:txBody>
          <a:bodyPr/>
          <a:lstStyle/>
          <a:p>
            <a:fld id="{7D3E611D-D84F-46E0-A63B-8BBA6D4CD5B2}" type="datetimeFigureOut">
              <a:rPr lang="en-AU" smtClean="0"/>
              <a:t>10/09/2026</a:t>
            </a:fld>
            <a:endParaRPr lang="en-AU"/>
          </a:p>
        </p:txBody>
      </p:sp>
      <p:sp>
        <p:nvSpPr>
          <p:cNvPr id="6" name="Footer Placeholder 5">
            <a:extLst>
              <a:ext uri="{FF2B5EF4-FFF2-40B4-BE49-F238E27FC236}">
                <a16:creationId xmlns:a16="http://schemas.microsoft.com/office/drawing/2014/main" id="{2CA9F7D2-CB7E-D019-753E-3A7992E9B86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BD7F803-F7C1-2B6D-B8A2-445FD9DD2E25}"/>
              </a:ext>
            </a:extLst>
          </p:cNvPr>
          <p:cNvSpPr>
            <a:spLocks noGrp="1"/>
          </p:cNvSpPr>
          <p:nvPr>
            <p:ph type="sldNum" sz="quarter" idx="12"/>
          </p:nvPr>
        </p:nvSpPr>
        <p:spPr/>
        <p:txBody>
          <a:bodyPr/>
          <a:lstStyle/>
          <a:p>
            <a:fld id="{61023645-1743-49C2-A37C-429AE678E7C5}" type="slidenum">
              <a:rPr lang="en-AU" smtClean="0"/>
              <a:t>‹#›</a:t>
            </a:fld>
            <a:endParaRPr lang="en-AU"/>
          </a:p>
        </p:txBody>
      </p:sp>
    </p:spTree>
    <p:extLst>
      <p:ext uri="{BB962C8B-B14F-4D97-AF65-F5344CB8AC3E}">
        <p14:creationId xmlns:p14="http://schemas.microsoft.com/office/powerpoint/2010/main" val="2780604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F3253-B3E5-532D-8F95-E99DC9B43A6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BAB65DE-4CDC-5221-D3E3-B30A03C922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C69C36F-D522-5662-0987-27A3B9572254}"/>
              </a:ext>
            </a:extLst>
          </p:cNvPr>
          <p:cNvSpPr>
            <a:spLocks noGrp="1"/>
          </p:cNvSpPr>
          <p:nvPr>
            <p:ph type="dt" sz="half" idx="10"/>
          </p:nvPr>
        </p:nvSpPr>
        <p:spPr/>
        <p:txBody>
          <a:bodyPr/>
          <a:lstStyle/>
          <a:p>
            <a:fld id="{7D3E611D-D84F-46E0-A63B-8BBA6D4CD5B2}" type="datetimeFigureOut">
              <a:rPr lang="en-AU" smtClean="0"/>
              <a:t>10/09/2026</a:t>
            </a:fld>
            <a:endParaRPr lang="en-AU"/>
          </a:p>
        </p:txBody>
      </p:sp>
      <p:sp>
        <p:nvSpPr>
          <p:cNvPr id="5" name="Footer Placeholder 4">
            <a:extLst>
              <a:ext uri="{FF2B5EF4-FFF2-40B4-BE49-F238E27FC236}">
                <a16:creationId xmlns:a16="http://schemas.microsoft.com/office/drawing/2014/main" id="{C8B30E5C-06DB-A86C-9931-71A9D46755F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D070A60-6630-AFFD-401C-9D0EA1EF438A}"/>
              </a:ext>
            </a:extLst>
          </p:cNvPr>
          <p:cNvSpPr>
            <a:spLocks noGrp="1"/>
          </p:cNvSpPr>
          <p:nvPr>
            <p:ph type="sldNum" sz="quarter" idx="12"/>
          </p:nvPr>
        </p:nvSpPr>
        <p:spPr/>
        <p:txBody>
          <a:bodyPr/>
          <a:lstStyle/>
          <a:p>
            <a:fld id="{61023645-1743-49C2-A37C-429AE678E7C5}" type="slidenum">
              <a:rPr lang="en-AU" smtClean="0"/>
              <a:t>‹#›</a:t>
            </a:fld>
            <a:endParaRPr lang="en-AU"/>
          </a:p>
        </p:txBody>
      </p:sp>
    </p:spTree>
    <p:extLst>
      <p:ext uri="{BB962C8B-B14F-4D97-AF65-F5344CB8AC3E}">
        <p14:creationId xmlns:p14="http://schemas.microsoft.com/office/powerpoint/2010/main" val="3124680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0B009B-D359-8754-D5E2-BDF1CCE5D40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9B0936C2-BFEC-8A98-B1C0-0075974090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A108B8C-750B-56E7-5154-6D3CCBD0B767}"/>
              </a:ext>
            </a:extLst>
          </p:cNvPr>
          <p:cNvSpPr>
            <a:spLocks noGrp="1"/>
          </p:cNvSpPr>
          <p:nvPr>
            <p:ph type="dt" sz="half" idx="10"/>
          </p:nvPr>
        </p:nvSpPr>
        <p:spPr/>
        <p:txBody>
          <a:bodyPr/>
          <a:lstStyle/>
          <a:p>
            <a:fld id="{7D3E611D-D84F-46E0-A63B-8BBA6D4CD5B2}" type="datetimeFigureOut">
              <a:rPr lang="en-AU" smtClean="0"/>
              <a:t>10/09/2026</a:t>
            </a:fld>
            <a:endParaRPr lang="en-AU"/>
          </a:p>
        </p:txBody>
      </p:sp>
      <p:sp>
        <p:nvSpPr>
          <p:cNvPr id="5" name="Footer Placeholder 4">
            <a:extLst>
              <a:ext uri="{FF2B5EF4-FFF2-40B4-BE49-F238E27FC236}">
                <a16:creationId xmlns:a16="http://schemas.microsoft.com/office/drawing/2014/main" id="{10895333-D6E1-EC67-ACA7-AC191722678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598F7E2-986F-655F-ECD1-537BE1FE2B36}"/>
              </a:ext>
            </a:extLst>
          </p:cNvPr>
          <p:cNvSpPr>
            <a:spLocks noGrp="1"/>
          </p:cNvSpPr>
          <p:nvPr>
            <p:ph type="sldNum" sz="quarter" idx="12"/>
          </p:nvPr>
        </p:nvSpPr>
        <p:spPr/>
        <p:txBody>
          <a:bodyPr/>
          <a:lstStyle/>
          <a:p>
            <a:fld id="{61023645-1743-49C2-A37C-429AE678E7C5}" type="slidenum">
              <a:rPr lang="en-AU" smtClean="0"/>
              <a:t>‹#›</a:t>
            </a:fld>
            <a:endParaRPr lang="en-AU"/>
          </a:p>
        </p:txBody>
      </p:sp>
    </p:spTree>
    <p:extLst>
      <p:ext uri="{BB962C8B-B14F-4D97-AF65-F5344CB8AC3E}">
        <p14:creationId xmlns:p14="http://schemas.microsoft.com/office/powerpoint/2010/main" val="32414154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60D381-1939-218F-CCED-B78F68F9D6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F938AE4-8A71-0F33-31D7-387B000833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516A73E-E9DB-1EBE-C180-C86625CB85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3E611D-D84F-46E0-A63B-8BBA6D4CD5B2}" type="datetimeFigureOut">
              <a:rPr lang="en-AU" smtClean="0"/>
              <a:t>10/09/2026</a:t>
            </a:fld>
            <a:endParaRPr lang="en-AU"/>
          </a:p>
        </p:txBody>
      </p:sp>
      <p:sp>
        <p:nvSpPr>
          <p:cNvPr id="5" name="Footer Placeholder 4">
            <a:extLst>
              <a:ext uri="{FF2B5EF4-FFF2-40B4-BE49-F238E27FC236}">
                <a16:creationId xmlns:a16="http://schemas.microsoft.com/office/drawing/2014/main" id="{647BA3CC-738D-3713-130C-6CC7FC4741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84A3056A-415A-798E-93D7-FD5D35E5D7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023645-1743-49C2-A37C-429AE678E7C5}" type="slidenum">
              <a:rPr lang="en-AU" smtClean="0"/>
              <a:t>‹#›</a:t>
            </a:fld>
            <a:endParaRPr lang="en-AU"/>
          </a:p>
        </p:txBody>
      </p:sp>
    </p:spTree>
    <p:extLst>
      <p:ext uri="{BB962C8B-B14F-4D97-AF65-F5344CB8AC3E}">
        <p14:creationId xmlns:p14="http://schemas.microsoft.com/office/powerpoint/2010/main" val="30413250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1B90A1A-9167-11C4-4B86-6475EAA4138A}"/>
              </a:ext>
            </a:extLst>
          </p:cNvPr>
          <p:cNvSpPr/>
          <p:nvPr/>
        </p:nvSpPr>
        <p:spPr>
          <a:xfrm>
            <a:off x="9762965" y="2192823"/>
            <a:ext cx="2355192" cy="2581246"/>
          </a:xfrm>
          <a:prstGeom prst="rect">
            <a:avLst/>
          </a:prstGeom>
          <a:solidFill>
            <a:srgbClr val="F3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AU"/>
          </a:p>
        </p:txBody>
      </p:sp>
      <p:sp>
        <p:nvSpPr>
          <p:cNvPr id="6" name="TextBox 24">
            <a:extLst>
              <a:ext uri="{FF2B5EF4-FFF2-40B4-BE49-F238E27FC236}">
                <a16:creationId xmlns:a16="http://schemas.microsoft.com/office/drawing/2014/main" id="{560A7DCA-517B-80A3-2C95-E11B09221C8F}"/>
              </a:ext>
            </a:extLst>
          </p:cNvPr>
          <p:cNvSpPr txBox="1"/>
          <p:nvPr/>
        </p:nvSpPr>
        <p:spPr>
          <a:xfrm>
            <a:off x="10086645" y="2296430"/>
            <a:ext cx="1993261"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050" b="1">
                <a:solidFill>
                  <a:srgbClr val="073B66"/>
                </a:solidFill>
              </a:rPr>
              <a:t>Partner Exchange</a:t>
            </a:r>
          </a:p>
        </p:txBody>
      </p:sp>
      <p:sp>
        <p:nvSpPr>
          <p:cNvPr id="7" name="Rectangle 6">
            <a:extLst>
              <a:ext uri="{FF2B5EF4-FFF2-40B4-BE49-F238E27FC236}">
                <a16:creationId xmlns:a16="http://schemas.microsoft.com/office/drawing/2014/main" id="{59FCB32E-0756-9B6C-6BE0-83B51D679A48}"/>
              </a:ext>
            </a:extLst>
          </p:cNvPr>
          <p:cNvSpPr/>
          <p:nvPr/>
        </p:nvSpPr>
        <p:spPr>
          <a:xfrm>
            <a:off x="73842" y="2192823"/>
            <a:ext cx="2355192" cy="2581246"/>
          </a:xfrm>
          <a:prstGeom prst="rect">
            <a:avLst/>
          </a:prstGeom>
          <a:solidFill>
            <a:srgbClr val="F3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AU"/>
          </a:p>
        </p:txBody>
      </p:sp>
      <p:sp>
        <p:nvSpPr>
          <p:cNvPr id="8" name="TextBox 32">
            <a:extLst>
              <a:ext uri="{FF2B5EF4-FFF2-40B4-BE49-F238E27FC236}">
                <a16:creationId xmlns:a16="http://schemas.microsoft.com/office/drawing/2014/main" id="{251EA432-80BC-2FEE-6FF8-03CE8871E3F4}"/>
              </a:ext>
            </a:extLst>
          </p:cNvPr>
          <p:cNvSpPr txBox="1"/>
          <p:nvPr/>
        </p:nvSpPr>
        <p:spPr>
          <a:xfrm>
            <a:off x="443970" y="2296430"/>
            <a:ext cx="1946814"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050" b="1">
                <a:solidFill>
                  <a:srgbClr val="073B66"/>
                </a:solidFill>
              </a:rPr>
              <a:t>Offence Management</a:t>
            </a:r>
          </a:p>
        </p:txBody>
      </p:sp>
      <p:sp>
        <p:nvSpPr>
          <p:cNvPr id="9" name="Rectangle 8">
            <a:extLst>
              <a:ext uri="{FF2B5EF4-FFF2-40B4-BE49-F238E27FC236}">
                <a16:creationId xmlns:a16="http://schemas.microsoft.com/office/drawing/2014/main" id="{9BBB89B6-78FE-751B-2A58-ABE732E260B6}"/>
              </a:ext>
            </a:extLst>
          </p:cNvPr>
          <p:cNvSpPr/>
          <p:nvPr/>
        </p:nvSpPr>
        <p:spPr>
          <a:xfrm>
            <a:off x="2496123" y="2192823"/>
            <a:ext cx="2355192" cy="2581246"/>
          </a:xfrm>
          <a:prstGeom prst="rect">
            <a:avLst/>
          </a:prstGeom>
          <a:solidFill>
            <a:srgbClr val="F3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AU"/>
          </a:p>
        </p:txBody>
      </p:sp>
      <p:sp>
        <p:nvSpPr>
          <p:cNvPr id="10" name="TextBox 37">
            <a:extLst>
              <a:ext uri="{FF2B5EF4-FFF2-40B4-BE49-F238E27FC236}">
                <a16:creationId xmlns:a16="http://schemas.microsoft.com/office/drawing/2014/main" id="{F038C394-E53E-8E5C-C32E-25AEBFCCEBFE}"/>
              </a:ext>
            </a:extLst>
          </p:cNvPr>
          <p:cNvSpPr txBox="1"/>
          <p:nvPr/>
        </p:nvSpPr>
        <p:spPr>
          <a:xfrm>
            <a:off x="2822245" y="2296430"/>
            <a:ext cx="1990819" cy="25391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050" b="1">
                <a:solidFill>
                  <a:srgbClr val="073B66"/>
                </a:solidFill>
              </a:rPr>
              <a:t>Registration and Vehicles</a:t>
            </a:r>
          </a:p>
        </p:txBody>
      </p:sp>
      <p:sp>
        <p:nvSpPr>
          <p:cNvPr id="11" name="Rectangle 10">
            <a:extLst>
              <a:ext uri="{FF2B5EF4-FFF2-40B4-BE49-F238E27FC236}">
                <a16:creationId xmlns:a16="http://schemas.microsoft.com/office/drawing/2014/main" id="{AABF58FC-1D42-5B41-B58B-5F5C91FB3BD9}"/>
              </a:ext>
            </a:extLst>
          </p:cNvPr>
          <p:cNvSpPr/>
          <p:nvPr/>
        </p:nvSpPr>
        <p:spPr>
          <a:xfrm>
            <a:off x="4918404" y="2192823"/>
            <a:ext cx="2355192" cy="2581246"/>
          </a:xfrm>
          <a:prstGeom prst="rect">
            <a:avLst/>
          </a:prstGeom>
          <a:solidFill>
            <a:srgbClr val="F3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AU"/>
          </a:p>
        </p:txBody>
      </p:sp>
      <p:sp>
        <p:nvSpPr>
          <p:cNvPr id="12" name="TextBox 42">
            <a:extLst>
              <a:ext uri="{FF2B5EF4-FFF2-40B4-BE49-F238E27FC236}">
                <a16:creationId xmlns:a16="http://schemas.microsoft.com/office/drawing/2014/main" id="{5C44A059-CB08-4083-D985-2B883BDB39F2}"/>
              </a:ext>
            </a:extLst>
          </p:cNvPr>
          <p:cNvSpPr txBox="1"/>
          <p:nvPr/>
        </p:nvSpPr>
        <p:spPr>
          <a:xfrm>
            <a:off x="5243712" y="2296430"/>
            <a:ext cx="1991633"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050" b="1">
                <a:solidFill>
                  <a:srgbClr val="073B66"/>
                </a:solidFill>
              </a:rPr>
              <a:t>Payment Modernisation</a:t>
            </a:r>
          </a:p>
        </p:txBody>
      </p:sp>
      <p:sp>
        <p:nvSpPr>
          <p:cNvPr id="13" name="Rectangle 12">
            <a:extLst>
              <a:ext uri="{FF2B5EF4-FFF2-40B4-BE49-F238E27FC236}">
                <a16:creationId xmlns:a16="http://schemas.microsoft.com/office/drawing/2014/main" id="{74E84784-08D5-27F8-B291-BF810739B663}"/>
              </a:ext>
            </a:extLst>
          </p:cNvPr>
          <p:cNvSpPr/>
          <p:nvPr/>
        </p:nvSpPr>
        <p:spPr>
          <a:xfrm>
            <a:off x="7340685" y="2192823"/>
            <a:ext cx="2355192" cy="2581246"/>
          </a:xfrm>
          <a:prstGeom prst="rect">
            <a:avLst/>
          </a:prstGeom>
          <a:solidFill>
            <a:srgbClr val="F3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AU"/>
          </a:p>
        </p:txBody>
      </p:sp>
      <p:sp>
        <p:nvSpPr>
          <p:cNvPr id="14" name="TextBox 47">
            <a:extLst>
              <a:ext uri="{FF2B5EF4-FFF2-40B4-BE49-F238E27FC236}">
                <a16:creationId xmlns:a16="http://schemas.microsoft.com/office/drawing/2014/main" id="{91EC4D52-479C-E7EF-5ECF-38D58BF3CE4F}"/>
              </a:ext>
            </a:extLst>
          </p:cNvPr>
          <p:cNvSpPr txBox="1"/>
          <p:nvPr/>
        </p:nvSpPr>
        <p:spPr>
          <a:xfrm>
            <a:off x="7686345" y="2296430"/>
            <a:ext cx="1971281"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050" b="1">
                <a:solidFill>
                  <a:srgbClr val="073B66"/>
                </a:solidFill>
              </a:rPr>
              <a:t>Transport Services for Business Customers</a:t>
            </a:r>
          </a:p>
        </p:txBody>
      </p:sp>
      <p:pic>
        <p:nvPicPr>
          <p:cNvPr id="15" name="Graphic 80" descr="Badge 4 with solid fill">
            <a:extLst>
              <a:ext uri="{FF2B5EF4-FFF2-40B4-BE49-F238E27FC236}">
                <a16:creationId xmlns:a16="http://schemas.microsoft.com/office/drawing/2014/main" id="{D44C781F-1F9F-96A2-44C1-B3169C4015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83078" y="2253870"/>
            <a:ext cx="339036" cy="339036"/>
          </a:xfrm>
          <a:prstGeom prst="rect">
            <a:avLst/>
          </a:prstGeom>
        </p:spPr>
      </p:pic>
      <p:pic>
        <p:nvPicPr>
          <p:cNvPr id="16" name="Graphic 82" descr="Badge with solid fill">
            <a:extLst>
              <a:ext uri="{FF2B5EF4-FFF2-40B4-BE49-F238E27FC236}">
                <a16:creationId xmlns:a16="http://schemas.microsoft.com/office/drawing/2014/main" id="{803635FB-3D05-1643-7964-E7B4314695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38516" y="2265411"/>
            <a:ext cx="339036" cy="339036"/>
          </a:xfrm>
          <a:prstGeom prst="rect">
            <a:avLst/>
          </a:prstGeom>
        </p:spPr>
      </p:pic>
      <p:pic>
        <p:nvPicPr>
          <p:cNvPr id="17" name="Graphic 84" descr="Badge 3 with solid fill">
            <a:extLst>
              <a:ext uri="{FF2B5EF4-FFF2-40B4-BE49-F238E27FC236}">
                <a16:creationId xmlns:a16="http://schemas.microsoft.com/office/drawing/2014/main" id="{20CDC525-39B7-724A-9F9A-F2A3BCBD6F4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52475" y="2253870"/>
            <a:ext cx="339036" cy="339036"/>
          </a:xfrm>
          <a:prstGeom prst="rect">
            <a:avLst/>
          </a:prstGeom>
        </p:spPr>
      </p:pic>
      <p:pic>
        <p:nvPicPr>
          <p:cNvPr id="18" name="Graphic 90" descr="Badge 5 with solid fill">
            <a:extLst>
              <a:ext uri="{FF2B5EF4-FFF2-40B4-BE49-F238E27FC236}">
                <a16:creationId xmlns:a16="http://schemas.microsoft.com/office/drawing/2014/main" id="{42ADD938-0EFB-4DA3-4982-B19F7C6144E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97037" y="2265411"/>
            <a:ext cx="339036" cy="339036"/>
          </a:xfrm>
          <a:prstGeom prst="rect">
            <a:avLst/>
          </a:prstGeom>
        </p:spPr>
      </p:pic>
      <p:pic>
        <p:nvPicPr>
          <p:cNvPr id="19" name="Graphic 92" descr="Badge 1 with solid fill">
            <a:extLst>
              <a:ext uri="{FF2B5EF4-FFF2-40B4-BE49-F238E27FC236}">
                <a16:creationId xmlns:a16="http://schemas.microsoft.com/office/drawing/2014/main" id="{11EA8C1C-A95A-20B9-0848-3B7B6649047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43184" y="2253870"/>
            <a:ext cx="338400" cy="338400"/>
          </a:xfrm>
          <a:prstGeom prst="rect">
            <a:avLst/>
          </a:prstGeom>
        </p:spPr>
      </p:pic>
      <p:sp>
        <p:nvSpPr>
          <p:cNvPr id="20" name="Rounded Rectangle 38">
            <a:extLst>
              <a:ext uri="{FF2B5EF4-FFF2-40B4-BE49-F238E27FC236}">
                <a16:creationId xmlns:a16="http://schemas.microsoft.com/office/drawing/2014/main" id="{42780162-FE61-9494-ACCF-415F039A1698}"/>
              </a:ext>
            </a:extLst>
          </p:cNvPr>
          <p:cNvSpPr/>
          <p:nvPr/>
        </p:nvSpPr>
        <p:spPr>
          <a:xfrm>
            <a:off x="156997" y="3167867"/>
            <a:ext cx="1753810" cy="246518"/>
          </a:xfrm>
          <a:prstGeom prst="roundRect">
            <a:avLst/>
          </a:prstGeom>
          <a:solidFill>
            <a:srgbClr val="7FE7C4"/>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710" b="0" i="0" u="none" strike="noStrike" kern="1200" cap="none" spc="0" normalizeH="0" baseline="0" noProof="0">
                <a:ln>
                  <a:noFill/>
                </a:ln>
                <a:solidFill>
                  <a:schemeClr val="tx2"/>
                </a:solidFill>
                <a:effectLst/>
                <a:uLnTx/>
                <a:uFillTx/>
                <a:latin typeface="Arial"/>
                <a:ea typeface="+mn-ea"/>
                <a:cs typeface="+mn-cs"/>
              </a:rPr>
              <a:t>FMP Discovery</a:t>
            </a:r>
          </a:p>
        </p:txBody>
      </p:sp>
      <p:sp>
        <p:nvSpPr>
          <p:cNvPr id="21" name="Rounded Rectangle 38">
            <a:extLst>
              <a:ext uri="{FF2B5EF4-FFF2-40B4-BE49-F238E27FC236}">
                <a16:creationId xmlns:a16="http://schemas.microsoft.com/office/drawing/2014/main" id="{53C50E54-1422-3090-F73A-E84889959938}"/>
              </a:ext>
            </a:extLst>
          </p:cNvPr>
          <p:cNvSpPr/>
          <p:nvPr/>
        </p:nvSpPr>
        <p:spPr>
          <a:xfrm>
            <a:off x="156997" y="2739288"/>
            <a:ext cx="1753812" cy="348068"/>
          </a:xfrm>
          <a:prstGeom prst="roundRect">
            <a:avLst/>
          </a:prstGeom>
          <a:solidFill>
            <a:srgbClr val="7FE7C4"/>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710">
                <a:solidFill>
                  <a:schemeClr val="tx1"/>
                </a:solidFill>
                <a:latin typeface="Arial"/>
              </a:rPr>
              <a:t>Off </a:t>
            </a:r>
            <a:r>
              <a:rPr lang="en-AU" sz="710" err="1">
                <a:solidFill>
                  <a:schemeClr val="tx1"/>
                </a:solidFill>
                <a:latin typeface="Arial"/>
              </a:rPr>
              <a:t>Mgmt</a:t>
            </a:r>
            <a:r>
              <a:rPr lang="en-AU" sz="710">
                <a:solidFill>
                  <a:schemeClr val="tx1"/>
                </a:solidFill>
                <a:latin typeface="Arial"/>
              </a:rPr>
              <a:t> Data Governance, model </a:t>
            </a:r>
          </a:p>
          <a:p>
            <a:pPr marL="0" marR="0" lvl="0" indent="0" algn="ctr" defTabSz="914400" rtl="0" eaLnBrk="1" fontAlgn="auto" latinLnBrk="0" hangingPunct="1">
              <a:lnSpc>
                <a:spcPct val="100000"/>
              </a:lnSpc>
              <a:spcBef>
                <a:spcPts val="0"/>
              </a:spcBef>
              <a:spcAft>
                <a:spcPts val="0"/>
              </a:spcAft>
              <a:buClrTx/>
              <a:buSzTx/>
              <a:buFontTx/>
              <a:buNone/>
              <a:tabLst/>
              <a:defRPr/>
            </a:pPr>
            <a:r>
              <a:rPr lang="en-AU" sz="710">
                <a:solidFill>
                  <a:schemeClr val="tx1"/>
                </a:solidFill>
                <a:latin typeface="Arial"/>
              </a:rPr>
              <a:t>and Ownership</a:t>
            </a:r>
            <a:endParaRPr kumimoji="0" lang="en-AU" sz="710" b="0" i="0" u="none" strike="noStrike" kern="1200" cap="none" spc="0" normalizeH="0" baseline="0" noProof="0">
              <a:ln>
                <a:noFill/>
              </a:ln>
              <a:solidFill>
                <a:schemeClr val="tx1"/>
              </a:solidFill>
              <a:effectLst/>
              <a:uLnTx/>
              <a:uFillTx/>
              <a:latin typeface="Arial"/>
              <a:ea typeface="+mn-ea"/>
              <a:cs typeface="+mn-cs"/>
            </a:endParaRPr>
          </a:p>
        </p:txBody>
      </p:sp>
      <p:sp>
        <p:nvSpPr>
          <p:cNvPr id="22" name="Rounded Rectangle 38">
            <a:extLst>
              <a:ext uri="{FF2B5EF4-FFF2-40B4-BE49-F238E27FC236}">
                <a16:creationId xmlns:a16="http://schemas.microsoft.com/office/drawing/2014/main" id="{B53D44F2-FA3F-3E9F-A2E6-3AB15F5A2465}"/>
              </a:ext>
            </a:extLst>
          </p:cNvPr>
          <p:cNvSpPr/>
          <p:nvPr/>
        </p:nvSpPr>
        <p:spPr>
          <a:xfrm>
            <a:off x="156996" y="3494895"/>
            <a:ext cx="1753811" cy="246518"/>
          </a:xfrm>
          <a:prstGeom prst="roundRect">
            <a:avLst/>
          </a:prstGeom>
          <a:solidFill>
            <a:srgbClr val="7FE7C4"/>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710">
                <a:solidFill>
                  <a:schemeClr val="tx2"/>
                </a:solidFill>
                <a:latin typeface="Arial"/>
              </a:rPr>
              <a:t>IAP IIPS</a:t>
            </a:r>
            <a:endParaRPr kumimoji="0" lang="en-AU" sz="710" b="0" i="0" u="none" strike="noStrike" kern="1200" cap="none" spc="0" normalizeH="0" baseline="0" noProof="0">
              <a:ln>
                <a:noFill/>
              </a:ln>
              <a:solidFill>
                <a:schemeClr val="tx2"/>
              </a:solidFill>
              <a:effectLst/>
              <a:uLnTx/>
              <a:uFillTx/>
              <a:latin typeface="Arial"/>
              <a:ea typeface="+mn-ea"/>
              <a:cs typeface="+mn-cs"/>
            </a:endParaRPr>
          </a:p>
        </p:txBody>
      </p:sp>
      <p:sp>
        <p:nvSpPr>
          <p:cNvPr id="23" name="Rounded Rectangle 38">
            <a:extLst>
              <a:ext uri="{FF2B5EF4-FFF2-40B4-BE49-F238E27FC236}">
                <a16:creationId xmlns:a16="http://schemas.microsoft.com/office/drawing/2014/main" id="{DC37DE12-3F6A-FF8D-A1FC-E3EC1181386D}"/>
              </a:ext>
            </a:extLst>
          </p:cNvPr>
          <p:cNvSpPr/>
          <p:nvPr/>
        </p:nvSpPr>
        <p:spPr>
          <a:xfrm>
            <a:off x="2565464" y="3494895"/>
            <a:ext cx="1582532" cy="246518"/>
          </a:xfrm>
          <a:prstGeom prst="roundRect">
            <a:avLst/>
          </a:prstGeom>
          <a:solidFill>
            <a:srgbClr val="7FE7C4"/>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710" b="0" i="0" u="none" strike="noStrike" kern="1200" cap="none" spc="0" normalizeH="0" baseline="0" noProof="0">
                <a:ln>
                  <a:noFill/>
                </a:ln>
                <a:solidFill>
                  <a:schemeClr val="tx2"/>
                </a:solidFill>
                <a:effectLst/>
                <a:uLnTx/>
                <a:uFillTx/>
                <a:latin typeface="Arial"/>
                <a:ea typeface="+mn-ea"/>
                <a:cs typeface="+mn-cs"/>
              </a:rPr>
              <a:t>Vehicle Register</a:t>
            </a:r>
          </a:p>
        </p:txBody>
      </p:sp>
      <p:sp>
        <p:nvSpPr>
          <p:cNvPr id="24" name="Rounded Rectangle 38">
            <a:extLst>
              <a:ext uri="{FF2B5EF4-FFF2-40B4-BE49-F238E27FC236}">
                <a16:creationId xmlns:a16="http://schemas.microsoft.com/office/drawing/2014/main" id="{CECD4C3C-3AD4-9CF9-6FA7-D04FC76F7C4E}"/>
              </a:ext>
            </a:extLst>
          </p:cNvPr>
          <p:cNvSpPr/>
          <p:nvPr/>
        </p:nvSpPr>
        <p:spPr>
          <a:xfrm>
            <a:off x="5036407" y="3036042"/>
            <a:ext cx="1582532" cy="246518"/>
          </a:xfrm>
          <a:prstGeom prst="roundRect">
            <a:avLst/>
          </a:prstGeom>
          <a:solidFill>
            <a:srgbClr val="7FE7C4"/>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710">
                <a:solidFill>
                  <a:schemeClr val="tx2"/>
                </a:solidFill>
                <a:latin typeface="Arial"/>
              </a:rPr>
              <a:t>Customer Refunds</a:t>
            </a:r>
            <a:endParaRPr kumimoji="0" lang="en-AU" sz="710" b="0" i="0" u="none" strike="noStrike" kern="1200" cap="none" spc="0" normalizeH="0" baseline="0" noProof="0">
              <a:ln>
                <a:noFill/>
              </a:ln>
              <a:solidFill>
                <a:schemeClr val="tx2"/>
              </a:solidFill>
              <a:effectLst/>
              <a:uLnTx/>
              <a:uFillTx/>
              <a:latin typeface="Arial"/>
              <a:ea typeface="+mn-ea"/>
              <a:cs typeface="+mn-cs"/>
            </a:endParaRPr>
          </a:p>
        </p:txBody>
      </p:sp>
      <p:sp>
        <p:nvSpPr>
          <p:cNvPr id="25" name="Rounded Rectangle 38">
            <a:extLst>
              <a:ext uri="{FF2B5EF4-FFF2-40B4-BE49-F238E27FC236}">
                <a16:creationId xmlns:a16="http://schemas.microsoft.com/office/drawing/2014/main" id="{DBBBF0A7-CCC5-946B-7D39-4BFE52019632}"/>
              </a:ext>
            </a:extLst>
          </p:cNvPr>
          <p:cNvSpPr/>
          <p:nvPr/>
        </p:nvSpPr>
        <p:spPr>
          <a:xfrm>
            <a:off x="5036407" y="3318979"/>
            <a:ext cx="1582532" cy="246518"/>
          </a:xfrm>
          <a:prstGeom prst="roundRect">
            <a:avLst/>
          </a:prstGeom>
          <a:solidFill>
            <a:srgbClr val="7FE7C4"/>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710">
                <a:solidFill>
                  <a:schemeClr val="tx2"/>
                </a:solidFill>
                <a:latin typeface="Arial"/>
              </a:rPr>
              <a:t>New ways to pay</a:t>
            </a:r>
            <a:endParaRPr kumimoji="0" lang="en-AU" sz="710" b="0" i="0" u="none" strike="noStrike" kern="1200" cap="none" spc="0" normalizeH="0" baseline="0" noProof="0">
              <a:ln>
                <a:noFill/>
              </a:ln>
              <a:solidFill>
                <a:schemeClr val="tx2"/>
              </a:solidFill>
              <a:effectLst/>
              <a:uLnTx/>
              <a:uFillTx/>
              <a:latin typeface="Arial"/>
              <a:ea typeface="+mn-ea"/>
              <a:cs typeface="+mn-cs"/>
            </a:endParaRPr>
          </a:p>
        </p:txBody>
      </p:sp>
      <p:sp>
        <p:nvSpPr>
          <p:cNvPr id="26" name="Rounded Rectangle 38">
            <a:extLst>
              <a:ext uri="{FF2B5EF4-FFF2-40B4-BE49-F238E27FC236}">
                <a16:creationId xmlns:a16="http://schemas.microsoft.com/office/drawing/2014/main" id="{38917A4C-0C5F-00C3-160B-AEC51F917D56}"/>
              </a:ext>
            </a:extLst>
          </p:cNvPr>
          <p:cNvSpPr/>
          <p:nvPr/>
        </p:nvSpPr>
        <p:spPr>
          <a:xfrm>
            <a:off x="7425655" y="3813505"/>
            <a:ext cx="1582532" cy="246518"/>
          </a:xfrm>
          <a:prstGeom prst="roundRect">
            <a:avLst/>
          </a:prstGeom>
          <a:solidFill>
            <a:srgbClr val="7FE7C4"/>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710">
                <a:solidFill>
                  <a:schemeClr val="tx2"/>
                </a:solidFill>
                <a:latin typeface="Arial"/>
              </a:rPr>
              <a:t>Rego related e-notifications</a:t>
            </a:r>
            <a:endParaRPr kumimoji="0" lang="en-AU" sz="710" b="0" i="0" u="none" strike="noStrike" kern="1200" cap="none" spc="0" normalizeH="0" baseline="0" noProof="0">
              <a:ln>
                <a:noFill/>
              </a:ln>
              <a:solidFill>
                <a:schemeClr val="tx2"/>
              </a:solidFill>
              <a:effectLst/>
              <a:uLnTx/>
              <a:uFillTx/>
              <a:latin typeface="Arial"/>
              <a:ea typeface="+mn-ea"/>
              <a:cs typeface="+mn-cs"/>
            </a:endParaRPr>
          </a:p>
        </p:txBody>
      </p:sp>
      <p:sp>
        <p:nvSpPr>
          <p:cNvPr id="27" name="Rounded Rectangle 38">
            <a:extLst>
              <a:ext uri="{FF2B5EF4-FFF2-40B4-BE49-F238E27FC236}">
                <a16:creationId xmlns:a16="http://schemas.microsoft.com/office/drawing/2014/main" id="{64867737-75B7-278C-18C7-E0BD0E2E2873}"/>
              </a:ext>
            </a:extLst>
          </p:cNvPr>
          <p:cNvSpPr/>
          <p:nvPr/>
        </p:nvSpPr>
        <p:spPr>
          <a:xfrm>
            <a:off x="7425655" y="4132115"/>
            <a:ext cx="1582532" cy="246518"/>
          </a:xfrm>
          <a:prstGeom prst="roundRect">
            <a:avLst/>
          </a:prstGeom>
          <a:solidFill>
            <a:srgbClr val="7FE7C4"/>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710">
                <a:solidFill>
                  <a:schemeClr val="tx2"/>
                </a:solidFill>
                <a:latin typeface="Arial"/>
              </a:rPr>
              <a:t>Rego enquiry online</a:t>
            </a:r>
            <a:endParaRPr kumimoji="0" lang="en-AU" sz="710" b="0" i="0" u="none" strike="noStrike" kern="1200" cap="none" spc="0" normalizeH="0" baseline="0" noProof="0">
              <a:ln>
                <a:noFill/>
              </a:ln>
              <a:solidFill>
                <a:schemeClr val="tx2"/>
              </a:solidFill>
              <a:effectLst/>
              <a:uLnTx/>
              <a:uFillTx/>
              <a:latin typeface="Arial"/>
              <a:ea typeface="+mn-ea"/>
              <a:cs typeface="+mn-cs"/>
            </a:endParaRPr>
          </a:p>
        </p:txBody>
      </p:sp>
      <p:sp>
        <p:nvSpPr>
          <p:cNvPr id="28" name="Rounded Rectangle 38">
            <a:extLst>
              <a:ext uri="{FF2B5EF4-FFF2-40B4-BE49-F238E27FC236}">
                <a16:creationId xmlns:a16="http://schemas.microsoft.com/office/drawing/2014/main" id="{3DB1B7A0-7D5D-089C-4DA2-D86DE3027C11}"/>
              </a:ext>
            </a:extLst>
          </p:cNvPr>
          <p:cNvSpPr/>
          <p:nvPr/>
        </p:nvSpPr>
        <p:spPr>
          <a:xfrm>
            <a:off x="7425655" y="4450727"/>
            <a:ext cx="1582532" cy="246518"/>
          </a:xfrm>
          <a:prstGeom prst="roundRect">
            <a:avLst/>
          </a:prstGeom>
          <a:solidFill>
            <a:srgbClr val="7FE7C4"/>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710">
                <a:solidFill>
                  <a:schemeClr val="tx2"/>
                </a:solidFill>
                <a:latin typeface="Arial"/>
              </a:rPr>
              <a:t>Pay Rego online</a:t>
            </a:r>
            <a:endParaRPr kumimoji="0" lang="en-AU" sz="710" b="0" i="0" u="none" strike="noStrike" kern="1200" cap="none" spc="0" normalizeH="0" baseline="0" noProof="0">
              <a:ln>
                <a:noFill/>
              </a:ln>
              <a:solidFill>
                <a:schemeClr val="tx2"/>
              </a:solidFill>
              <a:effectLst/>
              <a:uLnTx/>
              <a:uFillTx/>
              <a:latin typeface="Arial"/>
              <a:ea typeface="+mn-ea"/>
              <a:cs typeface="+mn-cs"/>
            </a:endParaRPr>
          </a:p>
        </p:txBody>
      </p:sp>
      <p:sp>
        <p:nvSpPr>
          <p:cNvPr id="29" name="Rounded Rectangle 38">
            <a:extLst>
              <a:ext uri="{FF2B5EF4-FFF2-40B4-BE49-F238E27FC236}">
                <a16:creationId xmlns:a16="http://schemas.microsoft.com/office/drawing/2014/main" id="{51B1E053-F02E-8C9F-79E2-E575F866D031}"/>
              </a:ext>
            </a:extLst>
          </p:cNvPr>
          <p:cNvSpPr/>
          <p:nvPr/>
        </p:nvSpPr>
        <p:spPr>
          <a:xfrm>
            <a:off x="7425655" y="3494895"/>
            <a:ext cx="1582532" cy="246518"/>
          </a:xfrm>
          <a:prstGeom prst="roundRect">
            <a:avLst/>
          </a:prstGeom>
          <a:solidFill>
            <a:srgbClr val="7FE7C4"/>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710">
                <a:solidFill>
                  <a:schemeClr val="tx2"/>
                </a:solidFill>
                <a:latin typeface="Arial"/>
              </a:rPr>
              <a:t>Business ID to TMR Account</a:t>
            </a:r>
            <a:endParaRPr kumimoji="0" lang="en-AU" sz="710" b="0" i="0" u="none" strike="noStrike" kern="1200" cap="none" spc="0" normalizeH="0" baseline="0" noProof="0">
              <a:ln>
                <a:noFill/>
              </a:ln>
              <a:solidFill>
                <a:schemeClr val="tx2"/>
              </a:solidFill>
              <a:effectLst/>
              <a:uLnTx/>
              <a:uFillTx/>
              <a:latin typeface="Arial"/>
              <a:ea typeface="+mn-ea"/>
              <a:cs typeface="+mn-cs"/>
            </a:endParaRPr>
          </a:p>
        </p:txBody>
      </p:sp>
      <p:sp>
        <p:nvSpPr>
          <p:cNvPr id="30" name="Rounded Rectangle 38">
            <a:extLst>
              <a:ext uri="{FF2B5EF4-FFF2-40B4-BE49-F238E27FC236}">
                <a16:creationId xmlns:a16="http://schemas.microsoft.com/office/drawing/2014/main" id="{68B11012-3B04-216C-DCD6-1E8D908506F5}"/>
              </a:ext>
            </a:extLst>
          </p:cNvPr>
          <p:cNvSpPr/>
          <p:nvPr/>
        </p:nvSpPr>
        <p:spPr>
          <a:xfrm>
            <a:off x="7425655" y="3176285"/>
            <a:ext cx="1582532" cy="246518"/>
          </a:xfrm>
          <a:prstGeom prst="roundRect">
            <a:avLst/>
          </a:prstGeom>
          <a:solidFill>
            <a:srgbClr val="7FE7C4"/>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710">
                <a:solidFill>
                  <a:schemeClr val="tx2"/>
                </a:solidFill>
                <a:latin typeface="Arial"/>
              </a:rPr>
              <a:t>CRM Requirements Discovery</a:t>
            </a:r>
            <a:endParaRPr kumimoji="0" lang="en-AU" sz="710" b="0" i="0" u="none" strike="noStrike" kern="1200" cap="none" spc="0" normalizeH="0" baseline="0" noProof="0">
              <a:ln>
                <a:noFill/>
              </a:ln>
              <a:solidFill>
                <a:schemeClr val="tx2"/>
              </a:solidFill>
              <a:effectLst/>
              <a:uLnTx/>
              <a:uFillTx/>
              <a:latin typeface="Arial"/>
              <a:ea typeface="+mn-ea"/>
              <a:cs typeface="+mn-cs"/>
            </a:endParaRPr>
          </a:p>
        </p:txBody>
      </p:sp>
      <p:sp>
        <p:nvSpPr>
          <p:cNvPr id="31" name="Rounded Rectangle 38">
            <a:extLst>
              <a:ext uri="{FF2B5EF4-FFF2-40B4-BE49-F238E27FC236}">
                <a16:creationId xmlns:a16="http://schemas.microsoft.com/office/drawing/2014/main" id="{F6D84A75-2A95-B353-4330-9EE99D932407}"/>
              </a:ext>
            </a:extLst>
          </p:cNvPr>
          <p:cNvSpPr/>
          <p:nvPr/>
        </p:nvSpPr>
        <p:spPr>
          <a:xfrm>
            <a:off x="2565464" y="3167867"/>
            <a:ext cx="1582532" cy="246518"/>
          </a:xfrm>
          <a:prstGeom prst="roundRect">
            <a:avLst/>
          </a:prstGeom>
          <a:solidFill>
            <a:srgbClr val="7FE7C4"/>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710" b="0" i="0" u="none" strike="noStrike" kern="1200" cap="none" spc="0" normalizeH="0" baseline="0" noProof="0">
                <a:ln>
                  <a:noFill/>
                </a:ln>
                <a:solidFill>
                  <a:schemeClr val="tx2"/>
                </a:solidFill>
                <a:effectLst/>
                <a:uLnTx/>
                <a:uFillTx/>
                <a:latin typeface="Arial"/>
                <a:ea typeface="+mn-ea"/>
                <a:cs typeface="+mn-cs"/>
              </a:rPr>
              <a:t>Registration Enquiry Service</a:t>
            </a:r>
          </a:p>
        </p:txBody>
      </p:sp>
      <p:sp>
        <p:nvSpPr>
          <p:cNvPr id="32" name="Rounded Rectangle 38">
            <a:extLst>
              <a:ext uri="{FF2B5EF4-FFF2-40B4-BE49-F238E27FC236}">
                <a16:creationId xmlns:a16="http://schemas.microsoft.com/office/drawing/2014/main" id="{08A617C2-CCD9-46A0-D4E2-17879CEDE7A8}"/>
              </a:ext>
            </a:extLst>
          </p:cNvPr>
          <p:cNvSpPr/>
          <p:nvPr/>
        </p:nvSpPr>
        <p:spPr>
          <a:xfrm>
            <a:off x="5036407" y="3884853"/>
            <a:ext cx="1582532" cy="246518"/>
          </a:xfrm>
          <a:prstGeom prst="roundRect">
            <a:avLst/>
          </a:prstGeom>
          <a:solidFill>
            <a:srgbClr val="7FE7C4"/>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710">
                <a:solidFill>
                  <a:schemeClr val="tx2"/>
                </a:solidFill>
                <a:latin typeface="Arial"/>
              </a:rPr>
              <a:t>Customer Account</a:t>
            </a:r>
            <a:endParaRPr kumimoji="0" lang="en-AU" sz="710" b="0" i="0" u="none" strike="noStrike" kern="1200" cap="none" spc="0" normalizeH="0" baseline="0" noProof="0">
              <a:ln>
                <a:noFill/>
              </a:ln>
              <a:solidFill>
                <a:schemeClr val="tx2"/>
              </a:solidFill>
              <a:effectLst/>
              <a:uLnTx/>
              <a:uFillTx/>
              <a:latin typeface="Arial"/>
              <a:ea typeface="+mn-ea"/>
              <a:cs typeface="+mn-cs"/>
            </a:endParaRPr>
          </a:p>
        </p:txBody>
      </p:sp>
      <p:sp>
        <p:nvSpPr>
          <p:cNvPr id="33" name="Rounded Rectangle 38">
            <a:extLst>
              <a:ext uri="{FF2B5EF4-FFF2-40B4-BE49-F238E27FC236}">
                <a16:creationId xmlns:a16="http://schemas.microsoft.com/office/drawing/2014/main" id="{65927A53-6FD6-45EA-8165-BA8268200496}"/>
              </a:ext>
            </a:extLst>
          </p:cNvPr>
          <p:cNvSpPr/>
          <p:nvPr/>
        </p:nvSpPr>
        <p:spPr>
          <a:xfrm>
            <a:off x="5036407" y="4167790"/>
            <a:ext cx="1582532" cy="246518"/>
          </a:xfrm>
          <a:prstGeom prst="roundRect">
            <a:avLst/>
          </a:prstGeom>
          <a:solidFill>
            <a:srgbClr val="7FE7C4"/>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710">
                <a:solidFill>
                  <a:schemeClr val="tx2"/>
                </a:solidFill>
                <a:latin typeface="Arial"/>
              </a:rPr>
              <a:t>Pricing engine fee management</a:t>
            </a:r>
            <a:endParaRPr kumimoji="0" lang="en-AU" sz="710" b="0" i="0" u="none" strike="noStrike" kern="1200" cap="none" spc="0" normalizeH="0" baseline="0" noProof="0">
              <a:ln>
                <a:noFill/>
              </a:ln>
              <a:solidFill>
                <a:schemeClr val="tx2"/>
              </a:solidFill>
              <a:effectLst/>
              <a:uLnTx/>
              <a:uFillTx/>
              <a:latin typeface="Arial"/>
              <a:ea typeface="+mn-ea"/>
              <a:cs typeface="+mn-cs"/>
            </a:endParaRPr>
          </a:p>
        </p:txBody>
      </p:sp>
      <p:sp>
        <p:nvSpPr>
          <p:cNvPr id="34" name="Rounded Rectangle 38">
            <a:extLst>
              <a:ext uri="{FF2B5EF4-FFF2-40B4-BE49-F238E27FC236}">
                <a16:creationId xmlns:a16="http://schemas.microsoft.com/office/drawing/2014/main" id="{EFB2E51B-CA83-E398-4C65-1F3EE5AA7438}"/>
              </a:ext>
            </a:extLst>
          </p:cNvPr>
          <p:cNvSpPr/>
          <p:nvPr/>
        </p:nvSpPr>
        <p:spPr>
          <a:xfrm>
            <a:off x="9835288" y="2739288"/>
            <a:ext cx="1564120" cy="246518"/>
          </a:xfrm>
          <a:prstGeom prst="roundRect">
            <a:avLst/>
          </a:prstGeom>
          <a:solidFill>
            <a:srgbClr val="7FE7C4"/>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710" b="0" i="0" u="none" strike="noStrike" kern="1200" cap="none" spc="0" normalizeH="0" baseline="0" noProof="0">
                <a:ln>
                  <a:noFill/>
                </a:ln>
                <a:solidFill>
                  <a:schemeClr val="tx2"/>
                </a:solidFill>
                <a:effectLst/>
                <a:uLnTx/>
                <a:uFillTx/>
                <a:latin typeface="Arial"/>
                <a:ea typeface="+mn-ea"/>
                <a:cs typeface="+mn-cs"/>
              </a:rPr>
              <a:t>Modernised NEVDIS Integrations</a:t>
            </a:r>
          </a:p>
        </p:txBody>
      </p:sp>
      <p:sp>
        <p:nvSpPr>
          <p:cNvPr id="35" name="Rounded Rectangle 38">
            <a:extLst>
              <a:ext uri="{FF2B5EF4-FFF2-40B4-BE49-F238E27FC236}">
                <a16:creationId xmlns:a16="http://schemas.microsoft.com/office/drawing/2014/main" id="{4ED995EC-1121-37E2-B920-DE9FEC13F8EC}"/>
              </a:ext>
            </a:extLst>
          </p:cNvPr>
          <p:cNvSpPr/>
          <p:nvPr/>
        </p:nvSpPr>
        <p:spPr>
          <a:xfrm>
            <a:off x="9835287" y="3072461"/>
            <a:ext cx="1564119" cy="246518"/>
          </a:xfrm>
          <a:prstGeom prst="roundRect">
            <a:avLst/>
          </a:prstGeom>
          <a:solidFill>
            <a:srgbClr val="7FE7C4"/>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710">
                <a:solidFill>
                  <a:schemeClr val="tx2"/>
                </a:solidFill>
                <a:latin typeface="Arial"/>
              </a:rPr>
              <a:t>NHVR Work</a:t>
            </a:r>
            <a:endParaRPr kumimoji="0" lang="en-AU" sz="710" b="0" i="0" u="none" strike="noStrike" kern="1200" cap="none" spc="0" normalizeH="0" baseline="0" noProof="0">
              <a:ln>
                <a:noFill/>
              </a:ln>
              <a:solidFill>
                <a:schemeClr val="tx2"/>
              </a:solidFill>
              <a:effectLst/>
              <a:uLnTx/>
              <a:uFillTx/>
              <a:latin typeface="Arial"/>
              <a:ea typeface="+mn-ea"/>
              <a:cs typeface="+mn-cs"/>
            </a:endParaRPr>
          </a:p>
        </p:txBody>
      </p:sp>
      <p:sp>
        <p:nvSpPr>
          <p:cNvPr id="36" name="Rounded Rectangle 38">
            <a:extLst>
              <a:ext uri="{FF2B5EF4-FFF2-40B4-BE49-F238E27FC236}">
                <a16:creationId xmlns:a16="http://schemas.microsoft.com/office/drawing/2014/main" id="{4561EDF6-82EA-D129-5ADD-1C1C9A5CFDED}"/>
              </a:ext>
            </a:extLst>
          </p:cNvPr>
          <p:cNvSpPr/>
          <p:nvPr/>
        </p:nvSpPr>
        <p:spPr>
          <a:xfrm>
            <a:off x="9835287" y="3399489"/>
            <a:ext cx="1564119" cy="246518"/>
          </a:xfrm>
          <a:prstGeom prst="roundRect">
            <a:avLst/>
          </a:prstGeom>
          <a:solidFill>
            <a:srgbClr val="7FE7C4"/>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710">
                <a:solidFill>
                  <a:schemeClr val="tx2"/>
                </a:solidFill>
                <a:latin typeface="Arial"/>
              </a:rPr>
              <a:t>NDFLRS</a:t>
            </a:r>
            <a:endParaRPr kumimoji="0" lang="en-AU" sz="710" b="0" i="0" u="none" strike="noStrike" kern="1200" cap="none" spc="0" normalizeH="0" baseline="0" noProof="0">
              <a:ln>
                <a:noFill/>
              </a:ln>
              <a:solidFill>
                <a:schemeClr val="tx2"/>
              </a:solidFill>
              <a:effectLst/>
              <a:uLnTx/>
              <a:uFillTx/>
              <a:latin typeface="Arial"/>
              <a:ea typeface="+mn-ea"/>
              <a:cs typeface="+mn-cs"/>
            </a:endParaRPr>
          </a:p>
        </p:txBody>
      </p:sp>
      <p:sp>
        <p:nvSpPr>
          <p:cNvPr id="37" name="Rounded Rectangle 38">
            <a:extLst>
              <a:ext uri="{FF2B5EF4-FFF2-40B4-BE49-F238E27FC236}">
                <a16:creationId xmlns:a16="http://schemas.microsoft.com/office/drawing/2014/main" id="{7C71175D-2B41-BDDE-9D4C-CC44FD5031F2}"/>
              </a:ext>
            </a:extLst>
          </p:cNvPr>
          <p:cNvSpPr/>
          <p:nvPr/>
        </p:nvSpPr>
        <p:spPr>
          <a:xfrm>
            <a:off x="5036407" y="3601916"/>
            <a:ext cx="1582532" cy="246518"/>
          </a:xfrm>
          <a:prstGeom prst="roundRect">
            <a:avLst/>
          </a:prstGeom>
          <a:solidFill>
            <a:srgbClr val="7FE7C4"/>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710">
                <a:solidFill>
                  <a:schemeClr val="tx2"/>
                </a:solidFill>
                <a:latin typeface="Arial"/>
              </a:rPr>
              <a:t>Subsid ledger</a:t>
            </a:r>
            <a:endParaRPr kumimoji="0" lang="en-AU" sz="710" b="0" i="0" u="none" strike="noStrike" kern="1200" cap="none" spc="0" normalizeH="0" baseline="0" noProof="0">
              <a:ln>
                <a:noFill/>
              </a:ln>
              <a:solidFill>
                <a:schemeClr val="tx2"/>
              </a:solidFill>
              <a:effectLst/>
              <a:uLnTx/>
              <a:uFillTx/>
              <a:latin typeface="Arial"/>
              <a:ea typeface="+mn-ea"/>
              <a:cs typeface="+mn-cs"/>
            </a:endParaRPr>
          </a:p>
        </p:txBody>
      </p:sp>
      <p:sp>
        <p:nvSpPr>
          <p:cNvPr id="38" name="Rounded Rectangle 38">
            <a:extLst>
              <a:ext uri="{FF2B5EF4-FFF2-40B4-BE49-F238E27FC236}">
                <a16:creationId xmlns:a16="http://schemas.microsoft.com/office/drawing/2014/main" id="{5D2DC605-CD0B-A80F-1F64-2047061758B1}"/>
              </a:ext>
            </a:extLst>
          </p:cNvPr>
          <p:cNvSpPr/>
          <p:nvPr/>
        </p:nvSpPr>
        <p:spPr>
          <a:xfrm>
            <a:off x="5036407" y="4450727"/>
            <a:ext cx="1582532" cy="246518"/>
          </a:xfrm>
          <a:prstGeom prst="roundRect">
            <a:avLst/>
          </a:prstGeom>
          <a:solidFill>
            <a:srgbClr val="7FE7C4"/>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710">
                <a:solidFill>
                  <a:schemeClr val="tx2"/>
                </a:solidFill>
                <a:latin typeface="Arial"/>
              </a:rPr>
              <a:t>Quote tool PoC</a:t>
            </a:r>
            <a:endParaRPr kumimoji="0" lang="en-AU" sz="710" b="0" i="0" u="none" strike="noStrike" kern="1200" cap="none" spc="0" normalizeH="0" baseline="0" noProof="0">
              <a:ln>
                <a:noFill/>
              </a:ln>
              <a:solidFill>
                <a:schemeClr val="tx2"/>
              </a:solidFill>
              <a:effectLst/>
              <a:uLnTx/>
              <a:uFillTx/>
              <a:latin typeface="Arial"/>
              <a:ea typeface="+mn-ea"/>
              <a:cs typeface="+mn-cs"/>
            </a:endParaRPr>
          </a:p>
        </p:txBody>
      </p:sp>
      <p:sp>
        <p:nvSpPr>
          <p:cNvPr id="39" name="Rounded Rectangle 38">
            <a:extLst>
              <a:ext uri="{FF2B5EF4-FFF2-40B4-BE49-F238E27FC236}">
                <a16:creationId xmlns:a16="http://schemas.microsoft.com/office/drawing/2014/main" id="{990DCB2E-B03F-DD08-7015-92A67DC2D9C1}"/>
              </a:ext>
            </a:extLst>
          </p:cNvPr>
          <p:cNvSpPr/>
          <p:nvPr/>
        </p:nvSpPr>
        <p:spPr>
          <a:xfrm>
            <a:off x="2565464" y="2739288"/>
            <a:ext cx="1582532" cy="348068"/>
          </a:xfrm>
          <a:prstGeom prst="roundRect">
            <a:avLst/>
          </a:prstGeom>
          <a:solidFill>
            <a:srgbClr val="7FE7C4"/>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710">
                <a:solidFill>
                  <a:schemeClr val="tx2"/>
                </a:solidFill>
                <a:latin typeface="Arial"/>
              </a:rPr>
              <a:t>R &amp;VM Data Governance, model </a:t>
            </a:r>
          </a:p>
          <a:p>
            <a:pPr marL="0" marR="0" lvl="0" indent="0" algn="ctr" defTabSz="914400" rtl="0" eaLnBrk="1" fontAlgn="auto" latinLnBrk="0" hangingPunct="1">
              <a:lnSpc>
                <a:spcPct val="100000"/>
              </a:lnSpc>
              <a:spcBef>
                <a:spcPts val="0"/>
              </a:spcBef>
              <a:spcAft>
                <a:spcPts val="0"/>
              </a:spcAft>
              <a:buClrTx/>
              <a:buSzTx/>
              <a:buFontTx/>
              <a:buNone/>
              <a:tabLst/>
              <a:defRPr/>
            </a:pPr>
            <a:r>
              <a:rPr lang="en-AU" sz="710">
                <a:solidFill>
                  <a:schemeClr val="tx2"/>
                </a:solidFill>
                <a:latin typeface="Arial"/>
              </a:rPr>
              <a:t>and Ownership</a:t>
            </a:r>
            <a:endParaRPr kumimoji="0" lang="en-AU" sz="710" b="0" i="0" u="none" strike="noStrike" kern="1200" cap="none" spc="0" normalizeH="0" baseline="0" noProof="0">
              <a:ln>
                <a:noFill/>
              </a:ln>
              <a:solidFill>
                <a:schemeClr val="tx2"/>
              </a:solidFill>
              <a:effectLst/>
              <a:uLnTx/>
              <a:uFillTx/>
              <a:latin typeface="Arial"/>
              <a:ea typeface="+mn-ea"/>
              <a:cs typeface="+mn-cs"/>
            </a:endParaRPr>
          </a:p>
        </p:txBody>
      </p:sp>
      <p:sp>
        <p:nvSpPr>
          <p:cNvPr id="40" name="Rounded Rectangle 38">
            <a:extLst>
              <a:ext uri="{FF2B5EF4-FFF2-40B4-BE49-F238E27FC236}">
                <a16:creationId xmlns:a16="http://schemas.microsoft.com/office/drawing/2014/main" id="{71422973-1211-6400-9ACC-5D34F28F4B97}"/>
              </a:ext>
            </a:extLst>
          </p:cNvPr>
          <p:cNvSpPr/>
          <p:nvPr/>
        </p:nvSpPr>
        <p:spPr>
          <a:xfrm>
            <a:off x="5036407" y="2651555"/>
            <a:ext cx="1582532" cy="348068"/>
          </a:xfrm>
          <a:prstGeom prst="roundRect">
            <a:avLst/>
          </a:prstGeom>
          <a:solidFill>
            <a:srgbClr val="7FE7C4"/>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710">
                <a:solidFill>
                  <a:schemeClr val="tx2"/>
                </a:solidFill>
                <a:latin typeface="Arial"/>
              </a:rPr>
              <a:t>Payment Data Governance, model </a:t>
            </a:r>
          </a:p>
          <a:p>
            <a:pPr marL="0" marR="0" lvl="0" indent="0" algn="ctr" defTabSz="914400" rtl="0" eaLnBrk="1" fontAlgn="auto" latinLnBrk="0" hangingPunct="1">
              <a:lnSpc>
                <a:spcPct val="100000"/>
              </a:lnSpc>
              <a:spcBef>
                <a:spcPts val="0"/>
              </a:spcBef>
              <a:spcAft>
                <a:spcPts val="0"/>
              </a:spcAft>
              <a:buClrTx/>
              <a:buSzTx/>
              <a:buFontTx/>
              <a:buNone/>
              <a:tabLst/>
              <a:defRPr/>
            </a:pPr>
            <a:r>
              <a:rPr lang="en-AU" sz="710">
                <a:solidFill>
                  <a:schemeClr val="tx2"/>
                </a:solidFill>
                <a:latin typeface="Arial"/>
              </a:rPr>
              <a:t>and Ownership</a:t>
            </a:r>
            <a:endParaRPr kumimoji="0" lang="en-AU" sz="710" b="0" i="0" u="none" strike="noStrike" kern="1200" cap="none" spc="0" normalizeH="0" baseline="0" noProof="0">
              <a:ln>
                <a:noFill/>
              </a:ln>
              <a:solidFill>
                <a:schemeClr val="tx2"/>
              </a:solidFill>
              <a:effectLst/>
              <a:uLnTx/>
              <a:uFillTx/>
              <a:latin typeface="Arial"/>
              <a:ea typeface="+mn-ea"/>
              <a:cs typeface="+mn-cs"/>
            </a:endParaRPr>
          </a:p>
        </p:txBody>
      </p:sp>
      <p:sp>
        <p:nvSpPr>
          <p:cNvPr id="41" name="Rounded Rectangle 38">
            <a:extLst>
              <a:ext uri="{FF2B5EF4-FFF2-40B4-BE49-F238E27FC236}">
                <a16:creationId xmlns:a16="http://schemas.microsoft.com/office/drawing/2014/main" id="{DD78A3BE-BC80-CFB8-19D9-22D4DB2E3AED}"/>
              </a:ext>
            </a:extLst>
          </p:cNvPr>
          <p:cNvSpPr/>
          <p:nvPr/>
        </p:nvSpPr>
        <p:spPr>
          <a:xfrm>
            <a:off x="7425655" y="2739288"/>
            <a:ext cx="1582532" cy="348068"/>
          </a:xfrm>
          <a:prstGeom prst="roundRect">
            <a:avLst/>
          </a:prstGeom>
          <a:solidFill>
            <a:srgbClr val="7FE7C4"/>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710">
                <a:solidFill>
                  <a:schemeClr val="tx2"/>
                </a:solidFill>
                <a:latin typeface="Arial"/>
              </a:rPr>
              <a:t>TS4Bus Data Governance, model </a:t>
            </a:r>
          </a:p>
          <a:p>
            <a:pPr marL="0" marR="0" lvl="0" indent="0" algn="ctr" defTabSz="914400" rtl="0" eaLnBrk="1" fontAlgn="auto" latinLnBrk="0" hangingPunct="1">
              <a:lnSpc>
                <a:spcPct val="100000"/>
              </a:lnSpc>
              <a:spcBef>
                <a:spcPts val="0"/>
              </a:spcBef>
              <a:spcAft>
                <a:spcPts val="0"/>
              </a:spcAft>
              <a:buClrTx/>
              <a:buSzTx/>
              <a:buFontTx/>
              <a:buNone/>
              <a:tabLst/>
              <a:defRPr/>
            </a:pPr>
            <a:r>
              <a:rPr lang="en-AU" sz="710">
                <a:solidFill>
                  <a:schemeClr val="tx2"/>
                </a:solidFill>
                <a:latin typeface="Arial"/>
              </a:rPr>
              <a:t>and Ownership</a:t>
            </a:r>
            <a:endParaRPr kumimoji="0" lang="en-AU" sz="710" b="0" i="0" u="none" strike="noStrike" kern="1200" cap="none" spc="0" normalizeH="0" baseline="0" noProof="0">
              <a:ln>
                <a:noFill/>
              </a:ln>
              <a:solidFill>
                <a:schemeClr val="tx2"/>
              </a:solidFill>
              <a:effectLst/>
              <a:uLnTx/>
              <a:uFillTx/>
              <a:latin typeface="Arial"/>
              <a:ea typeface="+mn-ea"/>
              <a:cs typeface="+mn-cs"/>
            </a:endParaRPr>
          </a:p>
        </p:txBody>
      </p:sp>
      <p:sp>
        <p:nvSpPr>
          <p:cNvPr id="42" name="Rounded Rectangle 29">
            <a:extLst>
              <a:ext uri="{FF2B5EF4-FFF2-40B4-BE49-F238E27FC236}">
                <a16:creationId xmlns:a16="http://schemas.microsoft.com/office/drawing/2014/main" id="{FFF6FB25-DEB9-02BE-9AAE-C559C9194CED}"/>
              </a:ext>
            </a:extLst>
          </p:cNvPr>
          <p:cNvSpPr/>
          <p:nvPr/>
        </p:nvSpPr>
        <p:spPr>
          <a:xfrm>
            <a:off x="840160" y="2083930"/>
            <a:ext cx="821318" cy="217783"/>
          </a:xfrm>
          <a:prstGeom prst="roundRect">
            <a:avLst/>
          </a:prstGeom>
          <a:solidFill>
            <a:srgbClr val="F2B84B"/>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880" b="1" i="0" u="none" strike="noStrike" kern="1200" cap="none" spc="0" normalizeH="0" baseline="0" noProof="0">
                <a:ln>
                  <a:noFill/>
                </a:ln>
                <a:solidFill>
                  <a:srgbClr val="FFFFFF"/>
                </a:solidFill>
                <a:effectLst/>
                <a:uLnTx/>
                <a:uFillTx/>
                <a:latin typeface="Arial"/>
                <a:ea typeface="+mn-ea"/>
                <a:cs typeface="+mn-cs"/>
              </a:rPr>
              <a:t>Kirsty</a:t>
            </a:r>
            <a:endParaRPr kumimoji="0" sz="880" b="1" i="0" u="none" strike="noStrike" kern="1200" cap="none" spc="0" normalizeH="0" baseline="0" noProof="0">
              <a:ln>
                <a:noFill/>
              </a:ln>
              <a:solidFill>
                <a:srgbClr val="FFFFFF"/>
              </a:solidFill>
              <a:effectLst/>
              <a:uLnTx/>
              <a:uFillTx/>
              <a:latin typeface="Arial"/>
              <a:ea typeface="+mn-ea"/>
              <a:cs typeface="+mn-cs"/>
            </a:endParaRPr>
          </a:p>
        </p:txBody>
      </p:sp>
      <p:sp>
        <p:nvSpPr>
          <p:cNvPr id="43" name="Rounded Rectangle 29">
            <a:extLst>
              <a:ext uri="{FF2B5EF4-FFF2-40B4-BE49-F238E27FC236}">
                <a16:creationId xmlns:a16="http://schemas.microsoft.com/office/drawing/2014/main" id="{178B3C81-0BC2-91B7-C4D5-EEC9A39E0827}"/>
              </a:ext>
            </a:extLst>
          </p:cNvPr>
          <p:cNvSpPr/>
          <p:nvPr/>
        </p:nvSpPr>
        <p:spPr>
          <a:xfrm>
            <a:off x="3261628" y="2083930"/>
            <a:ext cx="821318" cy="217783"/>
          </a:xfrm>
          <a:prstGeom prst="roundRect">
            <a:avLst/>
          </a:prstGeom>
          <a:solidFill>
            <a:srgbClr val="F2B84B"/>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880" b="1" i="0" u="none" strike="noStrike" kern="1200" cap="none" spc="0" normalizeH="0" baseline="0" noProof="0">
                <a:ln>
                  <a:noFill/>
                </a:ln>
                <a:solidFill>
                  <a:srgbClr val="FFFFFF"/>
                </a:solidFill>
                <a:effectLst/>
                <a:uLnTx/>
                <a:uFillTx/>
                <a:latin typeface="Arial"/>
                <a:ea typeface="+mn-ea"/>
                <a:cs typeface="+mn-cs"/>
              </a:rPr>
              <a:t>Kirsty</a:t>
            </a:r>
            <a:endParaRPr kumimoji="0" sz="880" b="1" i="0" u="none" strike="noStrike" kern="1200" cap="none" spc="0" normalizeH="0" baseline="0" noProof="0">
              <a:ln>
                <a:noFill/>
              </a:ln>
              <a:solidFill>
                <a:srgbClr val="FFFFFF"/>
              </a:solidFill>
              <a:effectLst/>
              <a:uLnTx/>
              <a:uFillTx/>
              <a:latin typeface="Arial"/>
              <a:ea typeface="+mn-ea"/>
              <a:cs typeface="+mn-cs"/>
            </a:endParaRPr>
          </a:p>
        </p:txBody>
      </p:sp>
      <p:sp>
        <p:nvSpPr>
          <p:cNvPr id="44" name="Rounded Rectangle 29">
            <a:extLst>
              <a:ext uri="{FF2B5EF4-FFF2-40B4-BE49-F238E27FC236}">
                <a16:creationId xmlns:a16="http://schemas.microsoft.com/office/drawing/2014/main" id="{76F54A9E-1C3F-A6A3-A2B3-3BB79EDC878A}"/>
              </a:ext>
            </a:extLst>
          </p:cNvPr>
          <p:cNvSpPr/>
          <p:nvPr/>
        </p:nvSpPr>
        <p:spPr>
          <a:xfrm>
            <a:off x="5685341" y="2083930"/>
            <a:ext cx="821318" cy="217783"/>
          </a:xfrm>
          <a:prstGeom prst="roundRect">
            <a:avLst/>
          </a:prstGeom>
          <a:solidFill>
            <a:srgbClr val="F2B84B"/>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880" b="1" i="0" u="none" strike="noStrike" kern="1200" cap="none" spc="0" normalizeH="0" baseline="0" noProof="0">
                <a:ln>
                  <a:noFill/>
                </a:ln>
                <a:solidFill>
                  <a:srgbClr val="FFFFFF"/>
                </a:solidFill>
                <a:effectLst/>
                <a:uLnTx/>
                <a:uFillTx/>
                <a:latin typeface="Arial"/>
                <a:ea typeface="+mn-ea"/>
                <a:cs typeface="+mn-cs"/>
              </a:rPr>
              <a:t>Kirsty</a:t>
            </a:r>
            <a:endParaRPr kumimoji="0" sz="880" b="1" i="0" u="none" strike="noStrike" kern="1200" cap="none" spc="0" normalizeH="0" baseline="0" noProof="0">
              <a:ln>
                <a:noFill/>
              </a:ln>
              <a:solidFill>
                <a:srgbClr val="FFFFFF"/>
              </a:solidFill>
              <a:effectLst/>
              <a:uLnTx/>
              <a:uFillTx/>
              <a:latin typeface="Arial"/>
              <a:ea typeface="+mn-ea"/>
              <a:cs typeface="+mn-cs"/>
            </a:endParaRPr>
          </a:p>
        </p:txBody>
      </p:sp>
      <p:sp>
        <p:nvSpPr>
          <p:cNvPr id="45" name="Rounded Rectangle 29">
            <a:extLst>
              <a:ext uri="{FF2B5EF4-FFF2-40B4-BE49-F238E27FC236}">
                <a16:creationId xmlns:a16="http://schemas.microsoft.com/office/drawing/2014/main" id="{D6D63CF8-78D7-D597-6859-D779E67485F3}"/>
              </a:ext>
            </a:extLst>
          </p:cNvPr>
          <p:cNvSpPr/>
          <p:nvPr/>
        </p:nvSpPr>
        <p:spPr>
          <a:xfrm>
            <a:off x="8107622" y="2083930"/>
            <a:ext cx="821318" cy="217783"/>
          </a:xfrm>
          <a:prstGeom prst="roundRect">
            <a:avLst/>
          </a:prstGeom>
          <a:solidFill>
            <a:srgbClr val="F2B84B"/>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880" b="1" i="0" u="none" strike="noStrike" kern="1200" cap="none" spc="0" normalizeH="0" baseline="0" noProof="0">
                <a:ln>
                  <a:noFill/>
                </a:ln>
                <a:solidFill>
                  <a:srgbClr val="FFFFFF"/>
                </a:solidFill>
                <a:effectLst/>
                <a:uLnTx/>
                <a:uFillTx/>
                <a:latin typeface="Arial"/>
                <a:ea typeface="+mn-ea"/>
                <a:cs typeface="+mn-cs"/>
              </a:rPr>
              <a:t>Kirsty</a:t>
            </a:r>
            <a:endParaRPr kumimoji="0" sz="880" b="1" i="0" u="none" strike="noStrike" kern="1200" cap="none" spc="0" normalizeH="0" baseline="0" noProof="0">
              <a:ln>
                <a:noFill/>
              </a:ln>
              <a:solidFill>
                <a:srgbClr val="FFFFFF"/>
              </a:solidFill>
              <a:effectLst/>
              <a:uLnTx/>
              <a:uFillTx/>
              <a:latin typeface="Arial"/>
              <a:ea typeface="+mn-ea"/>
              <a:cs typeface="+mn-cs"/>
            </a:endParaRPr>
          </a:p>
        </p:txBody>
      </p:sp>
      <p:sp>
        <p:nvSpPr>
          <p:cNvPr id="46" name="Rounded Rectangle 29">
            <a:extLst>
              <a:ext uri="{FF2B5EF4-FFF2-40B4-BE49-F238E27FC236}">
                <a16:creationId xmlns:a16="http://schemas.microsoft.com/office/drawing/2014/main" id="{B02A1253-6F98-33F1-2C82-8A25BB85C6D5}"/>
              </a:ext>
            </a:extLst>
          </p:cNvPr>
          <p:cNvSpPr/>
          <p:nvPr/>
        </p:nvSpPr>
        <p:spPr>
          <a:xfrm>
            <a:off x="10529902" y="2083930"/>
            <a:ext cx="821318" cy="217783"/>
          </a:xfrm>
          <a:prstGeom prst="roundRect">
            <a:avLst/>
          </a:prstGeom>
          <a:solidFill>
            <a:srgbClr val="F2B84B"/>
          </a:solidFill>
          <a:ln w="11430">
            <a:noFill/>
          </a:ln>
        </p:spPr>
        <p:style>
          <a:lnRef idx="1">
            <a:schemeClr val="accent1"/>
          </a:lnRef>
          <a:fillRef idx="3">
            <a:schemeClr val="accent1"/>
          </a:fillRef>
          <a:effectRef idx="2">
            <a:schemeClr val="accent1"/>
          </a:effectRef>
          <a:fontRef idx="minor">
            <a:schemeClr val="lt1"/>
          </a:fontRef>
        </p:style>
        <p:txBody>
          <a:bodyPr wrap="none" lIns="54864" tIns="9144" rIns="54864" bIns="9144"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880" b="1" i="0" u="none" strike="noStrike" kern="1200" cap="none" spc="0" normalizeH="0" baseline="0" noProof="0">
                <a:ln>
                  <a:noFill/>
                </a:ln>
                <a:solidFill>
                  <a:srgbClr val="FFFFFF"/>
                </a:solidFill>
                <a:effectLst/>
                <a:uLnTx/>
                <a:uFillTx/>
                <a:latin typeface="Arial"/>
                <a:ea typeface="+mn-ea"/>
                <a:cs typeface="+mn-cs"/>
              </a:rPr>
              <a:t>Kirsty</a:t>
            </a:r>
            <a:endParaRPr kumimoji="0" sz="88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41260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19C73D-30D3-B8C1-9E7B-B5B5874A31AD}"/>
              </a:ext>
            </a:extLst>
          </p:cNvPr>
          <p:cNvPicPr>
            <a:picLocks noChangeAspect="1"/>
          </p:cNvPicPr>
          <p:nvPr/>
        </p:nvPicPr>
        <p:blipFill>
          <a:blip r:embed="rId2"/>
          <a:stretch>
            <a:fillRect/>
          </a:stretch>
        </p:blipFill>
        <p:spPr>
          <a:xfrm>
            <a:off x="0" y="141899"/>
            <a:ext cx="12192000" cy="6574202"/>
          </a:xfrm>
          <a:prstGeom prst="rect">
            <a:avLst/>
          </a:prstGeom>
        </p:spPr>
      </p:pic>
    </p:spTree>
    <p:extLst>
      <p:ext uri="{BB962C8B-B14F-4D97-AF65-F5344CB8AC3E}">
        <p14:creationId xmlns:p14="http://schemas.microsoft.com/office/powerpoint/2010/main" val="2636671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0DF67-00E1-2870-26A5-8AD03F6DBF2D}"/>
              </a:ext>
            </a:extLst>
          </p:cNvPr>
          <p:cNvSpPr>
            <a:spLocks noGrp="1"/>
          </p:cNvSpPr>
          <p:nvPr>
            <p:ph type="title"/>
          </p:nvPr>
        </p:nvSpPr>
        <p:spPr>
          <a:xfrm>
            <a:off x="379421" y="153090"/>
            <a:ext cx="6702287" cy="827571"/>
          </a:xfrm>
        </p:spPr>
        <p:txBody>
          <a:bodyPr/>
          <a:lstStyle/>
          <a:p>
            <a:r>
              <a:rPr lang="en-AU"/>
              <a:t>Key Discovery Deadlines</a:t>
            </a:r>
          </a:p>
        </p:txBody>
      </p:sp>
      <p:graphicFrame>
        <p:nvGraphicFramePr>
          <p:cNvPr id="8" name="Content Placeholder 7">
            <a:extLst>
              <a:ext uri="{FF2B5EF4-FFF2-40B4-BE49-F238E27FC236}">
                <a16:creationId xmlns:a16="http://schemas.microsoft.com/office/drawing/2014/main" id="{092F5783-D64B-EAFF-442E-45F261094799}"/>
              </a:ext>
            </a:extLst>
          </p:cNvPr>
          <p:cNvGraphicFramePr>
            <a:graphicFrameLocks noGrp="1"/>
          </p:cNvGraphicFramePr>
          <p:nvPr>
            <p:ph idx="1"/>
            <p:extLst>
              <p:ext uri="{D42A27DB-BD31-4B8C-83A1-F6EECF244321}">
                <p14:modId xmlns:p14="http://schemas.microsoft.com/office/powerpoint/2010/main" val="3865318447"/>
              </p:ext>
            </p:extLst>
          </p:nvPr>
        </p:nvGraphicFramePr>
        <p:xfrm>
          <a:off x="379421" y="980661"/>
          <a:ext cx="11481275" cy="5726683"/>
        </p:xfrm>
        <a:graphic>
          <a:graphicData uri="http://schemas.openxmlformats.org/drawingml/2006/table">
            <a:tbl>
              <a:tblPr firstRow="1" firstCol="1" bandRow="1">
                <a:tableStyleId>{5C22544A-7EE6-4342-B048-85BDC9FD1C3A}</a:tableStyleId>
              </a:tblPr>
              <a:tblGrid>
                <a:gridCol w="3827092">
                  <a:extLst>
                    <a:ext uri="{9D8B030D-6E8A-4147-A177-3AD203B41FA5}">
                      <a16:colId xmlns:a16="http://schemas.microsoft.com/office/drawing/2014/main" val="644751481"/>
                    </a:ext>
                  </a:extLst>
                </a:gridCol>
                <a:gridCol w="1359400">
                  <a:extLst>
                    <a:ext uri="{9D8B030D-6E8A-4147-A177-3AD203B41FA5}">
                      <a16:colId xmlns:a16="http://schemas.microsoft.com/office/drawing/2014/main" val="3351193091"/>
                    </a:ext>
                  </a:extLst>
                </a:gridCol>
                <a:gridCol w="6294783">
                  <a:extLst>
                    <a:ext uri="{9D8B030D-6E8A-4147-A177-3AD203B41FA5}">
                      <a16:colId xmlns:a16="http://schemas.microsoft.com/office/drawing/2014/main" val="1046590838"/>
                    </a:ext>
                  </a:extLst>
                </a:gridCol>
              </a:tblGrid>
              <a:tr h="601747">
                <a:tc>
                  <a:txBody>
                    <a:bodyPr/>
                    <a:lstStyle/>
                    <a:p>
                      <a:pPr>
                        <a:lnSpc>
                          <a:spcPts val="1500"/>
                        </a:lnSpc>
                        <a:spcAft>
                          <a:spcPts val="600"/>
                        </a:spcAft>
                        <a:buNone/>
                      </a:pPr>
                      <a:r>
                        <a:rPr lang="en-AU" sz="1800" kern="100">
                          <a:effectLst/>
                        </a:rPr>
                        <a:t>Initiative</a:t>
                      </a:r>
                      <a:endParaRPr lang="en-AU" sz="18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800" kern="100">
                          <a:effectLst/>
                        </a:rPr>
                        <a:t>Suggested Discovery Completion</a:t>
                      </a:r>
                      <a:endParaRPr lang="en-AU" sz="18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800" kern="100">
                          <a:effectLst/>
                        </a:rPr>
                        <a:t>Key Driver</a:t>
                      </a:r>
                      <a:endParaRPr lang="en-AU" sz="1800" kern="100">
                        <a:effectLst/>
                        <a:latin typeface="Arial" panose="020B0604020202020204" pitchFamily="34" charset="0"/>
                        <a:ea typeface="Aptos" panose="020B0004020202020204" pitchFamily="34" charset="0"/>
                      </a:endParaRPr>
                    </a:p>
                  </a:txBody>
                  <a:tcPr marL="8964" marR="8964" marT="8964" marB="8964" anchor="ctr"/>
                </a:tc>
                <a:extLst>
                  <a:ext uri="{0D108BD9-81ED-4DB2-BD59-A6C34878D82A}">
                    <a16:rowId xmlns:a16="http://schemas.microsoft.com/office/drawing/2014/main" val="1372902801"/>
                  </a:ext>
                </a:extLst>
              </a:tr>
              <a:tr h="370357">
                <a:tc>
                  <a:txBody>
                    <a:bodyPr/>
                    <a:lstStyle/>
                    <a:p>
                      <a:pPr>
                        <a:lnSpc>
                          <a:spcPts val="1500"/>
                        </a:lnSpc>
                        <a:spcAft>
                          <a:spcPts val="600"/>
                        </a:spcAft>
                        <a:buNone/>
                      </a:pPr>
                      <a:r>
                        <a:rPr lang="en-AU" sz="1600" kern="100">
                          <a:effectLst/>
                        </a:rPr>
                        <a:t>QRO IAP / IIPS Modernisation</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Dec 2026</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Technology risk, RL&amp;S onboarding, IIPS decommission planning</a:t>
                      </a:r>
                      <a:endParaRPr lang="en-AU" sz="1600" kern="100">
                        <a:effectLst/>
                        <a:latin typeface="Arial" panose="020B0604020202020204" pitchFamily="34" charset="0"/>
                        <a:ea typeface="Aptos" panose="020B0004020202020204" pitchFamily="34" charset="0"/>
                      </a:endParaRPr>
                    </a:p>
                  </a:txBody>
                  <a:tcPr marL="8964" marR="8964" marT="8964" marB="8964" anchor="ctr"/>
                </a:tc>
                <a:extLst>
                  <a:ext uri="{0D108BD9-81ED-4DB2-BD59-A6C34878D82A}">
                    <a16:rowId xmlns:a16="http://schemas.microsoft.com/office/drawing/2014/main" val="1021468766"/>
                  </a:ext>
                </a:extLst>
              </a:tr>
              <a:tr h="370357">
                <a:tc>
                  <a:txBody>
                    <a:bodyPr/>
                    <a:lstStyle/>
                    <a:p>
                      <a:pPr>
                        <a:lnSpc>
                          <a:spcPts val="1500"/>
                        </a:lnSpc>
                        <a:spcAft>
                          <a:spcPts val="600"/>
                        </a:spcAft>
                        <a:buNone/>
                      </a:pPr>
                      <a:r>
                        <a:rPr lang="en-AU" sz="1600" kern="100">
                          <a:effectLst/>
                        </a:rPr>
                        <a:t>Chequexit / WoG Payment Platform</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Dec 2026</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Government cheque retirement milestones begin from 2026</a:t>
                      </a:r>
                      <a:endParaRPr lang="en-AU" sz="1600" kern="100">
                        <a:effectLst/>
                        <a:latin typeface="Arial" panose="020B0604020202020204" pitchFamily="34" charset="0"/>
                        <a:ea typeface="Aptos" panose="020B0004020202020204" pitchFamily="34" charset="0"/>
                      </a:endParaRPr>
                    </a:p>
                  </a:txBody>
                  <a:tcPr marL="8964" marR="8964" marT="8964" marB="8964" anchor="ctr"/>
                </a:tc>
                <a:extLst>
                  <a:ext uri="{0D108BD9-81ED-4DB2-BD59-A6C34878D82A}">
                    <a16:rowId xmlns:a16="http://schemas.microsoft.com/office/drawing/2014/main" val="4183888826"/>
                  </a:ext>
                </a:extLst>
              </a:tr>
              <a:tr h="214588">
                <a:tc>
                  <a:txBody>
                    <a:bodyPr/>
                    <a:lstStyle/>
                    <a:p>
                      <a:pPr>
                        <a:lnSpc>
                          <a:spcPts val="1500"/>
                        </a:lnSpc>
                        <a:spcAft>
                          <a:spcPts val="600"/>
                        </a:spcAft>
                        <a:buNone/>
                      </a:pPr>
                      <a:r>
                        <a:rPr lang="en-AU" sz="1600" kern="100">
                          <a:effectLst/>
                        </a:rPr>
                        <a:t>NHVR Strategic Access Model</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Dec 2026</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Existing MoU obligations and stakeholder demand</a:t>
                      </a:r>
                      <a:endParaRPr lang="en-AU" sz="1600" kern="100">
                        <a:effectLst/>
                        <a:latin typeface="Arial" panose="020B0604020202020204" pitchFamily="34" charset="0"/>
                        <a:ea typeface="Aptos" panose="020B0004020202020204" pitchFamily="34" charset="0"/>
                      </a:endParaRPr>
                    </a:p>
                  </a:txBody>
                  <a:tcPr marL="8964" marR="8964" marT="8964" marB="8964" anchor="ctr"/>
                </a:tc>
                <a:extLst>
                  <a:ext uri="{0D108BD9-81ED-4DB2-BD59-A6C34878D82A}">
                    <a16:rowId xmlns:a16="http://schemas.microsoft.com/office/drawing/2014/main" val="3352710189"/>
                  </a:ext>
                </a:extLst>
              </a:tr>
              <a:tr h="370357">
                <a:tc>
                  <a:txBody>
                    <a:bodyPr/>
                    <a:lstStyle/>
                    <a:p>
                      <a:pPr>
                        <a:lnSpc>
                          <a:spcPts val="1500"/>
                        </a:lnSpc>
                        <a:spcAft>
                          <a:spcPts val="600"/>
                        </a:spcAft>
                        <a:buNone/>
                      </a:pPr>
                      <a:r>
                        <a:rPr lang="en-AU" sz="1600" kern="100">
                          <a:effectLst/>
                        </a:rPr>
                        <a:t>NDLFRS</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Mar 2027</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1-2 year implementation lead time and national participation decision</a:t>
                      </a:r>
                      <a:endParaRPr lang="en-AU" sz="1600" kern="100">
                        <a:effectLst/>
                        <a:latin typeface="Arial" panose="020B0604020202020204" pitchFamily="34" charset="0"/>
                        <a:ea typeface="Aptos" panose="020B0004020202020204" pitchFamily="34" charset="0"/>
                      </a:endParaRPr>
                    </a:p>
                  </a:txBody>
                  <a:tcPr marL="8964" marR="8964" marT="8964" marB="8964" anchor="ctr"/>
                </a:tc>
                <a:extLst>
                  <a:ext uri="{0D108BD9-81ED-4DB2-BD59-A6C34878D82A}">
                    <a16:rowId xmlns:a16="http://schemas.microsoft.com/office/drawing/2014/main" val="1912245171"/>
                  </a:ext>
                </a:extLst>
              </a:tr>
              <a:tr h="404807">
                <a:tc>
                  <a:txBody>
                    <a:bodyPr/>
                    <a:lstStyle/>
                    <a:p>
                      <a:pPr>
                        <a:lnSpc>
                          <a:spcPts val="1500"/>
                        </a:lnSpc>
                        <a:spcAft>
                          <a:spcPts val="600"/>
                        </a:spcAft>
                        <a:buNone/>
                      </a:pPr>
                      <a:r>
                        <a:rPr lang="en-AU" sz="1600" kern="100">
                          <a:effectLst/>
                        </a:rPr>
                        <a:t>Business Portal (Transport Org Customer Servicing)</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Mar 2027</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Identity, access and service prioritisation required before build decisions</a:t>
                      </a:r>
                      <a:endParaRPr lang="en-AU" sz="1600" kern="100">
                        <a:effectLst/>
                        <a:latin typeface="Arial" panose="020B0604020202020204" pitchFamily="34" charset="0"/>
                        <a:ea typeface="Aptos" panose="020B0004020202020204" pitchFamily="34" charset="0"/>
                      </a:endParaRPr>
                    </a:p>
                  </a:txBody>
                  <a:tcPr marL="8964" marR="8964" marT="8964" marB="8964" anchor="ctr"/>
                </a:tc>
                <a:extLst>
                  <a:ext uri="{0D108BD9-81ED-4DB2-BD59-A6C34878D82A}">
                    <a16:rowId xmlns:a16="http://schemas.microsoft.com/office/drawing/2014/main" val="2236589379"/>
                  </a:ext>
                </a:extLst>
              </a:tr>
              <a:tr h="370357">
                <a:tc>
                  <a:txBody>
                    <a:bodyPr/>
                    <a:lstStyle/>
                    <a:p>
                      <a:pPr>
                        <a:lnSpc>
                          <a:spcPts val="1500"/>
                        </a:lnSpc>
                        <a:spcAft>
                          <a:spcPts val="600"/>
                        </a:spcAft>
                        <a:buNone/>
                      </a:pPr>
                      <a:r>
                        <a:rPr lang="en-AU" sz="1600" kern="100">
                          <a:effectLst/>
                        </a:rPr>
                        <a:t>Registration &amp; Vehicle Data Governance</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Mar 2027</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Foundational capability supporting APIs, portal and data sharing</a:t>
                      </a:r>
                      <a:endParaRPr lang="en-AU" sz="1600" kern="100">
                        <a:effectLst/>
                        <a:latin typeface="Arial" panose="020B0604020202020204" pitchFamily="34" charset="0"/>
                        <a:ea typeface="Aptos" panose="020B0004020202020204" pitchFamily="34" charset="0"/>
                      </a:endParaRPr>
                    </a:p>
                  </a:txBody>
                  <a:tcPr marL="8964" marR="8964" marT="8964" marB="8964" anchor="ctr"/>
                </a:tc>
                <a:extLst>
                  <a:ext uri="{0D108BD9-81ED-4DB2-BD59-A6C34878D82A}">
                    <a16:rowId xmlns:a16="http://schemas.microsoft.com/office/drawing/2014/main" val="3681450194"/>
                  </a:ext>
                </a:extLst>
              </a:tr>
              <a:tr h="370357">
                <a:tc>
                  <a:txBody>
                    <a:bodyPr/>
                    <a:lstStyle/>
                    <a:p>
                      <a:pPr>
                        <a:lnSpc>
                          <a:spcPts val="1500"/>
                        </a:lnSpc>
                        <a:spcAft>
                          <a:spcPts val="600"/>
                        </a:spcAft>
                        <a:buNone/>
                      </a:pPr>
                      <a:r>
                        <a:rPr lang="en-AU" sz="1600" kern="100">
                          <a:effectLst/>
                        </a:rPr>
                        <a:t>Registration Enquiry Modernisation</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Mar 2027</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Existing roadmap commitments and legacy reduction opportunities</a:t>
                      </a:r>
                      <a:endParaRPr lang="en-AU" sz="1600" kern="100">
                        <a:effectLst/>
                        <a:latin typeface="Arial" panose="020B0604020202020204" pitchFamily="34" charset="0"/>
                        <a:ea typeface="Aptos" panose="020B0004020202020204" pitchFamily="34" charset="0"/>
                      </a:endParaRPr>
                    </a:p>
                  </a:txBody>
                  <a:tcPr marL="8964" marR="8964" marT="8964" marB="8964" anchor="ctr"/>
                </a:tc>
                <a:extLst>
                  <a:ext uri="{0D108BD9-81ED-4DB2-BD59-A6C34878D82A}">
                    <a16:rowId xmlns:a16="http://schemas.microsoft.com/office/drawing/2014/main" val="370954032"/>
                  </a:ext>
                </a:extLst>
              </a:tr>
              <a:tr h="214588">
                <a:tc>
                  <a:txBody>
                    <a:bodyPr/>
                    <a:lstStyle/>
                    <a:p>
                      <a:pPr>
                        <a:lnSpc>
                          <a:spcPts val="1500"/>
                        </a:lnSpc>
                        <a:spcAft>
                          <a:spcPts val="600"/>
                        </a:spcAft>
                        <a:buNone/>
                      </a:pPr>
                      <a:r>
                        <a:rPr lang="en-AU" sz="1600" kern="100">
                          <a:effectLst/>
                        </a:rPr>
                        <a:t>Customer Refunds</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Mar 2027</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Dependent on payment modernisation direction</a:t>
                      </a:r>
                      <a:endParaRPr lang="en-AU" sz="1600" kern="100">
                        <a:effectLst/>
                        <a:latin typeface="Arial" panose="020B0604020202020204" pitchFamily="34" charset="0"/>
                        <a:ea typeface="Aptos" panose="020B0004020202020204" pitchFamily="34" charset="0"/>
                      </a:endParaRPr>
                    </a:p>
                  </a:txBody>
                  <a:tcPr marL="8964" marR="8964" marT="8964" marB="8964" anchor="ctr"/>
                </a:tc>
                <a:extLst>
                  <a:ext uri="{0D108BD9-81ED-4DB2-BD59-A6C34878D82A}">
                    <a16:rowId xmlns:a16="http://schemas.microsoft.com/office/drawing/2014/main" val="195597331"/>
                  </a:ext>
                </a:extLst>
              </a:tr>
              <a:tr h="370357">
                <a:tc>
                  <a:txBody>
                    <a:bodyPr/>
                    <a:lstStyle/>
                    <a:p>
                      <a:pPr>
                        <a:lnSpc>
                          <a:spcPts val="1500"/>
                        </a:lnSpc>
                        <a:spcAft>
                          <a:spcPts val="600"/>
                        </a:spcAft>
                        <a:buNone/>
                      </a:pPr>
                      <a:r>
                        <a:rPr lang="en-AU" sz="1600" kern="100">
                          <a:effectLst/>
                        </a:rPr>
                        <a:t>New Ways to Pay</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Mar 2027</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err="1">
                          <a:effectLst/>
                        </a:rPr>
                        <a:t>BPoint</a:t>
                      </a:r>
                      <a:r>
                        <a:rPr lang="en-AU" sz="1600" kern="100">
                          <a:effectLst/>
                        </a:rPr>
                        <a:t> migration and merchant platform changes</a:t>
                      </a:r>
                      <a:endParaRPr lang="en-AU" sz="1600" kern="100">
                        <a:effectLst/>
                        <a:latin typeface="Arial" panose="020B0604020202020204" pitchFamily="34" charset="0"/>
                        <a:ea typeface="Aptos" panose="020B0004020202020204" pitchFamily="34" charset="0"/>
                      </a:endParaRPr>
                    </a:p>
                  </a:txBody>
                  <a:tcPr marL="8964" marR="8964" marT="8964" marB="8964" anchor="ctr"/>
                </a:tc>
                <a:extLst>
                  <a:ext uri="{0D108BD9-81ED-4DB2-BD59-A6C34878D82A}">
                    <a16:rowId xmlns:a16="http://schemas.microsoft.com/office/drawing/2014/main" val="3420518767"/>
                  </a:ext>
                </a:extLst>
              </a:tr>
              <a:tr h="370357">
                <a:tc>
                  <a:txBody>
                    <a:bodyPr/>
                    <a:lstStyle/>
                    <a:p>
                      <a:pPr>
                        <a:lnSpc>
                          <a:spcPts val="1500"/>
                        </a:lnSpc>
                        <a:spcAft>
                          <a:spcPts val="600"/>
                        </a:spcAft>
                        <a:buNone/>
                      </a:pPr>
                      <a:r>
                        <a:rPr lang="en-AU" sz="1600" kern="100">
                          <a:effectLst/>
                        </a:rPr>
                        <a:t>Modernised NEVDIS Integrations</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Jun 2027</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National dependencies and API/event architecture</a:t>
                      </a:r>
                      <a:endParaRPr lang="en-AU" sz="1600" kern="100">
                        <a:effectLst/>
                        <a:latin typeface="Arial" panose="020B0604020202020204" pitchFamily="34" charset="0"/>
                        <a:ea typeface="Aptos" panose="020B0004020202020204" pitchFamily="34" charset="0"/>
                      </a:endParaRPr>
                    </a:p>
                  </a:txBody>
                  <a:tcPr marL="8964" marR="8964" marT="8964" marB="8964" anchor="ctr"/>
                </a:tc>
                <a:extLst>
                  <a:ext uri="{0D108BD9-81ED-4DB2-BD59-A6C34878D82A}">
                    <a16:rowId xmlns:a16="http://schemas.microsoft.com/office/drawing/2014/main" val="3658480565"/>
                  </a:ext>
                </a:extLst>
              </a:tr>
              <a:tr h="370357">
                <a:tc>
                  <a:txBody>
                    <a:bodyPr/>
                    <a:lstStyle/>
                    <a:p>
                      <a:pPr>
                        <a:lnSpc>
                          <a:spcPts val="1500"/>
                        </a:lnSpc>
                        <a:spcAft>
                          <a:spcPts val="600"/>
                        </a:spcAft>
                        <a:buNone/>
                      </a:pPr>
                      <a:r>
                        <a:rPr lang="en-AU" sz="1600" kern="100">
                          <a:effectLst/>
                        </a:rPr>
                        <a:t>Vehicle Register Modernisation</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Jun 2027</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Dependent on data mastering and future-state architecture</a:t>
                      </a:r>
                      <a:endParaRPr lang="en-AU" sz="1600" kern="100">
                        <a:effectLst/>
                        <a:latin typeface="Arial" panose="020B0604020202020204" pitchFamily="34" charset="0"/>
                        <a:ea typeface="Aptos" panose="020B0004020202020204" pitchFamily="34" charset="0"/>
                      </a:endParaRPr>
                    </a:p>
                  </a:txBody>
                  <a:tcPr marL="8964" marR="8964" marT="8964" marB="8964" anchor="ctr"/>
                </a:tc>
                <a:extLst>
                  <a:ext uri="{0D108BD9-81ED-4DB2-BD59-A6C34878D82A}">
                    <a16:rowId xmlns:a16="http://schemas.microsoft.com/office/drawing/2014/main" val="2790761225"/>
                  </a:ext>
                </a:extLst>
              </a:tr>
              <a:tr h="370357">
                <a:tc>
                  <a:txBody>
                    <a:bodyPr/>
                    <a:lstStyle/>
                    <a:p>
                      <a:pPr>
                        <a:lnSpc>
                          <a:spcPts val="1500"/>
                        </a:lnSpc>
                        <a:spcAft>
                          <a:spcPts val="600"/>
                        </a:spcAft>
                        <a:buNone/>
                      </a:pPr>
                      <a:r>
                        <a:rPr lang="en-AU" sz="1600" kern="100">
                          <a:effectLst/>
                        </a:rPr>
                        <a:t>Fines Modernisation Project (FMP)</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Jun 2027</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Separation of infringement capabilities from TRAILS</a:t>
                      </a:r>
                      <a:endParaRPr lang="en-AU" sz="1600" kern="100">
                        <a:effectLst/>
                        <a:latin typeface="Arial" panose="020B0604020202020204" pitchFamily="34" charset="0"/>
                        <a:ea typeface="Aptos" panose="020B0004020202020204" pitchFamily="34" charset="0"/>
                      </a:endParaRPr>
                    </a:p>
                  </a:txBody>
                  <a:tcPr marL="8964" marR="8964" marT="8964" marB="8964" anchor="ctr"/>
                </a:tc>
                <a:extLst>
                  <a:ext uri="{0D108BD9-81ED-4DB2-BD59-A6C34878D82A}">
                    <a16:rowId xmlns:a16="http://schemas.microsoft.com/office/drawing/2014/main" val="3342684017"/>
                  </a:ext>
                </a:extLst>
              </a:tr>
              <a:tr h="214588">
                <a:tc>
                  <a:txBody>
                    <a:bodyPr/>
                    <a:lstStyle/>
                    <a:p>
                      <a:pPr>
                        <a:lnSpc>
                          <a:spcPts val="1500"/>
                        </a:lnSpc>
                        <a:spcAft>
                          <a:spcPts val="600"/>
                        </a:spcAft>
                        <a:buNone/>
                      </a:pPr>
                      <a:r>
                        <a:rPr lang="en-AU" sz="1600" kern="100">
                          <a:effectLst/>
                        </a:rPr>
                        <a:t>Customer Account Capability</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Jun 2027</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Depends on strategic payment platform decisions</a:t>
                      </a:r>
                      <a:endParaRPr lang="en-AU" sz="1600" kern="100">
                        <a:effectLst/>
                        <a:latin typeface="Arial" panose="020B0604020202020204" pitchFamily="34" charset="0"/>
                        <a:ea typeface="Aptos" panose="020B0004020202020204" pitchFamily="34" charset="0"/>
                      </a:endParaRPr>
                    </a:p>
                  </a:txBody>
                  <a:tcPr marL="8964" marR="8964" marT="8964" marB="8964" anchor="ctr"/>
                </a:tc>
                <a:extLst>
                  <a:ext uri="{0D108BD9-81ED-4DB2-BD59-A6C34878D82A}">
                    <a16:rowId xmlns:a16="http://schemas.microsoft.com/office/drawing/2014/main" val="2971569853"/>
                  </a:ext>
                </a:extLst>
              </a:tr>
              <a:tr h="370357">
                <a:tc>
                  <a:txBody>
                    <a:bodyPr/>
                    <a:lstStyle/>
                    <a:p>
                      <a:pPr>
                        <a:lnSpc>
                          <a:spcPts val="1500"/>
                        </a:lnSpc>
                        <a:spcAft>
                          <a:spcPts val="600"/>
                        </a:spcAft>
                        <a:buNone/>
                      </a:pPr>
                      <a:r>
                        <a:rPr lang="en-AU" sz="1600" kern="100">
                          <a:effectLst/>
                        </a:rPr>
                        <a:t>Pricing Engine / Fee Management</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Sep 2027</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Depends on payment, customer account and fee policy decisions</a:t>
                      </a:r>
                      <a:endParaRPr lang="en-AU" sz="1600" kern="100">
                        <a:effectLst/>
                        <a:latin typeface="Arial" panose="020B0604020202020204" pitchFamily="34" charset="0"/>
                        <a:ea typeface="Aptos" panose="020B0004020202020204" pitchFamily="34" charset="0"/>
                      </a:endParaRPr>
                    </a:p>
                  </a:txBody>
                  <a:tcPr marL="8964" marR="8964" marT="8964" marB="8964" anchor="ctr"/>
                </a:tc>
                <a:extLst>
                  <a:ext uri="{0D108BD9-81ED-4DB2-BD59-A6C34878D82A}">
                    <a16:rowId xmlns:a16="http://schemas.microsoft.com/office/drawing/2014/main" val="2469509119"/>
                  </a:ext>
                </a:extLst>
              </a:tr>
              <a:tr h="370357">
                <a:tc>
                  <a:txBody>
                    <a:bodyPr/>
                    <a:lstStyle/>
                    <a:p>
                      <a:pPr>
                        <a:lnSpc>
                          <a:spcPts val="1500"/>
                        </a:lnSpc>
                        <a:spcAft>
                          <a:spcPts val="600"/>
                        </a:spcAft>
                        <a:buNone/>
                      </a:pPr>
                      <a:r>
                        <a:rPr lang="en-AU" sz="1600" kern="100">
                          <a:effectLst/>
                        </a:rPr>
                        <a:t>Quote Tool PoC</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Sep 2027</a:t>
                      </a:r>
                      <a:endParaRPr lang="en-AU" sz="1600" kern="100">
                        <a:effectLst/>
                        <a:latin typeface="Arial" panose="020B0604020202020204" pitchFamily="34" charset="0"/>
                        <a:ea typeface="Aptos" panose="020B0004020202020204" pitchFamily="34" charset="0"/>
                      </a:endParaRPr>
                    </a:p>
                  </a:txBody>
                  <a:tcPr marL="8964" marR="8964" marT="8964" marB="8964" anchor="ctr"/>
                </a:tc>
                <a:tc>
                  <a:txBody>
                    <a:bodyPr/>
                    <a:lstStyle/>
                    <a:p>
                      <a:pPr>
                        <a:lnSpc>
                          <a:spcPts val="1500"/>
                        </a:lnSpc>
                        <a:spcAft>
                          <a:spcPts val="600"/>
                        </a:spcAft>
                        <a:buNone/>
                      </a:pPr>
                      <a:r>
                        <a:rPr lang="en-AU" sz="1600" kern="100">
                          <a:effectLst/>
                        </a:rPr>
                        <a:t>Depends on pricing and customer account capabilities</a:t>
                      </a:r>
                      <a:endParaRPr lang="en-AU" sz="1600" kern="100">
                        <a:effectLst/>
                        <a:latin typeface="Arial" panose="020B0604020202020204" pitchFamily="34" charset="0"/>
                        <a:ea typeface="Aptos" panose="020B0004020202020204" pitchFamily="34" charset="0"/>
                      </a:endParaRPr>
                    </a:p>
                  </a:txBody>
                  <a:tcPr marL="8964" marR="8964" marT="8964" marB="8964" anchor="ctr"/>
                </a:tc>
                <a:extLst>
                  <a:ext uri="{0D108BD9-81ED-4DB2-BD59-A6C34878D82A}">
                    <a16:rowId xmlns:a16="http://schemas.microsoft.com/office/drawing/2014/main" val="2464750291"/>
                  </a:ext>
                </a:extLst>
              </a:tr>
            </a:tbl>
          </a:graphicData>
        </a:graphic>
      </p:graphicFrame>
    </p:spTree>
    <p:extLst>
      <p:ext uri="{BB962C8B-B14F-4D97-AF65-F5344CB8AC3E}">
        <p14:creationId xmlns:p14="http://schemas.microsoft.com/office/powerpoint/2010/main" val="4040313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9B2FA-49FA-B287-6D8A-90D6284E98C3}"/>
              </a:ext>
            </a:extLst>
          </p:cNvPr>
          <p:cNvSpPr>
            <a:spLocks noGrp="1"/>
          </p:cNvSpPr>
          <p:nvPr>
            <p:ph type="title"/>
          </p:nvPr>
        </p:nvSpPr>
        <p:spPr>
          <a:xfrm>
            <a:off x="838200" y="365125"/>
            <a:ext cx="10515600" cy="685800"/>
          </a:xfrm>
        </p:spPr>
        <p:txBody>
          <a:bodyPr>
            <a:normAutofit fontScale="90000"/>
          </a:bodyPr>
          <a:lstStyle/>
          <a:p>
            <a:r>
              <a:rPr lang="en-AU"/>
              <a:t>Recommended Discovery Waves</a:t>
            </a:r>
          </a:p>
        </p:txBody>
      </p:sp>
      <p:sp>
        <p:nvSpPr>
          <p:cNvPr id="3" name="TextBox 2"/>
          <p:cNvSpPr txBox="1"/>
          <p:nvPr/>
        </p:nvSpPr>
        <p:spPr>
          <a:xfrm>
            <a:off x="841248" y="1170432"/>
            <a:ext cx="10515600" cy="274320"/>
          </a:xfrm>
          <a:prstGeom prst="rect">
            <a:avLst/>
          </a:prstGeom>
          <a:noFill/>
        </p:spPr>
        <p:txBody>
          <a:bodyPr wrap="square" lIns="0" tIns="0" rIns="0" bIns="0" anchor="t">
            <a:noAutofit/>
          </a:bodyPr>
          <a:lstStyle/>
          <a:p>
            <a:pPr algn="l">
              <a:lnSpc>
                <a:spcPct val="100000"/>
              </a:lnSpc>
              <a:spcBef>
                <a:spcPts val="0"/>
              </a:spcBef>
              <a:spcAft>
                <a:spcPts val="0"/>
              </a:spcAft>
            </a:pPr>
            <a:r>
              <a:rPr lang="en-AU" sz="1500" b="0">
                <a:solidFill>
                  <a:srgbClr val="556670"/>
                </a:solidFill>
                <a:latin typeface="Arial"/>
              </a:rPr>
              <a:t>Group discoveries by target completion date</a:t>
            </a:r>
            <a:r>
              <a:rPr sz="1500" b="0">
                <a:solidFill>
                  <a:srgbClr val="556670"/>
                </a:solidFill>
                <a:latin typeface="Arial"/>
              </a:rPr>
              <a:t>, </a:t>
            </a:r>
            <a:r>
              <a:rPr lang="en-AU" sz="1500" b="0">
                <a:solidFill>
                  <a:srgbClr val="556670"/>
                </a:solidFill>
                <a:latin typeface="Arial"/>
              </a:rPr>
              <a:t>from </a:t>
            </a:r>
            <a:r>
              <a:rPr sz="1500" b="0">
                <a:solidFill>
                  <a:srgbClr val="556670"/>
                </a:solidFill>
                <a:latin typeface="Arial"/>
              </a:rPr>
              <a:t>externally </a:t>
            </a:r>
            <a:r>
              <a:rPr lang="en-AU" sz="1500" b="0">
                <a:solidFill>
                  <a:srgbClr val="556670"/>
                </a:solidFill>
                <a:latin typeface="Arial"/>
              </a:rPr>
              <a:t>committed work through</a:t>
            </a:r>
            <a:r>
              <a:rPr sz="1500" b="0">
                <a:solidFill>
                  <a:srgbClr val="556670"/>
                </a:solidFill>
                <a:latin typeface="Arial"/>
              </a:rPr>
              <a:t> dependent capabilities.</a:t>
            </a:r>
          </a:p>
        </p:txBody>
      </p:sp>
      <p:sp>
        <p:nvSpPr>
          <p:cNvPr id="4" name="Rounded Rectangle 3"/>
          <p:cNvSpPr/>
          <p:nvPr/>
        </p:nvSpPr>
        <p:spPr>
          <a:xfrm>
            <a:off x="841248" y="1664208"/>
            <a:ext cx="2487168" cy="4315968"/>
          </a:xfrm>
          <a:prstGeom prst="roundRect">
            <a:avLst/>
          </a:prstGeom>
          <a:solidFill>
            <a:srgbClr val="FFFFFF"/>
          </a:solidFill>
          <a:ln w="12700">
            <a:solidFill>
              <a:srgbClr val="D8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41248" y="1664208"/>
            <a:ext cx="2487168" cy="713232"/>
          </a:xfrm>
          <a:prstGeom prst="rect">
            <a:avLst/>
          </a:prstGeom>
          <a:solidFill>
            <a:srgbClr val="07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41248" y="1664208"/>
            <a:ext cx="82296" cy="713232"/>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773936"/>
            <a:ext cx="914400" cy="256032"/>
          </a:xfrm>
          <a:prstGeom prst="rect">
            <a:avLst/>
          </a:prstGeom>
          <a:noFill/>
        </p:spPr>
        <p:txBody>
          <a:bodyPr wrap="square" lIns="0" tIns="0" rIns="0" bIns="0" anchor="t">
            <a:noAutofit/>
          </a:bodyPr>
          <a:lstStyle/>
          <a:p>
            <a:pPr algn="l">
              <a:lnSpc>
                <a:spcPct val="100000"/>
              </a:lnSpc>
              <a:spcBef>
                <a:spcPts val="0"/>
              </a:spcBef>
              <a:spcAft>
                <a:spcPts val="0"/>
              </a:spcAft>
            </a:pPr>
            <a:r>
              <a:rPr lang="en-AU" sz="1600" b="1">
                <a:solidFill>
                  <a:srgbClr val="FFFFFF"/>
                </a:solidFill>
                <a:latin typeface="Arial"/>
              </a:rPr>
              <a:t>WAVE 1</a:t>
            </a:r>
          </a:p>
        </p:txBody>
      </p:sp>
      <p:sp>
        <p:nvSpPr>
          <p:cNvPr id="8" name="TextBox 7"/>
          <p:cNvSpPr txBox="1"/>
          <p:nvPr/>
        </p:nvSpPr>
        <p:spPr>
          <a:xfrm>
            <a:off x="1883664" y="1810512"/>
            <a:ext cx="1234440" cy="210312"/>
          </a:xfrm>
          <a:prstGeom prst="rect">
            <a:avLst/>
          </a:prstGeom>
          <a:noFill/>
        </p:spPr>
        <p:txBody>
          <a:bodyPr wrap="square" lIns="0" tIns="0" rIns="0" bIns="0" anchor="t">
            <a:noAutofit/>
          </a:bodyPr>
          <a:lstStyle/>
          <a:p>
            <a:pPr algn="r">
              <a:lnSpc>
                <a:spcPct val="100000"/>
              </a:lnSpc>
              <a:spcBef>
                <a:spcPts val="0"/>
              </a:spcBef>
              <a:spcAft>
                <a:spcPts val="0"/>
              </a:spcAft>
            </a:pPr>
            <a:r>
              <a:rPr lang="en-AU" sz="1150" b="1">
                <a:solidFill>
                  <a:srgbClr val="FFFFFF"/>
                </a:solidFill>
                <a:latin typeface="Arial"/>
              </a:rPr>
              <a:t>By Dec 2026</a:t>
            </a:r>
          </a:p>
        </p:txBody>
      </p:sp>
      <p:sp>
        <p:nvSpPr>
          <p:cNvPr id="9" name="TextBox 8"/>
          <p:cNvSpPr txBox="1"/>
          <p:nvPr/>
        </p:nvSpPr>
        <p:spPr>
          <a:xfrm>
            <a:off x="1005840" y="2066543"/>
            <a:ext cx="2139696" cy="182880"/>
          </a:xfrm>
          <a:prstGeom prst="rect">
            <a:avLst/>
          </a:prstGeom>
          <a:noFill/>
        </p:spPr>
        <p:txBody>
          <a:bodyPr wrap="square" lIns="0" tIns="0" rIns="0" bIns="0" anchor="t">
            <a:noAutofit/>
          </a:bodyPr>
          <a:lstStyle/>
          <a:p>
            <a:pPr algn="l">
              <a:lnSpc>
                <a:spcPct val="100000"/>
              </a:lnSpc>
              <a:spcBef>
                <a:spcPts val="0"/>
              </a:spcBef>
              <a:spcAft>
                <a:spcPts val="0"/>
              </a:spcAft>
            </a:pPr>
            <a:r>
              <a:rPr lang="en-AU" sz="950" b="1">
                <a:solidFill>
                  <a:srgbClr val="FFFFFF"/>
                </a:solidFill>
                <a:latin typeface="Arial"/>
              </a:rPr>
              <a:t>COMMITMENTS &amp; RISK</a:t>
            </a:r>
          </a:p>
        </p:txBody>
      </p:sp>
      <p:sp>
        <p:nvSpPr>
          <p:cNvPr id="10" name="TextBox 9"/>
          <p:cNvSpPr txBox="1"/>
          <p:nvPr/>
        </p:nvSpPr>
        <p:spPr>
          <a:xfrm>
            <a:off x="1005840" y="2542032"/>
            <a:ext cx="2157984" cy="3218688"/>
          </a:xfrm>
          <a:prstGeom prst="rect">
            <a:avLst/>
          </a:prstGeom>
          <a:noFill/>
        </p:spPr>
        <p:txBody>
          <a:bodyPr wrap="square" lIns="0" tIns="0" rIns="0" bIns="0">
            <a:noAutofit/>
          </a:bodyPr>
          <a:lstStyle/>
          <a:p>
            <a:pPr algn="l">
              <a:lnSpc>
                <a:spcPct val="86000"/>
              </a:lnSpc>
              <a:spcBef>
                <a:spcPts val="0"/>
              </a:spcBef>
              <a:spcAft>
                <a:spcPts val="700"/>
              </a:spcAft>
            </a:pPr>
            <a:r>
              <a:rPr sz="1400" b="1">
                <a:solidFill>
                  <a:srgbClr val="073B66"/>
                </a:solidFill>
                <a:latin typeface="Arial"/>
              </a:rPr>
              <a:t>• QRO IAP / IIPS</a:t>
            </a:r>
            <a:r>
              <a:rPr lang="en-AU" sz="1400" b="1">
                <a:solidFill>
                  <a:srgbClr val="073B66"/>
                </a:solidFill>
                <a:latin typeface="Arial"/>
              </a:rPr>
              <a:t> Modernisation</a:t>
            </a:r>
            <a:r>
              <a:rPr lang="en-AU" sz="1400" b="0">
                <a:solidFill>
                  <a:srgbClr val="556670"/>
                </a:solidFill>
                <a:latin typeface="Arial"/>
              </a:rPr>
              <a:t>
  </a:t>
            </a:r>
            <a:r>
              <a:rPr lang="en-AU" sz="1100" b="0">
                <a:solidFill>
                  <a:srgbClr val="556670"/>
                </a:solidFill>
                <a:latin typeface="Arial"/>
              </a:rPr>
              <a:t>Technology risk and decommissioning</a:t>
            </a:r>
          </a:p>
          <a:p>
            <a:pPr algn="l">
              <a:lnSpc>
                <a:spcPct val="86000"/>
              </a:lnSpc>
              <a:spcBef>
                <a:spcPts val="0"/>
              </a:spcBef>
              <a:spcAft>
                <a:spcPts val="700"/>
              </a:spcAft>
            </a:pPr>
            <a:r>
              <a:rPr lang="en-AU" sz="1400" b="1">
                <a:solidFill>
                  <a:srgbClr val="073B66"/>
                </a:solidFill>
                <a:latin typeface="Arial"/>
              </a:rPr>
              <a:t>• </a:t>
            </a:r>
            <a:r>
              <a:rPr lang="en-AU" sz="1400" b="1" err="1">
                <a:solidFill>
                  <a:srgbClr val="073B66"/>
                </a:solidFill>
                <a:latin typeface="Arial"/>
              </a:rPr>
              <a:t>Chequexit</a:t>
            </a:r>
            <a:r>
              <a:rPr lang="en-AU" sz="1400" b="1">
                <a:solidFill>
                  <a:srgbClr val="073B66"/>
                </a:solidFill>
                <a:latin typeface="Arial"/>
              </a:rPr>
              <a:t> / </a:t>
            </a:r>
            <a:r>
              <a:rPr lang="en-AU" sz="1400" b="1" err="1">
                <a:solidFill>
                  <a:srgbClr val="073B66"/>
                </a:solidFill>
                <a:latin typeface="Arial"/>
              </a:rPr>
              <a:t>WoG</a:t>
            </a:r>
            <a:r>
              <a:rPr lang="en-AU" sz="1400" b="1">
                <a:solidFill>
                  <a:srgbClr val="073B66"/>
                </a:solidFill>
                <a:latin typeface="Arial"/>
              </a:rPr>
              <a:t> Payments</a:t>
            </a:r>
            <a:r>
              <a:rPr lang="en-AU" sz="1400" b="0">
                <a:solidFill>
                  <a:srgbClr val="556670"/>
                </a:solidFill>
                <a:latin typeface="Arial"/>
              </a:rPr>
              <a:t>
  </a:t>
            </a:r>
            <a:r>
              <a:rPr lang="en-AU" sz="1100" b="0">
                <a:solidFill>
                  <a:srgbClr val="556670"/>
                </a:solidFill>
                <a:latin typeface="Arial"/>
              </a:rPr>
              <a:t>Government cheque-retirement mandate</a:t>
            </a:r>
          </a:p>
          <a:p>
            <a:pPr algn="l">
              <a:lnSpc>
                <a:spcPct val="86000"/>
              </a:lnSpc>
              <a:spcBef>
                <a:spcPts val="0"/>
              </a:spcBef>
              <a:spcAft>
                <a:spcPts val="700"/>
              </a:spcAft>
            </a:pPr>
            <a:r>
              <a:rPr sz="1400" b="1">
                <a:solidFill>
                  <a:srgbClr val="073B66"/>
                </a:solidFill>
                <a:latin typeface="Arial"/>
              </a:rPr>
              <a:t>• NHVR Access </a:t>
            </a:r>
            <a:r>
              <a:rPr lang="en-AU" sz="1400" b="1">
                <a:solidFill>
                  <a:srgbClr val="073B66"/>
                </a:solidFill>
                <a:latin typeface="Arial"/>
              </a:rPr>
              <a:t>Strategy</a:t>
            </a:r>
            <a:r>
              <a:rPr lang="en-AU" sz="1400" b="0">
                <a:solidFill>
                  <a:srgbClr val="556670"/>
                </a:solidFill>
                <a:latin typeface="Arial"/>
              </a:rPr>
              <a:t>
  </a:t>
            </a:r>
            <a:r>
              <a:rPr lang="en-AU" sz="1100" b="0">
                <a:solidFill>
                  <a:srgbClr val="556670"/>
                </a:solidFill>
                <a:latin typeface="Arial"/>
              </a:rPr>
              <a:t>MoU obligation and stakeholder demand</a:t>
            </a:r>
            <a:endParaRPr lang="en-AU" sz="1400" b="0">
              <a:solidFill>
                <a:srgbClr val="556670"/>
              </a:solidFill>
              <a:latin typeface="Arial"/>
            </a:endParaRPr>
          </a:p>
        </p:txBody>
      </p:sp>
      <p:sp>
        <p:nvSpPr>
          <p:cNvPr id="11" name="Rounded Rectangle 10"/>
          <p:cNvSpPr/>
          <p:nvPr/>
        </p:nvSpPr>
        <p:spPr>
          <a:xfrm>
            <a:off x="3483864" y="1664208"/>
            <a:ext cx="2487168" cy="4315968"/>
          </a:xfrm>
          <a:prstGeom prst="roundRect">
            <a:avLst/>
          </a:prstGeom>
          <a:solidFill>
            <a:srgbClr val="FFFFFF"/>
          </a:solidFill>
          <a:ln w="12700">
            <a:solidFill>
              <a:srgbClr val="D8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483864" y="1664208"/>
            <a:ext cx="2487168" cy="713232"/>
          </a:xfrm>
          <a:prstGeom prst="rect">
            <a:avLst/>
          </a:prstGeom>
          <a:solidFill>
            <a:srgbClr val="7FE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48456" y="1773936"/>
            <a:ext cx="914400" cy="256032"/>
          </a:xfrm>
          <a:prstGeom prst="rect">
            <a:avLst/>
          </a:prstGeom>
          <a:noFill/>
        </p:spPr>
        <p:txBody>
          <a:bodyPr wrap="square" lIns="0" tIns="0" rIns="0" bIns="0" anchor="t">
            <a:noAutofit/>
          </a:bodyPr>
          <a:lstStyle/>
          <a:p>
            <a:pPr algn="l">
              <a:lnSpc>
                <a:spcPct val="100000"/>
              </a:lnSpc>
              <a:spcBef>
                <a:spcPts val="0"/>
              </a:spcBef>
              <a:spcAft>
                <a:spcPts val="0"/>
              </a:spcAft>
            </a:pPr>
            <a:r>
              <a:rPr lang="en-AU" sz="1600" b="1">
                <a:solidFill>
                  <a:srgbClr val="073B66"/>
                </a:solidFill>
                <a:latin typeface="Arial"/>
              </a:rPr>
              <a:t>WAVE 2</a:t>
            </a:r>
          </a:p>
        </p:txBody>
      </p:sp>
      <p:sp>
        <p:nvSpPr>
          <p:cNvPr id="14" name="TextBox 13"/>
          <p:cNvSpPr txBox="1"/>
          <p:nvPr/>
        </p:nvSpPr>
        <p:spPr>
          <a:xfrm>
            <a:off x="4526280" y="1810512"/>
            <a:ext cx="1234440" cy="210312"/>
          </a:xfrm>
          <a:prstGeom prst="rect">
            <a:avLst/>
          </a:prstGeom>
          <a:noFill/>
        </p:spPr>
        <p:txBody>
          <a:bodyPr wrap="square" lIns="0" tIns="0" rIns="0" bIns="0" anchor="t">
            <a:noAutofit/>
          </a:bodyPr>
          <a:lstStyle/>
          <a:p>
            <a:pPr algn="r">
              <a:lnSpc>
                <a:spcPct val="100000"/>
              </a:lnSpc>
              <a:spcBef>
                <a:spcPts val="0"/>
              </a:spcBef>
              <a:spcAft>
                <a:spcPts val="0"/>
              </a:spcAft>
            </a:pPr>
            <a:r>
              <a:rPr lang="en-AU" sz="1150" b="1">
                <a:solidFill>
                  <a:srgbClr val="073B66"/>
                </a:solidFill>
                <a:latin typeface="Arial"/>
              </a:rPr>
              <a:t>By Mar 2027</a:t>
            </a:r>
          </a:p>
        </p:txBody>
      </p:sp>
      <p:sp>
        <p:nvSpPr>
          <p:cNvPr id="15" name="TextBox 14"/>
          <p:cNvSpPr txBox="1"/>
          <p:nvPr/>
        </p:nvSpPr>
        <p:spPr>
          <a:xfrm>
            <a:off x="3648456" y="2066543"/>
            <a:ext cx="2139696" cy="182880"/>
          </a:xfrm>
          <a:prstGeom prst="rect">
            <a:avLst/>
          </a:prstGeom>
          <a:noFill/>
        </p:spPr>
        <p:txBody>
          <a:bodyPr wrap="square" lIns="0" tIns="0" rIns="0" bIns="0" anchor="t">
            <a:noAutofit/>
          </a:bodyPr>
          <a:lstStyle/>
          <a:p>
            <a:pPr algn="l">
              <a:lnSpc>
                <a:spcPct val="100000"/>
              </a:lnSpc>
              <a:spcBef>
                <a:spcPts val="0"/>
              </a:spcBef>
              <a:spcAft>
                <a:spcPts val="0"/>
              </a:spcAft>
            </a:pPr>
            <a:r>
              <a:rPr lang="en-AU" sz="950" b="1">
                <a:solidFill>
                  <a:srgbClr val="073B66"/>
                </a:solidFill>
                <a:latin typeface="Arial"/>
              </a:rPr>
              <a:t>SERVICE FOUNDATIONS</a:t>
            </a:r>
          </a:p>
        </p:txBody>
      </p:sp>
      <p:sp>
        <p:nvSpPr>
          <p:cNvPr id="16" name="TextBox 15"/>
          <p:cNvSpPr txBox="1"/>
          <p:nvPr/>
        </p:nvSpPr>
        <p:spPr>
          <a:xfrm>
            <a:off x="3648456" y="2542032"/>
            <a:ext cx="2157984" cy="3218688"/>
          </a:xfrm>
          <a:prstGeom prst="rect">
            <a:avLst/>
          </a:prstGeom>
          <a:noFill/>
        </p:spPr>
        <p:txBody>
          <a:bodyPr wrap="square" lIns="0" tIns="0" rIns="0" bIns="0">
            <a:noAutofit/>
          </a:bodyPr>
          <a:lstStyle/>
          <a:p>
            <a:pPr algn="l">
              <a:lnSpc>
                <a:spcPct val="86000"/>
              </a:lnSpc>
              <a:spcBef>
                <a:spcPts val="0"/>
              </a:spcBef>
              <a:spcAft>
                <a:spcPts val="200"/>
              </a:spcAft>
            </a:pPr>
            <a:r>
              <a:rPr lang="en-AU" sz="1400" b="1">
                <a:solidFill>
                  <a:srgbClr val="073B66"/>
                </a:solidFill>
                <a:latin typeface="Arial"/>
              </a:rPr>
              <a:t>• NDLFRS</a:t>
            </a:r>
            <a:r>
              <a:rPr lang="en-AU" sz="1400" b="0">
                <a:solidFill>
                  <a:srgbClr val="556670"/>
                </a:solidFill>
                <a:latin typeface="Arial"/>
              </a:rPr>
              <a:t>
  </a:t>
            </a:r>
            <a:r>
              <a:rPr lang="en-AU" sz="1100" b="0">
                <a:solidFill>
                  <a:srgbClr val="556670"/>
                </a:solidFill>
                <a:latin typeface="Arial"/>
              </a:rPr>
              <a:t>Participation decision</a:t>
            </a:r>
          </a:p>
          <a:p>
            <a:pPr algn="l">
              <a:lnSpc>
                <a:spcPct val="86000"/>
              </a:lnSpc>
              <a:spcBef>
                <a:spcPts val="0"/>
              </a:spcBef>
              <a:spcAft>
                <a:spcPts val="200"/>
              </a:spcAft>
            </a:pPr>
            <a:r>
              <a:rPr sz="1400" b="1">
                <a:solidFill>
                  <a:srgbClr val="073B66"/>
                </a:solidFill>
                <a:latin typeface="Arial"/>
              </a:rPr>
              <a:t>• Business Portal</a:t>
            </a:r>
            <a:r>
              <a:rPr lang="en-AU" sz="1400" b="0">
                <a:solidFill>
                  <a:srgbClr val="556670"/>
                </a:solidFill>
                <a:latin typeface="Arial"/>
              </a:rPr>
              <a:t>
  </a:t>
            </a:r>
            <a:r>
              <a:rPr lang="en-AU" sz="1100" b="0">
                <a:solidFill>
                  <a:srgbClr val="556670"/>
                </a:solidFill>
                <a:latin typeface="Arial"/>
              </a:rPr>
              <a:t>Identity and service scope</a:t>
            </a:r>
          </a:p>
          <a:p>
            <a:pPr algn="l">
              <a:lnSpc>
                <a:spcPct val="86000"/>
              </a:lnSpc>
              <a:spcBef>
                <a:spcPts val="0"/>
              </a:spcBef>
              <a:spcAft>
                <a:spcPts val="200"/>
              </a:spcAft>
            </a:pPr>
            <a:r>
              <a:rPr sz="1400" b="1">
                <a:solidFill>
                  <a:srgbClr val="073B66"/>
                </a:solidFill>
                <a:latin typeface="Arial"/>
              </a:rPr>
              <a:t>• Data Governance</a:t>
            </a:r>
            <a:r>
              <a:rPr lang="en-AU" sz="1400" b="0">
                <a:solidFill>
                  <a:srgbClr val="556670"/>
                </a:solidFill>
                <a:latin typeface="Arial"/>
              </a:rPr>
              <a:t>
  </a:t>
            </a:r>
            <a:r>
              <a:rPr lang="en-AU" sz="1100" b="0">
                <a:solidFill>
                  <a:srgbClr val="556670"/>
                </a:solidFill>
                <a:latin typeface="Arial"/>
              </a:rPr>
              <a:t>Enables APIs and sharing</a:t>
            </a:r>
          </a:p>
          <a:p>
            <a:pPr algn="l">
              <a:lnSpc>
                <a:spcPct val="86000"/>
              </a:lnSpc>
              <a:spcBef>
                <a:spcPts val="0"/>
              </a:spcBef>
              <a:spcAft>
                <a:spcPts val="200"/>
              </a:spcAft>
            </a:pPr>
            <a:r>
              <a:rPr lang="en-AU" sz="1400" b="1">
                <a:solidFill>
                  <a:srgbClr val="073B66"/>
                </a:solidFill>
                <a:latin typeface="Arial"/>
              </a:rPr>
              <a:t>• Rego Enquiry</a:t>
            </a:r>
            <a:r>
              <a:rPr lang="en-AU" sz="1400" b="0">
                <a:solidFill>
                  <a:srgbClr val="556670"/>
                </a:solidFill>
                <a:latin typeface="Arial"/>
              </a:rPr>
              <a:t>
  </a:t>
            </a:r>
            <a:r>
              <a:rPr lang="en-AU" sz="1100" b="0">
                <a:solidFill>
                  <a:srgbClr val="556670"/>
                </a:solidFill>
                <a:latin typeface="Arial"/>
              </a:rPr>
              <a:t>Legacy reduction roadmap</a:t>
            </a:r>
          </a:p>
          <a:p>
            <a:pPr algn="l">
              <a:lnSpc>
                <a:spcPct val="86000"/>
              </a:lnSpc>
              <a:spcBef>
                <a:spcPts val="0"/>
              </a:spcBef>
              <a:spcAft>
                <a:spcPts val="200"/>
              </a:spcAft>
            </a:pPr>
            <a:r>
              <a:rPr lang="en-AU" sz="1400" b="1">
                <a:solidFill>
                  <a:srgbClr val="073B66"/>
                </a:solidFill>
                <a:latin typeface="Arial"/>
              </a:rPr>
              <a:t>• Customer Refunds</a:t>
            </a:r>
            <a:r>
              <a:rPr lang="en-AU" sz="1400" b="0">
                <a:solidFill>
                  <a:srgbClr val="556670"/>
                </a:solidFill>
                <a:latin typeface="Arial"/>
              </a:rPr>
              <a:t>
  </a:t>
            </a:r>
            <a:r>
              <a:rPr lang="en-AU" sz="1100" b="0">
                <a:solidFill>
                  <a:srgbClr val="556670"/>
                </a:solidFill>
                <a:latin typeface="Arial"/>
              </a:rPr>
              <a:t>Payment direction</a:t>
            </a:r>
          </a:p>
          <a:p>
            <a:pPr algn="l">
              <a:lnSpc>
                <a:spcPct val="86000"/>
              </a:lnSpc>
              <a:spcBef>
                <a:spcPts val="0"/>
              </a:spcBef>
              <a:spcAft>
                <a:spcPts val="200"/>
              </a:spcAft>
            </a:pPr>
            <a:r>
              <a:rPr sz="1400" b="1">
                <a:solidFill>
                  <a:srgbClr val="073B66"/>
                </a:solidFill>
                <a:latin typeface="Arial"/>
              </a:rPr>
              <a:t>• </a:t>
            </a:r>
            <a:r>
              <a:rPr lang="en-AU" sz="1400" b="1">
                <a:solidFill>
                  <a:srgbClr val="073B66"/>
                </a:solidFill>
                <a:latin typeface="Arial"/>
              </a:rPr>
              <a:t>New Ways to Pay</a:t>
            </a:r>
            <a:r>
              <a:rPr lang="en-AU" sz="1400" b="0">
                <a:solidFill>
                  <a:srgbClr val="556670"/>
                </a:solidFill>
                <a:latin typeface="Arial"/>
              </a:rPr>
              <a:t>
  </a:t>
            </a:r>
            <a:r>
              <a:rPr lang="en-AU" sz="1100" b="0" err="1">
                <a:solidFill>
                  <a:srgbClr val="556670"/>
                </a:solidFill>
                <a:latin typeface="Arial"/>
              </a:rPr>
              <a:t>BPoint</a:t>
            </a:r>
            <a:r>
              <a:rPr lang="en-AU" sz="1100" b="0">
                <a:solidFill>
                  <a:srgbClr val="556670"/>
                </a:solidFill>
                <a:latin typeface="Arial"/>
              </a:rPr>
              <a:t> migration</a:t>
            </a:r>
            <a:endParaRPr lang="en-AU" sz="1400" b="0">
              <a:solidFill>
                <a:srgbClr val="556670"/>
              </a:solidFill>
              <a:latin typeface="Arial"/>
            </a:endParaRPr>
          </a:p>
        </p:txBody>
      </p:sp>
      <p:sp>
        <p:nvSpPr>
          <p:cNvPr id="17" name="Rounded Rectangle 16"/>
          <p:cNvSpPr/>
          <p:nvPr/>
        </p:nvSpPr>
        <p:spPr>
          <a:xfrm>
            <a:off x="6126480" y="1664208"/>
            <a:ext cx="2487168" cy="4315968"/>
          </a:xfrm>
          <a:prstGeom prst="roundRect">
            <a:avLst/>
          </a:prstGeom>
          <a:solidFill>
            <a:srgbClr val="FFFFFF"/>
          </a:solidFill>
          <a:ln w="12700">
            <a:solidFill>
              <a:srgbClr val="D8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26480" y="1664208"/>
            <a:ext cx="2487168" cy="713232"/>
          </a:xfrm>
          <a:prstGeom prst="rect">
            <a:avLst/>
          </a:prstGeom>
          <a:solidFill>
            <a:srgbClr val="F3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26480" y="1664208"/>
            <a:ext cx="82296" cy="713232"/>
          </a:xfrm>
          <a:prstGeom prst="rect">
            <a:avLst/>
          </a:prstGeom>
          <a:solidFill>
            <a:srgbClr val="07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91072" y="1773936"/>
            <a:ext cx="914400" cy="256032"/>
          </a:xfrm>
          <a:prstGeom prst="rect">
            <a:avLst/>
          </a:prstGeom>
          <a:noFill/>
        </p:spPr>
        <p:txBody>
          <a:bodyPr wrap="square" lIns="0" tIns="0" rIns="0" bIns="0" anchor="t">
            <a:noAutofit/>
          </a:bodyPr>
          <a:lstStyle/>
          <a:p>
            <a:pPr algn="l">
              <a:lnSpc>
                <a:spcPct val="100000"/>
              </a:lnSpc>
              <a:spcBef>
                <a:spcPts val="0"/>
              </a:spcBef>
              <a:spcAft>
                <a:spcPts val="0"/>
              </a:spcAft>
            </a:pPr>
            <a:r>
              <a:rPr lang="en-AU" sz="1600" b="1">
                <a:solidFill>
                  <a:srgbClr val="073B66"/>
                </a:solidFill>
                <a:latin typeface="Arial"/>
              </a:rPr>
              <a:t>WAVE 3</a:t>
            </a:r>
          </a:p>
        </p:txBody>
      </p:sp>
      <p:sp>
        <p:nvSpPr>
          <p:cNvPr id="21" name="TextBox 20"/>
          <p:cNvSpPr txBox="1"/>
          <p:nvPr/>
        </p:nvSpPr>
        <p:spPr>
          <a:xfrm>
            <a:off x="7168896" y="1810512"/>
            <a:ext cx="1234440" cy="210312"/>
          </a:xfrm>
          <a:prstGeom prst="rect">
            <a:avLst/>
          </a:prstGeom>
          <a:noFill/>
        </p:spPr>
        <p:txBody>
          <a:bodyPr wrap="square" lIns="0" tIns="0" rIns="0" bIns="0" anchor="t">
            <a:noAutofit/>
          </a:bodyPr>
          <a:lstStyle/>
          <a:p>
            <a:pPr algn="r">
              <a:lnSpc>
                <a:spcPct val="100000"/>
              </a:lnSpc>
              <a:spcBef>
                <a:spcPts val="0"/>
              </a:spcBef>
              <a:spcAft>
                <a:spcPts val="0"/>
              </a:spcAft>
            </a:pPr>
            <a:r>
              <a:rPr lang="en-AU" sz="1150" b="1">
                <a:solidFill>
                  <a:srgbClr val="073B66"/>
                </a:solidFill>
                <a:latin typeface="Arial"/>
              </a:rPr>
              <a:t>By Jun 2027</a:t>
            </a:r>
          </a:p>
        </p:txBody>
      </p:sp>
      <p:sp>
        <p:nvSpPr>
          <p:cNvPr id="22" name="TextBox 21"/>
          <p:cNvSpPr txBox="1"/>
          <p:nvPr/>
        </p:nvSpPr>
        <p:spPr>
          <a:xfrm>
            <a:off x="6291072" y="2066543"/>
            <a:ext cx="2139696" cy="182880"/>
          </a:xfrm>
          <a:prstGeom prst="rect">
            <a:avLst/>
          </a:prstGeom>
          <a:noFill/>
        </p:spPr>
        <p:txBody>
          <a:bodyPr wrap="square" lIns="0" tIns="0" rIns="0" bIns="0" anchor="t">
            <a:noAutofit/>
          </a:bodyPr>
          <a:lstStyle/>
          <a:p>
            <a:pPr algn="l">
              <a:lnSpc>
                <a:spcPct val="100000"/>
              </a:lnSpc>
              <a:spcBef>
                <a:spcPts val="0"/>
              </a:spcBef>
              <a:spcAft>
                <a:spcPts val="0"/>
              </a:spcAft>
            </a:pPr>
            <a:r>
              <a:rPr lang="en-AU" sz="950" b="1">
                <a:solidFill>
                  <a:srgbClr val="073B66"/>
                </a:solidFill>
                <a:latin typeface="Arial"/>
              </a:rPr>
              <a:t>CORE ARCHITECTURE</a:t>
            </a:r>
          </a:p>
        </p:txBody>
      </p:sp>
      <p:sp>
        <p:nvSpPr>
          <p:cNvPr id="23" name="TextBox 22"/>
          <p:cNvSpPr txBox="1"/>
          <p:nvPr/>
        </p:nvSpPr>
        <p:spPr>
          <a:xfrm>
            <a:off x="6291072" y="2542032"/>
            <a:ext cx="2157984" cy="3218688"/>
          </a:xfrm>
          <a:prstGeom prst="rect">
            <a:avLst/>
          </a:prstGeom>
          <a:noFill/>
        </p:spPr>
        <p:txBody>
          <a:bodyPr wrap="square" lIns="0" tIns="0" rIns="0" bIns="0">
            <a:noAutofit/>
          </a:bodyPr>
          <a:lstStyle/>
          <a:p>
            <a:pPr algn="l">
              <a:lnSpc>
                <a:spcPct val="86000"/>
              </a:lnSpc>
              <a:spcBef>
                <a:spcPts val="0"/>
              </a:spcBef>
              <a:spcAft>
                <a:spcPts val="700"/>
              </a:spcAft>
            </a:pPr>
            <a:r>
              <a:rPr sz="1400" b="1">
                <a:solidFill>
                  <a:srgbClr val="073B66"/>
                </a:solidFill>
                <a:latin typeface="Arial"/>
              </a:rPr>
              <a:t>• </a:t>
            </a:r>
            <a:r>
              <a:rPr lang="en-AU" sz="1400" b="1">
                <a:solidFill>
                  <a:srgbClr val="073B66"/>
                </a:solidFill>
                <a:latin typeface="Arial"/>
              </a:rPr>
              <a:t>Modernised NEVDIS</a:t>
            </a:r>
            <a:r>
              <a:rPr lang="en-AU" sz="1400" b="0">
                <a:solidFill>
                  <a:srgbClr val="556670"/>
                </a:solidFill>
                <a:latin typeface="Arial"/>
              </a:rPr>
              <a:t>
  </a:t>
            </a:r>
            <a:r>
              <a:rPr lang="en-AU" sz="1100" b="0">
                <a:solidFill>
                  <a:srgbClr val="556670"/>
                </a:solidFill>
                <a:latin typeface="Arial"/>
              </a:rPr>
              <a:t>National API and event architecture</a:t>
            </a:r>
          </a:p>
          <a:p>
            <a:pPr algn="l">
              <a:lnSpc>
                <a:spcPct val="86000"/>
              </a:lnSpc>
              <a:spcBef>
                <a:spcPts val="0"/>
              </a:spcBef>
              <a:spcAft>
                <a:spcPts val="700"/>
              </a:spcAft>
            </a:pPr>
            <a:r>
              <a:rPr sz="1400" b="1">
                <a:solidFill>
                  <a:srgbClr val="073B66"/>
                </a:solidFill>
                <a:latin typeface="Arial"/>
              </a:rPr>
              <a:t>• </a:t>
            </a:r>
            <a:r>
              <a:rPr lang="en-AU" sz="1400" b="1">
                <a:solidFill>
                  <a:srgbClr val="073B66"/>
                </a:solidFill>
                <a:latin typeface="Arial"/>
              </a:rPr>
              <a:t>Vehicle Register</a:t>
            </a:r>
            <a:r>
              <a:rPr lang="en-AU" sz="1400" b="0">
                <a:solidFill>
                  <a:srgbClr val="556670"/>
                </a:solidFill>
                <a:latin typeface="Arial"/>
              </a:rPr>
              <a:t>
  </a:t>
            </a:r>
            <a:r>
              <a:rPr lang="en-AU" sz="1100" b="0">
                <a:solidFill>
                  <a:srgbClr val="556670"/>
                </a:solidFill>
                <a:latin typeface="Arial"/>
              </a:rPr>
              <a:t>Data mastering dependency</a:t>
            </a:r>
          </a:p>
          <a:p>
            <a:pPr algn="l">
              <a:lnSpc>
                <a:spcPct val="86000"/>
              </a:lnSpc>
              <a:spcBef>
                <a:spcPts val="0"/>
              </a:spcBef>
              <a:spcAft>
                <a:spcPts val="700"/>
              </a:spcAft>
            </a:pPr>
            <a:r>
              <a:rPr sz="1400" b="1">
                <a:solidFill>
                  <a:srgbClr val="073B66"/>
                </a:solidFill>
                <a:latin typeface="Arial"/>
              </a:rPr>
              <a:t>• </a:t>
            </a:r>
            <a:r>
              <a:rPr lang="en-AU" sz="1400" b="1">
                <a:solidFill>
                  <a:srgbClr val="073B66"/>
                </a:solidFill>
                <a:latin typeface="Arial"/>
              </a:rPr>
              <a:t>Fines Modernisation Project</a:t>
            </a:r>
            <a:r>
              <a:rPr lang="en-AU" sz="1400" b="0">
                <a:solidFill>
                  <a:srgbClr val="556670"/>
                </a:solidFill>
                <a:latin typeface="Arial"/>
              </a:rPr>
              <a:t>
  </a:t>
            </a:r>
            <a:r>
              <a:rPr lang="en-AU" sz="1100" b="0">
                <a:solidFill>
                  <a:srgbClr val="556670"/>
                </a:solidFill>
                <a:latin typeface="Arial"/>
              </a:rPr>
              <a:t>Separates infringements from TRAILS</a:t>
            </a:r>
          </a:p>
          <a:p>
            <a:pPr algn="l">
              <a:lnSpc>
                <a:spcPct val="86000"/>
              </a:lnSpc>
              <a:spcBef>
                <a:spcPts val="0"/>
              </a:spcBef>
              <a:spcAft>
                <a:spcPts val="700"/>
              </a:spcAft>
            </a:pPr>
            <a:r>
              <a:rPr sz="1400" b="1">
                <a:solidFill>
                  <a:srgbClr val="073B66"/>
                </a:solidFill>
                <a:latin typeface="Arial"/>
              </a:rPr>
              <a:t>• </a:t>
            </a:r>
            <a:r>
              <a:rPr lang="en-AU" sz="1400" b="1">
                <a:solidFill>
                  <a:srgbClr val="073B66"/>
                </a:solidFill>
                <a:latin typeface="Arial"/>
              </a:rPr>
              <a:t>Customer Account</a:t>
            </a:r>
            <a:r>
              <a:rPr lang="en-AU" sz="1400" b="0">
                <a:solidFill>
                  <a:srgbClr val="556670"/>
                </a:solidFill>
                <a:latin typeface="Arial"/>
              </a:rPr>
              <a:t>
  </a:t>
            </a:r>
            <a:r>
              <a:rPr lang="en-AU" sz="1100" b="0">
                <a:solidFill>
                  <a:srgbClr val="556670"/>
                </a:solidFill>
                <a:latin typeface="Arial"/>
              </a:rPr>
              <a:t>Depends on payment platform</a:t>
            </a:r>
            <a:endParaRPr lang="en-AU" sz="1400" b="0">
              <a:solidFill>
                <a:srgbClr val="556670"/>
              </a:solidFill>
              <a:latin typeface="Arial"/>
            </a:endParaRPr>
          </a:p>
        </p:txBody>
      </p:sp>
      <p:sp>
        <p:nvSpPr>
          <p:cNvPr id="24" name="Rounded Rectangle 23"/>
          <p:cNvSpPr/>
          <p:nvPr/>
        </p:nvSpPr>
        <p:spPr>
          <a:xfrm>
            <a:off x="841248" y="6144768"/>
            <a:ext cx="10524744" cy="429768"/>
          </a:xfrm>
          <a:prstGeom prst="round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51560" y="6217920"/>
            <a:ext cx="10076688" cy="228600"/>
          </a:xfrm>
          <a:prstGeom prst="rect">
            <a:avLst/>
          </a:prstGeom>
          <a:noFill/>
        </p:spPr>
        <p:txBody>
          <a:bodyPr wrap="square" lIns="0" tIns="0" rIns="0" bIns="0" anchor="t">
            <a:noAutofit/>
          </a:bodyPr>
          <a:lstStyle/>
          <a:p>
            <a:pPr algn="ctr">
              <a:lnSpc>
                <a:spcPct val="100000"/>
              </a:lnSpc>
              <a:spcBef>
                <a:spcPts val="0"/>
              </a:spcBef>
              <a:spcAft>
                <a:spcPts val="0"/>
              </a:spcAft>
            </a:pPr>
            <a:r>
              <a:rPr sz="1400" b="1">
                <a:solidFill>
                  <a:srgbClr val="073B66"/>
                </a:solidFill>
                <a:latin typeface="Arial"/>
              </a:rPr>
              <a:t>Decision point: </a:t>
            </a:r>
            <a:r>
              <a:rPr lang="en-AU" sz="1400" b="1">
                <a:solidFill>
                  <a:srgbClr val="073B66"/>
                </a:solidFill>
                <a:latin typeface="Arial"/>
              </a:rPr>
              <a:t>approve Wave 1 </a:t>
            </a:r>
            <a:r>
              <a:rPr sz="1400" b="1">
                <a:solidFill>
                  <a:srgbClr val="073B66"/>
                </a:solidFill>
                <a:latin typeface="Arial"/>
              </a:rPr>
              <a:t>funding </a:t>
            </a:r>
            <a:r>
              <a:rPr lang="en-AU" sz="1400" b="1">
                <a:solidFill>
                  <a:srgbClr val="073B66"/>
                </a:solidFill>
                <a:latin typeface="Arial"/>
              </a:rPr>
              <a:t>now </a:t>
            </a:r>
            <a:r>
              <a:rPr sz="1400" b="1">
                <a:solidFill>
                  <a:srgbClr val="073B66"/>
                </a:solidFill>
                <a:latin typeface="Arial"/>
              </a:rPr>
              <a:t>and </a:t>
            </a:r>
            <a:r>
              <a:rPr lang="en-AU" sz="1400" b="1">
                <a:solidFill>
                  <a:srgbClr val="073B66"/>
                </a:solidFill>
                <a:latin typeface="Arial"/>
              </a:rPr>
              <a:t>confirm Wave 2 </a:t>
            </a:r>
            <a:r>
              <a:rPr sz="1400" b="1">
                <a:solidFill>
                  <a:srgbClr val="073B66"/>
                </a:solidFill>
                <a:latin typeface="Arial"/>
              </a:rPr>
              <a:t>sponsorship before </a:t>
            </a:r>
            <a:r>
              <a:rPr lang="en-AU" sz="1400" b="1">
                <a:solidFill>
                  <a:srgbClr val="073B66"/>
                </a:solidFill>
                <a:latin typeface="Arial"/>
              </a:rPr>
              <a:t>December 2026</a:t>
            </a:r>
            <a:r>
              <a:rPr sz="1400" b="1">
                <a:solidFill>
                  <a:srgbClr val="073B66"/>
                </a:solidFill>
                <a:latin typeface="Arial"/>
              </a:rPr>
              <a:t>.</a:t>
            </a:r>
          </a:p>
        </p:txBody>
      </p:sp>
      <p:sp>
        <p:nvSpPr>
          <p:cNvPr id="26" name="Rounded Rectangle 25"/>
          <p:cNvSpPr/>
          <p:nvPr/>
        </p:nvSpPr>
        <p:spPr>
          <a:xfrm>
            <a:off x="8769096" y="1664208"/>
            <a:ext cx="2487168" cy="4315968"/>
          </a:xfrm>
          <a:prstGeom prst="roundRect">
            <a:avLst/>
          </a:prstGeom>
          <a:solidFill>
            <a:srgbClr val="FFFFFF"/>
          </a:solidFill>
          <a:ln w="12700">
            <a:solidFill>
              <a:srgbClr val="D8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769096" y="1664208"/>
            <a:ext cx="2487168" cy="713232"/>
          </a:xfrm>
          <a:prstGeom prst="rect">
            <a:avLst/>
          </a:prstGeom>
          <a:solidFill>
            <a:srgbClr val="07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769096" y="1664208"/>
            <a:ext cx="82296" cy="713232"/>
          </a:xfrm>
          <a:prstGeom prst="rect">
            <a:avLst/>
          </a:prstGeom>
          <a:solidFill>
            <a:srgbClr val="7FE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933688" y="1773936"/>
            <a:ext cx="914400" cy="256032"/>
          </a:xfrm>
          <a:prstGeom prst="rect">
            <a:avLst/>
          </a:prstGeom>
          <a:noFill/>
        </p:spPr>
        <p:txBody>
          <a:bodyPr wrap="square" lIns="0" tIns="0" rIns="0" bIns="0">
            <a:spAutoFit/>
          </a:bodyPr>
          <a:lstStyle/>
          <a:p>
            <a:pPr algn="l">
              <a:spcBef>
                <a:spcPts val="0"/>
              </a:spcBef>
              <a:spcAft>
                <a:spcPts val="0"/>
              </a:spcAft>
            </a:pPr>
            <a:r>
              <a:rPr sz="1600" b="1">
                <a:solidFill>
                  <a:srgbClr val="FFFFFF"/>
                </a:solidFill>
                <a:latin typeface="Arial"/>
              </a:rPr>
              <a:t>WAVE 4</a:t>
            </a:r>
          </a:p>
        </p:txBody>
      </p:sp>
      <p:sp>
        <p:nvSpPr>
          <p:cNvPr id="30" name="TextBox 29"/>
          <p:cNvSpPr txBox="1"/>
          <p:nvPr/>
        </p:nvSpPr>
        <p:spPr>
          <a:xfrm>
            <a:off x="9811512" y="1810512"/>
            <a:ext cx="1234440" cy="210312"/>
          </a:xfrm>
          <a:prstGeom prst="rect">
            <a:avLst/>
          </a:prstGeom>
          <a:noFill/>
        </p:spPr>
        <p:txBody>
          <a:bodyPr wrap="square" lIns="0" tIns="0" rIns="0" bIns="0">
            <a:spAutoFit/>
          </a:bodyPr>
          <a:lstStyle/>
          <a:p>
            <a:pPr algn="r">
              <a:spcBef>
                <a:spcPts val="0"/>
              </a:spcBef>
              <a:spcAft>
                <a:spcPts val="0"/>
              </a:spcAft>
            </a:pPr>
            <a:r>
              <a:rPr sz="1150" b="1">
                <a:solidFill>
                  <a:srgbClr val="FFFFFF"/>
                </a:solidFill>
                <a:latin typeface="Arial"/>
              </a:rPr>
              <a:t>By Sep 2027</a:t>
            </a:r>
          </a:p>
        </p:txBody>
      </p:sp>
      <p:sp>
        <p:nvSpPr>
          <p:cNvPr id="31" name="TextBox 30"/>
          <p:cNvSpPr txBox="1"/>
          <p:nvPr/>
        </p:nvSpPr>
        <p:spPr>
          <a:xfrm>
            <a:off x="8933688" y="2066543"/>
            <a:ext cx="2139696" cy="182880"/>
          </a:xfrm>
          <a:prstGeom prst="rect">
            <a:avLst/>
          </a:prstGeom>
          <a:noFill/>
        </p:spPr>
        <p:txBody>
          <a:bodyPr wrap="square" lIns="0" tIns="0" rIns="0" bIns="0">
            <a:spAutoFit/>
          </a:bodyPr>
          <a:lstStyle/>
          <a:p>
            <a:pPr algn="l">
              <a:spcBef>
                <a:spcPts val="0"/>
              </a:spcBef>
              <a:spcAft>
                <a:spcPts val="0"/>
              </a:spcAft>
            </a:pPr>
            <a:r>
              <a:rPr sz="950" b="1">
                <a:solidFill>
                  <a:srgbClr val="FFFFFF"/>
                </a:solidFill>
                <a:latin typeface="Arial"/>
              </a:rPr>
              <a:t>DEPENDENT CAPABILITIES</a:t>
            </a:r>
          </a:p>
        </p:txBody>
      </p:sp>
      <p:sp>
        <p:nvSpPr>
          <p:cNvPr id="32" name="TextBox 31"/>
          <p:cNvSpPr txBox="1"/>
          <p:nvPr/>
        </p:nvSpPr>
        <p:spPr>
          <a:xfrm>
            <a:off x="8933688" y="2542032"/>
            <a:ext cx="2157984" cy="1341393"/>
          </a:xfrm>
          <a:prstGeom prst="rect">
            <a:avLst/>
          </a:prstGeom>
          <a:noFill/>
        </p:spPr>
        <p:txBody>
          <a:bodyPr wrap="square" lIns="0" tIns="0" rIns="0" bIns="0">
            <a:spAutoFit/>
          </a:bodyPr>
          <a:lstStyle/>
          <a:p>
            <a:pPr algn="l">
              <a:lnSpc>
                <a:spcPct val="86000"/>
              </a:lnSpc>
              <a:spcBef>
                <a:spcPts val="0"/>
              </a:spcBef>
              <a:spcAft>
                <a:spcPts val="700"/>
              </a:spcAft>
            </a:pPr>
            <a:r>
              <a:rPr sz="1400" b="1">
                <a:solidFill>
                  <a:srgbClr val="073B66"/>
                </a:solidFill>
                <a:latin typeface="Arial"/>
              </a:rPr>
              <a:t>• Pricing / Fee Management</a:t>
            </a:r>
            <a:r>
              <a:rPr lang="en-AU" sz="1400" b="0">
                <a:solidFill>
                  <a:srgbClr val="556670"/>
                </a:solidFill>
                <a:latin typeface="Arial"/>
              </a:rPr>
              <a:t>
  </a:t>
            </a:r>
            <a:r>
              <a:rPr lang="en-AU" sz="1100" b="0">
                <a:solidFill>
                  <a:srgbClr val="556670"/>
                </a:solidFill>
                <a:latin typeface="Arial"/>
              </a:rPr>
              <a:t>Payment, account and policy dependency</a:t>
            </a:r>
          </a:p>
          <a:p>
            <a:pPr algn="l">
              <a:lnSpc>
                <a:spcPct val="86000"/>
              </a:lnSpc>
              <a:spcBef>
                <a:spcPts val="0"/>
              </a:spcBef>
              <a:spcAft>
                <a:spcPts val="700"/>
              </a:spcAft>
            </a:pPr>
            <a:r>
              <a:rPr sz="1400" b="1">
                <a:solidFill>
                  <a:srgbClr val="073B66"/>
                </a:solidFill>
                <a:latin typeface="Arial"/>
              </a:rPr>
              <a:t>• Quote Tool PoC</a:t>
            </a:r>
            <a:r>
              <a:rPr lang="en-AU" sz="1400" b="0">
                <a:solidFill>
                  <a:srgbClr val="556670"/>
                </a:solidFill>
                <a:latin typeface="Arial"/>
              </a:rPr>
              <a:t>
  </a:t>
            </a:r>
            <a:r>
              <a:rPr lang="en-AU" sz="1100" b="0">
                <a:solidFill>
                  <a:srgbClr val="556670"/>
                </a:solidFill>
                <a:latin typeface="Arial"/>
              </a:rPr>
              <a:t>Depends on pricing and account</a:t>
            </a:r>
            <a:endParaRPr lang="en-AU" sz="1400" b="0">
              <a:solidFill>
                <a:srgbClr val="556670"/>
              </a:solidFill>
              <a:latin typeface="Arial"/>
            </a:endParaRPr>
          </a:p>
        </p:txBody>
      </p:sp>
    </p:spTree>
    <p:extLst>
      <p:ext uri="{BB962C8B-B14F-4D97-AF65-F5344CB8AC3E}">
        <p14:creationId xmlns:p14="http://schemas.microsoft.com/office/powerpoint/2010/main" val="1584478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64FED-A9CA-DB5E-CBE1-F93FF46A4E92}"/>
              </a:ext>
            </a:extLst>
          </p:cNvPr>
          <p:cNvSpPr>
            <a:spLocks noGrp="1"/>
          </p:cNvSpPr>
          <p:nvPr>
            <p:ph type="title"/>
          </p:nvPr>
        </p:nvSpPr>
        <p:spPr>
          <a:xfrm>
            <a:off x="685800" y="320040"/>
            <a:ext cx="10835640" cy="658368"/>
          </a:xfrm>
        </p:spPr>
        <p:txBody>
          <a:bodyPr>
            <a:normAutofit fontScale="90000"/>
          </a:bodyPr>
          <a:lstStyle/>
          <a:p>
            <a:r>
              <a:rPr lang="en-AU" b="1"/>
              <a:t>Main Discovery Questions</a:t>
            </a:r>
            <a:endParaRPr lang="en-AU"/>
          </a:p>
        </p:txBody>
      </p:sp>
      <p:sp>
        <p:nvSpPr>
          <p:cNvPr id="3" name="Rectangle 2"/>
          <p:cNvSpPr/>
          <p:nvPr/>
        </p:nvSpPr>
        <p:spPr>
          <a:xfrm>
            <a:off x="658368" y="1197864"/>
            <a:ext cx="384048" cy="50292"/>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298448"/>
            <a:ext cx="2042769" cy="5312664"/>
          </a:xfrm>
          <a:prstGeom prst="rect">
            <a:avLst/>
          </a:prstGeom>
          <a:noFill/>
        </p:spPr>
        <p:txBody>
          <a:bodyPr wrap="square" lIns="0" tIns="0" rIns="0" bIns="0" anchor="t">
            <a:spAutoFit/>
          </a:bodyPr>
          <a:lstStyle/>
          <a:p>
            <a:pPr algn="l">
              <a:lnSpc>
                <a:spcPct val="90000"/>
              </a:lnSpc>
              <a:spcBef>
                <a:spcPts val="0"/>
              </a:spcBef>
              <a:spcAft>
                <a:spcPts val="500"/>
              </a:spcAft>
            </a:pPr>
            <a:r>
              <a:rPr sz="1500" b="1">
                <a:solidFill>
                  <a:srgbClr val="073B66"/>
                </a:solidFill>
                <a:latin typeface="Arial"/>
              </a:rPr>
              <a:t>1. Customer &amp; Business Outcomes</a:t>
            </a:r>
          </a:p>
          <a:p>
            <a:pPr algn="l">
              <a:lnSpc>
                <a:spcPct val="84000"/>
              </a:lnSpc>
              <a:spcBef>
                <a:spcPts val="0"/>
              </a:spcBef>
              <a:spcAft>
                <a:spcPts val="150"/>
              </a:spcAft>
            </a:pPr>
            <a:r>
              <a:rPr sz="1400" b="0">
                <a:solidFill>
                  <a:srgbClr val="3F505A"/>
                </a:solidFill>
                <a:latin typeface="Arial"/>
              </a:rPr>
              <a:t>• What problem are we trying to solve?</a:t>
            </a:r>
          </a:p>
          <a:p>
            <a:pPr algn="l">
              <a:lnSpc>
                <a:spcPct val="84000"/>
              </a:lnSpc>
              <a:spcBef>
                <a:spcPts val="0"/>
              </a:spcBef>
              <a:spcAft>
                <a:spcPts val="150"/>
              </a:spcAft>
            </a:pPr>
            <a:r>
              <a:rPr sz="1400" b="0">
                <a:solidFill>
                  <a:srgbClr val="3F505A"/>
                </a:solidFill>
                <a:latin typeface="Arial"/>
              </a:rPr>
              <a:t>• Who receives the most value?</a:t>
            </a:r>
          </a:p>
          <a:p>
            <a:pPr algn="l">
              <a:lnSpc>
                <a:spcPct val="84000"/>
              </a:lnSpc>
              <a:spcBef>
                <a:spcPts val="0"/>
              </a:spcBef>
              <a:spcAft>
                <a:spcPts val="150"/>
              </a:spcAft>
            </a:pPr>
            <a:r>
              <a:rPr sz="1400" b="0">
                <a:solidFill>
                  <a:srgbClr val="3F505A"/>
                </a:solidFill>
                <a:latin typeface="Arial"/>
              </a:rPr>
              <a:t>• What customer pain points exist today?</a:t>
            </a:r>
          </a:p>
          <a:p>
            <a:pPr algn="l">
              <a:lnSpc>
                <a:spcPct val="84000"/>
              </a:lnSpc>
              <a:spcBef>
                <a:spcPts val="0"/>
              </a:spcBef>
              <a:spcAft>
                <a:spcPts val="150"/>
              </a:spcAft>
            </a:pPr>
            <a:r>
              <a:rPr sz="1400" b="0">
                <a:solidFill>
                  <a:srgbClr val="3F505A"/>
                </a:solidFill>
                <a:latin typeface="Arial"/>
              </a:rPr>
              <a:t>• What outcome will improve if we do this?</a:t>
            </a:r>
          </a:p>
          <a:p>
            <a:pPr algn="l">
              <a:lnSpc>
                <a:spcPct val="84000"/>
              </a:lnSpc>
              <a:spcBef>
                <a:spcPts val="0"/>
              </a:spcBef>
              <a:spcAft>
                <a:spcPts val="150"/>
              </a:spcAft>
            </a:pPr>
            <a:r>
              <a:rPr sz="1400" b="0">
                <a:solidFill>
                  <a:srgbClr val="3F505A"/>
                </a:solidFill>
                <a:latin typeface="Arial"/>
              </a:rPr>
              <a:t>• What happens if nothing changes?</a:t>
            </a:r>
          </a:p>
          <a:p>
            <a:pPr algn="l">
              <a:lnSpc>
                <a:spcPct val="90000"/>
              </a:lnSpc>
              <a:spcBef>
                <a:spcPts val="1000"/>
              </a:spcBef>
              <a:spcAft>
                <a:spcPts val="500"/>
              </a:spcAft>
            </a:pPr>
            <a:r>
              <a:rPr sz="1500" b="1">
                <a:solidFill>
                  <a:srgbClr val="073B66"/>
                </a:solidFill>
                <a:latin typeface="Arial"/>
              </a:rPr>
              <a:t>6. Stakeholders</a:t>
            </a:r>
          </a:p>
          <a:p>
            <a:pPr algn="l">
              <a:lnSpc>
                <a:spcPct val="84000"/>
              </a:lnSpc>
              <a:spcBef>
                <a:spcPts val="0"/>
              </a:spcBef>
              <a:spcAft>
                <a:spcPts val="150"/>
              </a:spcAft>
            </a:pPr>
            <a:r>
              <a:rPr sz="1400" b="0">
                <a:solidFill>
                  <a:srgbClr val="3F505A"/>
                </a:solidFill>
                <a:latin typeface="Arial"/>
              </a:rPr>
              <a:t>• Who owns the business outcome?</a:t>
            </a:r>
          </a:p>
          <a:p>
            <a:pPr algn="l">
              <a:lnSpc>
                <a:spcPct val="84000"/>
              </a:lnSpc>
              <a:spcBef>
                <a:spcPts val="0"/>
              </a:spcBef>
              <a:spcAft>
                <a:spcPts val="150"/>
              </a:spcAft>
            </a:pPr>
            <a:r>
              <a:rPr sz="1400" b="0">
                <a:solidFill>
                  <a:srgbClr val="3F505A"/>
                </a:solidFill>
                <a:latin typeface="Arial"/>
              </a:rPr>
              <a:t>• Who owns the systems?</a:t>
            </a:r>
          </a:p>
          <a:p>
            <a:pPr algn="l">
              <a:lnSpc>
                <a:spcPct val="84000"/>
              </a:lnSpc>
              <a:spcBef>
                <a:spcPts val="0"/>
              </a:spcBef>
              <a:spcAft>
                <a:spcPts val="150"/>
              </a:spcAft>
            </a:pPr>
            <a:r>
              <a:rPr sz="1400" b="0">
                <a:solidFill>
                  <a:srgbClr val="3F505A"/>
                </a:solidFill>
                <a:latin typeface="Arial"/>
              </a:rPr>
              <a:t>• Which external partners are involved?</a:t>
            </a:r>
          </a:p>
          <a:p>
            <a:pPr algn="l">
              <a:lnSpc>
                <a:spcPct val="84000"/>
              </a:lnSpc>
              <a:spcBef>
                <a:spcPts val="0"/>
              </a:spcBef>
              <a:spcAft>
                <a:spcPts val="150"/>
              </a:spcAft>
            </a:pPr>
            <a:r>
              <a:rPr sz="1400" b="0">
                <a:solidFill>
                  <a:srgbClr val="3F505A"/>
                </a:solidFill>
                <a:latin typeface="Arial"/>
              </a:rPr>
              <a:t>• Which agencies need to be consulted?</a:t>
            </a:r>
          </a:p>
          <a:p>
            <a:pPr algn="l">
              <a:lnSpc>
                <a:spcPct val="84000"/>
              </a:lnSpc>
              <a:spcBef>
                <a:spcPts val="0"/>
              </a:spcBef>
              <a:spcAft>
                <a:spcPts val="150"/>
              </a:spcAft>
            </a:pPr>
            <a:r>
              <a:rPr sz="1400" b="0">
                <a:solidFill>
                  <a:srgbClr val="3F505A"/>
                </a:solidFill>
                <a:latin typeface="Arial"/>
              </a:rPr>
              <a:t>• Who will approve investment decisions?</a:t>
            </a:r>
          </a:p>
        </p:txBody>
      </p:sp>
      <p:sp>
        <p:nvSpPr>
          <p:cNvPr id="5" name="Rectangle 4"/>
          <p:cNvSpPr/>
          <p:nvPr/>
        </p:nvSpPr>
        <p:spPr>
          <a:xfrm>
            <a:off x="2865729" y="1197864"/>
            <a:ext cx="384048" cy="50292"/>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865729" y="1298448"/>
            <a:ext cx="2042769" cy="5312664"/>
          </a:xfrm>
          <a:prstGeom prst="rect">
            <a:avLst/>
          </a:prstGeom>
          <a:noFill/>
        </p:spPr>
        <p:txBody>
          <a:bodyPr wrap="square" lIns="0" tIns="0" rIns="0" bIns="0" anchor="t">
            <a:spAutoFit/>
          </a:bodyPr>
          <a:lstStyle/>
          <a:p>
            <a:pPr algn="l">
              <a:lnSpc>
                <a:spcPct val="90000"/>
              </a:lnSpc>
              <a:spcBef>
                <a:spcPts val="0"/>
              </a:spcBef>
              <a:spcAft>
                <a:spcPts val="500"/>
              </a:spcAft>
            </a:pPr>
            <a:r>
              <a:rPr sz="1500" b="1">
                <a:solidFill>
                  <a:srgbClr val="073B66"/>
                </a:solidFill>
                <a:latin typeface="Arial"/>
              </a:rPr>
              <a:t>2. Drivers &amp; Deadlines</a:t>
            </a:r>
          </a:p>
          <a:p>
            <a:pPr algn="l">
              <a:lnSpc>
                <a:spcPct val="84000"/>
              </a:lnSpc>
              <a:spcBef>
                <a:spcPts val="0"/>
              </a:spcBef>
              <a:spcAft>
                <a:spcPts val="150"/>
              </a:spcAft>
            </a:pPr>
            <a:r>
              <a:rPr sz="1400" b="0">
                <a:solidFill>
                  <a:srgbClr val="3F505A"/>
                </a:solidFill>
                <a:latin typeface="Arial"/>
              </a:rPr>
              <a:t>• Is there a legislative or regulatory driver?</a:t>
            </a:r>
          </a:p>
          <a:p>
            <a:pPr algn="l">
              <a:lnSpc>
                <a:spcPct val="84000"/>
              </a:lnSpc>
              <a:spcBef>
                <a:spcPts val="0"/>
              </a:spcBef>
              <a:spcAft>
                <a:spcPts val="150"/>
              </a:spcAft>
            </a:pPr>
            <a:r>
              <a:rPr sz="1400" b="0">
                <a:solidFill>
                  <a:srgbClr val="3F505A"/>
                </a:solidFill>
                <a:latin typeface="Arial"/>
              </a:rPr>
              <a:t>• Is there a national initiative dependency?</a:t>
            </a:r>
          </a:p>
          <a:p>
            <a:pPr algn="l">
              <a:lnSpc>
                <a:spcPct val="84000"/>
              </a:lnSpc>
              <a:spcBef>
                <a:spcPts val="0"/>
              </a:spcBef>
              <a:spcAft>
                <a:spcPts val="150"/>
              </a:spcAft>
            </a:pPr>
            <a:r>
              <a:rPr sz="1400" b="0">
                <a:solidFill>
                  <a:srgbClr val="3F505A"/>
                </a:solidFill>
                <a:latin typeface="Arial"/>
              </a:rPr>
              <a:t>• What external deadlines exist?</a:t>
            </a:r>
          </a:p>
          <a:p>
            <a:pPr algn="l">
              <a:lnSpc>
                <a:spcPct val="84000"/>
              </a:lnSpc>
              <a:spcBef>
                <a:spcPts val="0"/>
              </a:spcBef>
              <a:spcAft>
                <a:spcPts val="150"/>
              </a:spcAft>
            </a:pPr>
            <a:r>
              <a:rPr sz="1400" b="0">
                <a:solidFill>
                  <a:srgbClr val="3F505A"/>
                </a:solidFill>
                <a:latin typeface="Arial"/>
              </a:rPr>
              <a:t>• What </a:t>
            </a:r>
            <a:r>
              <a:rPr sz="1400" b="0" err="1">
                <a:solidFill>
                  <a:srgbClr val="3F505A"/>
                </a:solidFill>
                <a:latin typeface="Arial"/>
              </a:rPr>
              <a:t>organisational</a:t>
            </a:r>
            <a:r>
              <a:rPr sz="1400" b="0">
                <a:solidFill>
                  <a:srgbClr val="3F505A"/>
                </a:solidFill>
                <a:latin typeface="Arial"/>
              </a:rPr>
              <a:t> commitments already exist?</a:t>
            </a:r>
          </a:p>
          <a:p>
            <a:pPr algn="l">
              <a:lnSpc>
                <a:spcPct val="84000"/>
              </a:lnSpc>
              <a:spcBef>
                <a:spcPts val="0"/>
              </a:spcBef>
              <a:spcAft>
                <a:spcPts val="150"/>
              </a:spcAft>
            </a:pPr>
            <a:r>
              <a:rPr sz="1400" b="0">
                <a:solidFill>
                  <a:srgbClr val="3F505A"/>
                </a:solidFill>
                <a:latin typeface="Arial"/>
              </a:rPr>
              <a:t>• What risks increase if we delay?</a:t>
            </a:r>
          </a:p>
          <a:p>
            <a:pPr algn="l">
              <a:lnSpc>
                <a:spcPct val="90000"/>
              </a:lnSpc>
              <a:spcBef>
                <a:spcPts val="1000"/>
              </a:spcBef>
              <a:spcAft>
                <a:spcPts val="500"/>
              </a:spcAft>
            </a:pPr>
            <a:r>
              <a:rPr sz="1500" b="1">
                <a:solidFill>
                  <a:srgbClr val="073B66"/>
                </a:solidFill>
                <a:latin typeface="Arial"/>
              </a:rPr>
              <a:t>7. Architecture &amp; Integration</a:t>
            </a:r>
          </a:p>
          <a:p>
            <a:pPr algn="l">
              <a:lnSpc>
                <a:spcPct val="84000"/>
              </a:lnSpc>
              <a:spcBef>
                <a:spcPts val="0"/>
              </a:spcBef>
              <a:spcAft>
                <a:spcPts val="150"/>
              </a:spcAft>
            </a:pPr>
            <a:r>
              <a:rPr sz="1400" b="0">
                <a:solidFill>
                  <a:srgbClr val="3F505A"/>
                </a:solidFill>
                <a:latin typeface="Arial"/>
              </a:rPr>
              <a:t>• What systems need to integrate?</a:t>
            </a:r>
          </a:p>
          <a:p>
            <a:pPr algn="l">
              <a:lnSpc>
                <a:spcPct val="84000"/>
              </a:lnSpc>
              <a:spcBef>
                <a:spcPts val="0"/>
              </a:spcBef>
              <a:spcAft>
                <a:spcPts val="150"/>
              </a:spcAft>
            </a:pPr>
            <a:r>
              <a:rPr sz="1400" b="0">
                <a:solidFill>
                  <a:srgbClr val="3F505A"/>
                </a:solidFill>
                <a:latin typeface="Arial"/>
              </a:rPr>
              <a:t>• Are APIs available?</a:t>
            </a:r>
          </a:p>
          <a:p>
            <a:pPr algn="l">
              <a:lnSpc>
                <a:spcPct val="84000"/>
              </a:lnSpc>
              <a:spcBef>
                <a:spcPts val="0"/>
              </a:spcBef>
              <a:spcAft>
                <a:spcPts val="150"/>
              </a:spcAft>
            </a:pPr>
            <a:r>
              <a:rPr sz="1400" b="0">
                <a:solidFill>
                  <a:srgbClr val="3F505A"/>
                </a:solidFill>
                <a:latin typeface="Arial"/>
              </a:rPr>
              <a:t>• Is event streaming required?</a:t>
            </a:r>
          </a:p>
          <a:p>
            <a:pPr algn="l">
              <a:lnSpc>
                <a:spcPct val="84000"/>
              </a:lnSpc>
              <a:spcBef>
                <a:spcPts val="0"/>
              </a:spcBef>
              <a:spcAft>
                <a:spcPts val="150"/>
              </a:spcAft>
            </a:pPr>
            <a:r>
              <a:rPr sz="1400" b="0">
                <a:solidFill>
                  <a:srgbClr val="3F505A"/>
                </a:solidFill>
                <a:latin typeface="Arial"/>
              </a:rPr>
              <a:t>• Are there national interoperability requirements?</a:t>
            </a:r>
          </a:p>
          <a:p>
            <a:pPr algn="l">
              <a:lnSpc>
                <a:spcPct val="84000"/>
              </a:lnSpc>
              <a:spcBef>
                <a:spcPts val="0"/>
              </a:spcBef>
              <a:spcAft>
                <a:spcPts val="150"/>
              </a:spcAft>
            </a:pPr>
            <a:r>
              <a:rPr sz="1400" b="0">
                <a:solidFill>
                  <a:srgbClr val="3F505A"/>
                </a:solidFill>
                <a:latin typeface="Arial"/>
              </a:rPr>
              <a:t>• What technology constraints exist?</a:t>
            </a:r>
          </a:p>
        </p:txBody>
      </p:sp>
      <p:sp>
        <p:nvSpPr>
          <p:cNvPr id="7" name="Rectangle 6"/>
          <p:cNvSpPr/>
          <p:nvPr/>
        </p:nvSpPr>
        <p:spPr>
          <a:xfrm>
            <a:off x="5073091" y="1197864"/>
            <a:ext cx="384048" cy="50292"/>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73091" y="1298448"/>
            <a:ext cx="2042769" cy="5312664"/>
          </a:xfrm>
          <a:prstGeom prst="rect">
            <a:avLst/>
          </a:prstGeom>
          <a:noFill/>
        </p:spPr>
        <p:txBody>
          <a:bodyPr wrap="square" lIns="0" tIns="0" rIns="0" bIns="0" anchor="t">
            <a:spAutoFit/>
          </a:bodyPr>
          <a:lstStyle/>
          <a:p>
            <a:pPr algn="l">
              <a:lnSpc>
                <a:spcPct val="90000"/>
              </a:lnSpc>
              <a:spcBef>
                <a:spcPts val="0"/>
              </a:spcBef>
              <a:spcAft>
                <a:spcPts val="500"/>
              </a:spcAft>
            </a:pPr>
            <a:r>
              <a:rPr sz="1500" b="1">
                <a:solidFill>
                  <a:srgbClr val="073B66"/>
                </a:solidFill>
                <a:latin typeface="Arial"/>
              </a:rPr>
              <a:t>3. Current State</a:t>
            </a:r>
          </a:p>
          <a:p>
            <a:pPr algn="l">
              <a:lnSpc>
                <a:spcPct val="84000"/>
              </a:lnSpc>
              <a:spcBef>
                <a:spcPts val="0"/>
              </a:spcBef>
              <a:spcAft>
                <a:spcPts val="150"/>
              </a:spcAft>
            </a:pPr>
            <a:r>
              <a:rPr sz="1400" b="0">
                <a:solidFill>
                  <a:srgbClr val="3F505A"/>
                </a:solidFill>
                <a:latin typeface="Arial"/>
              </a:rPr>
              <a:t>• How does the process work today?</a:t>
            </a:r>
          </a:p>
          <a:p>
            <a:pPr algn="l">
              <a:lnSpc>
                <a:spcPct val="84000"/>
              </a:lnSpc>
              <a:spcBef>
                <a:spcPts val="0"/>
              </a:spcBef>
              <a:spcAft>
                <a:spcPts val="150"/>
              </a:spcAft>
            </a:pPr>
            <a:r>
              <a:rPr sz="1400" b="0">
                <a:solidFill>
                  <a:srgbClr val="3F505A"/>
                </a:solidFill>
                <a:latin typeface="Arial"/>
              </a:rPr>
              <a:t>• Which systems are involved?</a:t>
            </a:r>
          </a:p>
          <a:p>
            <a:pPr algn="l">
              <a:lnSpc>
                <a:spcPct val="84000"/>
              </a:lnSpc>
              <a:spcBef>
                <a:spcPts val="0"/>
              </a:spcBef>
              <a:spcAft>
                <a:spcPts val="150"/>
              </a:spcAft>
            </a:pPr>
            <a:r>
              <a:rPr sz="1400" b="0">
                <a:solidFill>
                  <a:srgbClr val="3F505A"/>
                </a:solidFill>
                <a:latin typeface="Arial"/>
              </a:rPr>
              <a:t>• Where are the biggest manual activities?</a:t>
            </a:r>
          </a:p>
          <a:p>
            <a:pPr algn="l">
              <a:lnSpc>
                <a:spcPct val="84000"/>
              </a:lnSpc>
              <a:spcBef>
                <a:spcPts val="0"/>
              </a:spcBef>
              <a:spcAft>
                <a:spcPts val="150"/>
              </a:spcAft>
            </a:pPr>
            <a:r>
              <a:rPr sz="1400" b="0">
                <a:solidFill>
                  <a:srgbClr val="3F505A"/>
                </a:solidFill>
                <a:latin typeface="Arial"/>
              </a:rPr>
              <a:t>• Where are the greatest technology risks?</a:t>
            </a:r>
          </a:p>
          <a:p>
            <a:pPr algn="l">
              <a:lnSpc>
                <a:spcPct val="84000"/>
              </a:lnSpc>
              <a:spcBef>
                <a:spcPts val="0"/>
              </a:spcBef>
              <a:spcAft>
                <a:spcPts val="150"/>
              </a:spcAft>
            </a:pPr>
            <a:r>
              <a:rPr sz="1400" b="0">
                <a:solidFill>
                  <a:srgbClr val="3F505A"/>
                </a:solidFill>
                <a:latin typeface="Arial"/>
              </a:rPr>
              <a:t>• What technical debt currently exists?</a:t>
            </a:r>
          </a:p>
          <a:p>
            <a:pPr algn="l">
              <a:lnSpc>
                <a:spcPct val="90000"/>
              </a:lnSpc>
              <a:spcBef>
                <a:spcPts val="1000"/>
              </a:spcBef>
              <a:spcAft>
                <a:spcPts val="500"/>
              </a:spcAft>
            </a:pPr>
            <a:r>
              <a:rPr sz="1500" b="1">
                <a:solidFill>
                  <a:srgbClr val="073B66"/>
                </a:solidFill>
                <a:latin typeface="Arial"/>
              </a:rPr>
              <a:t>8. Risks</a:t>
            </a:r>
          </a:p>
          <a:p>
            <a:pPr algn="l">
              <a:lnSpc>
                <a:spcPct val="84000"/>
              </a:lnSpc>
              <a:spcBef>
                <a:spcPts val="0"/>
              </a:spcBef>
              <a:spcAft>
                <a:spcPts val="150"/>
              </a:spcAft>
            </a:pPr>
            <a:r>
              <a:rPr sz="1400" b="0">
                <a:solidFill>
                  <a:srgbClr val="3F505A"/>
                </a:solidFill>
                <a:latin typeface="Arial"/>
              </a:rPr>
              <a:t>• What is the current operational risk?</a:t>
            </a:r>
          </a:p>
          <a:p>
            <a:pPr algn="l">
              <a:lnSpc>
                <a:spcPct val="84000"/>
              </a:lnSpc>
              <a:spcBef>
                <a:spcPts val="0"/>
              </a:spcBef>
              <a:spcAft>
                <a:spcPts val="150"/>
              </a:spcAft>
            </a:pPr>
            <a:r>
              <a:rPr sz="1400" b="0">
                <a:solidFill>
                  <a:srgbClr val="3F505A"/>
                </a:solidFill>
                <a:latin typeface="Arial"/>
              </a:rPr>
              <a:t>• What is the technology risk?</a:t>
            </a:r>
          </a:p>
          <a:p>
            <a:pPr algn="l">
              <a:lnSpc>
                <a:spcPct val="84000"/>
              </a:lnSpc>
              <a:spcBef>
                <a:spcPts val="0"/>
              </a:spcBef>
              <a:spcAft>
                <a:spcPts val="150"/>
              </a:spcAft>
            </a:pPr>
            <a:r>
              <a:rPr sz="1400" b="0">
                <a:solidFill>
                  <a:srgbClr val="3F505A"/>
                </a:solidFill>
                <a:latin typeface="Arial"/>
              </a:rPr>
              <a:t>• What is the customer impact risk?</a:t>
            </a:r>
          </a:p>
          <a:p>
            <a:pPr algn="l">
              <a:lnSpc>
                <a:spcPct val="84000"/>
              </a:lnSpc>
              <a:spcBef>
                <a:spcPts val="0"/>
              </a:spcBef>
              <a:spcAft>
                <a:spcPts val="150"/>
              </a:spcAft>
            </a:pPr>
            <a:r>
              <a:rPr sz="1400" b="0">
                <a:solidFill>
                  <a:srgbClr val="3F505A"/>
                </a:solidFill>
                <a:latin typeface="Arial"/>
              </a:rPr>
              <a:t>• What is the regulatory/compliance risk?</a:t>
            </a:r>
          </a:p>
          <a:p>
            <a:pPr algn="l">
              <a:lnSpc>
                <a:spcPct val="84000"/>
              </a:lnSpc>
              <a:spcBef>
                <a:spcPts val="0"/>
              </a:spcBef>
              <a:spcAft>
                <a:spcPts val="150"/>
              </a:spcAft>
            </a:pPr>
            <a:r>
              <a:rPr sz="1400" b="0">
                <a:solidFill>
                  <a:srgbClr val="3F505A"/>
                </a:solidFill>
                <a:latin typeface="Arial"/>
              </a:rPr>
              <a:t>• What are the risks of delaying investment?</a:t>
            </a:r>
          </a:p>
        </p:txBody>
      </p:sp>
      <p:sp>
        <p:nvSpPr>
          <p:cNvPr id="9" name="Rectangle 8"/>
          <p:cNvSpPr/>
          <p:nvPr/>
        </p:nvSpPr>
        <p:spPr>
          <a:xfrm>
            <a:off x="7280452" y="1197864"/>
            <a:ext cx="384048" cy="50292"/>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280452" y="1298448"/>
            <a:ext cx="2042769" cy="5312664"/>
          </a:xfrm>
          <a:prstGeom prst="rect">
            <a:avLst/>
          </a:prstGeom>
          <a:noFill/>
        </p:spPr>
        <p:txBody>
          <a:bodyPr wrap="square" lIns="0" tIns="0" rIns="0" bIns="0" anchor="t">
            <a:spAutoFit/>
          </a:bodyPr>
          <a:lstStyle/>
          <a:p>
            <a:pPr algn="l">
              <a:lnSpc>
                <a:spcPct val="90000"/>
              </a:lnSpc>
              <a:spcBef>
                <a:spcPts val="0"/>
              </a:spcBef>
              <a:spcAft>
                <a:spcPts val="500"/>
              </a:spcAft>
            </a:pPr>
            <a:r>
              <a:rPr sz="1500" b="1">
                <a:solidFill>
                  <a:srgbClr val="073B66"/>
                </a:solidFill>
                <a:latin typeface="Arial"/>
              </a:rPr>
              <a:t>4. Information &amp; Data</a:t>
            </a:r>
          </a:p>
          <a:p>
            <a:pPr algn="l">
              <a:lnSpc>
                <a:spcPct val="84000"/>
              </a:lnSpc>
              <a:spcBef>
                <a:spcPts val="0"/>
              </a:spcBef>
              <a:spcAft>
                <a:spcPts val="150"/>
              </a:spcAft>
            </a:pPr>
            <a:r>
              <a:rPr sz="1400" b="0">
                <a:solidFill>
                  <a:srgbClr val="3F505A"/>
                </a:solidFill>
                <a:latin typeface="Arial"/>
              </a:rPr>
              <a:t>• What information is required?</a:t>
            </a:r>
          </a:p>
          <a:p>
            <a:pPr algn="l">
              <a:lnSpc>
                <a:spcPct val="84000"/>
              </a:lnSpc>
              <a:spcBef>
                <a:spcPts val="0"/>
              </a:spcBef>
              <a:spcAft>
                <a:spcPts val="150"/>
              </a:spcAft>
            </a:pPr>
            <a:r>
              <a:rPr sz="1400" b="0">
                <a:solidFill>
                  <a:srgbClr val="3F505A"/>
                </a:solidFill>
                <a:latin typeface="Arial"/>
              </a:rPr>
              <a:t>• Who owns the information?</a:t>
            </a:r>
          </a:p>
          <a:p>
            <a:pPr algn="l">
              <a:lnSpc>
                <a:spcPct val="84000"/>
              </a:lnSpc>
              <a:spcBef>
                <a:spcPts val="0"/>
              </a:spcBef>
              <a:spcAft>
                <a:spcPts val="150"/>
              </a:spcAft>
            </a:pPr>
            <a:r>
              <a:rPr sz="1400" b="0">
                <a:solidFill>
                  <a:srgbClr val="3F505A"/>
                </a:solidFill>
                <a:latin typeface="Arial"/>
              </a:rPr>
              <a:t>• What is the system of record?</a:t>
            </a:r>
          </a:p>
          <a:p>
            <a:pPr algn="l">
              <a:lnSpc>
                <a:spcPct val="84000"/>
              </a:lnSpc>
              <a:spcBef>
                <a:spcPts val="0"/>
              </a:spcBef>
              <a:spcAft>
                <a:spcPts val="150"/>
              </a:spcAft>
            </a:pPr>
            <a:r>
              <a:rPr sz="1400" b="0">
                <a:solidFill>
                  <a:srgbClr val="3F505A"/>
                </a:solidFill>
                <a:latin typeface="Arial"/>
              </a:rPr>
              <a:t>• What data quality issues currently exist?</a:t>
            </a:r>
          </a:p>
          <a:p>
            <a:pPr algn="l">
              <a:lnSpc>
                <a:spcPct val="84000"/>
              </a:lnSpc>
              <a:spcBef>
                <a:spcPts val="0"/>
              </a:spcBef>
              <a:spcAft>
                <a:spcPts val="150"/>
              </a:spcAft>
            </a:pPr>
            <a:r>
              <a:rPr sz="1400" b="0">
                <a:solidFill>
                  <a:srgbClr val="3F505A"/>
                </a:solidFill>
                <a:latin typeface="Arial"/>
              </a:rPr>
              <a:t>• What data sharing obligations exist?</a:t>
            </a:r>
          </a:p>
          <a:p>
            <a:pPr algn="l">
              <a:lnSpc>
                <a:spcPct val="90000"/>
              </a:lnSpc>
              <a:spcBef>
                <a:spcPts val="1000"/>
              </a:spcBef>
              <a:spcAft>
                <a:spcPts val="500"/>
              </a:spcAft>
            </a:pPr>
            <a:r>
              <a:rPr sz="1500" b="1">
                <a:solidFill>
                  <a:srgbClr val="073B66"/>
                </a:solidFill>
                <a:latin typeface="Arial"/>
              </a:rPr>
              <a:t>9. Dependencies</a:t>
            </a:r>
          </a:p>
          <a:p>
            <a:pPr algn="l">
              <a:lnSpc>
                <a:spcPct val="84000"/>
              </a:lnSpc>
              <a:spcBef>
                <a:spcPts val="0"/>
              </a:spcBef>
              <a:spcAft>
                <a:spcPts val="150"/>
              </a:spcAft>
            </a:pPr>
            <a:r>
              <a:rPr sz="1400" b="0">
                <a:solidFill>
                  <a:srgbClr val="3F505A"/>
                </a:solidFill>
                <a:latin typeface="Arial"/>
              </a:rPr>
              <a:t>• What other initiatives must happen first?</a:t>
            </a:r>
          </a:p>
          <a:p>
            <a:pPr algn="l">
              <a:lnSpc>
                <a:spcPct val="84000"/>
              </a:lnSpc>
              <a:spcBef>
                <a:spcPts val="0"/>
              </a:spcBef>
              <a:spcAft>
                <a:spcPts val="150"/>
              </a:spcAft>
            </a:pPr>
            <a:r>
              <a:rPr sz="1400" b="0">
                <a:solidFill>
                  <a:srgbClr val="3F505A"/>
                </a:solidFill>
                <a:latin typeface="Arial"/>
              </a:rPr>
              <a:t>• What shared capabilities are required?</a:t>
            </a:r>
          </a:p>
          <a:p>
            <a:pPr algn="l">
              <a:lnSpc>
                <a:spcPct val="84000"/>
              </a:lnSpc>
              <a:spcBef>
                <a:spcPts val="0"/>
              </a:spcBef>
              <a:spcAft>
                <a:spcPts val="150"/>
              </a:spcAft>
            </a:pPr>
            <a:r>
              <a:rPr sz="1400" b="0">
                <a:solidFill>
                  <a:srgbClr val="3F505A"/>
                </a:solidFill>
                <a:latin typeface="Arial"/>
              </a:rPr>
              <a:t>• Are there funding dependencies?</a:t>
            </a:r>
          </a:p>
          <a:p>
            <a:pPr algn="l">
              <a:lnSpc>
                <a:spcPct val="84000"/>
              </a:lnSpc>
              <a:spcBef>
                <a:spcPts val="0"/>
              </a:spcBef>
              <a:spcAft>
                <a:spcPts val="150"/>
              </a:spcAft>
            </a:pPr>
            <a:r>
              <a:rPr sz="1400" b="0">
                <a:solidFill>
                  <a:srgbClr val="3F505A"/>
                </a:solidFill>
                <a:latin typeface="Arial"/>
              </a:rPr>
              <a:t>• Are there platform dependencies?</a:t>
            </a:r>
          </a:p>
          <a:p>
            <a:pPr algn="l">
              <a:lnSpc>
                <a:spcPct val="84000"/>
              </a:lnSpc>
              <a:spcBef>
                <a:spcPts val="0"/>
              </a:spcBef>
              <a:spcAft>
                <a:spcPts val="150"/>
              </a:spcAft>
            </a:pPr>
            <a:r>
              <a:rPr sz="1400" b="0">
                <a:solidFill>
                  <a:srgbClr val="3F505A"/>
                </a:solidFill>
                <a:latin typeface="Arial"/>
              </a:rPr>
              <a:t>• Are there </a:t>
            </a:r>
            <a:r>
              <a:rPr sz="1400" b="0" err="1">
                <a:solidFill>
                  <a:srgbClr val="3F505A"/>
                </a:solidFill>
                <a:latin typeface="Arial"/>
              </a:rPr>
              <a:t>organisational</a:t>
            </a:r>
            <a:r>
              <a:rPr sz="1400" b="0">
                <a:solidFill>
                  <a:srgbClr val="3F505A"/>
                </a:solidFill>
                <a:latin typeface="Arial"/>
              </a:rPr>
              <a:t> change dependencies?</a:t>
            </a:r>
          </a:p>
        </p:txBody>
      </p:sp>
      <p:sp>
        <p:nvSpPr>
          <p:cNvPr id="11" name="Rectangle 10"/>
          <p:cNvSpPr/>
          <p:nvPr/>
        </p:nvSpPr>
        <p:spPr>
          <a:xfrm>
            <a:off x="9487814" y="1197864"/>
            <a:ext cx="384048" cy="50292"/>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487814" y="1298448"/>
            <a:ext cx="2042769" cy="5312664"/>
          </a:xfrm>
          <a:prstGeom prst="rect">
            <a:avLst/>
          </a:prstGeom>
          <a:noFill/>
        </p:spPr>
        <p:txBody>
          <a:bodyPr wrap="square" lIns="0" tIns="0" rIns="0" bIns="0" anchor="t">
            <a:spAutoFit/>
          </a:bodyPr>
          <a:lstStyle/>
          <a:p>
            <a:pPr algn="l">
              <a:lnSpc>
                <a:spcPct val="90000"/>
              </a:lnSpc>
              <a:spcBef>
                <a:spcPts val="0"/>
              </a:spcBef>
              <a:spcAft>
                <a:spcPts val="500"/>
              </a:spcAft>
            </a:pPr>
            <a:r>
              <a:rPr sz="1500" b="1">
                <a:solidFill>
                  <a:srgbClr val="073B66"/>
                </a:solidFill>
                <a:latin typeface="Arial"/>
              </a:rPr>
              <a:t>5. Future-State Capability</a:t>
            </a:r>
          </a:p>
          <a:p>
            <a:pPr algn="l">
              <a:lnSpc>
                <a:spcPct val="84000"/>
              </a:lnSpc>
              <a:spcBef>
                <a:spcPts val="0"/>
              </a:spcBef>
              <a:spcAft>
                <a:spcPts val="150"/>
              </a:spcAft>
            </a:pPr>
            <a:r>
              <a:rPr sz="1400" b="0">
                <a:solidFill>
                  <a:srgbClr val="3F505A"/>
                </a:solidFill>
                <a:latin typeface="Arial"/>
              </a:rPr>
              <a:t>• What business capability are we trying to create?</a:t>
            </a:r>
          </a:p>
          <a:p>
            <a:pPr algn="l">
              <a:lnSpc>
                <a:spcPct val="84000"/>
              </a:lnSpc>
              <a:spcBef>
                <a:spcPts val="0"/>
              </a:spcBef>
              <a:spcAft>
                <a:spcPts val="150"/>
              </a:spcAft>
            </a:pPr>
            <a:r>
              <a:rPr sz="1400" b="0">
                <a:solidFill>
                  <a:srgbClr val="3F505A"/>
                </a:solidFill>
                <a:latin typeface="Arial"/>
              </a:rPr>
              <a:t>• What should remain within TRAILS/RnLS?</a:t>
            </a:r>
          </a:p>
          <a:p>
            <a:pPr algn="l">
              <a:lnSpc>
                <a:spcPct val="84000"/>
              </a:lnSpc>
              <a:spcBef>
                <a:spcPts val="0"/>
              </a:spcBef>
              <a:spcAft>
                <a:spcPts val="150"/>
              </a:spcAft>
            </a:pPr>
            <a:r>
              <a:rPr sz="1400" b="0">
                <a:solidFill>
                  <a:srgbClr val="3F505A"/>
                </a:solidFill>
                <a:latin typeface="Arial"/>
              </a:rPr>
              <a:t>• What should become a separate service?</a:t>
            </a:r>
          </a:p>
          <a:p>
            <a:pPr algn="l">
              <a:lnSpc>
                <a:spcPct val="84000"/>
              </a:lnSpc>
              <a:spcBef>
                <a:spcPts val="0"/>
              </a:spcBef>
              <a:spcAft>
                <a:spcPts val="150"/>
              </a:spcAft>
            </a:pPr>
            <a:r>
              <a:rPr sz="1400" b="0">
                <a:solidFill>
                  <a:srgbClr val="3F505A"/>
                </a:solidFill>
                <a:latin typeface="Arial"/>
              </a:rPr>
              <a:t>• What should be API-enabled?</a:t>
            </a:r>
          </a:p>
          <a:p>
            <a:pPr algn="l">
              <a:lnSpc>
                <a:spcPct val="84000"/>
              </a:lnSpc>
              <a:spcBef>
                <a:spcPts val="0"/>
              </a:spcBef>
              <a:spcAft>
                <a:spcPts val="150"/>
              </a:spcAft>
            </a:pPr>
            <a:r>
              <a:rPr sz="1400" b="0">
                <a:solidFill>
                  <a:srgbClr val="3F505A"/>
                </a:solidFill>
                <a:latin typeface="Arial"/>
              </a:rPr>
              <a:t>• What should be customer self-service?</a:t>
            </a:r>
          </a:p>
          <a:p>
            <a:pPr algn="l">
              <a:lnSpc>
                <a:spcPct val="90000"/>
              </a:lnSpc>
              <a:spcBef>
                <a:spcPts val="1000"/>
              </a:spcBef>
              <a:spcAft>
                <a:spcPts val="500"/>
              </a:spcAft>
            </a:pPr>
            <a:r>
              <a:rPr sz="1500" b="1">
                <a:solidFill>
                  <a:srgbClr val="073B66"/>
                </a:solidFill>
                <a:latin typeface="Arial"/>
              </a:rPr>
              <a:t>10. Measures of Success</a:t>
            </a:r>
          </a:p>
          <a:p>
            <a:pPr algn="l">
              <a:lnSpc>
                <a:spcPct val="84000"/>
              </a:lnSpc>
              <a:spcBef>
                <a:spcPts val="0"/>
              </a:spcBef>
              <a:spcAft>
                <a:spcPts val="150"/>
              </a:spcAft>
            </a:pPr>
            <a:r>
              <a:rPr sz="1400" b="0">
                <a:solidFill>
                  <a:srgbClr val="3F505A"/>
                </a:solidFill>
                <a:latin typeface="Arial"/>
              </a:rPr>
              <a:t>• How will success be measured?</a:t>
            </a:r>
          </a:p>
          <a:p>
            <a:pPr algn="l">
              <a:lnSpc>
                <a:spcPct val="84000"/>
              </a:lnSpc>
              <a:spcBef>
                <a:spcPts val="0"/>
              </a:spcBef>
              <a:spcAft>
                <a:spcPts val="150"/>
              </a:spcAft>
            </a:pPr>
            <a:r>
              <a:rPr sz="1400" b="0">
                <a:solidFill>
                  <a:srgbClr val="3F505A"/>
                </a:solidFill>
                <a:latin typeface="Arial"/>
              </a:rPr>
              <a:t>• What customer behaviour should change?</a:t>
            </a:r>
          </a:p>
          <a:p>
            <a:pPr algn="l">
              <a:lnSpc>
                <a:spcPct val="84000"/>
              </a:lnSpc>
              <a:spcBef>
                <a:spcPts val="0"/>
              </a:spcBef>
              <a:spcAft>
                <a:spcPts val="150"/>
              </a:spcAft>
            </a:pPr>
            <a:r>
              <a:rPr sz="1400" b="0">
                <a:solidFill>
                  <a:srgbClr val="3F505A"/>
                </a:solidFill>
                <a:latin typeface="Arial"/>
              </a:rPr>
              <a:t>• What operational metrics should improve?</a:t>
            </a:r>
          </a:p>
          <a:p>
            <a:pPr algn="l">
              <a:lnSpc>
                <a:spcPct val="84000"/>
              </a:lnSpc>
              <a:spcBef>
                <a:spcPts val="0"/>
              </a:spcBef>
              <a:spcAft>
                <a:spcPts val="150"/>
              </a:spcAft>
            </a:pPr>
            <a:r>
              <a:rPr sz="1400" b="0">
                <a:solidFill>
                  <a:srgbClr val="3F505A"/>
                </a:solidFill>
                <a:latin typeface="Arial"/>
              </a:rPr>
              <a:t>• What costs or risks should reduce?</a:t>
            </a:r>
          </a:p>
          <a:p>
            <a:pPr algn="l">
              <a:lnSpc>
                <a:spcPct val="84000"/>
              </a:lnSpc>
              <a:spcBef>
                <a:spcPts val="0"/>
              </a:spcBef>
              <a:spcAft>
                <a:spcPts val="150"/>
              </a:spcAft>
            </a:pPr>
            <a:r>
              <a:rPr sz="1400" b="0">
                <a:solidFill>
                  <a:srgbClr val="3F505A"/>
                </a:solidFill>
                <a:latin typeface="Arial"/>
              </a:rPr>
              <a:t>• What legacy capability could be retired?</a:t>
            </a:r>
          </a:p>
        </p:txBody>
      </p:sp>
    </p:spTree>
    <p:extLst>
      <p:ext uri="{BB962C8B-B14F-4D97-AF65-F5344CB8AC3E}">
        <p14:creationId xmlns:p14="http://schemas.microsoft.com/office/powerpoint/2010/main" val="2453188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EFF7B1-6CB7-47D1-AD37-B870CA2B21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FA2962B-21B6-4689-A95D-A8FF6ADE4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745280D-ED36-41FE-8EB1-CE597C99CF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117348" y="774914"/>
            <a:ext cx="304800" cy="429768"/>
            <a:chOff x="215328" y="-46937"/>
            <a:chExt cx="304800" cy="2773841"/>
          </a:xfrm>
        </p:grpSpPr>
        <p:cxnSp>
          <p:nvCxnSpPr>
            <p:cNvPr id="14" name="Straight Connector 13">
              <a:extLst>
                <a:ext uri="{FF2B5EF4-FFF2-40B4-BE49-F238E27FC236}">
                  <a16:creationId xmlns:a16="http://schemas.microsoft.com/office/drawing/2014/main" id="{3D26CEB3-5AE4-4088-AD63-396DB50F28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AA9279A-AD34-474C-834E-6BF658144A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3589559-7D9A-4ECD-90BB-A5565E2DAE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01B1A71-DCEA-4EB2-8133-98A2CD6F09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80E95A5C-1E97-41C3-9DEC-245FF6DEBF1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0" name="Oval 19">
              <a:extLst>
                <a:ext uri="{FF2B5EF4-FFF2-40B4-BE49-F238E27FC236}">
                  <a16:creationId xmlns:a16="http://schemas.microsoft.com/office/drawing/2014/main" id="{8D3C3374-C720-4FCD-B6CD-AEF1D1A6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7639E2EF-4D23-4EA3-B29E-D6362FF72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30820A4-6CEA-4BF7-8DE4-F5B2D2EB23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320E002-8AED-4D4F-A104-0585FFFB9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6A0BF3F3-3A09-42CE-9483-114BD01DD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233BD5C-DFC7-4EB7-B348-7C9B5B8D0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A00D2CE1-35C1-46E6-BD59-CEE668BD90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A58DCE86-9AE1-46D1-96D6-04B8B3EDF6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30" name="Straight Connector 29">
              <a:extLst>
                <a:ext uri="{FF2B5EF4-FFF2-40B4-BE49-F238E27FC236}">
                  <a16:creationId xmlns:a16="http://schemas.microsoft.com/office/drawing/2014/main" id="{89B74739-D423-4F25-A976-0A6CD86D17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018E700-FF08-42AA-9237-24E7A74AD3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6B3488A-8A55-403E-B9C9-75AFA0CF53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5089B9D-BA8D-4A64-B95F-33940D9D68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E18403B7-F2C7-4C07-8522-21C319109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23B58CC6-A99E-43AF-A467-256F19287F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8" name="Straight Connector 37">
              <a:extLst>
                <a:ext uri="{FF2B5EF4-FFF2-40B4-BE49-F238E27FC236}">
                  <a16:creationId xmlns:a16="http://schemas.microsoft.com/office/drawing/2014/main" id="{8FE97852-3A18-4317-B17E-8C45174F96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9D0BC6E-6D0B-4589-B1BF-372BAA3839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30B892E-E062-4B0A-B79E-E55D36EC9A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D1A4DF9-C28A-4C0A-B273-702F0C4880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1609663-690F-27AC-F500-5EA1DBBC3F4F}"/>
              </a:ext>
            </a:extLst>
          </p:cNvPr>
          <p:cNvSpPr>
            <a:spLocks noGrp="1"/>
          </p:cNvSpPr>
          <p:nvPr>
            <p:ph type="title"/>
          </p:nvPr>
        </p:nvSpPr>
        <p:spPr>
          <a:xfrm>
            <a:off x="630936" y="495992"/>
            <a:ext cx="4195140" cy="5638831"/>
          </a:xfrm>
          <a:noFill/>
        </p:spPr>
        <p:txBody>
          <a:bodyPr anchor="ctr">
            <a:normAutofit/>
          </a:bodyPr>
          <a:lstStyle/>
          <a:p>
            <a:r>
              <a:rPr lang="en-AU" sz="4800"/>
              <a:t>Offence Management</a:t>
            </a:r>
          </a:p>
        </p:txBody>
      </p:sp>
      <p:graphicFrame>
        <p:nvGraphicFramePr>
          <p:cNvPr id="5" name="Content Placeholder 2">
            <a:extLst>
              <a:ext uri="{FF2B5EF4-FFF2-40B4-BE49-F238E27FC236}">
                <a16:creationId xmlns:a16="http://schemas.microsoft.com/office/drawing/2014/main" id="{3D369E26-EECB-D818-C961-9E9D1570D044}"/>
              </a:ext>
            </a:extLst>
          </p:cNvPr>
          <p:cNvGraphicFramePr>
            <a:graphicFrameLocks noGrp="1"/>
          </p:cNvGraphicFramePr>
          <p:nvPr>
            <p:ph idx="1"/>
            <p:extLst>
              <p:ext uri="{D42A27DB-BD31-4B8C-83A1-F6EECF244321}">
                <p14:modId xmlns:p14="http://schemas.microsoft.com/office/powerpoint/2010/main" val="896881309"/>
              </p:ext>
            </p:extLst>
          </p:nvPr>
        </p:nvGraphicFramePr>
        <p:xfrm>
          <a:off x="4915947" y="866585"/>
          <a:ext cx="6253722" cy="50561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9193529"/>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4FE8C466-5A4F-FA1F-C84A-1A210D21BBB2}"/>
              </a:ext>
            </a:extLst>
          </p:cNvPr>
          <p:cNvGraphicFramePr/>
          <p:nvPr>
            <p:extLst>
              <p:ext uri="{D42A27DB-BD31-4B8C-83A1-F6EECF244321}">
                <p14:modId xmlns:p14="http://schemas.microsoft.com/office/powerpoint/2010/main" val="1288884011"/>
              </p:ext>
            </p:extLst>
          </p:nvPr>
        </p:nvGraphicFramePr>
        <p:xfrm>
          <a:off x="152402" y="0"/>
          <a:ext cx="11926822" cy="67482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90786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714C17-A15A-9810-97E7-3D5B8AC318B0}"/>
            </a:ext>
          </a:extLst>
        </p:cNvPr>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12B211C6-6F98-7703-36F2-D2C37A574E4B}"/>
              </a:ext>
            </a:extLst>
          </p:cNvPr>
          <p:cNvGraphicFramePr/>
          <p:nvPr>
            <p:extLst>
              <p:ext uri="{D42A27DB-BD31-4B8C-83A1-F6EECF244321}">
                <p14:modId xmlns:p14="http://schemas.microsoft.com/office/powerpoint/2010/main" val="2829768872"/>
              </p:ext>
            </p:extLst>
          </p:nvPr>
        </p:nvGraphicFramePr>
        <p:xfrm>
          <a:off x="152402" y="0"/>
          <a:ext cx="11926822" cy="67482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906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0277B-097D-470B-101C-8FBECA3EEE6A}"/>
              </a:ext>
            </a:extLst>
          </p:cNvPr>
          <p:cNvSpPr>
            <a:spLocks noGrp="1"/>
          </p:cNvSpPr>
          <p:nvPr>
            <p:ph type="title"/>
          </p:nvPr>
        </p:nvSpPr>
        <p:spPr>
          <a:xfrm>
            <a:off x="841248" y="320040"/>
            <a:ext cx="10515600" cy="658368"/>
          </a:xfrm>
        </p:spPr>
        <p:txBody>
          <a:bodyPr wrap="square" lIns="0" tIns="0" rIns="0" bIns="0"/>
          <a:lstStyle/>
          <a:p>
            <a:r>
              <a:rPr lang="en-AU" sz="3400" b="0">
                <a:solidFill>
                  <a:srgbClr val="073B66"/>
                </a:solidFill>
                <a:latin typeface="Segoe UI"/>
              </a:rPr>
              <a:t>Offence Management Discovery</a:t>
            </a:r>
          </a:p>
        </p:txBody>
      </p:sp>
      <p:sp>
        <p:nvSpPr>
          <p:cNvPr id="3" name="Rectangle 2"/>
          <p:cNvSpPr/>
          <p:nvPr/>
        </p:nvSpPr>
        <p:spPr>
          <a:xfrm>
            <a:off x="841248" y="1097280"/>
            <a:ext cx="384048" cy="41148"/>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1188720"/>
            <a:ext cx="4800600"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Purpose</a:t>
            </a:r>
          </a:p>
        </p:txBody>
      </p:sp>
      <p:sp>
        <p:nvSpPr>
          <p:cNvPr id="5" name="TextBox 4"/>
          <p:cNvSpPr txBox="1"/>
          <p:nvPr/>
        </p:nvSpPr>
        <p:spPr>
          <a:xfrm>
            <a:off x="841248" y="1463040"/>
            <a:ext cx="4882896" cy="841248"/>
          </a:xfrm>
          <a:prstGeom prst="rect">
            <a:avLst/>
          </a:prstGeom>
          <a:noFill/>
        </p:spPr>
        <p:txBody>
          <a:bodyPr wrap="square" lIns="0" tIns="0" rIns="0" bIns="0" anchor="t">
            <a:spAutoFit/>
          </a:bodyPr>
          <a:lstStyle/>
          <a:p>
            <a:pPr>
              <a:lnSpc>
                <a:spcPct val="95000"/>
              </a:lnSpc>
              <a:spcBef>
                <a:spcPts val="0"/>
              </a:spcBef>
              <a:spcAft>
                <a:spcPts val="0"/>
              </a:spcAft>
            </a:pPr>
            <a:r>
              <a:rPr sz="1400" b="0" dirty="0">
                <a:solidFill>
                  <a:srgbClr val="556670"/>
                </a:solidFill>
                <a:latin typeface="Segoe UI"/>
              </a:rPr>
              <a:t>Define the future Offence Management capability: establish trusted data foundations, clarify the role of infringement processing services, and separate infringement functionality from TRAILS.</a:t>
            </a:r>
          </a:p>
        </p:txBody>
      </p:sp>
      <p:sp>
        <p:nvSpPr>
          <p:cNvPr id="6" name="Rectangle 5"/>
          <p:cNvSpPr/>
          <p:nvPr/>
        </p:nvSpPr>
        <p:spPr>
          <a:xfrm>
            <a:off x="6108192" y="1097280"/>
            <a:ext cx="384048" cy="41148"/>
          </a:xfrm>
          <a:prstGeom prst="rect">
            <a:avLst/>
          </a:prstGeom>
          <a:solidFill>
            <a:srgbClr val="7FE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08192" y="1188720"/>
            <a:ext cx="5248656"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Why now</a:t>
            </a:r>
          </a:p>
        </p:txBody>
      </p:sp>
      <p:sp>
        <p:nvSpPr>
          <p:cNvPr id="8" name="TextBox 7"/>
          <p:cNvSpPr txBox="1"/>
          <p:nvPr/>
        </p:nvSpPr>
        <p:spPr>
          <a:xfrm>
            <a:off x="6108192" y="1463040"/>
            <a:ext cx="5248656" cy="841248"/>
          </a:xfrm>
          <a:prstGeom prst="rect">
            <a:avLst/>
          </a:prstGeom>
          <a:noFill/>
        </p:spPr>
        <p:txBody>
          <a:bodyPr wrap="square" lIns="0" tIns="0" rIns="0" bIns="0" anchor="t">
            <a:spAutoFit/>
          </a:bodyPr>
          <a:lstStyle/>
          <a:p>
            <a:pPr>
              <a:lnSpc>
                <a:spcPct val="95000"/>
              </a:lnSpc>
              <a:spcBef>
                <a:spcPts val="0"/>
              </a:spcBef>
              <a:spcAft>
                <a:spcPts val="0"/>
              </a:spcAft>
            </a:pPr>
            <a:r>
              <a:rPr sz="1400" b="0">
                <a:solidFill>
                  <a:srgbClr val="556670"/>
                </a:solidFill>
                <a:latin typeface="Segoe UI"/>
              </a:rPr>
              <a:t>IAP expansion, IIPS technology risk, FMP planning and TRAILS modernisation require a clear future-state strategy. Discovery must resolve scope, ownership, architecture, integration reuse and decommissioning.</a:t>
            </a:r>
          </a:p>
        </p:txBody>
      </p:sp>
      <p:sp>
        <p:nvSpPr>
          <p:cNvPr id="10" name="Rectangle 9"/>
          <p:cNvSpPr/>
          <p:nvPr/>
        </p:nvSpPr>
        <p:spPr>
          <a:xfrm>
            <a:off x="841248" y="2651760"/>
            <a:ext cx="10515600" cy="41148"/>
          </a:xfrm>
          <a:prstGeom prst="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41248" y="2816352"/>
            <a:ext cx="384048" cy="41148"/>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2907792"/>
            <a:ext cx="5623560"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Discovery decisions</a:t>
            </a:r>
          </a:p>
        </p:txBody>
      </p:sp>
      <p:sp>
        <p:nvSpPr>
          <p:cNvPr id="13" name="TextBox 12"/>
          <p:cNvSpPr txBox="1"/>
          <p:nvPr/>
        </p:nvSpPr>
        <p:spPr>
          <a:xfrm>
            <a:off x="841248" y="3182112"/>
            <a:ext cx="5623560" cy="1664208"/>
          </a:xfrm>
          <a:prstGeom prst="rect">
            <a:avLst/>
          </a:prstGeom>
          <a:noFill/>
        </p:spPr>
        <p:txBody>
          <a:bodyPr wrap="square" lIns="0" tIns="0" rIns="0" bIns="0" anchor="t">
            <a:spAutoFit/>
          </a:bodyPr>
          <a:lstStyle/>
          <a:p>
            <a:pPr>
              <a:lnSpc>
                <a:spcPct val="93000"/>
              </a:lnSpc>
              <a:spcBef>
                <a:spcPts val="0"/>
              </a:spcBef>
              <a:spcAft>
                <a:spcPts val="800"/>
              </a:spcAft>
            </a:pPr>
            <a:r>
              <a:rPr sz="1400" b="0" dirty="0">
                <a:solidFill>
                  <a:srgbClr val="556670"/>
                </a:solidFill>
                <a:latin typeface="Segoe UI"/>
              </a:rPr>
              <a:t>• What stays in TRAILS/RnLS, and what moves to </a:t>
            </a:r>
            <a:r>
              <a:rPr sz="1400" b="0" dirty="0" err="1">
                <a:solidFill>
                  <a:srgbClr val="556670"/>
                </a:solidFill>
                <a:latin typeface="Segoe UI"/>
              </a:rPr>
              <a:t>modernised</a:t>
            </a:r>
            <a:r>
              <a:rPr sz="1400" b="0" dirty="0">
                <a:solidFill>
                  <a:srgbClr val="556670"/>
                </a:solidFill>
                <a:latin typeface="Segoe UI"/>
              </a:rPr>
              <a:t> or external platforms?</a:t>
            </a:r>
          </a:p>
          <a:p>
            <a:pPr>
              <a:lnSpc>
                <a:spcPct val="93000"/>
              </a:lnSpc>
              <a:spcBef>
                <a:spcPts val="0"/>
              </a:spcBef>
              <a:spcAft>
                <a:spcPts val="800"/>
              </a:spcAft>
            </a:pPr>
            <a:r>
              <a:rPr sz="1400" b="0" dirty="0">
                <a:solidFill>
                  <a:srgbClr val="556670"/>
                </a:solidFill>
                <a:latin typeface="Segoe UI"/>
              </a:rPr>
              <a:t>• How will offence data be governed and mastered?</a:t>
            </a:r>
          </a:p>
          <a:p>
            <a:pPr>
              <a:lnSpc>
                <a:spcPct val="93000"/>
              </a:lnSpc>
              <a:spcBef>
                <a:spcPts val="0"/>
              </a:spcBef>
              <a:spcAft>
                <a:spcPts val="800"/>
              </a:spcAft>
            </a:pPr>
            <a:r>
              <a:rPr sz="1400" b="0" dirty="0">
                <a:solidFill>
                  <a:srgbClr val="556670"/>
                </a:solidFill>
                <a:latin typeface="Segoe UI"/>
              </a:rPr>
              <a:t>• How should FMP, IAP and QRO fit together?</a:t>
            </a:r>
          </a:p>
          <a:p>
            <a:pPr>
              <a:lnSpc>
                <a:spcPct val="93000"/>
              </a:lnSpc>
              <a:spcBef>
                <a:spcPts val="0"/>
              </a:spcBef>
              <a:spcAft>
                <a:spcPts val="800"/>
              </a:spcAft>
            </a:pPr>
            <a:r>
              <a:rPr sz="1400" b="0" dirty="0">
                <a:solidFill>
                  <a:srgbClr val="556670"/>
                </a:solidFill>
                <a:latin typeface="Segoe UI"/>
              </a:rPr>
              <a:t>• What systems, integrations and online services can be reused, simplified or retired?</a:t>
            </a:r>
          </a:p>
        </p:txBody>
      </p:sp>
      <p:sp>
        <p:nvSpPr>
          <p:cNvPr id="14" name="Rectangle 13"/>
          <p:cNvSpPr/>
          <p:nvPr/>
        </p:nvSpPr>
        <p:spPr>
          <a:xfrm>
            <a:off x="6812280" y="2816352"/>
            <a:ext cx="384048" cy="41148"/>
          </a:xfrm>
          <a:prstGeom prst="rect">
            <a:avLst/>
          </a:prstGeom>
          <a:solidFill>
            <a:srgbClr val="7FE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12280" y="2907792"/>
            <a:ext cx="4544568"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Required outputs</a:t>
            </a:r>
          </a:p>
        </p:txBody>
      </p:sp>
      <p:sp>
        <p:nvSpPr>
          <p:cNvPr id="16" name="TextBox 15"/>
          <p:cNvSpPr txBox="1"/>
          <p:nvPr/>
        </p:nvSpPr>
        <p:spPr>
          <a:xfrm>
            <a:off x="6812280" y="3182112"/>
            <a:ext cx="4544568" cy="1664208"/>
          </a:xfrm>
          <a:prstGeom prst="rect">
            <a:avLst/>
          </a:prstGeom>
          <a:noFill/>
        </p:spPr>
        <p:txBody>
          <a:bodyPr wrap="square" lIns="0" tIns="0" rIns="0" bIns="0" anchor="t">
            <a:spAutoFit/>
          </a:bodyPr>
          <a:lstStyle/>
          <a:p>
            <a:pPr>
              <a:lnSpc>
                <a:spcPct val="93000"/>
              </a:lnSpc>
              <a:spcBef>
                <a:spcPts val="0"/>
              </a:spcBef>
              <a:spcAft>
                <a:spcPts val="800"/>
              </a:spcAft>
            </a:pPr>
            <a:r>
              <a:rPr sz="1400" b="0" dirty="0">
                <a:solidFill>
                  <a:srgbClr val="556670"/>
                </a:solidFill>
                <a:latin typeface="Segoe UI"/>
              </a:rPr>
              <a:t>• Capability model plus data governance and ownership framework</a:t>
            </a:r>
          </a:p>
          <a:p>
            <a:pPr>
              <a:lnSpc>
                <a:spcPct val="93000"/>
              </a:lnSpc>
              <a:spcBef>
                <a:spcPts val="0"/>
              </a:spcBef>
              <a:spcAft>
                <a:spcPts val="800"/>
              </a:spcAft>
            </a:pPr>
            <a:r>
              <a:rPr sz="1400" b="0" dirty="0">
                <a:solidFill>
                  <a:srgbClr val="556670"/>
                </a:solidFill>
                <a:latin typeface="Segoe UI"/>
              </a:rPr>
              <a:t>• FMP options and end-to-end offence journey architecture</a:t>
            </a:r>
          </a:p>
          <a:p>
            <a:pPr>
              <a:lnSpc>
                <a:spcPct val="93000"/>
              </a:lnSpc>
              <a:spcBef>
                <a:spcPts val="0"/>
              </a:spcBef>
              <a:spcAft>
                <a:spcPts val="800"/>
              </a:spcAft>
            </a:pPr>
            <a:r>
              <a:rPr sz="1400" b="0" dirty="0">
                <a:solidFill>
                  <a:srgbClr val="556670"/>
                </a:solidFill>
                <a:latin typeface="Segoe UI"/>
              </a:rPr>
              <a:t>• TRAILS impact assessment and IIPS decommissioning pathway</a:t>
            </a:r>
          </a:p>
          <a:p>
            <a:pPr>
              <a:lnSpc>
                <a:spcPct val="93000"/>
              </a:lnSpc>
              <a:spcBef>
                <a:spcPts val="0"/>
              </a:spcBef>
              <a:spcAft>
                <a:spcPts val="800"/>
              </a:spcAft>
            </a:pPr>
            <a:r>
              <a:rPr sz="1400" b="0" dirty="0">
                <a:solidFill>
                  <a:srgbClr val="556670"/>
                </a:solidFill>
                <a:latin typeface="Segoe UI"/>
              </a:rPr>
              <a:t>• Risk register, delivery roadmap and implementation estimate</a:t>
            </a:r>
          </a:p>
        </p:txBody>
      </p:sp>
      <p:sp>
        <p:nvSpPr>
          <p:cNvPr id="17" name="Rectangle 16"/>
          <p:cNvSpPr/>
          <p:nvPr/>
        </p:nvSpPr>
        <p:spPr>
          <a:xfrm>
            <a:off x="841248" y="5074920"/>
            <a:ext cx="10515600" cy="41148"/>
          </a:xfrm>
          <a:prstGeom prst="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41248" y="5239512"/>
            <a:ext cx="384048" cy="41148"/>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 y="5330952"/>
            <a:ext cx="3063240"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Discovery window</a:t>
            </a:r>
          </a:p>
        </p:txBody>
      </p:sp>
      <p:sp>
        <p:nvSpPr>
          <p:cNvPr id="20" name="TextBox 19"/>
          <p:cNvSpPr txBox="1"/>
          <p:nvPr/>
        </p:nvSpPr>
        <p:spPr>
          <a:xfrm>
            <a:off x="841248" y="5605272"/>
            <a:ext cx="3794760" cy="457200"/>
          </a:xfrm>
          <a:prstGeom prst="rect">
            <a:avLst/>
          </a:prstGeom>
          <a:noFill/>
        </p:spPr>
        <p:txBody>
          <a:bodyPr wrap="square" lIns="0" tIns="0" rIns="0" bIns="0" anchor="t">
            <a:spAutoFit/>
          </a:bodyPr>
          <a:lstStyle/>
          <a:p>
            <a:pPr>
              <a:lnSpc>
                <a:spcPct val="95000"/>
              </a:lnSpc>
              <a:spcBef>
                <a:spcPts val="0"/>
              </a:spcBef>
              <a:spcAft>
                <a:spcPts val="0"/>
              </a:spcAft>
            </a:pPr>
            <a:r>
              <a:rPr sz="2400" b="1">
                <a:solidFill>
                  <a:srgbClr val="073B66"/>
                </a:solidFill>
                <a:latin typeface="Segoe UI"/>
              </a:rPr>
              <a:t>December 2026 → June 2027</a:t>
            </a:r>
          </a:p>
        </p:txBody>
      </p:sp>
      <p:sp>
        <p:nvSpPr>
          <p:cNvPr id="21" name="Rectangle 20"/>
          <p:cNvSpPr/>
          <p:nvPr/>
        </p:nvSpPr>
        <p:spPr>
          <a:xfrm>
            <a:off x="5532120" y="5239512"/>
            <a:ext cx="384048" cy="41148"/>
          </a:xfrm>
          <a:prstGeom prst="rect">
            <a:avLst/>
          </a:prstGeom>
          <a:solidFill>
            <a:srgbClr val="7FE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532120" y="5330952"/>
            <a:ext cx="5824728"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Work in scope</a:t>
            </a:r>
          </a:p>
        </p:txBody>
      </p:sp>
      <p:sp>
        <p:nvSpPr>
          <p:cNvPr id="23" name="TextBox 22"/>
          <p:cNvSpPr txBox="1"/>
          <p:nvPr/>
        </p:nvSpPr>
        <p:spPr>
          <a:xfrm>
            <a:off x="5532120" y="5605272"/>
            <a:ext cx="5824728" cy="585216"/>
          </a:xfrm>
          <a:prstGeom prst="rect">
            <a:avLst/>
          </a:prstGeom>
          <a:noFill/>
        </p:spPr>
        <p:txBody>
          <a:bodyPr wrap="square" lIns="0" tIns="0" rIns="0" bIns="0" anchor="t">
            <a:spAutoFit/>
          </a:bodyPr>
          <a:lstStyle/>
          <a:p>
            <a:pPr>
              <a:lnSpc>
                <a:spcPct val="95000"/>
              </a:lnSpc>
              <a:spcBef>
                <a:spcPts val="0"/>
              </a:spcBef>
              <a:spcAft>
                <a:spcPts val="0"/>
              </a:spcAft>
            </a:pPr>
            <a:r>
              <a:rPr sz="1400" b="0">
                <a:solidFill>
                  <a:srgbClr val="556670"/>
                </a:solidFill>
                <a:latin typeface="Segoe UI"/>
              </a:rPr>
              <a:t>Offence Management data governance, model and ownership  •  FMP Discovery  •  IAP / IIPS</a:t>
            </a:r>
          </a:p>
        </p:txBody>
      </p:sp>
    </p:spTree>
    <p:extLst>
      <p:ext uri="{BB962C8B-B14F-4D97-AF65-F5344CB8AC3E}">
        <p14:creationId xmlns:p14="http://schemas.microsoft.com/office/powerpoint/2010/main" val="1315641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12E14-10E3-481E-B3BC-684D129032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FAEC99-3EAD-0840-BBA6-B80C06BC7B69}"/>
              </a:ext>
            </a:extLst>
          </p:cNvPr>
          <p:cNvSpPr>
            <a:spLocks noGrp="1"/>
          </p:cNvSpPr>
          <p:nvPr>
            <p:ph type="title"/>
          </p:nvPr>
        </p:nvSpPr>
        <p:spPr/>
        <p:txBody>
          <a:bodyPr>
            <a:normAutofit/>
          </a:bodyPr>
          <a:lstStyle/>
          <a:p>
            <a:r>
              <a:rPr lang="en-AU" b="1"/>
              <a:t>Discovery Focus by Initiative</a:t>
            </a:r>
            <a:br>
              <a:rPr lang="en-AU"/>
            </a:br>
            <a:r>
              <a:rPr lang="en-AU" b="1"/>
              <a:t>Offence Management</a:t>
            </a:r>
            <a:endParaRPr lang="en-AU"/>
          </a:p>
        </p:txBody>
      </p:sp>
      <p:sp>
        <p:nvSpPr>
          <p:cNvPr id="3" name="Content Placeholder 2">
            <a:extLst>
              <a:ext uri="{FF2B5EF4-FFF2-40B4-BE49-F238E27FC236}">
                <a16:creationId xmlns:a16="http://schemas.microsoft.com/office/drawing/2014/main" id="{C86C85E8-CE74-B882-DC7D-7C3DD5DF673C}"/>
              </a:ext>
            </a:extLst>
          </p:cNvPr>
          <p:cNvSpPr>
            <a:spLocks noGrp="1"/>
          </p:cNvSpPr>
          <p:nvPr>
            <p:ph idx="1"/>
          </p:nvPr>
        </p:nvSpPr>
        <p:spPr/>
        <p:txBody>
          <a:bodyPr>
            <a:normAutofit fontScale="47500" lnSpcReduction="20000"/>
          </a:bodyPr>
          <a:lstStyle/>
          <a:p>
            <a:pPr marL="0" indent="0">
              <a:buNone/>
            </a:pPr>
            <a:r>
              <a:rPr lang="en-AU" b="1" dirty="0"/>
              <a:t>QRO IAP / IIPS</a:t>
            </a:r>
            <a:endParaRPr lang="en-AU" dirty="0"/>
          </a:p>
          <a:p>
            <a:pPr lvl="0"/>
            <a:r>
              <a:rPr lang="en-AU" dirty="0"/>
              <a:t>IIPS decommission pathway?</a:t>
            </a:r>
          </a:p>
          <a:p>
            <a:pPr lvl="0"/>
            <a:r>
              <a:rPr lang="en-AU" dirty="0"/>
              <a:t>Integration requirements?</a:t>
            </a:r>
          </a:p>
          <a:p>
            <a:pPr lvl="0"/>
            <a:r>
              <a:rPr lang="en-AU" dirty="0"/>
              <a:t>RL&amp;S onboarding approach?</a:t>
            </a:r>
          </a:p>
          <a:p>
            <a:pPr lvl="0"/>
            <a:r>
              <a:rPr lang="en-AU" dirty="0"/>
              <a:t>Future offence administration platform?</a:t>
            </a:r>
          </a:p>
          <a:p>
            <a:pPr lvl="0"/>
            <a:endParaRPr lang="en-AU" dirty="0"/>
          </a:p>
          <a:p>
            <a:pPr marL="0" lvl="0" indent="0">
              <a:buNone/>
            </a:pPr>
            <a:r>
              <a:rPr lang="en-AU" dirty="0"/>
              <a:t>Discovery Commitment (Tash supplied)</a:t>
            </a:r>
          </a:p>
          <a:p>
            <a:pPr lvl="0"/>
            <a:r>
              <a:rPr lang="en-AU" dirty="0"/>
              <a:t>Technical scope definition based on QRO requirements</a:t>
            </a:r>
          </a:p>
          <a:p>
            <a:pPr lvl="0"/>
            <a:r>
              <a:rPr lang="en-AU" dirty="0"/>
              <a:t>Technical Options Analysis (for example, all offences, fiscal penalties only and impact on TRAILS)*</a:t>
            </a:r>
          </a:p>
          <a:p>
            <a:pPr lvl="0"/>
            <a:r>
              <a:rPr lang="en-AU" dirty="0"/>
              <a:t>End to End to be architecture diagrams for each </a:t>
            </a:r>
            <a:r>
              <a:rPr lang="en-AU" dirty="0" err="1"/>
              <a:t>RnLSoffence</a:t>
            </a:r>
            <a:r>
              <a:rPr lang="en-AU" dirty="0"/>
              <a:t> journey type (High level design/ physical architecture)*</a:t>
            </a:r>
          </a:p>
          <a:p>
            <a:pPr lvl="0"/>
            <a:r>
              <a:rPr lang="en-AU" dirty="0"/>
              <a:t>A clear position on technical reuse including TCO analysis (for integrations)*</a:t>
            </a:r>
          </a:p>
          <a:p>
            <a:pPr lvl="0"/>
            <a:r>
              <a:rPr lang="en-AU" dirty="0"/>
              <a:t>TRAILS impact analysis</a:t>
            </a:r>
          </a:p>
          <a:p>
            <a:pPr lvl="0"/>
            <a:r>
              <a:rPr lang="en-AU" dirty="0"/>
              <a:t>TRAILS decommissioning plan </a:t>
            </a:r>
          </a:p>
          <a:p>
            <a:pPr lvl="0"/>
            <a:r>
              <a:rPr lang="en-AU" dirty="0" err="1"/>
              <a:t>RnLSRisk</a:t>
            </a:r>
            <a:r>
              <a:rPr lang="en-AU" dirty="0"/>
              <a:t> Register (including opportunities)</a:t>
            </a:r>
          </a:p>
          <a:p>
            <a:pPr lvl="0"/>
            <a:r>
              <a:rPr lang="en-AU" dirty="0"/>
              <a:t>Implementation plan for </a:t>
            </a:r>
            <a:r>
              <a:rPr lang="en-AU" dirty="0" err="1"/>
              <a:t>RnLScomponents</a:t>
            </a:r>
            <a:r>
              <a:rPr lang="en-AU" dirty="0"/>
              <a:t> of delivery including resource, timeframe and estimate (including decommissioning of online services)</a:t>
            </a:r>
          </a:p>
        </p:txBody>
      </p:sp>
    </p:spTree>
    <p:extLst>
      <p:ext uri="{BB962C8B-B14F-4D97-AF65-F5344CB8AC3E}">
        <p14:creationId xmlns:p14="http://schemas.microsoft.com/office/powerpoint/2010/main" val="771204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ECCACAC-ABC6-6142-A771-124FC56352F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D0AC8A6-B3A0-F786-C108-D4E26809CC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034EA5C-94FA-67C5-9AA4-AE4E1EB040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989F71D6-31E1-3591-0664-4813A68C7D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117348" y="774914"/>
            <a:ext cx="304800" cy="429768"/>
            <a:chOff x="215328" y="-46937"/>
            <a:chExt cx="304800" cy="2773841"/>
          </a:xfrm>
        </p:grpSpPr>
        <p:cxnSp>
          <p:nvCxnSpPr>
            <p:cNvPr id="14" name="Straight Connector 13">
              <a:extLst>
                <a:ext uri="{FF2B5EF4-FFF2-40B4-BE49-F238E27FC236}">
                  <a16:creationId xmlns:a16="http://schemas.microsoft.com/office/drawing/2014/main" id="{42311F3B-DAE5-2F1A-6974-67122A0EB1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587E74F-F080-96A6-A2FB-532652AB3F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009B8DB-8D0F-CFE3-CCA8-7790A71C48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506B398-2FC2-72C5-DAC4-EA41DD03FC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AA817DF6-7041-AD52-980E-BB8BF850F9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0" name="Oval 19">
              <a:extLst>
                <a:ext uri="{FF2B5EF4-FFF2-40B4-BE49-F238E27FC236}">
                  <a16:creationId xmlns:a16="http://schemas.microsoft.com/office/drawing/2014/main" id="{6257B6E4-9CB2-E5E6-54E1-E537CE9CF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04F00F7C-D352-EF58-589C-6CC0A7D937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6DEA45E-025E-1EB5-D135-6AD812D4AB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E9F8DC60-19DC-497F-BC9B-D7101FDA75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6E40BEC9-2189-A91D-7105-59F0340CF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0D2A12B9-5F72-21FA-BE75-7EC5AB3472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D18856A9-5850-7C48-FCCB-71C122798E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15466D79-201D-1777-8F6A-34FF5B7527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30" name="Straight Connector 29">
              <a:extLst>
                <a:ext uri="{FF2B5EF4-FFF2-40B4-BE49-F238E27FC236}">
                  <a16:creationId xmlns:a16="http://schemas.microsoft.com/office/drawing/2014/main" id="{B7E50A37-79AC-EB99-A945-02A280F683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216CB93-A74C-426C-E7E8-15A94FF8B4A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0CBC4ED-121B-A952-9BF6-70788AC5EFD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21E8F29-FAB3-C3FF-2D8F-0A3D0313CF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5746F7A0-382E-BB88-5BA0-2C689B3371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62E138D8-58A5-DF8B-8497-72B68A9F63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8" name="Straight Connector 37">
              <a:extLst>
                <a:ext uri="{FF2B5EF4-FFF2-40B4-BE49-F238E27FC236}">
                  <a16:creationId xmlns:a16="http://schemas.microsoft.com/office/drawing/2014/main" id="{BAB3EBAB-C8F8-EF49-296F-2FB3A26564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F3AA2CB-836E-33EF-0FDD-5E461AD6848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F147DBF-EFF7-F899-1F70-3E26606C40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B6FE8A0-51CD-47C5-70FB-9374EE89C3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92D6299E-D0C8-58C2-FAD2-1DC7228FFD22}"/>
              </a:ext>
            </a:extLst>
          </p:cNvPr>
          <p:cNvSpPr>
            <a:spLocks noGrp="1"/>
          </p:cNvSpPr>
          <p:nvPr>
            <p:ph type="title"/>
          </p:nvPr>
        </p:nvSpPr>
        <p:spPr>
          <a:xfrm>
            <a:off x="630936" y="495992"/>
            <a:ext cx="4195140" cy="5638831"/>
          </a:xfrm>
          <a:noFill/>
        </p:spPr>
        <p:txBody>
          <a:bodyPr anchor="ctr">
            <a:normAutofit/>
          </a:bodyPr>
          <a:lstStyle/>
          <a:p>
            <a:r>
              <a:rPr lang="en-AU" sz="4800"/>
              <a:t>Registration and Vehicle</a:t>
            </a:r>
          </a:p>
        </p:txBody>
      </p:sp>
      <p:graphicFrame>
        <p:nvGraphicFramePr>
          <p:cNvPr id="5" name="Content Placeholder 2">
            <a:extLst>
              <a:ext uri="{FF2B5EF4-FFF2-40B4-BE49-F238E27FC236}">
                <a16:creationId xmlns:a16="http://schemas.microsoft.com/office/drawing/2014/main" id="{3D55E091-9F4A-6C2F-1DEB-719B88A5BF2E}"/>
              </a:ext>
            </a:extLst>
          </p:cNvPr>
          <p:cNvGraphicFramePr>
            <a:graphicFrameLocks noGrp="1"/>
          </p:cNvGraphicFramePr>
          <p:nvPr>
            <p:ph idx="1"/>
            <p:extLst>
              <p:ext uri="{D42A27DB-BD31-4B8C-83A1-F6EECF244321}">
                <p14:modId xmlns:p14="http://schemas.microsoft.com/office/powerpoint/2010/main" val="1605857085"/>
              </p:ext>
            </p:extLst>
          </p:nvPr>
        </p:nvGraphicFramePr>
        <p:xfrm>
          <a:off x="4915947" y="866585"/>
          <a:ext cx="6253722" cy="50561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03766240"/>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240F3B-5E90-34A5-8CE2-9E52A44DA679}"/>
            </a:ext>
          </a:extLst>
        </p:cNvPr>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E33CE952-BD87-C956-7110-21A607D6D072}"/>
              </a:ext>
            </a:extLst>
          </p:cNvPr>
          <p:cNvGraphicFramePr/>
          <p:nvPr>
            <p:extLst>
              <p:ext uri="{D42A27DB-BD31-4B8C-83A1-F6EECF244321}">
                <p14:modId xmlns:p14="http://schemas.microsoft.com/office/powerpoint/2010/main" val="2095801000"/>
              </p:ext>
            </p:extLst>
          </p:nvPr>
        </p:nvGraphicFramePr>
        <p:xfrm>
          <a:off x="152402" y="0"/>
          <a:ext cx="11926822" cy="67482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710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7B0B89-DB7A-00E8-9834-2526AA3769B1}"/>
            </a:ext>
          </a:extLst>
        </p:cNvPr>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0C8002ED-949C-F585-6FB8-37E624389F40}"/>
              </a:ext>
            </a:extLst>
          </p:cNvPr>
          <p:cNvGraphicFramePr/>
          <p:nvPr>
            <p:extLst>
              <p:ext uri="{D42A27DB-BD31-4B8C-83A1-F6EECF244321}">
                <p14:modId xmlns:p14="http://schemas.microsoft.com/office/powerpoint/2010/main" val="2506930490"/>
              </p:ext>
            </p:extLst>
          </p:nvPr>
        </p:nvGraphicFramePr>
        <p:xfrm>
          <a:off x="152402" y="0"/>
          <a:ext cx="11926822" cy="67482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2276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8FA43-DBF3-E71F-76DA-60BE28AEE3EF}"/>
              </a:ext>
            </a:extLst>
          </p:cNvPr>
          <p:cNvSpPr>
            <a:spLocks noGrp="1"/>
          </p:cNvSpPr>
          <p:nvPr>
            <p:ph type="title"/>
          </p:nvPr>
        </p:nvSpPr>
        <p:spPr>
          <a:xfrm>
            <a:off x="841248" y="320040"/>
            <a:ext cx="10515600" cy="658368"/>
          </a:xfrm>
        </p:spPr>
        <p:txBody>
          <a:bodyPr wrap="square" lIns="0" tIns="0" rIns="0" bIns="0"/>
          <a:lstStyle/>
          <a:p>
            <a:r>
              <a:rPr lang="en-AU" sz="3400" b="0">
                <a:solidFill>
                  <a:srgbClr val="073B66"/>
                </a:solidFill>
                <a:latin typeface="Segoe UI"/>
              </a:rPr>
              <a:t>Registration and Vehicles Discovery</a:t>
            </a:r>
          </a:p>
        </p:txBody>
      </p:sp>
      <p:sp>
        <p:nvSpPr>
          <p:cNvPr id="3" name="Rectangle 2"/>
          <p:cNvSpPr/>
          <p:nvPr/>
        </p:nvSpPr>
        <p:spPr>
          <a:xfrm>
            <a:off x="841248" y="1097280"/>
            <a:ext cx="384048" cy="41148"/>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1188720"/>
            <a:ext cx="4800600"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Purpose</a:t>
            </a:r>
          </a:p>
        </p:txBody>
      </p:sp>
      <p:sp>
        <p:nvSpPr>
          <p:cNvPr id="5" name="TextBox 4"/>
          <p:cNvSpPr txBox="1"/>
          <p:nvPr/>
        </p:nvSpPr>
        <p:spPr>
          <a:xfrm>
            <a:off x="841248" y="1463040"/>
            <a:ext cx="4882896" cy="841248"/>
          </a:xfrm>
          <a:prstGeom prst="rect">
            <a:avLst/>
          </a:prstGeom>
          <a:noFill/>
        </p:spPr>
        <p:txBody>
          <a:bodyPr wrap="square" lIns="0" tIns="0" rIns="0" bIns="0" anchor="t">
            <a:spAutoFit/>
          </a:bodyPr>
          <a:lstStyle/>
          <a:p>
            <a:pPr>
              <a:lnSpc>
                <a:spcPct val="95000"/>
              </a:lnSpc>
              <a:spcBef>
                <a:spcPts val="0"/>
              </a:spcBef>
              <a:spcAft>
                <a:spcPts val="0"/>
              </a:spcAft>
            </a:pPr>
            <a:r>
              <a:rPr sz="1400" b="0">
                <a:solidFill>
                  <a:srgbClr val="556670"/>
                </a:solidFill>
                <a:latin typeface="Segoe UI"/>
              </a:rPr>
              <a:t>Define the future Registration and Vehicle capability: establish trusted data foundations, modern enquiry services and an authoritative vehicle register supporting digital services, customer channels and partner exchange.</a:t>
            </a:r>
          </a:p>
        </p:txBody>
      </p:sp>
      <p:sp>
        <p:nvSpPr>
          <p:cNvPr id="6" name="Rectangle 5"/>
          <p:cNvSpPr/>
          <p:nvPr/>
        </p:nvSpPr>
        <p:spPr>
          <a:xfrm>
            <a:off x="6108192" y="1097280"/>
            <a:ext cx="384048" cy="41148"/>
          </a:xfrm>
          <a:prstGeom prst="rect">
            <a:avLst/>
          </a:prstGeom>
          <a:solidFill>
            <a:srgbClr val="7FE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08192" y="1188720"/>
            <a:ext cx="5248656"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Why now</a:t>
            </a:r>
          </a:p>
        </p:txBody>
      </p:sp>
      <p:sp>
        <p:nvSpPr>
          <p:cNvPr id="8" name="TextBox 7"/>
          <p:cNvSpPr txBox="1"/>
          <p:nvPr/>
        </p:nvSpPr>
        <p:spPr>
          <a:xfrm>
            <a:off x="6108192" y="1463040"/>
            <a:ext cx="5248656" cy="841248"/>
          </a:xfrm>
          <a:prstGeom prst="rect">
            <a:avLst/>
          </a:prstGeom>
          <a:noFill/>
        </p:spPr>
        <p:txBody>
          <a:bodyPr wrap="square" lIns="0" tIns="0" rIns="0" bIns="0" anchor="t">
            <a:spAutoFit/>
          </a:bodyPr>
          <a:lstStyle/>
          <a:p>
            <a:pPr>
              <a:lnSpc>
                <a:spcPct val="95000"/>
              </a:lnSpc>
              <a:spcBef>
                <a:spcPts val="0"/>
              </a:spcBef>
              <a:spcAft>
                <a:spcPts val="0"/>
              </a:spcAft>
            </a:pPr>
            <a:r>
              <a:rPr sz="1400" b="0">
                <a:solidFill>
                  <a:srgbClr val="556670"/>
                </a:solidFill>
                <a:latin typeface="Segoe UI"/>
              </a:rPr>
              <a:t>Registration and vehicle information underpins Business Portal, registration APIs, RegoCheck modernisation, Partner Exchange and NEVDIS. Discovery must resolve data ownership, service boundaries, enquiry patterns and register management.</a:t>
            </a:r>
          </a:p>
        </p:txBody>
      </p:sp>
      <p:sp>
        <p:nvSpPr>
          <p:cNvPr id="9" name="Rectangle 8"/>
          <p:cNvSpPr/>
          <p:nvPr/>
        </p:nvSpPr>
        <p:spPr>
          <a:xfrm>
            <a:off x="841248" y="2651760"/>
            <a:ext cx="10515600" cy="41148"/>
          </a:xfrm>
          <a:prstGeom prst="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41248" y="2816352"/>
            <a:ext cx="384048" cy="41148"/>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8" y="2907792"/>
            <a:ext cx="5623560"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Discovery decisions</a:t>
            </a:r>
          </a:p>
        </p:txBody>
      </p:sp>
      <p:sp>
        <p:nvSpPr>
          <p:cNvPr id="12" name="TextBox 11"/>
          <p:cNvSpPr txBox="1"/>
          <p:nvPr/>
        </p:nvSpPr>
        <p:spPr>
          <a:xfrm>
            <a:off x="841248" y="3182112"/>
            <a:ext cx="5623560" cy="1664208"/>
          </a:xfrm>
          <a:prstGeom prst="rect">
            <a:avLst/>
          </a:prstGeom>
          <a:noFill/>
        </p:spPr>
        <p:txBody>
          <a:bodyPr wrap="square" lIns="0" tIns="0" rIns="0" bIns="0" anchor="t">
            <a:spAutoFit/>
          </a:bodyPr>
          <a:lstStyle/>
          <a:p>
            <a:pPr>
              <a:lnSpc>
                <a:spcPct val="93000"/>
              </a:lnSpc>
              <a:spcBef>
                <a:spcPts val="0"/>
              </a:spcBef>
              <a:spcAft>
                <a:spcPts val="800"/>
              </a:spcAft>
            </a:pPr>
            <a:r>
              <a:rPr sz="1400" b="0" dirty="0">
                <a:solidFill>
                  <a:srgbClr val="556670"/>
                </a:solidFill>
                <a:latin typeface="Segoe UI"/>
              </a:rPr>
              <a:t>• What registration and vehicle data should be mastered and governed in the domain?</a:t>
            </a:r>
          </a:p>
          <a:p>
            <a:pPr>
              <a:lnSpc>
                <a:spcPct val="93000"/>
              </a:lnSpc>
              <a:spcBef>
                <a:spcPts val="0"/>
              </a:spcBef>
              <a:spcAft>
                <a:spcPts val="800"/>
              </a:spcAft>
            </a:pPr>
            <a:r>
              <a:rPr sz="1400" b="0" dirty="0">
                <a:solidFill>
                  <a:srgbClr val="556670"/>
                </a:solidFill>
                <a:latin typeface="Segoe UI"/>
              </a:rPr>
              <a:t>• How should information be exposed through APIs, digital services and partner channels?</a:t>
            </a:r>
          </a:p>
          <a:p>
            <a:pPr>
              <a:lnSpc>
                <a:spcPct val="93000"/>
              </a:lnSpc>
              <a:spcBef>
                <a:spcPts val="0"/>
              </a:spcBef>
              <a:spcAft>
                <a:spcPts val="800"/>
              </a:spcAft>
            </a:pPr>
            <a:r>
              <a:rPr sz="1400" b="0" dirty="0">
                <a:solidFill>
                  <a:srgbClr val="556670"/>
                </a:solidFill>
                <a:latin typeface="Segoe UI"/>
              </a:rPr>
              <a:t>• What should </a:t>
            </a:r>
            <a:r>
              <a:rPr sz="1400" b="0" dirty="0" err="1">
                <a:solidFill>
                  <a:srgbClr val="556670"/>
                </a:solidFill>
                <a:latin typeface="Segoe UI"/>
              </a:rPr>
              <a:t>RegoCheck</a:t>
            </a:r>
            <a:r>
              <a:rPr sz="1400" b="0" dirty="0">
                <a:solidFill>
                  <a:srgbClr val="556670"/>
                </a:solidFill>
                <a:latin typeface="Segoe UI"/>
              </a:rPr>
              <a:t>, enquiry services and the Vehicle Register own and publish?</a:t>
            </a:r>
          </a:p>
          <a:p>
            <a:pPr>
              <a:lnSpc>
                <a:spcPct val="93000"/>
              </a:lnSpc>
              <a:spcBef>
                <a:spcPts val="0"/>
              </a:spcBef>
              <a:spcAft>
                <a:spcPts val="800"/>
              </a:spcAft>
            </a:pPr>
            <a:r>
              <a:rPr sz="1400" b="0">
                <a:solidFill>
                  <a:srgbClr val="556670"/>
                </a:solidFill>
                <a:latin typeface="Segoe UI"/>
              </a:rPr>
              <a:t>• What legacy enquiry services and mainframe dependencies can be reduced?</a:t>
            </a:r>
          </a:p>
        </p:txBody>
      </p:sp>
      <p:sp>
        <p:nvSpPr>
          <p:cNvPr id="13" name="Rectangle 12"/>
          <p:cNvSpPr/>
          <p:nvPr/>
        </p:nvSpPr>
        <p:spPr>
          <a:xfrm>
            <a:off x="6812280" y="2816352"/>
            <a:ext cx="384048" cy="41148"/>
          </a:xfrm>
          <a:prstGeom prst="rect">
            <a:avLst/>
          </a:prstGeom>
          <a:solidFill>
            <a:srgbClr val="7FE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12280" y="2907792"/>
            <a:ext cx="4544568"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Required outputs</a:t>
            </a:r>
          </a:p>
        </p:txBody>
      </p:sp>
      <p:sp>
        <p:nvSpPr>
          <p:cNvPr id="15" name="TextBox 14"/>
          <p:cNvSpPr txBox="1"/>
          <p:nvPr/>
        </p:nvSpPr>
        <p:spPr>
          <a:xfrm>
            <a:off x="6812280" y="3182112"/>
            <a:ext cx="4544568" cy="1664208"/>
          </a:xfrm>
          <a:prstGeom prst="rect">
            <a:avLst/>
          </a:prstGeom>
          <a:noFill/>
        </p:spPr>
        <p:txBody>
          <a:bodyPr wrap="square" lIns="0" tIns="0" rIns="0" bIns="0" anchor="t">
            <a:spAutoFit/>
          </a:bodyPr>
          <a:lstStyle/>
          <a:p>
            <a:pPr>
              <a:lnSpc>
                <a:spcPct val="93000"/>
              </a:lnSpc>
              <a:spcBef>
                <a:spcPts val="0"/>
              </a:spcBef>
              <a:spcAft>
                <a:spcPts val="800"/>
              </a:spcAft>
            </a:pPr>
            <a:r>
              <a:rPr sz="1400" b="0">
                <a:solidFill>
                  <a:srgbClr val="556670"/>
                </a:solidFill>
                <a:latin typeface="Segoe UI"/>
              </a:rPr>
              <a:t>• Capability model plus data governance and stewardship framework</a:t>
            </a:r>
          </a:p>
          <a:p>
            <a:pPr>
              <a:lnSpc>
                <a:spcPct val="93000"/>
              </a:lnSpc>
              <a:spcBef>
                <a:spcPts val="0"/>
              </a:spcBef>
              <a:spcAft>
                <a:spcPts val="800"/>
              </a:spcAft>
            </a:pPr>
            <a:r>
              <a:rPr sz="1400" b="0">
                <a:solidFill>
                  <a:srgbClr val="556670"/>
                </a:solidFill>
                <a:latin typeface="Segoe UI"/>
              </a:rPr>
              <a:t>• Registration Enquiry Service strategy and Vehicle Register definition</a:t>
            </a:r>
          </a:p>
          <a:p>
            <a:pPr>
              <a:lnSpc>
                <a:spcPct val="93000"/>
              </a:lnSpc>
              <a:spcBef>
                <a:spcPts val="0"/>
              </a:spcBef>
              <a:spcAft>
                <a:spcPts val="800"/>
              </a:spcAft>
            </a:pPr>
            <a:r>
              <a:rPr sz="1400" b="0">
                <a:solidFill>
                  <a:srgbClr val="556670"/>
                </a:solidFill>
                <a:latin typeface="Segoe UI"/>
              </a:rPr>
              <a:t>• API and event catalogue plus system-of-record assessment</a:t>
            </a:r>
          </a:p>
          <a:p>
            <a:pPr>
              <a:lnSpc>
                <a:spcPct val="93000"/>
              </a:lnSpc>
              <a:spcBef>
                <a:spcPts val="0"/>
              </a:spcBef>
              <a:spcAft>
                <a:spcPts val="800"/>
              </a:spcAft>
            </a:pPr>
            <a:r>
              <a:rPr sz="1400" b="0">
                <a:solidFill>
                  <a:srgbClr val="556670"/>
                </a:solidFill>
                <a:latin typeface="Segoe UI"/>
              </a:rPr>
              <a:t>• Legacy reduction opportunities, roadmap and sequencing plan</a:t>
            </a:r>
          </a:p>
        </p:txBody>
      </p:sp>
      <p:sp>
        <p:nvSpPr>
          <p:cNvPr id="16" name="Rectangle 15"/>
          <p:cNvSpPr/>
          <p:nvPr/>
        </p:nvSpPr>
        <p:spPr>
          <a:xfrm>
            <a:off x="841248" y="5074920"/>
            <a:ext cx="10515600" cy="41148"/>
          </a:xfrm>
          <a:prstGeom prst="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41248" y="5239512"/>
            <a:ext cx="384048" cy="41148"/>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8" y="5330952"/>
            <a:ext cx="3063240"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Discovery window</a:t>
            </a:r>
          </a:p>
        </p:txBody>
      </p:sp>
      <p:sp>
        <p:nvSpPr>
          <p:cNvPr id="19" name="TextBox 18"/>
          <p:cNvSpPr txBox="1"/>
          <p:nvPr/>
        </p:nvSpPr>
        <p:spPr>
          <a:xfrm>
            <a:off x="841248" y="5605272"/>
            <a:ext cx="3794760" cy="457200"/>
          </a:xfrm>
          <a:prstGeom prst="rect">
            <a:avLst/>
          </a:prstGeom>
          <a:noFill/>
        </p:spPr>
        <p:txBody>
          <a:bodyPr wrap="square" lIns="0" tIns="0" rIns="0" bIns="0" anchor="t">
            <a:spAutoFit/>
          </a:bodyPr>
          <a:lstStyle/>
          <a:p>
            <a:pPr>
              <a:lnSpc>
                <a:spcPct val="95000"/>
              </a:lnSpc>
              <a:spcBef>
                <a:spcPts val="0"/>
              </a:spcBef>
              <a:spcAft>
                <a:spcPts val="0"/>
              </a:spcAft>
            </a:pPr>
            <a:r>
              <a:rPr sz="2400" b="1">
                <a:solidFill>
                  <a:srgbClr val="073B66"/>
                </a:solidFill>
                <a:latin typeface="Segoe UI"/>
              </a:rPr>
              <a:t>March 2027 → June 2027</a:t>
            </a:r>
          </a:p>
        </p:txBody>
      </p:sp>
      <p:sp>
        <p:nvSpPr>
          <p:cNvPr id="20" name="Rectangle 19"/>
          <p:cNvSpPr/>
          <p:nvPr/>
        </p:nvSpPr>
        <p:spPr>
          <a:xfrm>
            <a:off x="5532120" y="5239512"/>
            <a:ext cx="384048" cy="41148"/>
          </a:xfrm>
          <a:prstGeom prst="rect">
            <a:avLst/>
          </a:prstGeom>
          <a:solidFill>
            <a:srgbClr val="7FE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532120" y="5330952"/>
            <a:ext cx="5824728"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Work in scope</a:t>
            </a:r>
          </a:p>
        </p:txBody>
      </p:sp>
      <p:sp>
        <p:nvSpPr>
          <p:cNvPr id="22" name="TextBox 21"/>
          <p:cNvSpPr txBox="1"/>
          <p:nvPr/>
        </p:nvSpPr>
        <p:spPr>
          <a:xfrm>
            <a:off x="5532120" y="5605272"/>
            <a:ext cx="5824728" cy="585216"/>
          </a:xfrm>
          <a:prstGeom prst="rect">
            <a:avLst/>
          </a:prstGeom>
          <a:noFill/>
        </p:spPr>
        <p:txBody>
          <a:bodyPr wrap="square" lIns="0" tIns="0" rIns="0" bIns="0" anchor="t">
            <a:spAutoFit/>
          </a:bodyPr>
          <a:lstStyle/>
          <a:p>
            <a:pPr>
              <a:lnSpc>
                <a:spcPct val="95000"/>
              </a:lnSpc>
              <a:spcBef>
                <a:spcPts val="0"/>
              </a:spcBef>
              <a:spcAft>
                <a:spcPts val="0"/>
              </a:spcAft>
            </a:pPr>
            <a:r>
              <a:rPr sz="1400" b="0">
                <a:solidFill>
                  <a:srgbClr val="556670"/>
                </a:solidFill>
                <a:latin typeface="Segoe UI"/>
              </a:rPr>
              <a:t>Registration and Vehicle data governance, model and ownership  •  Registration Enquiry Service  •  Vehicle Register</a:t>
            </a:r>
          </a:p>
        </p:txBody>
      </p:sp>
    </p:spTree>
    <p:extLst>
      <p:ext uri="{BB962C8B-B14F-4D97-AF65-F5344CB8AC3E}">
        <p14:creationId xmlns:p14="http://schemas.microsoft.com/office/powerpoint/2010/main" val="3441165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C3D9E-C947-C16F-D50D-430E0A5BE363}"/>
              </a:ext>
            </a:extLst>
          </p:cNvPr>
          <p:cNvSpPr>
            <a:spLocks noGrp="1"/>
          </p:cNvSpPr>
          <p:nvPr>
            <p:ph type="title"/>
          </p:nvPr>
        </p:nvSpPr>
        <p:spPr/>
        <p:txBody>
          <a:bodyPr>
            <a:normAutofit/>
          </a:bodyPr>
          <a:lstStyle/>
          <a:p>
            <a:r>
              <a:rPr lang="en-AU" b="1"/>
              <a:t>Discovery Focus by Initiative</a:t>
            </a:r>
            <a:br>
              <a:rPr lang="en-AU"/>
            </a:br>
            <a:r>
              <a:rPr lang="en-AU" b="1"/>
              <a:t>Registration and Vehicle</a:t>
            </a:r>
            <a:endParaRPr lang="en-AU"/>
          </a:p>
        </p:txBody>
      </p:sp>
      <p:sp>
        <p:nvSpPr>
          <p:cNvPr id="3" name="Content Placeholder 2">
            <a:extLst>
              <a:ext uri="{FF2B5EF4-FFF2-40B4-BE49-F238E27FC236}">
                <a16:creationId xmlns:a16="http://schemas.microsoft.com/office/drawing/2014/main" id="{BB168B2F-2FA3-3AFE-CE9F-BFA33D356871}"/>
              </a:ext>
            </a:extLst>
          </p:cNvPr>
          <p:cNvSpPr>
            <a:spLocks noGrp="1"/>
          </p:cNvSpPr>
          <p:nvPr>
            <p:ph idx="1"/>
          </p:nvPr>
        </p:nvSpPr>
        <p:spPr/>
        <p:txBody>
          <a:bodyPr/>
          <a:lstStyle/>
          <a:p>
            <a:pPr marL="0" indent="0">
              <a:buNone/>
            </a:pPr>
            <a:r>
              <a:rPr lang="en-AU" b="1" dirty="0"/>
              <a:t>Registration Enquiry</a:t>
            </a:r>
            <a:endParaRPr lang="en-AU" dirty="0"/>
          </a:p>
          <a:p>
            <a:pPr lvl="0"/>
            <a:r>
              <a:rPr lang="en-AU" dirty="0"/>
              <a:t>API consumers?</a:t>
            </a:r>
          </a:p>
          <a:p>
            <a:pPr lvl="0"/>
            <a:r>
              <a:rPr lang="en-AU" dirty="0" err="1"/>
              <a:t>RegoCheck</a:t>
            </a:r>
            <a:r>
              <a:rPr lang="en-AU" dirty="0"/>
              <a:t> replacement strategy?</a:t>
            </a:r>
          </a:p>
          <a:p>
            <a:pPr lvl="0"/>
            <a:r>
              <a:rPr lang="en-AU" dirty="0"/>
              <a:t>Event-driven opportunities?</a:t>
            </a:r>
          </a:p>
          <a:p>
            <a:pPr lvl="0"/>
            <a:r>
              <a:rPr lang="en-AU" dirty="0"/>
              <a:t>Legacy retirement opportunities?</a:t>
            </a:r>
          </a:p>
          <a:p>
            <a:endParaRPr lang="en-AU" dirty="0"/>
          </a:p>
        </p:txBody>
      </p:sp>
    </p:spTree>
    <p:extLst>
      <p:ext uri="{BB962C8B-B14F-4D97-AF65-F5344CB8AC3E}">
        <p14:creationId xmlns:p14="http://schemas.microsoft.com/office/powerpoint/2010/main" val="941271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B3DB7A5-5633-943C-2745-3366E3EFDCE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9DA85E7-7956-8413-4F7B-D7D0F7D0F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0B14A21-DEC9-8461-93AE-5635D3CD98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E3A54E32-C3B8-501F-997E-24065EDAB9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117348" y="774914"/>
            <a:ext cx="304800" cy="429768"/>
            <a:chOff x="215328" y="-46937"/>
            <a:chExt cx="304800" cy="2773841"/>
          </a:xfrm>
        </p:grpSpPr>
        <p:cxnSp>
          <p:nvCxnSpPr>
            <p:cNvPr id="14" name="Straight Connector 13">
              <a:extLst>
                <a:ext uri="{FF2B5EF4-FFF2-40B4-BE49-F238E27FC236}">
                  <a16:creationId xmlns:a16="http://schemas.microsoft.com/office/drawing/2014/main" id="{152C1619-2A00-629D-63DC-1EB771F0DE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55C5530-BFB2-7669-5E08-9F797789C6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DBE7E4A-2872-1D2B-AA01-2CE5761F54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625C8BC-1B86-AD3D-D710-33B42EF286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1BDA9F18-7978-5344-ECFA-97CAAA17598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0" name="Oval 19">
              <a:extLst>
                <a:ext uri="{FF2B5EF4-FFF2-40B4-BE49-F238E27FC236}">
                  <a16:creationId xmlns:a16="http://schemas.microsoft.com/office/drawing/2014/main" id="{D9C2FD81-6E28-981F-F0CC-E9928156DD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4A5082B-CD82-D35E-3DCA-F85ADBB961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CC21112-434F-7A19-FE1B-D2755EF3C5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7196F926-8DA6-CC08-943D-A36CB9DE40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4E92547-19B7-2086-1D24-2C1EFB4BBA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FA99E68-BE29-1886-C179-1DCF4F4706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A2F2BD2A-12A9-E371-DBE1-F66B2971F9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AAC75921-885E-97C0-36A7-65E1D3D0F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30" name="Straight Connector 29">
              <a:extLst>
                <a:ext uri="{FF2B5EF4-FFF2-40B4-BE49-F238E27FC236}">
                  <a16:creationId xmlns:a16="http://schemas.microsoft.com/office/drawing/2014/main" id="{FCA62F15-6338-4CE0-24CD-47E8D089F4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3380AD5-78CB-20DA-4BB6-D3306FE330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BBE8E65-DBA8-E68F-60C1-C327E7EDA0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F4537A3-3F55-B439-A627-CD4DF09738A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8DF54C6E-3726-324F-5D5F-547498BDC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BB754264-BB59-6BFA-3582-B9BAEB4D89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8" name="Straight Connector 37">
              <a:extLst>
                <a:ext uri="{FF2B5EF4-FFF2-40B4-BE49-F238E27FC236}">
                  <a16:creationId xmlns:a16="http://schemas.microsoft.com/office/drawing/2014/main" id="{92EB6ECC-3F26-4BDA-32EE-0453F0CF27D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7046E7E-450B-AA1A-715E-49A02115D8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B88FF00-E7ED-4FA7-0C7F-EE19694EB8D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00E5737-06EE-F62B-9418-9C1946FB6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665FD4E-6945-0681-FFE4-1045FBD7DA8D}"/>
              </a:ext>
            </a:extLst>
          </p:cNvPr>
          <p:cNvSpPr>
            <a:spLocks noGrp="1"/>
          </p:cNvSpPr>
          <p:nvPr>
            <p:ph type="title"/>
          </p:nvPr>
        </p:nvSpPr>
        <p:spPr>
          <a:xfrm>
            <a:off x="630936" y="495992"/>
            <a:ext cx="4195140" cy="5638831"/>
          </a:xfrm>
          <a:noFill/>
        </p:spPr>
        <p:txBody>
          <a:bodyPr anchor="ctr">
            <a:normAutofit/>
          </a:bodyPr>
          <a:lstStyle/>
          <a:p>
            <a:r>
              <a:rPr lang="en-AU" sz="4800"/>
              <a:t>Payment Modernisation</a:t>
            </a:r>
          </a:p>
        </p:txBody>
      </p:sp>
      <p:graphicFrame>
        <p:nvGraphicFramePr>
          <p:cNvPr id="5" name="Content Placeholder 2">
            <a:extLst>
              <a:ext uri="{FF2B5EF4-FFF2-40B4-BE49-F238E27FC236}">
                <a16:creationId xmlns:a16="http://schemas.microsoft.com/office/drawing/2014/main" id="{37EDA5A6-B64E-74BA-E355-72BC1C8C6D00}"/>
              </a:ext>
            </a:extLst>
          </p:cNvPr>
          <p:cNvGraphicFramePr>
            <a:graphicFrameLocks noGrp="1"/>
          </p:cNvGraphicFramePr>
          <p:nvPr>
            <p:ph idx="1"/>
            <p:extLst>
              <p:ext uri="{D42A27DB-BD31-4B8C-83A1-F6EECF244321}">
                <p14:modId xmlns:p14="http://schemas.microsoft.com/office/powerpoint/2010/main" val="4238113965"/>
              </p:ext>
            </p:extLst>
          </p:nvPr>
        </p:nvGraphicFramePr>
        <p:xfrm>
          <a:off x="4915947" y="866585"/>
          <a:ext cx="6253722" cy="50561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059206"/>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E27776-C8DD-2561-D1AA-B73BDDED61F5}"/>
            </a:ext>
          </a:extLst>
        </p:cNvPr>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89E585AD-9D5D-F93B-983A-03F9AD172B7A}"/>
              </a:ext>
            </a:extLst>
          </p:cNvPr>
          <p:cNvGraphicFramePr/>
          <p:nvPr>
            <p:extLst>
              <p:ext uri="{D42A27DB-BD31-4B8C-83A1-F6EECF244321}">
                <p14:modId xmlns:p14="http://schemas.microsoft.com/office/powerpoint/2010/main" val="40950989"/>
              </p:ext>
            </p:extLst>
          </p:nvPr>
        </p:nvGraphicFramePr>
        <p:xfrm>
          <a:off x="152402" y="0"/>
          <a:ext cx="11926822" cy="67482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96975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F9ED57-58A4-1A1E-2872-33285C6D1351}"/>
            </a:ext>
          </a:extLst>
        </p:cNvPr>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B088D986-011C-ABF3-9C21-6567282F218D}"/>
              </a:ext>
            </a:extLst>
          </p:cNvPr>
          <p:cNvGraphicFramePr/>
          <p:nvPr>
            <p:extLst>
              <p:ext uri="{D42A27DB-BD31-4B8C-83A1-F6EECF244321}">
                <p14:modId xmlns:p14="http://schemas.microsoft.com/office/powerpoint/2010/main" val="20717254"/>
              </p:ext>
            </p:extLst>
          </p:nvPr>
        </p:nvGraphicFramePr>
        <p:xfrm>
          <a:off x="-1685588" y="0"/>
          <a:ext cx="11926822" cy="67482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93603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8D621-529D-5593-A420-E422C62D1773}"/>
              </a:ext>
            </a:extLst>
          </p:cNvPr>
          <p:cNvSpPr>
            <a:spLocks noGrp="1"/>
          </p:cNvSpPr>
          <p:nvPr>
            <p:ph type="title"/>
          </p:nvPr>
        </p:nvSpPr>
        <p:spPr>
          <a:xfrm>
            <a:off x="841248" y="320040"/>
            <a:ext cx="10515600" cy="658368"/>
          </a:xfrm>
        </p:spPr>
        <p:txBody>
          <a:bodyPr wrap="square" lIns="0" tIns="0" rIns="0" bIns="0"/>
          <a:lstStyle/>
          <a:p>
            <a:r>
              <a:rPr lang="en-AU" sz="3400" b="0">
                <a:solidFill>
                  <a:srgbClr val="073B66"/>
                </a:solidFill>
                <a:latin typeface="Segoe UI"/>
              </a:rPr>
              <a:t>Payment Modernisation Discovery</a:t>
            </a:r>
          </a:p>
        </p:txBody>
      </p:sp>
      <p:sp>
        <p:nvSpPr>
          <p:cNvPr id="3" name="Rectangle 2"/>
          <p:cNvSpPr/>
          <p:nvPr/>
        </p:nvSpPr>
        <p:spPr>
          <a:xfrm>
            <a:off x="841248" y="1097280"/>
            <a:ext cx="384048" cy="41148"/>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1188720"/>
            <a:ext cx="4800600"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Purpose</a:t>
            </a:r>
          </a:p>
        </p:txBody>
      </p:sp>
      <p:sp>
        <p:nvSpPr>
          <p:cNvPr id="5" name="TextBox 4"/>
          <p:cNvSpPr txBox="1"/>
          <p:nvPr/>
        </p:nvSpPr>
        <p:spPr>
          <a:xfrm>
            <a:off x="841248" y="1463040"/>
            <a:ext cx="4882896" cy="841248"/>
          </a:xfrm>
          <a:prstGeom prst="rect">
            <a:avLst/>
          </a:prstGeom>
          <a:noFill/>
        </p:spPr>
        <p:txBody>
          <a:bodyPr wrap="square" lIns="0" tIns="0" rIns="0" bIns="0" anchor="t">
            <a:spAutoFit/>
          </a:bodyPr>
          <a:lstStyle/>
          <a:p>
            <a:pPr>
              <a:lnSpc>
                <a:spcPct val="95000"/>
              </a:lnSpc>
              <a:spcBef>
                <a:spcPts val="0"/>
              </a:spcBef>
              <a:spcAft>
                <a:spcPts val="0"/>
              </a:spcAft>
            </a:pPr>
            <a:r>
              <a:rPr sz="1400" b="0">
                <a:solidFill>
                  <a:srgbClr val="556670"/>
                </a:solidFill>
                <a:latin typeface="Segoe UI"/>
              </a:rPr>
              <a:t>Define the future payments ecosystem across customer payments, refunds, accounts, pricing, quoting and financial processing—aligned with government-wide payment reform and Chequexit obligations.</a:t>
            </a:r>
          </a:p>
        </p:txBody>
      </p:sp>
      <p:sp>
        <p:nvSpPr>
          <p:cNvPr id="6" name="Rectangle 5"/>
          <p:cNvSpPr/>
          <p:nvPr/>
        </p:nvSpPr>
        <p:spPr>
          <a:xfrm>
            <a:off x="6108192" y="1097280"/>
            <a:ext cx="384048" cy="41148"/>
          </a:xfrm>
          <a:prstGeom prst="rect">
            <a:avLst/>
          </a:prstGeom>
          <a:solidFill>
            <a:srgbClr val="7FE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08192" y="1188720"/>
            <a:ext cx="5248656"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Why now</a:t>
            </a:r>
          </a:p>
        </p:txBody>
      </p:sp>
      <p:sp>
        <p:nvSpPr>
          <p:cNvPr id="8" name="TextBox 7"/>
          <p:cNvSpPr txBox="1"/>
          <p:nvPr/>
        </p:nvSpPr>
        <p:spPr>
          <a:xfrm>
            <a:off x="6108192" y="1463040"/>
            <a:ext cx="5248656" cy="841248"/>
          </a:xfrm>
          <a:prstGeom prst="rect">
            <a:avLst/>
          </a:prstGeom>
          <a:noFill/>
        </p:spPr>
        <p:txBody>
          <a:bodyPr wrap="square" lIns="0" tIns="0" rIns="0" bIns="0" anchor="t">
            <a:spAutoFit/>
          </a:bodyPr>
          <a:lstStyle/>
          <a:p>
            <a:pPr>
              <a:lnSpc>
                <a:spcPct val="95000"/>
              </a:lnSpc>
              <a:spcBef>
                <a:spcPts val="0"/>
              </a:spcBef>
              <a:spcAft>
                <a:spcPts val="0"/>
              </a:spcAft>
            </a:pPr>
            <a:r>
              <a:rPr sz="1400" b="0">
                <a:solidFill>
                  <a:srgbClr val="556670"/>
                </a:solidFill>
                <a:latin typeface="Segoe UI"/>
              </a:rPr>
              <a:t>Whole-of-government reform, cheque retirement deadlines, merchant platform changes and payment orchestration decisions require a clear target architecture and future customer financial experience.</a:t>
            </a:r>
          </a:p>
        </p:txBody>
      </p:sp>
      <p:sp>
        <p:nvSpPr>
          <p:cNvPr id="9" name="Rectangle 8"/>
          <p:cNvSpPr/>
          <p:nvPr/>
        </p:nvSpPr>
        <p:spPr>
          <a:xfrm>
            <a:off x="841248" y="2651760"/>
            <a:ext cx="10515600" cy="41148"/>
          </a:xfrm>
          <a:prstGeom prst="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41248" y="2816352"/>
            <a:ext cx="384048" cy="41148"/>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8" y="2907792"/>
            <a:ext cx="5623560"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Discovery decisions</a:t>
            </a:r>
          </a:p>
        </p:txBody>
      </p:sp>
      <p:sp>
        <p:nvSpPr>
          <p:cNvPr id="12" name="TextBox 11"/>
          <p:cNvSpPr txBox="1"/>
          <p:nvPr/>
        </p:nvSpPr>
        <p:spPr>
          <a:xfrm>
            <a:off x="841248" y="3182112"/>
            <a:ext cx="5623560" cy="1664208"/>
          </a:xfrm>
          <a:prstGeom prst="rect">
            <a:avLst/>
          </a:prstGeom>
          <a:noFill/>
        </p:spPr>
        <p:txBody>
          <a:bodyPr wrap="square" lIns="0" tIns="0" rIns="0" bIns="0" anchor="t">
            <a:spAutoFit/>
          </a:bodyPr>
          <a:lstStyle/>
          <a:p>
            <a:pPr>
              <a:lnSpc>
                <a:spcPct val="93000"/>
              </a:lnSpc>
              <a:spcBef>
                <a:spcPts val="0"/>
              </a:spcBef>
              <a:spcAft>
                <a:spcPts val="800"/>
              </a:spcAft>
            </a:pPr>
            <a:r>
              <a:rPr sz="1400" b="0">
                <a:solidFill>
                  <a:srgbClr val="556670"/>
                </a:solidFill>
                <a:latin typeface="Segoe UI"/>
              </a:rPr>
              <a:t>• What should the target payment operating model and architecture be, aligned with the future WoG platform?</a:t>
            </a:r>
          </a:p>
          <a:p>
            <a:pPr>
              <a:lnSpc>
                <a:spcPct val="93000"/>
              </a:lnSpc>
              <a:spcBef>
                <a:spcPts val="0"/>
              </a:spcBef>
              <a:spcAft>
                <a:spcPts val="800"/>
              </a:spcAft>
            </a:pPr>
            <a:r>
              <a:rPr sz="1400" b="0">
                <a:solidFill>
                  <a:srgbClr val="556670"/>
                </a:solidFill>
                <a:latin typeface="Segoe UI"/>
              </a:rPr>
              <a:t>• How should refunds, customer accounts and payment channels work together?</a:t>
            </a:r>
          </a:p>
          <a:p>
            <a:pPr>
              <a:lnSpc>
                <a:spcPct val="93000"/>
              </a:lnSpc>
              <a:spcBef>
                <a:spcPts val="0"/>
              </a:spcBef>
              <a:spcAft>
                <a:spcPts val="800"/>
              </a:spcAft>
            </a:pPr>
            <a:r>
              <a:rPr sz="1400" b="0">
                <a:solidFill>
                  <a:srgbClr val="556670"/>
                </a:solidFill>
                <a:latin typeface="Segoe UI"/>
              </a:rPr>
              <a:t>• Which capabilities should be modernised, and which should be replaced?</a:t>
            </a:r>
          </a:p>
          <a:p>
            <a:pPr>
              <a:lnSpc>
                <a:spcPct val="93000"/>
              </a:lnSpc>
              <a:spcBef>
                <a:spcPts val="0"/>
              </a:spcBef>
              <a:spcAft>
                <a:spcPts val="800"/>
              </a:spcAft>
            </a:pPr>
            <a:r>
              <a:rPr sz="1400" b="0">
                <a:solidFill>
                  <a:srgbClr val="556670"/>
                </a:solidFill>
                <a:latin typeface="Segoe UI"/>
              </a:rPr>
              <a:t>• How can dependency on cheque processing be removed?</a:t>
            </a:r>
          </a:p>
        </p:txBody>
      </p:sp>
      <p:sp>
        <p:nvSpPr>
          <p:cNvPr id="13" name="Rectangle 12"/>
          <p:cNvSpPr/>
          <p:nvPr/>
        </p:nvSpPr>
        <p:spPr>
          <a:xfrm>
            <a:off x="6812280" y="2816352"/>
            <a:ext cx="384048" cy="41148"/>
          </a:xfrm>
          <a:prstGeom prst="rect">
            <a:avLst/>
          </a:prstGeom>
          <a:solidFill>
            <a:srgbClr val="7FE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12280" y="2907792"/>
            <a:ext cx="4544568"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Required outputs</a:t>
            </a:r>
          </a:p>
        </p:txBody>
      </p:sp>
      <p:sp>
        <p:nvSpPr>
          <p:cNvPr id="15" name="TextBox 14"/>
          <p:cNvSpPr txBox="1"/>
          <p:nvPr/>
        </p:nvSpPr>
        <p:spPr>
          <a:xfrm>
            <a:off x="6812280" y="3182112"/>
            <a:ext cx="4544568" cy="1664208"/>
          </a:xfrm>
          <a:prstGeom prst="rect">
            <a:avLst/>
          </a:prstGeom>
          <a:noFill/>
        </p:spPr>
        <p:txBody>
          <a:bodyPr wrap="square" lIns="0" tIns="0" rIns="0" bIns="0" anchor="t">
            <a:spAutoFit/>
          </a:bodyPr>
          <a:lstStyle/>
          <a:p>
            <a:pPr>
              <a:lnSpc>
                <a:spcPct val="93000"/>
              </a:lnSpc>
              <a:spcBef>
                <a:spcPts val="0"/>
              </a:spcBef>
              <a:spcAft>
                <a:spcPts val="800"/>
              </a:spcAft>
            </a:pPr>
            <a:r>
              <a:rPr sz="1400" b="0">
                <a:solidFill>
                  <a:srgbClr val="556670"/>
                </a:solidFill>
                <a:latin typeface="Segoe UI"/>
              </a:rPr>
              <a:t>• Payment capability model plus Chequexit impact assessment</a:t>
            </a:r>
          </a:p>
          <a:p>
            <a:pPr>
              <a:lnSpc>
                <a:spcPct val="93000"/>
              </a:lnSpc>
              <a:spcBef>
                <a:spcPts val="0"/>
              </a:spcBef>
              <a:spcAft>
                <a:spcPts val="800"/>
              </a:spcAft>
            </a:pPr>
            <a:r>
              <a:rPr sz="1400" b="0">
                <a:solidFill>
                  <a:srgbClr val="556670"/>
                </a:solidFill>
                <a:latin typeface="Segoe UI"/>
              </a:rPr>
              <a:t>• Architecture options and financial integration roadmap</a:t>
            </a:r>
          </a:p>
          <a:p>
            <a:pPr>
              <a:lnSpc>
                <a:spcPct val="93000"/>
              </a:lnSpc>
              <a:spcBef>
                <a:spcPts val="0"/>
              </a:spcBef>
              <a:spcAft>
                <a:spcPts val="800"/>
              </a:spcAft>
            </a:pPr>
            <a:r>
              <a:rPr sz="1400" b="0">
                <a:solidFill>
                  <a:srgbClr val="556670"/>
                </a:solidFill>
                <a:latin typeface="Segoe UI"/>
              </a:rPr>
              <a:t>• Refund modernisation strategy plus Customer Account definition</a:t>
            </a:r>
          </a:p>
          <a:p>
            <a:pPr>
              <a:lnSpc>
                <a:spcPct val="93000"/>
              </a:lnSpc>
              <a:spcBef>
                <a:spcPts val="0"/>
              </a:spcBef>
              <a:spcAft>
                <a:spcPts val="800"/>
              </a:spcAft>
            </a:pPr>
            <a:r>
              <a:rPr sz="1400" b="0">
                <a:solidFill>
                  <a:srgbClr val="556670"/>
                </a:solidFill>
                <a:latin typeface="Segoe UI"/>
              </a:rPr>
              <a:t>• Pricing and quoting assessment plus investment sequencing</a:t>
            </a:r>
          </a:p>
        </p:txBody>
      </p:sp>
      <p:sp>
        <p:nvSpPr>
          <p:cNvPr id="16" name="Rectangle 15"/>
          <p:cNvSpPr/>
          <p:nvPr/>
        </p:nvSpPr>
        <p:spPr>
          <a:xfrm>
            <a:off x="841248" y="5074920"/>
            <a:ext cx="10515600" cy="41148"/>
          </a:xfrm>
          <a:prstGeom prst="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41248" y="5239512"/>
            <a:ext cx="384048" cy="41148"/>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8" y="5330952"/>
            <a:ext cx="3063240"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Discovery window</a:t>
            </a:r>
          </a:p>
        </p:txBody>
      </p:sp>
      <p:sp>
        <p:nvSpPr>
          <p:cNvPr id="19" name="TextBox 18"/>
          <p:cNvSpPr txBox="1"/>
          <p:nvPr/>
        </p:nvSpPr>
        <p:spPr>
          <a:xfrm>
            <a:off x="841248" y="5605272"/>
            <a:ext cx="4343400" cy="457200"/>
          </a:xfrm>
          <a:prstGeom prst="rect">
            <a:avLst/>
          </a:prstGeom>
          <a:noFill/>
        </p:spPr>
        <p:txBody>
          <a:bodyPr wrap="square" lIns="0" tIns="0" rIns="0" bIns="0" anchor="t">
            <a:spAutoFit/>
          </a:bodyPr>
          <a:lstStyle/>
          <a:p>
            <a:pPr>
              <a:lnSpc>
                <a:spcPct val="95000"/>
              </a:lnSpc>
              <a:spcBef>
                <a:spcPts val="0"/>
              </a:spcBef>
              <a:spcAft>
                <a:spcPts val="0"/>
              </a:spcAft>
            </a:pPr>
            <a:r>
              <a:rPr sz="2400" b="1">
                <a:solidFill>
                  <a:srgbClr val="073B66"/>
                </a:solidFill>
                <a:latin typeface="Segoe UI"/>
              </a:rPr>
              <a:t>December 2026 → September 2027</a:t>
            </a:r>
          </a:p>
        </p:txBody>
      </p:sp>
      <p:sp>
        <p:nvSpPr>
          <p:cNvPr id="20" name="Rectangle 19"/>
          <p:cNvSpPr/>
          <p:nvPr/>
        </p:nvSpPr>
        <p:spPr>
          <a:xfrm>
            <a:off x="5532120" y="5239512"/>
            <a:ext cx="384048" cy="41148"/>
          </a:xfrm>
          <a:prstGeom prst="rect">
            <a:avLst/>
          </a:prstGeom>
          <a:solidFill>
            <a:srgbClr val="7FE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532120" y="5330952"/>
            <a:ext cx="5824728"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Work in scope</a:t>
            </a:r>
          </a:p>
        </p:txBody>
      </p:sp>
      <p:sp>
        <p:nvSpPr>
          <p:cNvPr id="22" name="TextBox 21"/>
          <p:cNvSpPr txBox="1"/>
          <p:nvPr/>
        </p:nvSpPr>
        <p:spPr>
          <a:xfrm>
            <a:off x="5532120" y="5605272"/>
            <a:ext cx="5824728" cy="694944"/>
          </a:xfrm>
          <a:prstGeom prst="rect">
            <a:avLst/>
          </a:prstGeom>
          <a:noFill/>
        </p:spPr>
        <p:txBody>
          <a:bodyPr wrap="square" lIns="0" tIns="0" rIns="0" bIns="0" anchor="t">
            <a:spAutoFit/>
          </a:bodyPr>
          <a:lstStyle/>
          <a:p>
            <a:pPr>
              <a:lnSpc>
                <a:spcPct val="95000"/>
              </a:lnSpc>
              <a:spcBef>
                <a:spcPts val="0"/>
              </a:spcBef>
              <a:spcAft>
                <a:spcPts val="0"/>
              </a:spcAft>
            </a:pPr>
            <a:r>
              <a:rPr sz="1400" b="0">
                <a:solidFill>
                  <a:srgbClr val="556670"/>
                </a:solidFill>
                <a:latin typeface="Segoe UI"/>
              </a:rPr>
              <a:t>Payment data governance, model and ownership  •  Customer Refunds  •  New Ways to Pay  •  Subsid Ledger  •  Customer Account  •  Pricing Engine / Fee Management  •  Quote Tool PoC</a:t>
            </a:r>
          </a:p>
        </p:txBody>
      </p:sp>
    </p:spTree>
    <p:extLst>
      <p:ext uri="{BB962C8B-B14F-4D97-AF65-F5344CB8AC3E}">
        <p14:creationId xmlns:p14="http://schemas.microsoft.com/office/powerpoint/2010/main" val="49484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2197C-5DF3-5717-9A1C-977EA930A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B0567F-C164-B205-CDE2-32C9CBC894EB}"/>
              </a:ext>
            </a:extLst>
          </p:cNvPr>
          <p:cNvSpPr>
            <a:spLocks noGrp="1"/>
          </p:cNvSpPr>
          <p:nvPr>
            <p:ph type="title"/>
          </p:nvPr>
        </p:nvSpPr>
        <p:spPr/>
        <p:txBody>
          <a:bodyPr>
            <a:normAutofit/>
          </a:bodyPr>
          <a:lstStyle/>
          <a:p>
            <a:r>
              <a:rPr lang="en-AU" b="1"/>
              <a:t>Discovery Focus by Initiative</a:t>
            </a:r>
            <a:br>
              <a:rPr lang="en-AU"/>
            </a:br>
            <a:r>
              <a:rPr lang="en-AU" b="1"/>
              <a:t>Payment Modernisation</a:t>
            </a:r>
            <a:endParaRPr lang="en-AU"/>
          </a:p>
        </p:txBody>
      </p:sp>
      <p:sp>
        <p:nvSpPr>
          <p:cNvPr id="3" name="Content Placeholder 2">
            <a:extLst>
              <a:ext uri="{FF2B5EF4-FFF2-40B4-BE49-F238E27FC236}">
                <a16:creationId xmlns:a16="http://schemas.microsoft.com/office/drawing/2014/main" id="{F1983195-64E9-384D-219B-A23933892FD0}"/>
              </a:ext>
            </a:extLst>
          </p:cNvPr>
          <p:cNvSpPr>
            <a:spLocks noGrp="1"/>
          </p:cNvSpPr>
          <p:nvPr>
            <p:ph idx="1"/>
          </p:nvPr>
        </p:nvSpPr>
        <p:spPr/>
        <p:txBody>
          <a:bodyPr>
            <a:normAutofit fontScale="32500" lnSpcReduction="20000"/>
          </a:bodyPr>
          <a:lstStyle/>
          <a:p>
            <a:pPr marL="0" indent="0">
              <a:buNone/>
            </a:pPr>
            <a:r>
              <a:rPr lang="en-AU" b="1" dirty="0"/>
              <a:t>Payment Modernisation</a:t>
            </a:r>
            <a:endParaRPr lang="en-AU" dirty="0"/>
          </a:p>
          <a:p>
            <a:pPr lvl="0"/>
            <a:r>
              <a:rPr lang="en-AU" dirty="0"/>
              <a:t>Future </a:t>
            </a:r>
            <a:r>
              <a:rPr lang="en-AU" dirty="0" err="1"/>
              <a:t>WoG</a:t>
            </a:r>
            <a:r>
              <a:rPr lang="en-AU" dirty="0"/>
              <a:t> platform alignment?</a:t>
            </a:r>
          </a:p>
          <a:p>
            <a:pPr lvl="0"/>
            <a:r>
              <a:rPr lang="en-AU" dirty="0"/>
              <a:t>Refund orchestration?</a:t>
            </a:r>
          </a:p>
          <a:p>
            <a:pPr lvl="0"/>
            <a:r>
              <a:rPr lang="en-AU" dirty="0"/>
              <a:t>SAP integration impacts?</a:t>
            </a:r>
          </a:p>
          <a:p>
            <a:pPr lvl="0"/>
            <a:r>
              <a:rPr lang="en-AU" dirty="0" err="1"/>
              <a:t>Chequexit</a:t>
            </a:r>
            <a:r>
              <a:rPr lang="en-AU" dirty="0"/>
              <a:t> transition approach?</a:t>
            </a:r>
          </a:p>
          <a:p>
            <a:pPr marL="0" indent="0">
              <a:buNone/>
            </a:pPr>
            <a:r>
              <a:rPr lang="en-AU" b="1" dirty="0"/>
              <a:t>Customer Refunds</a:t>
            </a:r>
            <a:endParaRPr lang="en-AU" dirty="0"/>
          </a:p>
          <a:p>
            <a:pPr lvl="0"/>
            <a:r>
              <a:rPr lang="en-AU" dirty="0"/>
              <a:t>Visibility of entitlements?</a:t>
            </a:r>
          </a:p>
          <a:p>
            <a:pPr lvl="0"/>
            <a:r>
              <a:rPr lang="en-AU" dirty="0"/>
              <a:t>Digital refund requests?</a:t>
            </a:r>
          </a:p>
          <a:p>
            <a:pPr lvl="0"/>
            <a:r>
              <a:rPr lang="en-AU" dirty="0"/>
              <a:t>Settlement processes?</a:t>
            </a:r>
          </a:p>
          <a:p>
            <a:pPr lvl="0"/>
            <a:r>
              <a:rPr lang="en-AU" dirty="0"/>
              <a:t>Customer journey improvements?</a:t>
            </a:r>
          </a:p>
          <a:p>
            <a:pPr marL="0" indent="0">
              <a:buNone/>
            </a:pPr>
            <a:r>
              <a:rPr lang="en-AU" b="1" dirty="0"/>
              <a:t>Customer Account</a:t>
            </a:r>
            <a:endParaRPr lang="en-AU" dirty="0"/>
          </a:p>
          <a:p>
            <a:pPr lvl="0"/>
            <a:r>
              <a:rPr lang="en-AU" dirty="0"/>
              <a:t>Single customer financial profile?</a:t>
            </a:r>
          </a:p>
          <a:p>
            <a:pPr lvl="0"/>
            <a:r>
              <a:rPr lang="en-AU" dirty="0"/>
              <a:t>Transaction history requirements?</a:t>
            </a:r>
          </a:p>
          <a:p>
            <a:pPr lvl="0"/>
            <a:r>
              <a:rPr lang="en-AU" dirty="0"/>
              <a:t>Payment preference management?</a:t>
            </a:r>
          </a:p>
          <a:p>
            <a:pPr marL="0" indent="0">
              <a:buNone/>
            </a:pPr>
            <a:r>
              <a:rPr lang="en-AU" b="1" dirty="0"/>
              <a:t>Pricing Engine</a:t>
            </a:r>
            <a:endParaRPr lang="en-AU" dirty="0"/>
          </a:p>
          <a:p>
            <a:pPr lvl="0"/>
            <a:r>
              <a:rPr lang="en-AU" dirty="0"/>
              <a:t>Fee ownership?</a:t>
            </a:r>
          </a:p>
          <a:p>
            <a:pPr lvl="0"/>
            <a:r>
              <a:rPr lang="en-AU" dirty="0"/>
              <a:t>Fee calculation rules?</a:t>
            </a:r>
          </a:p>
          <a:p>
            <a:pPr lvl="0"/>
            <a:r>
              <a:rPr lang="en-AU" dirty="0"/>
              <a:t>Legislative change management?</a:t>
            </a:r>
          </a:p>
          <a:p>
            <a:pPr lvl="0"/>
            <a:endParaRPr lang="en-AU" dirty="0"/>
          </a:p>
        </p:txBody>
      </p:sp>
    </p:spTree>
    <p:extLst>
      <p:ext uri="{BB962C8B-B14F-4D97-AF65-F5344CB8AC3E}">
        <p14:creationId xmlns:p14="http://schemas.microsoft.com/office/powerpoint/2010/main" val="3876195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1130234-DEDA-1F24-C9AC-B6A52ABF816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81CDEA7-1DF6-C757-5F26-64870ACAC5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727DB27-41AE-0A0C-702C-B710D0C9AA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9AE243A5-63E0-03D6-E00B-DCFB316052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117348" y="774914"/>
            <a:ext cx="304800" cy="429768"/>
            <a:chOff x="215328" y="-46937"/>
            <a:chExt cx="304800" cy="2773841"/>
          </a:xfrm>
        </p:grpSpPr>
        <p:cxnSp>
          <p:nvCxnSpPr>
            <p:cNvPr id="14" name="Straight Connector 13">
              <a:extLst>
                <a:ext uri="{FF2B5EF4-FFF2-40B4-BE49-F238E27FC236}">
                  <a16:creationId xmlns:a16="http://schemas.microsoft.com/office/drawing/2014/main" id="{2D56937F-F026-35ED-2819-F444C7C7AC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11B793C-9E84-34CE-5936-82533541EE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CCCAFB6-6380-EB3B-3E26-323B2EE23C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6D6FF3D-AB49-6169-7C69-184FA3DA8C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8AA5ACC8-8F57-A0C3-FF57-A759651A4D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0" name="Oval 19">
              <a:extLst>
                <a:ext uri="{FF2B5EF4-FFF2-40B4-BE49-F238E27FC236}">
                  <a16:creationId xmlns:a16="http://schemas.microsoft.com/office/drawing/2014/main" id="{3364E388-3171-9E61-924D-A74FCCB53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F72102C-409E-32FA-66F6-90F3EB3F6D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D1E0A4A-864C-5280-D501-42E858139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873765C-E7FD-E078-44F8-7F6EDF190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A629A99-68F8-7804-9ECD-3C6D76784A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1FDC1EB-64B7-9D3E-294B-5B70B6065D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DE1C35CD-C9B6-D5FE-A833-8EB0824142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B1FFCC28-ACFB-5E8D-B1E5-071FE6BF1CE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30" name="Straight Connector 29">
              <a:extLst>
                <a:ext uri="{FF2B5EF4-FFF2-40B4-BE49-F238E27FC236}">
                  <a16:creationId xmlns:a16="http://schemas.microsoft.com/office/drawing/2014/main" id="{62E57A00-C600-7037-50F9-ADC9E258B0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ADCA1C8-00C9-DF67-E5DA-3776E36384C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D5340B1-DEFC-E803-C0D5-C214B63912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A84EDB6-3A71-6A86-EAB1-30B9E02CD4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CD168CDA-3F44-6BA2-8966-A089F34AC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AC2426CE-E3A1-C9F9-70BC-47A314AD0C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8" name="Straight Connector 37">
              <a:extLst>
                <a:ext uri="{FF2B5EF4-FFF2-40B4-BE49-F238E27FC236}">
                  <a16:creationId xmlns:a16="http://schemas.microsoft.com/office/drawing/2014/main" id="{A35E047D-BD9D-E49E-A888-3416BE7483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7DAE175-62BE-71B5-B79D-CA143D94D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4EA0124-05DF-B779-D74A-0EFFA1BD32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F31134C-793E-3391-DCAF-B7DF7F5ADB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CBFE91A9-3830-59FC-E4EA-C75FD28B3D3A}"/>
              </a:ext>
            </a:extLst>
          </p:cNvPr>
          <p:cNvSpPr>
            <a:spLocks noGrp="1"/>
          </p:cNvSpPr>
          <p:nvPr>
            <p:ph type="title"/>
          </p:nvPr>
        </p:nvSpPr>
        <p:spPr>
          <a:xfrm>
            <a:off x="630936" y="495992"/>
            <a:ext cx="4195140" cy="5638831"/>
          </a:xfrm>
          <a:noFill/>
        </p:spPr>
        <p:txBody>
          <a:bodyPr anchor="ctr">
            <a:normAutofit/>
          </a:bodyPr>
          <a:lstStyle/>
          <a:p>
            <a:r>
              <a:rPr lang="en-AU" sz="4800"/>
              <a:t>Transport Services for Business Customers</a:t>
            </a:r>
          </a:p>
        </p:txBody>
      </p:sp>
      <p:graphicFrame>
        <p:nvGraphicFramePr>
          <p:cNvPr id="5" name="Content Placeholder 2">
            <a:extLst>
              <a:ext uri="{FF2B5EF4-FFF2-40B4-BE49-F238E27FC236}">
                <a16:creationId xmlns:a16="http://schemas.microsoft.com/office/drawing/2014/main" id="{84BF5AF8-F83E-F401-B2DE-6D7B63046F35}"/>
              </a:ext>
            </a:extLst>
          </p:cNvPr>
          <p:cNvGraphicFramePr>
            <a:graphicFrameLocks noGrp="1"/>
          </p:cNvGraphicFramePr>
          <p:nvPr>
            <p:ph idx="1"/>
            <p:extLst>
              <p:ext uri="{D42A27DB-BD31-4B8C-83A1-F6EECF244321}">
                <p14:modId xmlns:p14="http://schemas.microsoft.com/office/powerpoint/2010/main" val="1425087633"/>
              </p:ext>
            </p:extLst>
          </p:nvPr>
        </p:nvGraphicFramePr>
        <p:xfrm>
          <a:off x="4915947" y="866585"/>
          <a:ext cx="6253722" cy="50561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89554885"/>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C2E616-FF82-0178-D351-2B5EEBBE9682}"/>
            </a:ext>
          </a:extLst>
        </p:cNvPr>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CB6E0B0B-1793-8809-7F7C-95D19E1325DE}"/>
              </a:ext>
            </a:extLst>
          </p:cNvPr>
          <p:cNvGraphicFramePr/>
          <p:nvPr>
            <p:extLst>
              <p:ext uri="{D42A27DB-BD31-4B8C-83A1-F6EECF244321}">
                <p14:modId xmlns:p14="http://schemas.microsoft.com/office/powerpoint/2010/main" val="2132298713"/>
              </p:ext>
            </p:extLst>
          </p:nvPr>
        </p:nvGraphicFramePr>
        <p:xfrm>
          <a:off x="152402" y="0"/>
          <a:ext cx="11926822" cy="67482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36245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CCE5D4-BCAB-CABD-DE33-B8C20D81A4A7}"/>
            </a:ext>
          </a:extLst>
        </p:cNvPr>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C3C63928-8EDC-0EE5-66FB-700C563D64F9}"/>
              </a:ext>
            </a:extLst>
          </p:cNvPr>
          <p:cNvGraphicFramePr/>
          <p:nvPr>
            <p:extLst>
              <p:ext uri="{D42A27DB-BD31-4B8C-83A1-F6EECF244321}">
                <p14:modId xmlns:p14="http://schemas.microsoft.com/office/powerpoint/2010/main" val="1915735022"/>
              </p:ext>
            </p:extLst>
          </p:nvPr>
        </p:nvGraphicFramePr>
        <p:xfrm>
          <a:off x="-1692631" y="-535653"/>
          <a:ext cx="11926822" cy="67665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321652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DE976-4982-DFCE-EBF0-D09B00AD7774}"/>
              </a:ext>
            </a:extLst>
          </p:cNvPr>
          <p:cNvSpPr>
            <a:spLocks noGrp="1"/>
          </p:cNvSpPr>
          <p:nvPr>
            <p:ph type="title"/>
          </p:nvPr>
        </p:nvSpPr>
        <p:spPr>
          <a:xfrm>
            <a:off x="841248" y="320040"/>
            <a:ext cx="10515600" cy="658368"/>
          </a:xfrm>
        </p:spPr>
        <p:txBody>
          <a:bodyPr wrap="square" lIns="0" tIns="0" rIns="0" bIns="0"/>
          <a:lstStyle/>
          <a:p>
            <a:r>
              <a:rPr lang="en-AU" sz="3400" b="0">
                <a:solidFill>
                  <a:srgbClr val="073B66"/>
                </a:solidFill>
                <a:latin typeface="Segoe UI"/>
              </a:rPr>
              <a:t>Transport Services for Business Customers Discovery</a:t>
            </a:r>
          </a:p>
        </p:txBody>
      </p:sp>
      <p:sp>
        <p:nvSpPr>
          <p:cNvPr id="3" name="Rectangle 2"/>
          <p:cNvSpPr/>
          <p:nvPr/>
        </p:nvSpPr>
        <p:spPr>
          <a:xfrm>
            <a:off x="841248" y="1097280"/>
            <a:ext cx="384048" cy="41148"/>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1188720"/>
            <a:ext cx="4800600"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Purpose</a:t>
            </a:r>
          </a:p>
        </p:txBody>
      </p:sp>
      <p:sp>
        <p:nvSpPr>
          <p:cNvPr id="5" name="TextBox 4"/>
          <p:cNvSpPr txBox="1"/>
          <p:nvPr/>
        </p:nvSpPr>
        <p:spPr>
          <a:xfrm>
            <a:off x="841248" y="1463040"/>
            <a:ext cx="4882896" cy="841248"/>
          </a:xfrm>
          <a:prstGeom prst="rect">
            <a:avLst/>
          </a:prstGeom>
          <a:noFill/>
        </p:spPr>
        <p:txBody>
          <a:bodyPr wrap="square" lIns="0" tIns="0" rIns="0" bIns="0" anchor="t">
            <a:spAutoFit/>
          </a:bodyPr>
          <a:lstStyle/>
          <a:p>
            <a:pPr>
              <a:lnSpc>
                <a:spcPct val="95000"/>
              </a:lnSpc>
              <a:spcBef>
                <a:spcPts val="0"/>
              </a:spcBef>
              <a:spcAft>
                <a:spcPts val="0"/>
              </a:spcAft>
            </a:pPr>
            <a:r>
              <a:rPr sz="1400" b="0">
                <a:solidFill>
                  <a:srgbClr val="556670"/>
                </a:solidFill>
                <a:latin typeface="Segoe UI"/>
              </a:rPr>
              <a:t>Define the future digital service experience for organisation customers through trusted identity, streamlined access, digital servicing and self-service registration capabilities.</a:t>
            </a:r>
          </a:p>
        </p:txBody>
      </p:sp>
      <p:sp>
        <p:nvSpPr>
          <p:cNvPr id="6" name="Rectangle 5"/>
          <p:cNvSpPr/>
          <p:nvPr/>
        </p:nvSpPr>
        <p:spPr>
          <a:xfrm>
            <a:off x="6108192" y="1097280"/>
            <a:ext cx="384048" cy="41148"/>
          </a:xfrm>
          <a:prstGeom prst="rect">
            <a:avLst/>
          </a:prstGeom>
          <a:solidFill>
            <a:srgbClr val="7FE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08192" y="1188720"/>
            <a:ext cx="5248656"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Why now</a:t>
            </a:r>
          </a:p>
        </p:txBody>
      </p:sp>
      <p:sp>
        <p:nvSpPr>
          <p:cNvPr id="8" name="TextBox 7"/>
          <p:cNvSpPr txBox="1"/>
          <p:nvPr/>
        </p:nvSpPr>
        <p:spPr>
          <a:xfrm>
            <a:off x="6108192" y="1463040"/>
            <a:ext cx="5248656" cy="841248"/>
          </a:xfrm>
          <a:prstGeom prst="rect">
            <a:avLst/>
          </a:prstGeom>
          <a:noFill/>
        </p:spPr>
        <p:txBody>
          <a:bodyPr wrap="square" lIns="0" tIns="0" rIns="0" bIns="0" anchor="t">
            <a:spAutoFit/>
          </a:bodyPr>
          <a:lstStyle/>
          <a:p>
            <a:pPr>
              <a:lnSpc>
                <a:spcPct val="95000"/>
              </a:lnSpc>
              <a:spcBef>
                <a:spcPts val="0"/>
              </a:spcBef>
              <a:spcAft>
                <a:spcPts val="0"/>
              </a:spcAft>
            </a:pPr>
            <a:r>
              <a:rPr sz="1400" b="0">
                <a:solidFill>
                  <a:srgbClr val="556670"/>
                </a:solidFill>
                <a:latin typeface="Segoe UI"/>
              </a:rPr>
              <a:t>The Business Portal vision, organisation identity needs, digital communications and customer experience opportunities require a clear organisation customer model before implementation.</a:t>
            </a:r>
          </a:p>
        </p:txBody>
      </p:sp>
      <p:sp>
        <p:nvSpPr>
          <p:cNvPr id="9" name="Rectangle 8"/>
          <p:cNvSpPr/>
          <p:nvPr/>
        </p:nvSpPr>
        <p:spPr>
          <a:xfrm>
            <a:off x="841248" y="2651760"/>
            <a:ext cx="10515600" cy="41148"/>
          </a:xfrm>
          <a:prstGeom prst="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41248" y="2816352"/>
            <a:ext cx="384048" cy="41148"/>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8" y="2907792"/>
            <a:ext cx="5623560"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Discovery decisions</a:t>
            </a:r>
          </a:p>
        </p:txBody>
      </p:sp>
      <p:sp>
        <p:nvSpPr>
          <p:cNvPr id="12" name="TextBox 11"/>
          <p:cNvSpPr txBox="1"/>
          <p:nvPr/>
        </p:nvSpPr>
        <p:spPr>
          <a:xfrm>
            <a:off x="841248" y="3182112"/>
            <a:ext cx="5623560" cy="1664208"/>
          </a:xfrm>
          <a:prstGeom prst="rect">
            <a:avLst/>
          </a:prstGeom>
          <a:noFill/>
        </p:spPr>
        <p:txBody>
          <a:bodyPr wrap="square" lIns="0" tIns="0" rIns="0" bIns="0" anchor="t">
            <a:spAutoFit/>
          </a:bodyPr>
          <a:lstStyle/>
          <a:p>
            <a:pPr>
              <a:lnSpc>
                <a:spcPct val="93000"/>
              </a:lnSpc>
              <a:spcBef>
                <a:spcPts val="0"/>
              </a:spcBef>
              <a:spcAft>
                <a:spcPts val="800"/>
              </a:spcAft>
            </a:pPr>
            <a:r>
              <a:rPr sz="1400" b="0">
                <a:solidFill>
                  <a:srgbClr val="556670"/>
                </a:solidFill>
                <a:latin typeface="Segoe UI"/>
              </a:rPr>
              <a:t>• What should the end-to-end organisation customer experience look like?</a:t>
            </a:r>
          </a:p>
          <a:p>
            <a:pPr>
              <a:lnSpc>
                <a:spcPct val="93000"/>
              </a:lnSpc>
              <a:spcBef>
                <a:spcPts val="0"/>
              </a:spcBef>
              <a:spcAft>
                <a:spcPts val="800"/>
              </a:spcAft>
            </a:pPr>
            <a:r>
              <a:rPr sz="1400" b="0">
                <a:solidFill>
                  <a:srgbClr val="556670"/>
                </a:solidFill>
                <a:latin typeface="Segoe UI"/>
              </a:rPr>
              <a:t>• How should organisations, authorised officers and delegates be managed?</a:t>
            </a:r>
          </a:p>
          <a:p>
            <a:pPr>
              <a:lnSpc>
                <a:spcPct val="93000"/>
              </a:lnSpc>
              <a:spcBef>
                <a:spcPts val="0"/>
              </a:spcBef>
              <a:spcAft>
                <a:spcPts val="800"/>
              </a:spcAft>
            </a:pPr>
            <a:r>
              <a:rPr sz="1400" b="0">
                <a:solidFill>
                  <a:srgbClr val="556670"/>
                </a:solidFill>
                <a:latin typeface="Segoe UI"/>
              </a:rPr>
              <a:t>• Which services should be prioritised for MVP and later releases to drive adoption and value?</a:t>
            </a:r>
          </a:p>
          <a:p>
            <a:pPr>
              <a:lnSpc>
                <a:spcPct val="93000"/>
              </a:lnSpc>
              <a:spcBef>
                <a:spcPts val="0"/>
              </a:spcBef>
              <a:spcAft>
                <a:spcPts val="800"/>
              </a:spcAft>
            </a:pPr>
            <a:r>
              <a:rPr sz="1400" b="0">
                <a:solidFill>
                  <a:srgbClr val="556670"/>
                </a:solidFill>
                <a:latin typeface="Segoe UI"/>
              </a:rPr>
              <a:t>• How should organisation accounts interact with payments, registrations and communications?</a:t>
            </a:r>
          </a:p>
        </p:txBody>
      </p:sp>
      <p:sp>
        <p:nvSpPr>
          <p:cNvPr id="13" name="Rectangle 12"/>
          <p:cNvSpPr/>
          <p:nvPr/>
        </p:nvSpPr>
        <p:spPr>
          <a:xfrm>
            <a:off x="6812280" y="2816352"/>
            <a:ext cx="384048" cy="41148"/>
          </a:xfrm>
          <a:prstGeom prst="rect">
            <a:avLst/>
          </a:prstGeom>
          <a:solidFill>
            <a:srgbClr val="7FE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12280" y="2907792"/>
            <a:ext cx="4544568"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Required outputs</a:t>
            </a:r>
          </a:p>
        </p:txBody>
      </p:sp>
      <p:sp>
        <p:nvSpPr>
          <p:cNvPr id="15" name="TextBox 14"/>
          <p:cNvSpPr txBox="1"/>
          <p:nvPr/>
        </p:nvSpPr>
        <p:spPr>
          <a:xfrm>
            <a:off x="6812280" y="3182112"/>
            <a:ext cx="4544568" cy="1664208"/>
          </a:xfrm>
          <a:prstGeom prst="rect">
            <a:avLst/>
          </a:prstGeom>
          <a:noFill/>
        </p:spPr>
        <p:txBody>
          <a:bodyPr wrap="square" lIns="0" tIns="0" rIns="0" bIns="0" anchor="t">
            <a:spAutoFit/>
          </a:bodyPr>
          <a:lstStyle/>
          <a:p>
            <a:pPr>
              <a:lnSpc>
                <a:spcPct val="93000"/>
              </a:lnSpc>
              <a:spcBef>
                <a:spcPts val="0"/>
              </a:spcBef>
              <a:spcAft>
                <a:spcPts val="800"/>
              </a:spcAft>
            </a:pPr>
            <a:r>
              <a:rPr sz="1400" b="0">
                <a:solidFill>
                  <a:srgbClr val="556670"/>
                </a:solidFill>
                <a:latin typeface="Segoe UI"/>
              </a:rPr>
              <a:t>• Organisation customer capability model plus Business Portal operating model</a:t>
            </a:r>
          </a:p>
          <a:p>
            <a:pPr>
              <a:lnSpc>
                <a:spcPct val="93000"/>
              </a:lnSpc>
              <a:spcBef>
                <a:spcPts val="0"/>
              </a:spcBef>
              <a:spcAft>
                <a:spcPts val="800"/>
              </a:spcAft>
            </a:pPr>
            <a:r>
              <a:rPr sz="1400" b="0">
                <a:solidFill>
                  <a:srgbClr val="556670"/>
                </a:solidFill>
                <a:latin typeface="Segoe UI"/>
              </a:rPr>
              <a:t>• Customer identity and access framework plus digital communications strategy</a:t>
            </a:r>
          </a:p>
          <a:p>
            <a:pPr>
              <a:lnSpc>
                <a:spcPct val="93000"/>
              </a:lnSpc>
              <a:spcBef>
                <a:spcPts val="0"/>
              </a:spcBef>
              <a:spcAft>
                <a:spcPts val="800"/>
              </a:spcAft>
            </a:pPr>
            <a:r>
              <a:rPr sz="1400" b="0">
                <a:solidFill>
                  <a:srgbClr val="556670"/>
                </a:solidFill>
                <a:latin typeface="Segoe UI"/>
              </a:rPr>
              <a:t>• MVP service prioritisation plus registration self-service roadmap</a:t>
            </a:r>
          </a:p>
          <a:p>
            <a:pPr>
              <a:lnSpc>
                <a:spcPct val="93000"/>
              </a:lnSpc>
              <a:spcBef>
                <a:spcPts val="0"/>
              </a:spcBef>
              <a:spcAft>
                <a:spcPts val="800"/>
              </a:spcAft>
            </a:pPr>
            <a:r>
              <a:rPr sz="1400" b="0">
                <a:solidFill>
                  <a:srgbClr val="556670"/>
                </a:solidFill>
                <a:latin typeface="Segoe UI"/>
              </a:rPr>
              <a:t>• Dependency assessment plus business case and implementation roadmap</a:t>
            </a:r>
          </a:p>
        </p:txBody>
      </p:sp>
      <p:sp>
        <p:nvSpPr>
          <p:cNvPr id="16" name="Rectangle 15"/>
          <p:cNvSpPr/>
          <p:nvPr/>
        </p:nvSpPr>
        <p:spPr>
          <a:xfrm>
            <a:off x="841248" y="5074920"/>
            <a:ext cx="10515600" cy="41148"/>
          </a:xfrm>
          <a:prstGeom prst="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41248" y="5239512"/>
            <a:ext cx="384048" cy="41148"/>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8" y="5330952"/>
            <a:ext cx="3063240"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Discovery window</a:t>
            </a:r>
          </a:p>
        </p:txBody>
      </p:sp>
      <p:sp>
        <p:nvSpPr>
          <p:cNvPr id="19" name="TextBox 18"/>
          <p:cNvSpPr txBox="1"/>
          <p:nvPr/>
        </p:nvSpPr>
        <p:spPr>
          <a:xfrm>
            <a:off x="841248" y="5605272"/>
            <a:ext cx="4343400" cy="457200"/>
          </a:xfrm>
          <a:prstGeom prst="rect">
            <a:avLst/>
          </a:prstGeom>
          <a:noFill/>
        </p:spPr>
        <p:txBody>
          <a:bodyPr wrap="square" lIns="0" tIns="0" rIns="0" bIns="0" anchor="t">
            <a:spAutoFit/>
          </a:bodyPr>
          <a:lstStyle/>
          <a:p>
            <a:pPr>
              <a:lnSpc>
                <a:spcPct val="95000"/>
              </a:lnSpc>
              <a:spcBef>
                <a:spcPts val="0"/>
              </a:spcBef>
              <a:spcAft>
                <a:spcPts val="0"/>
              </a:spcAft>
            </a:pPr>
            <a:r>
              <a:rPr sz="2400" b="1">
                <a:solidFill>
                  <a:srgbClr val="073B66"/>
                </a:solidFill>
                <a:latin typeface="Segoe UI"/>
              </a:rPr>
              <a:t>March 2027</a:t>
            </a:r>
          </a:p>
        </p:txBody>
      </p:sp>
      <p:sp>
        <p:nvSpPr>
          <p:cNvPr id="20" name="Rectangle 19"/>
          <p:cNvSpPr/>
          <p:nvPr/>
        </p:nvSpPr>
        <p:spPr>
          <a:xfrm>
            <a:off x="5532120" y="5239512"/>
            <a:ext cx="384048" cy="41148"/>
          </a:xfrm>
          <a:prstGeom prst="rect">
            <a:avLst/>
          </a:prstGeom>
          <a:solidFill>
            <a:srgbClr val="7FE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532120" y="5330952"/>
            <a:ext cx="5824728"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Work in scope</a:t>
            </a:r>
          </a:p>
        </p:txBody>
      </p:sp>
      <p:sp>
        <p:nvSpPr>
          <p:cNvPr id="22" name="TextBox 21"/>
          <p:cNvSpPr txBox="1"/>
          <p:nvPr/>
        </p:nvSpPr>
        <p:spPr>
          <a:xfrm>
            <a:off x="5532120" y="5605272"/>
            <a:ext cx="5824728" cy="694944"/>
          </a:xfrm>
          <a:prstGeom prst="rect">
            <a:avLst/>
          </a:prstGeom>
          <a:noFill/>
        </p:spPr>
        <p:txBody>
          <a:bodyPr wrap="square" lIns="0" tIns="0" rIns="0" bIns="0" anchor="t">
            <a:spAutoFit/>
          </a:bodyPr>
          <a:lstStyle/>
          <a:p>
            <a:pPr>
              <a:lnSpc>
                <a:spcPct val="95000"/>
              </a:lnSpc>
              <a:spcBef>
                <a:spcPts val="0"/>
              </a:spcBef>
              <a:spcAft>
                <a:spcPts val="0"/>
              </a:spcAft>
            </a:pPr>
            <a:r>
              <a:rPr sz="1400" b="0">
                <a:solidFill>
                  <a:srgbClr val="556670"/>
                </a:solidFill>
                <a:latin typeface="Segoe UI"/>
              </a:rPr>
              <a:t>TS4Bus data governance, model and ownership  •  CRM Requirements Discovery  •  Business ID to TMR Account  •  Rego-related eNotifications  •  Rego Enquiry Online  •  Pay Rego Online</a:t>
            </a:r>
          </a:p>
        </p:txBody>
      </p:sp>
    </p:spTree>
    <p:extLst>
      <p:ext uri="{BB962C8B-B14F-4D97-AF65-F5344CB8AC3E}">
        <p14:creationId xmlns:p14="http://schemas.microsoft.com/office/powerpoint/2010/main" val="16087903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A352E-4B35-61DD-704D-EE555B3F7CD3}"/>
              </a:ext>
            </a:extLst>
          </p:cNvPr>
          <p:cNvSpPr>
            <a:spLocks noGrp="1"/>
          </p:cNvSpPr>
          <p:nvPr>
            <p:ph type="title"/>
          </p:nvPr>
        </p:nvSpPr>
        <p:spPr/>
        <p:txBody>
          <a:bodyPr>
            <a:normAutofit/>
          </a:bodyPr>
          <a:lstStyle/>
          <a:p>
            <a:r>
              <a:rPr lang="en-AU" b="1"/>
              <a:t>Discovery Focus by Initiative</a:t>
            </a:r>
            <a:br>
              <a:rPr lang="en-AU"/>
            </a:br>
            <a:r>
              <a:rPr lang="en-AU" b="1"/>
              <a:t>Transport Services for Business Customers</a:t>
            </a:r>
            <a:endParaRPr lang="en-AU"/>
          </a:p>
        </p:txBody>
      </p:sp>
      <p:sp>
        <p:nvSpPr>
          <p:cNvPr id="3" name="Content Placeholder 2">
            <a:extLst>
              <a:ext uri="{FF2B5EF4-FFF2-40B4-BE49-F238E27FC236}">
                <a16:creationId xmlns:a16="http://schemas.microsoft.com/office/drawing/2014/main" id="{15B9AAB8-215D-88D0-2AD8-1DA9D89120FF}"/>
              </a:ext>
            </a:extLst>
          </p:cNvPr>
          <p:cNvSpPr>
            <a:spLocks noGrp="1"/>
          </p:cNvSpPr>
          <p:nvPr>
            <p:ph idx="1"/>
          </p:nvPr>
        </p:nvSpPr>
        <p:spPr/>
        <p:txBody>
          <a:bodyPr/>
          <a:lstStyle/>
          <a:p>
            <a:pPr lvl="0"/>
            <a:r>
              <a:rPr lang="en-AU"/>
              <a:t>Organisation identity model?</a:t>
            </a:r>
          </a:p>
          <a:p>
            <a:pPr lvl="0"/>
            <a:r>
              <a:rPr lang="en-AU"/>
              <a:t>Authorised officer model?</a:t>
            </a:r>
          </a:p>
          <a:p>
            <a:pPr lvl="0"/>
            <a:r>
              <a:rPr lang="en-AU"/>
              <a:t>Customer account structure?</a:t>
            </a:r>
          </a:p>
          <a:p>
            <a:pPr lvl="0"/>
            <a:r>
              <a:rPr lang="en-AU"/>
              <a:t>MVP service scope?</a:t>
            </a:r>
          </a:p>
          <a:p>
            <a:pPr lvl="0"/>
            <a:r>
              <a:rPr lang="en-AU"/>
              <a:t>Portal ownership?</a:t>
            </a:r>
          </a:p>
        </p:txBody>
      </p:sp>
    </p:spTree>
    <p:extLst>
      <p:ext uri="{BB962C8B-B14F-4D97-AF65-F5344CB8AC3E}">
        <p14:creationId xmlns:p14="http://schemas.microsoft.com/office/powerpoint/2010/main" val="40195492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8273A24-2D31-3296-1265-9C28D646DD5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A0BE0B4-8FE1-512A-5D76-41852A0FA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18D0E6A-DADE-5AB0-CD45-7E51854494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7DA02EA8-ECC1-C7D0-3A18-0D26E029F18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117348" y="774914"/>
            <a:ext cx="304800" cy="429768"/>
            <a:chOff x="215328" y="-46937"/>
            <a:chExt cx="304800" cy="2773841"/>
          </a:xfrm>
        </p:grpSpPr>
        <p:cxnSp>
          <p:nvCxnSpPr>
            <p:cNvPr id="14" name="Straight Connector 13">
              <a:extLst>
                <a:ext uri="{FF2B5EF4-FFF2-40B4-BE49-F238E27FC236}">
                  <a16:creationId xmlns:a16="http://schemas.microsoft.com/office/drawing/2014/main" id="{F5712A71-B53D-E1EF-2962-2791FF5A43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7C4FA07-CC90-C822-EC33-49F4D80BA8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123CDFC-CA63-EF9D-0856-11C5339646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C09B47C-0FB0-A07F-1E1E-6D8DE2ED08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BAF2AB5C-0A47-BB39-BE98-2BB8D1A507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0" name="Oval 19">
              <a:extLst>
                <a:ext uri="{FF2B5EF4-FFF2-40B4-BE49-F238E27FC236}">
                  <a16:creationId xmlns:a16="http://schemas.microsoft.com/office/drawing/2014/main" id="{DDF7753C-5126-2BCF-3BAF-DF34EBC9A8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3A3AC2D-CBD4-6306-2667-EE12A9673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AEEF9F7-03DF-2919-8298-1AE9C35A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96A4892C-370A-9052-CBFE-50CCED57CF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8582B3C-89CC-0821-FA1B-35FEDF324F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259054FE-0D08-E60D-7DE3-A02D12F517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7B7E506B-00DB-588C-7D85-AB9EE1A066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DA91B66A-FADE-9028-BBE0-593847D94C7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30" name="Straight Connector 29">
              <a:extLst>
                <a:ext uri="{FF2B5EF4-FFF2-40B4-BE49-F238E27FC236}">
                  <a16:creationId xmlns:a16="http://schemas.microsoft.com/office/drawing/2014/main" id="{4300377B-0DD4-94CF-5B6A-DF293CABA6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E788E23-A0A5-9819-E63C-B6EEDD3B8A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FC32DB6-0E02-CDA7-0D99-0F0661BF03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50F6DFE-35AC-94BB-533A-D259A85D1D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BD64F7A2-E51C-5F67-DB76-8E7AAC4349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2E9AD649-EAF7-3950-4BC8-9484F25C7B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8" name="Straight Connector 37">
              <a:extLst>
                <a:ext uri="{FF2B5EF4-FFF2-40B4-BE49-F238E27FC236}">
                  <a16:creationId xmlns:a16="http://schemas.microsoft.com/office/drawing/2014/main" id="{8B046E23-6E79-4048-1ECF-B4B3916A4C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E8871A6-ACFE-0844-85ED-4B4BE99194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6B337AA-2A6B-53FD-8C83-56A32740DA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32D8D9-480B-AA07-4AA8-8E3D08C5DF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5574CFB-1D70-F12F-A5AD-30AACB01262D}"/>
              </a:ext>
            </a:extLst>
          </p:cNvPr>
          <p:cNvSpPr>
            <a:spLocks noGrp="1"/>
          </p:cNvSpPr>
          <p:nvPr>
            <p:ph type="title"/>
          </p:nvPr>
        </p:nvSpPr>
        <p:spPr>
          <a:xfrm>
            <a:off x="630936" y="495992"/>
            <a:ext cx="4195140" cy="5638831"/>
          </a:xfrm>
          <a:noFill/>
        </p:spPr>
        <p:txBody>
          <a:bodyPr anchor="ctr">
            <a:normAutofit/>
          </a:bodyPr>
          <a:lstStyle/>
          <a:p>
            <a:r>
              <a:rPr lang="en-AU" sz="4800"/>
              <a:t>Partner Exchange</a:t>
            </a:r>
          </a:p>
        </p:txBody>
      </p:sp>
      <p:graphicFrame>
        <p:nvGraphicFramePr>
          <p:cNvPr id="5" name="Content Placeholder 2">
            <a:extLst>
              <a:ext uri="{FF2B5EF4-FFF2-40B4-BE49-F238E27FC236}">
                <a16:creationId xmlns:a16="http://schemas.microsoft.com/office/drawing/2014/main" id="{726F50A7-4E62-BDE8-A4F9-56B5493BCF46}"/>
              </a:ext>
            </a:extLst>
          </p:cNvPr>
          <p:cNvGraphicFramePr>
            <a:graphicFrameLocks noGrp="1"/>
          </p:cNvGraphicFramePr>
          <p:nvPr>
            <p:ph idx="1"/>
            <p:extLst>
              <p:ext uri="{D42A27DB-BD31-4B8C-83A1-F6EECF244321}">
                <p14:modId xmlns:p14="http://schemas.microsoft.com/office/powerpoint/2010/main" val="2567725852"/>
              </p:ext>
            </p:extLst>
          </p:nvPr>
        </p:nvGraphicFramePr>
        <p:xfrm>
          <a:off x="4915947" y="866585"/>
          <a:ext cx="6253722" cy="50561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00281340"/>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FB579D-92A8-483B-0663-7CA00F4EF229}"/>
            </a:ext>
          </a:extLst>
        </p:cNvPr>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AC28A31A-5AE7-A837-7534-0B7778830E75}"/>
              </a:ext>
            </a:extLst>
          </p:cNvPr>
          <p:cNvGraphicFramePr/>
          <p:nvPr>
            <p:extLst>
              <p:ext uri="{D42A27DB-BD31-4B8C-83A1-F6EECF244321}">
                <p14:modId xmlns:p14="http://schemas.microsoft.com/office/powerpoint/2010/main" val="875800354"/>
              </p:ext>
            </p:extLst>
          </p:nvPr>
        </p:nvGraphicFramePr>
        <p:xfrm>
          <a:off x="152402" y="0"/>
          <a:ext cx="11926822" cy="67482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734672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35681C-73A5-E213-83F6-AACFE87F5632}"/>
            </a:ext>
          </a:extLst>
        </p:cNvPr>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0426CDCC-5285-EB7C-E573-7F40AD3FF88B}"/>
              </a:ext>
            </a:extLst>
          </p:cNvPr>
          <p:cNvGraphicFramePr/>
          <p:nvPr>
            <p:extLst>
              <p:ext uri="{D42A27DB-BD31-4B8C-83A1-F6EECF244321}">
                <p14:modId xmlns:p14="http://schemas.microsoft.com/office/powerpoint/2010/main" val="1082896820"/>
              </p:ext>
            </p:extLst>
          </p:nvPr>
        </p:nvGraphicFramePr>
        <p:xfrm>
          <a:off x="152402" y="0"/>
          <a:ext cx="11926822" cy="67482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37202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4E401-FF6A-48C3-F865-655507C190EE}"/>
              </a:ext>
            </a:extLst>
          </p:cNvPr>
          <p:cNvSpPr>
            <a:spLocks noGrp="1"/>
          </p:cNvSpPr>
          <p:nvPr>
            <p:ph type="title"/>
          </p:nvPr>
        </p:nvSpPr>
        <p:spPr>
          <a:xfrm>
            <a:off x="841248" y="320040"/>
            <a:ext cx="10515600" cy="658368"/>
          </a:xfrm>
        </p:spPr>
        <p:txBody>
          <a:bodyPr wrap="square" lIns="0" tIns="0" rIns="0" bIns="0"/>
          <a:lstStyle/>
          <a:p>
            <a:r>
              <a:rPr lang="en-AU" sz="3400" b="0">
                <a:solidFill>
                  <a:srgbClr val="073B66"/>
                </a:solidFill>
                <a:latin typeface="Segoe UI"/>
              </a:rPr>
              <a:t>Partner Exchange Discovery</a:t>
            </a:r>
          </a:p>
        </p:txBody>
      </p:sp>
      <p:sp>
        <p:nvSpPr>
          <p:cNvPr id="3" name="Rectangle 2"/>
          <p:cNvSpPr/>
          <p:nvPr/>
        </p:nvSpPr>
        <p:spPr>
          <a:xfrm>
            <a:off x="841248" y="1097280"/>
            <a:ext cx="384048" cy="41148"/>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1188720"/>
            <a:ext cx="4800600"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Purpose</a:t>
            </a:r>
          </a:p>
        </p:txBody>
      </p:sp>
      <p:sp>
        <p:nvSpPr>
          <p:cNvPr id="5" name="TextBox 4"/>
          <p:cNvSpPr txBox="1"/>
          <p:nvPr/>
        </p:nvSpPr>
        <p:spPr>
          <a:xfrm>
            <a:off x="841248" y="1463040"/>
            <a:ext cx="4882896" cy="841248"/>
          </a:xfrm>
          <a:prstGeom prst="rect">
            <a:avLst/>
          </a:prstGeom>
          <a:noFill/>
        </p:spPr>
        <p:txBody>
          <a:bodyPr wrap="square" lIns="0" tIns="0" rIns="0" bIns="0" anchor="t">
            <a:spAutoFit/>
          </a:bodyPr>
          <a:lstStyle/>
          <a:p>
            <a:pPr>
              <a:lnSpc>
                <a:spcPct val="95000"/>
              </a:lnSpc>
              <a:spcBef>
                <a:spcPts val="0"/>
              </a:spcBef>
              <a:spcAft>
                <a:spcPts val="0"/>
              </a:spcAft>
            </a:pPr>
            <a:r>
              <a:rPr sz="1400" b="0">
                <a:solidFill>
                  <a:srgbClr val="556670"/>
                </a:solidFill>
                <a:latin typeface="Segoe UI"/>
              </a:rPr>
              <a:t>Define the future partner exchange capability for national integration, trusted partner access and identity verification while reducing reliance on legacy integration and access arrangements.</a:t>
            </a:r>
          </a:p>
        </p:txBody>
      </p:sp>
      <p:sp>
        <p:nvSpPr>
          <p:cNvPr id="6" name="Rectangle 5"/>
          <p:cNvSpPr/>
          <p:nvPr/>
        </p:nvSpPr>
        <p:spPr>
          <a:xfrm>
            <a:off x="6108192" y="1097280"/>
            <a:ext cx="384048" cy="41148"/>
          </a:xfrm>
          <a:prstGeom prst="rect">
            <a:avLst/>
          </a:prstGeom>
          <a:solidFill>
            <a:srgbClr val="7FE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08192" y="1188720"/>
            <a:ext cx="5248656"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Why now</a:t>
            </a:r>
          </a:p>
        </p:txBody>
      </p:sp>
      <p:sp>
        <p:nvSpPr>
          <p:cNvPr id="8" name="TextBox 7"/>
          <p:cNvSpPr txBox="1"/>
          <p:nvPr/>
        </p:nvSpPr>
        <p:spPr>
          <a:xfrm>
            <a:off x="6108192" y="1463040"/>
            <a:ext cx="5248656" cy="841248"/>
          </a:xfrm>
          <a:prstGeom prst="rect">
            <a:avLst/>
          </a:prstGeom>
          <a:noFill/>
        </p:spPr>
        <p:txBody>
          <a:bodyPr wrap="square" lIns="0" tIns="0" rIns="0" bIns="0" anchor="t">
            <a:spAutoFit/>
          </a:bodyPr>
          <a:lstStyle/>
          <a:p>
            <a:pPr>
              <a:lnSpc>
                <a:spcPct val="95000"/>
              </a:lnSpc>
              <a:spcBef>
                <a:spcPts val="0"/>
              </a:spcBef>
              <a:spcAft>
                <a:spcPts val="0"/>
              </a:spcAft>
            </a:pPr>
            <a:r>
              <a:rPr sz="1400" b="0">
                <a:solidFill>
                  <a:srgbClr val="556670"/>
                </a:solidFill>
                <a:latin typeface="Segoe UI"/>
              </a:rPr>
              <a:t>National data exchange opportunities, NHVR access obligations and NDLFRS participation decisions require a coordinated approach to partner integration, identity and access services.</a:t>
            </a:r>
          </a:p>
        </p:txBody>
      </p:sp>
      <p:sp>
        <p:nvSpPr>
          <p:cNvPr id="9" name="Rectangle 8"/>
          <p:cNvSpPr/>
          <p:nvPr/>
        </p:nvSpPr>
        <p:spPr>
          <a:xfrm>
            <a:off x="841248" y="2651760"/>
            <a:ext cx="10515600" cy="41148"/>
          </a:xfrm>
          <a:prstGeom prst="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41248" y="2816352"/>
            <a:ext cx="384048" cy="41148"/>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8" y="2907792"/>
            <a:ext cx="5623560"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Discovery decisions</a:t>
            </a:r>
          </a:p>
        </p:txBody>
      </p:sp>
      <p:sp>
        <p:nvSpPr>
          <p:cNvPr id="12" name="TextBox 11"/>
          <p:cNvSpPr txBox="1"/>
          <p:nvPr/>
        </p:nvSpPr>
        <p:spPr>
          <a:xfrm>
            <a:off x="841248" y="3182112"/>
            <a:ext cx="5623560" cy="1664208"/>
          </a:xfrm>
          <a:prstGeom prst="rect">
            <a:avLst/>
          </a:prstGeom>
          <a:noFill/>
        </p:spPr>
        <p:txBody>
          <a:bodyPr wrap="square" lIns="0" tIns="0" rIns="0" bIns="0" anchor="t">
            <a:spAutoFit/>
          </a:bodyPr>
          <a:lstStyle/>
          <a:p>
            <a:pPr>
              <a:lnSpc>
                <a:spcPct val="93000"/>
              </a:lnSpc>
              <a:spcBef>
                <a:spcPts val="0"/>
              </a:spcBef>
              <a:spcAft>
                <a:spcPts val="800"/>
              </a:spcAft>
            </a:pPr>
            <a:r>
              <a:rPr sz="1400" b="0">
                <a:solidFill>
                  <a:srgbClr val="556670"/>
                </a:solidFill>
                <a:latin typeface="Segoe UI"/>
              </a:rPr>
              <a:t>• How should registration and licensing information be exchanged with partners?</a:t>
            </a:r>
          </a:p>
          <a:p>
            <a:pPr>
              <a:lnSpc>
                <a:spcPct val="93000"/>
              </a:lnSpc>
              <a:spcBef>
                <a:spcPts val="0"/>
              </a:spcBef>
              <a:spcAft>
                <a:spcPts val="800"/>
              </a:spcAft>
            </a:pPr>
            <a:r>
              <a:rPr sz="1400" b="0">
                <a:solidFill>
                  <a:srgbClr val="556670"/>
                </a:solidFill>
                <a:latin typeface="Segoe UI"/>
              </a:rPr>
              <a:t>• What access model should support NHVR and other agencies, and what is required for NDLFRS?</a:t>
            </a:r>
          </a:p>
          <a:p>
            <a:pPr>
              <a:lnSpc>
                <a:spcPct val="93000"/>
              </a:lnSpc>
              <a:spcBef>
                <a:spcPts val="0"/>
              </a:spcBef>
              <a:spcAft>
                <a:spcPts val="800"/>
              </a:spcAft>
            </a:pPr>
            <a:r>
              <a:rPr sz="1400" b="0">
                <a:solidFill>
                  <a:srgbClr val="556670"/>
                </a:solidFill>
                <a:latin typeface="Segoe UI"/>
              </a:rPr>
              <a:t>• Which integrations should be modernised or retired?</a:t>
            </a:r>
          </a:p>
          <a:p>
            <a:pPr>
              <a:lnSpc>
                <a:spcPct val="93000"/>
              </a:lnSpc>
              <a:spcBef>
                <a:spcPts val="0"/>
              </a:spcBef>
              <a:spcAft>
                <a:spcPts val="800"/>
              </a:spcAft>
            </a:pPr>
            <a:r>
              <a:rPr sz="1400" b="0">
                <a:solidFill>
                  <a:srgbClr val="556670"/>
                </a:solidFill>
                <a:latin typeface="Segoe UI"/>
              </a:rPr>
              <a:t>• How should identity, privacy and data governance work across partner services?</a:t>
            </a:r>
          </a:p>
        </p:txBody>
      </p:sp>
      <p:sp>
        <p:nvSpPr>
          <p:cNvPr id="13" name="Rectangle 12"/>
          <p:cNvSpPr/>
          <p:nvPr/>
        </p:nvSpPr>
        <p:spPr>
          <a:xfrm>
            <a:off x="6812280" y="2816352"/>
            <a:ext cx="384048" cy="41148"/>
          </a:xfrm>
          <a:prstGeom prst="rect">
            <a:avLst/>
          </a:prstGeom>
          <a:solidFill>
            <a:srgbClr val="7FE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12280" y="2907792"/>
            <a:ext cx="4544568"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Required outputs</a:t>
            </a:r>
          </a:p>
        </p:txBody>
      </p:sp>
      <p:sp>
        <p:nvSpPr>
          <p:cNvPr id="15" name="TextBox 14"/>
          <p:cNvSpPr txBox="1"/>
          <p:nvPr/>
        </p:nvSpPr>
        <p:spPr>
          <a:xfrm>
            <a:off x="6812280" y="3182112"/>
            <a:ext cx="4544568" cy="1664208"/>
          </a:xfrm>
          <a:prstGeom prst="rect">
            <a:avLst/>
          </a:prstGeom>
          <a:noFill/>
        </p:spPr>
        <p:txBody>
          <a:bodyPr wrap="square" lIns="0" tIns="0" rIns="0" bIns="0" anchor="t">
            <a:spAutoFit/>
          </a:bodyPr>
          <a:lstStyle/>
          <a:p>
            <a:pPr>
              <a:lnSpc>
                <a:spcPct val="93000"/>
              </a:lnSpc>
              <a:spcBef>
                <a:spcPts val="0"/>
              </a:spcBef>
              <a:spcAft>
                <a:spcPts val="800"/>
              </a:spcAft>
            </a:pPr>
            <a:r>
              <a:rPr sz="1400" b="0">
                <a:solidFill>
                  <a:srgbClr val="556670"/>
                </a:solidFill>
                <a:latin typeface="Segoe UI"/>
              </a:rPr>
              <a:t>• Partner Exchange capability model plus partner integration strategy</a:t>
            </a:r>
          </a:p>
          <a:p>
            <a:pPr>
              <a:lnSpc>
                <a:spcPct val="93000"/>
              </a:lnSpc>
              <a:spcBef>
                <a:spcPts val="0"/>
              </a:spcBef>
              <a:spcAft>
                <a:spcPts val="800"/>
              </a:spcAft>
            </a:pPr>
            <a:r>
              <a:rPr sz="1400" b="0">
                <a:solidFill>
                  <a:srgbClr val="556670"/>
                </a:solidFill>
                <a:latin typeface="Segoe UI"/>
              </a:rPr>
              <a:t>• NHVR access recommendation plus NDLFRS participation assessment</a:t>
            </a:r>
          </a:p>
          <a:p>
            <a:pPr>
              <a:lnSpc>
                <a:spcPct val="93000"/>
              </a:lnSpc>
              <a:spcBef>
                <a:spcPts val="0"/>
              </a:spcBef>
              <a:spcAft>
                <a:spcPts val="800"/>
              </a:spcAft>
            </a:pPr>
            <a:r>
              <a:rPr sz="1400" b="0">
                <a:solidFill>
                  <a:srgbClr val="556670"/>
                </a:solidFill>
                <a:latin typeface="Segoe UI"/>
              </a:rPr>
              <a:t>• Identity and access architecture plus data sharing and governance framework</a:t>
            </a:r>
          </a:p>
          <a:p>
            <a:pPr>
              <a:lnSpc>
                <a:spcPct val="93000"/>
              </a:lnSpc>
              <a:spcBef>
                <a:spcPts val="0"/>
              </a:spcBef>
              <a:spcAft>
                <a:spcPts val="800"/>
              </a:spcAft>
            </a:pPr>
            <a:r>
              <a:rPr sz="1400" b="0">
                <a:solidFill>
                  <a:srgbClr val="556670"/>
                </a:solidFill>
                <a:latin typeface="Segoe UI"/>
              </a:rPr>
              <a:t>• Integration modernisation roadmap plus funding and implementation recommendations</a:t>
            </a:r>
          </a:p>
        </p:txBody>
      </p:sp>
      <p:sp>
        <p:nvSpPr>
          <p:cNvPr id="16" name="Rectangle 15"/>
          <p:cNvSpPr/>
          <p:nvPr/>
        </p:nvSpPr>
        <p:spPr>
          <a:xfrm>
            <a:off x="841248" y="5074920"/>
            <a:ext cx="10515600" cy="41148"/>
          </a:xfrm>
          <a:prstGeom prst="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41248" y="5239512"/>
            <a:ext cx="384048" cy="41148"/>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8" y="5330952"/>
            <a:ext cx="3063240"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Discovery window</a:t>
            </a:r>
          </a:p>
        </p:txBody>
      </p:sp>
      <p:sp>
        <p:nvSpPr>
          <p:cNvPr id="19" name="TextBox 18"/>
          <p:cNvSpPr txBox="1"/>
          <p:nvPr/>
        </p:nvSpPr>
        <p:spPr>
          <a:xfrm>
            <a:off x="841248" y="5605272"/>
            <a:ext cx="4343400" cy="457200"/>
          </a:xfrm>
          <a:prstGeom prst="rect">
            <a:avLst/>
          </a:prstGeom>
          <a:noFill/>
        </p:spPr>
        <p:txBody>
          <a:bodyPr wrap="square" lIns="0" tIns="0" rIns="0" bIns="0" anchor="t">
            <a:spAutoFit/>
          </a:bodyPr>
          <a:lstStyle/>
          <a:p>
            <a:pPr>
              <a:lnSpc>
                <a:spcPct val="95000"/>
              </a:lnSpc>
              <a:spcBef>
                <a:spcPts val="0"/>
              </a:spcBef>
              <a:spcAft>
                <a:spcPts val="0"/>
              </a:spcAft>
            </a:pPr>
            <a:r>
              <a:rPr sz="2400" b="1">
                <a:solidFill>
                  <a:srgbClr val="073B66"/>
                </a:solidFill>
                <a:latin typeface="Segoe UI"/>
              </a:rPr>
              <a:t>December 2026 → June 2027</a:t>
            </a:r>
          </a:p>
        </p:txBody>
      </p:sp>
      <p:sp>
        <p:nvSpPr>
          <p:cNvPr id="20" name="Rectangle 19"/>
          <p:cNvSpPr/>
          <p:nvPr/>
        </p:nvSpPr>
        <p:spPr>
          <a:xfrm>
            <a:off x="5532120" y="5239512"/>
            <a:ext cx="384048" cy="41148"/>
          </a:xfrm>
          <a:prstGeom prst="rect">
            <a:avLst/>
          </a:prstGeom>
          <a:solidFill>
            <a:srgbClr val="7FE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532120" y="5330952"/>
            <a:ext cx="5824728" cy="256032"/>
          </a:xfrm>
          <a:prstGeom prst="rect">
            <a:avLst/>
          </a:prstGeom>
          <a:noFill/>
        </p:spPr>
        <p:txBody>
          <a:bodyPr wrap="square" lIns="0" tIns="0" rIns="0" bIns="0">
            <a:spAutoFit/>
          </a:bodyPr>
          <a:lstStyle/>
          <a:p>
            <a:pPr>
              <a:spcBef>
                <a:spcPts val="0"/>
              </a:spcBef>
              <a:spcAft>
                <a:spcPts val="0"/>
              </a:spcAft>
            </a:pPr>
            <a:r>
              <a:rPr sz="1600" b="1">
                <a:solidFill>
                  <a:srgbClr val="073B66"/>
                </a:solidFill>
                <a:latin typeface="Segoe UI"/>
              </a:rPr>
              <a:t>Work in scope</a:t>
            </a:r>
          </a:p>
        </p:txBody>
      </p:sp>
      <p:sp>
        <p:nvSpPr>
          <p:cNvPr id="22" name="TextBox 21"/>
          <p:cNvSpPr txBox="1"/>
          <p:nvPr/>
        </p:nvSpPr>
        <p:spPr>
          <a:xfrm>
            <a:off x="5532120" y="5605272"/>
            <a:ext cx="5824728" cy="694944"/>
          </a:xfrm>
          <a:prstGeom prst="rect">
            <a:avLst/>
          </a:prstGeom>
          <a:noFill/>
        </p:spPr>
        <p:txBody>
          <a:bodyPr wrap="square" lIns="0" tIns="0" rIns="0" bIns="0" anchor="t">
            <a:spAutoFit/>
          </a:bodyPr>
          <a:lstStyle/>
          <a:p>
            <a:pPr>
              <a:lnSpc>
                <a:spcPct val="95000"/>
              </a:lnSpc>
              <a:spcBef>
                <a:spcPts val="0"/>
              </a:spcBef>
              <a:spcAft>
                <a:spcPts val="0"/>
              </a:spcAft>
            </a:pPr>
            <a:r>
              <a:rPr sz="1400" b="0">
                <a:solidFill>
                  <a:srgbClr val="556670"/>
                </a:solidFill>
                <a:latin typeface="Segoe UI"/>
              </a:rPr>
              <a:t>Modernised NEVDIS Integrations  •  NHVR  •  NDLFRS</a:t>
            </a:r>
          </a:p>
        </p:txBody>
      </p:sp>
    </p:spTree>
    <p:extLst>
      <p:ext uri="{BB962C8B-B14F-4D97-AF65-F5344CB8AC3E}">
        <p14:creationId xmlns:p14="http://schemas.microsoft.com/office/powerpoint/2010/main" val="37471641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3B6F9-5496-499A-C744-7D366C5D454C}"/>
              </a:ext>
            </a:extLst>
          </p:cNvPr>
          <p:cNvSpPr>
            <a:spLocks noGrp="1"/>
          </p:cNvSpPr>
          <p:nvPr>
            <p:ph type="title"/>
          </p:nvPr>
        </p:nvSpPr>
        <p:spPr/>
        <p:txBody>
          <a:bodyPr>
            <a:normAutofit/>
          </a:bodyPr>
          <a:lstStyle/>
          <a:p>
            <a:r>
              <a:rPr lang="en-AU" b="1"/>
              <a:t>Discovery Focus by Initiative</a:t>
            </a:r>
            <a:br>
              <a:rPr lang="en-AU"/>
            </a:br>
            <a:r>
              <a:rPr lang="en-AU" b="1"/>
              <a:t>Partner Exchange</a:t>
            </a:r>
            <a:endParaRPr lang="en-AU"/>
          </a:p>
        </p:txBody>
      </p:sp>
      <p:sp>
        <p:nvSpPr>
          <p:cNvPr id="3" name="Content Placeholder 2">
            <a:extLst>
              <a:ext uri="{FF2B5EF4-FFF2-40B4-BE49-F238E27FC236}">
                <a16:creationId xmlns:a16="http://schemas.microsoft.com/office/drawing/2014/main" id="{9D600F2F-A6CA-A710-DFC3-D51E8E00B8B7}"/>
              </a:ext>
            </a:extLst>
          </p:cNvPr>
          <p:cNvSpPr>
            <a:spLocks noGrp="1"/>
          </p:cNvSpPr>
          <p:nvPr>
            <p:ph idx="1"/>
          </p:nvPr>
        </p:nvSpPr>
        <p:spPr/>
        <p:txBody>
          <a:bodyPr>
            <a:normAutofit fontScale="47500" lnSpcReduction="20000"/>
          </a:bodyPr>
          <a:lstStyle/>
          <a:p>
            <a:pPr marL="0" indent="0">
              <a:buNone/>
            </a:pPr>
            <a:r>
              <a:rPr lang="en-AU" b="1" dirty="0"/>
              <a:t>NHVR</a:t>
            </a:r>
            <a:endParaRPr lang="en-AU" dirty="0"/>
          </a:p>
          <a:p>
            <a:pPr lvl="0"/>
            <a:r>
              <a:rPr lang="en-AU" dirty="0"/>
              <a:t>Future access model?</a:t>
            </a:r>
          </a:p>
          <a:p>
            <a:pPr lvl="0"/>
            <a:r>
              <a:rPr lang="en-AU" dirty="0"/>
              <a:t>Federated identity approach?</a:t>
            </a:r>
          </a:p>
          <a:p>
            <a:pPr lvl="0"/>
            <a:r>
              <a:rPr lang="en-AU" dirty="0"/>
              <a:t>Long-term operating responsibilities?</a:t>
            </a:r>
          </a:p>
          <a:p>
            <a:pPr lvl="0"/>
            <a:r>
              <a:rPr lang="en-AU" dirty="0"/>
              <a:t>Partner access patterns?</a:t>
            </a:r>
          </a:p>
          <a:p>
            <a:pPr marL="0" indent="0">
              <a:buNone/>
            </a:pPr>
            <a:r>
              <a:rPr lang="en-AU" b="1" dirty="0"/>
              <a:t>NDLFRS</a:t>
            </a:r>
            <a:endParaRPr lang="en-AU" dirty="0"/>
          </a:p>
          <a:p>
            <a:pPr lvl="0"/>
            <a:r>
              <a:rPr lang="en-AU" dirty="0"/>
              <a:t>Participation model?</a:t>
            </a:r>
          </a:p>
          <a:p>
            <a:pPr lvl="0"/>
            <a:r>
              <a:rPr lang="en-AU" dirty="0"/>
              <a:t>Privacy obligations?</a:t>
            </a:r>
          </a:p>
          <a:p>
            <a:pPr lvl="0"/>
            <a:r>
              <a:rPr lang="en-AU" dirty="0"/>
              <a:t>Data governance?</a:t>
            </a:r>
          </a:p>
          <a:p>
            <a:pPr lvl="0"/>
            <a:r>
              <a:rPr lang="en-AU" dirty="0"/>
              <a:t>Commercial/revenue model?</a:t>
            </a:r>
          </a:p>
          <a:p>
            <a:pPr lvl="0"/>
            <a:r>
              <a:rPr lang="en-AU" dirty="0"/>
              <a:t>Commonwealth dependencies?</a:t>
            </a:r>
          </a:p>
          <a:p>
            <a:pPr marL="0" indent="0">
              <a:buNone/>
            </a:pPr>
            <a:r>
              <a:rPr lang="en-AU" b="1" dirty="0"/>
              <a:t>NEVDIS</a:t>
            </a:r>
            <a:endParaRPr lang="en-AU" dirty="0"/>
          </a:p>
          <a:p>
            <a:pPr lvl="0"/>
            <a:r>
              <a:rPr lang="en-AU" dirty="0"/>
              <a:t>Event publishing requirements?</a:t>
            </a:r>
          </a:p>
          <a:p>
            <a:pPr lvl="0"/>
            <a:r>
              <a:rPr lang="en-AU" dirty="0"/>
              <a:t>National standards?</a:t>
            </a:r>
          </a:p>
          <a:p>
            <a:pPr lvl="0"/>
            <a:r>
              <a:rPr lang="en-AU" dirty="0"/>
              <a:t>Existing interface retirement?</a:t>
            </a:r>
          </a:p>
          <a:p>
            <a:pPr lvl="0"/>
            <a:r>
              <a:rPr lang="en-AU" dirty="0"/>
              <a:t>Jurisdiction dependencies?</a:t>
            </a:r>
          </a:p>
          <a:p>
            <a:pPr lvl="0"/>
            <a:endParaRPr lang="en-AU" dirty="0"/>
          </a:p>
          <a:p>
            <a:endParaRPr lang="en-AU" dirty="0"/>
          </a:p>
        </p:txBody>
      </p:sp>
    </p:spTree>
    <p:extLst>
      <p:ext uri="{BB962C8B-B14F-4D97-AF65-F5344CB8AC3E}">
        <p14:creationId xmlns:p14="http://schemas.microsoft.com/office/powerpoint/2010/main" val="21350368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29940-131C-1946-3F10-A0CC5E094336}"/>
              </a:ext>
            </a:extLst>
          </p:cNvPr>
          <p:cNvSpPr>
            <a:spLocks noGrp="1"/>
          </p:cNvSpPr>
          <p:nvPr>
            <p:ph type="title"/>
          </p:nvPr>
        </p:nvSpPr>
        <p:spPr/>
        <p:txBody>
          <a:bodyPr/>
          <a:lstStyle/>
          <a:p>
            <a:r>
              <a:rPr lang="en-AU" dirty="0"/>
              <a:t>NHVR &amp; QCIS highlight the need for a future Partner Exchange model</a:t>
            </a:r>
          </a:p>
        </p:txBody>
      </p:sp>
      <p:sp>
        <p:nvSpPr>
          <p:cNvPr id="3" name="Content Placeholder 2">
            <a:extLst>
              <a:ext uri="{FF2B5EF4-FFF2-40B4-BE49-F238E27FC236}">
                <a16:creationId xmlns:a16="http://schemas.microsoft.com/office/drawing/2014/main" id="{3482AE0D-96C2-E0A8-F816-42A6C4FD75DC}"/>
              </a:ext>
            </a:extLst>
          </p:cNvPr>
          <p:cNvSpPr>
            <a:spLocks noGrp="1"/>
          </p:cNvSpPr>
          <p:nvPr>
            <p:ph idx="1"/>
          </p:nvPr>
        </p:nvSpPr>
        <p:spPr/>
        <p:txBody>
          <a:bodyPr>
            <a:normAutofit fontScale="47500" lnSpcReduction="20000"/>
          </a:bodyPr>
          <a:lstStyle/>
          <a:p>
            <a:pPr marL="0" indent="0">
              <a:buNone/>
            </a:pPr>
            <a:r>
              <a:rPr lang="en-AU" b="1" dirty="0"/>
              <a:t>Why this matters</a:t>
            </a:r>
          </a:p>
          <a:p>
            <a:pPr marL="0" indent="0">
              <a:buNone/>
            </a:pPr>
            <a:r>
              <a:rPr lang="en-AU" dirty="0"/>
              <a:t>NHVR and QCIS are both surfacing the same broader challenge: external partners need ongoing access to registration and vehicle-related information, but current access and integration patterns are tied to legacy arrangements that are becoming harder to sustain. The QCIS HLE confirms QCIS currently consumes 17 </a:t>
            </a:r>
            <a:r>
              <a:rPr lang="en-AU" dirty="0" err="1"/>
              <a:t>RnLS</a:t>
            </a:r>
            <a:r>
              <a:rPr lang="en-AU" dirty="0"/>
              <a:t> web services, with options ranging from retaining existing services through to API and microservice-based approaches.</a:t>
            </a:r>
          </a:p>
          <a:p>
            <a:pPr marL="0" indent="0">
              <a:buNone/>
            </a:pPr>
            <a:r>
              <a:rPr lang="en-AU" b="1" dirty="0"/>
              <a:t>Current challenge</a:t>
            </a:r>
          </a:p>
          <a:p>
            <a:r>
              <a:rPr lang="en-AU" dirty="0"/>
              <a:t>NHVR access is currently supported through interim ICT arrangements, including Windows 365 access for approximately 150 NHVR users, with PDU managing access requirements as an intermediary.</a:t>
            </a:r>
          </a:p>
          <a:p>
            <a:r>
              <a:rPr lang="en-AU" dirty="0"/>
              <a:t>The July 2024 TMR-NHVR MoU requires NHVR personnel to transition away from TMR ICT services requiring direct user access, such as TRAILS and TICA, towards alternative services developed and administered by NHVR.</a:t>
            </a:r>
          </a:p>
          <a:p>
            <a:r>
              <a:rPr lang="en-AU" dirty="0"/>
              <a:t>QCIS replacement is also dependent on access to registration data and currently relies on existing </a:t>
            </a:r>
            <a:r>
              <a:rPr lang="en-AU" dirty="0" err="1"/>
              <a:t>RnLS</a:t>
            </a:r>
            <a:r>
              <a:rPr lang="en-AU" dirty="0"/>
              <a:t> web services, creating a decision point around whether to reuse existing integrations or modernise them.</a:t>
            </a:r>
          </a:p>
          <a:p>
            <a:r>
              <a:rPr lang="en-AU" dirty="0"/>
              <a:t>Existing partner consumers would need to be considered if services are modernised, as maintaining both existing and new integrations would create ongoing operational overhead.</a:t>
            </a:r>
          </a:p>
          <a:p>
            <a:pPr marL="0" indent="0">
              <a:buNone/>
            </a:pPr>
            <a:r>
              <a:rPr lang="en-AU" b="1" dirty="0"/>
              <a:t>Strategic insight</a:t>
            </a:r>
          </a:p>
          <a:p>
            <a:r>
              <a:rPr lang="en-AU" dirty="0"/>
              <a:t>NHVR and QCIS should not be treated as isolated access or integration issues. They point to a broader need for a Partner Exchange capability that supports trusted partner access, identity management, modern integration patterns and reduced reliance on legacy user access models.</a:t>
            </a:r>
          </a:p>
          <a:p>
            <a:pPr marL="0" indent="0">
              <a:buNone/>
            </a:pPr>
            <a:r>
              <a:rPr lang="en-AU" b="1" dirty="0"/>
              <a:t>Discovery framing statement</a:t>
            </a:r>
          </a:p>
          <a:p>
            <a:r>
              <a:rPr lang="en-AU" dirty="0"/>
              <a:t>The opportunity is to define a future partner access and data exchange model that enables agencies such as NHVR and QCIS to access the information they need through trusted, sustainable and modernised patterns, rather than continuing to extend legacy user access or one-off service integrations.</a:t>
            </a:r>
          </a:p>
        </p:txBody>
      </p:sp>
    </p:spTree>
    <p:extLst>
      <p:ext uri="{BB962C8B-B14F-4D97-AF65-F5344CB8AC3E}">
        <p14:creationId xmlns:p14="http://schemas.microsoft.com/office/powerpoint/2010/main" val="42231482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2B860-73F5-B401-8E64-8AB702445205}"/>
              </a:ext>
            </a:extLst>
          </p:cNvPr>
          <p:cNvSpPr>
            <a:spLocks noGrp="1"/>
          </p:cNvSpPr>
          <p:nvPr>
            <p:ph type="title"/>
          </p:nvPr>
        </p:nvSpPr>
        <p:spPr/>
        <p:txBody>
          <a:bodyPr/>
          <a:lstStyle/>
          <a:p>
            <a:r>
              <a:rPr lang="en-AU" dirty="0"/>
              <a:t>Key discovery focus areas and decisions needed</a:t>
            </a:r>
          </a:p>
        </p:txBody>
      </p:sp>
      <p:sp>
        <p:nvSpPr>
          <p:cNvPr id="3" name="Content Placeholder 2">
            <a:extLst>
              <a:ext uri="{FF2B5EF4-FFF2-40B4-BE49-F238E27FC236}">
                <a16:creationId xmlns:a16="http://schemas.microsoft.com/office/drawing/2014/main" id="{DFEC9CA4-2E28-5F04-28BB-44585993DB97}"/>
              </a:ext>
            </a:extLst>
          </p:cNvPr>
          <p:cNvSpPr>
            <a:spLocks noGrp="1"/>
          </p:cNvSpPr>
          <p:nvPr>
            <p:ph idx="1"/>
          </p:nvPr>
        </p:nvSpPr>
        <p:spPr>
          <a:xfrm>
            <a:off x="289560" y="1825625"/>
            <a:ext cx="11605260" cy="4947466"/>
          </a:xfrm>
        </p:spPr>
        <p:txBody>
          <a:bodyPr>
            <a:normAutofit lnSpcReduction="10000"/>
          </a:bodyPr>
          <a:lstStyle/>
          <a:p>
            <a:pPr marL="0" indent="0">
              <a:spcBef>
                <a:spcPts val="0"/>
              </a:spcBef>
              <a:buNone/>
            </a:pPr>
            <a:r>
              <a:rPr lang="en-AU" sz="1000" b="1" dirty="0"/>
              <a:t>1. Future access model</a:t>
            </a:r>
          </a:p>
          <a:p>
            <a:pPr marL="0" indent="0">
              <a:spcBef>
                <a:spcPts val="0"/>
              </a:spcBef>
              <a:buNone/>
            </a:pPr>
            <a:r>
              <a:rPr lang="en-AU" sz="1000" dirty="0"/>
              <a:t>The NHVR material indicates a direction away from direct user access into TMR systems and towards services developed and administered by NHVR.</a:t>
            </a:r>
          </a:p>
          <a:p>
            <a:pPr marL="0" indent="0">
              <a:spcBef>
                <a:spcPts val="0"/>
              </a:spcBef>
              <a:buNone/>
            </a:pPr>
            <a:r>
              <a:rPr lang="en-AU" sz="1000" b="1" dirty="0"/>
              <a:t>Discovery questions</a:t>
            </a:r>
          </a:p>
          <a:p>
            <a:pPr>
              <a:spcBef>
                <a:spcPts val="0"/>
              </a:spcBef>
            </a:pPr>
            <a:r>
              <a:rPr lang="en-AU" sz="1000" dirty="0"/>
              <a:t>Which partner use cases require direct user access versus system-to-system/API access?</a:t>
            </a:r>
          </a:p>
          <a:p>
            <a:pPr>
              <a:spcBef>
                <a:spcPts val="0"/>
              </a:spcBef>
            </a:pPr>
            <a:r>
              <a:rPr lang="en-AU" sz="1000" dirty="0"/>
              <a:t>Which NHVR functions currently depend on TRAILS, TICA or other TMR ICT services?</a:t>
            </a:r>
          </a:p>
          <a:p>
            <a:pPr>
              <a:spcBef>
                <a:spcPts val="0"/>
              </a:spcBef>
            </a:pPr>
            <a:r>
              <a:rPr lang="en-AU" sz="1000" dirty="0"/>
              <a:t>What access capabilities need to be retained, replaced or redesigned?</a:t>
            </a:r>
          </a:p>
          <a:p>
            <a:pPr>
              <a:spcBef>
                <a:spcPts val="0"/>
              </a:spcBef>
            </a:pPr>
            <a:r>
              <a:rPr lang="en-AU" sz="1000" dirty="0"/>
              <a:t>Should QCIS and NHVR access needs be addressed through a common Partner Exchange model?</a:t>
            </a:r>
          </a:p>
          <a:p>
            <a:pPr marL="0" indent="0">
              <a:spcBef>
                <a:spcPts val="0"/>
              </a:spcBef>
              <a:buNone/>
            </a:pPr>
            <a:r>
              <a:rPr lang="en-AU" sz="1000" dirty="0"/>
              <a:t>Early discovery consideration The future access model should clarify whether the preferred pattern is partner-managed access to their own services, API-based access to TMR data, or a combination of both. This is a discovery hypothesis, not yet confirmed in the source material.</a:t>
            </a:r>
          </a:p>
          <a:p>
            <a:pPr marL="0" indent="0">
              <a:spcBef>
                <a:spcPts val="0"/>
              </a:spcBef>
              <a:buNone/>
            </a:pPr>
            <a:endParaRPr lang="en-AU" sz="1000" b="1" dirty="0"/>
          </a:p>
          <a:p>
            <a:pPr marL="0" indent="0">
              <a:spcBef>
                <a:spcPts val="0"/>
              </a:spcBef>
              <a:buNone/>
            </a:pPr>
            <a:r>
              <a:rPr lang="en-AU" sz="1000" b="1" dirty="0"/>
              <a:t>2. Federated identity and trusted partner access</a:t>
            </a:r>
          </a:p>
          <a:p>
            <a:pPr marL="0" indent="0">
              <a:spcBef>
                <a:spcPts val="0"/>
              </a:spcBef>
              <a:buNone/>
            </a:pPr>
            <a:r>
              <a:rPr lang="en-AU" sz="1000" dirty="0"/>
              <a:t>The Partner Exchange material identifies trusted partner access and identity verification as a key purpose, and recognises identity and access architecture as a required discovery output.</a:t>
            </a:r>
          </a:p>
          <a:p>
            <a:pPr marL="0" indent="0">
              <a:spcBef>
                <a:spcPts val="0"/>
              </a:spcBef>
              <a:buNone/>
            </a:pPr>
            <a:r>
              <a:rPr lang="en-AU" sz="1000" b="1" dirty="0"/>
              <a:t>Discovery questions</a:t>
            </a:r>
          </a:p>
          <a:p>
            <a:pPr>
              <a:spcBef>
                <a:spcPts val="0"/>
              </a:spcBef>
            </a:pPr>
            <a:r>
              <a:rPr lang="en-AU" sz="1000" dirty="0"/>
              <a:t>Is a federated identity model required for NHVR and other partners?</a:t>
            </a:r>
          </a:p>
          <a:p>
            <a:pPr>
              <a:spcBef>
                <a:spcPts val="0"/>
              </a:spcBef>
            </a:pPr>
            <a:r>
              <a:rPr lang="en-AU" sz="1000" dirty="0"/>
              <a:t>What identity assertions would TMR need to trust?</a:t>
            </a:r>
          </a:p>
          <a:p>
            <a:pPr>
              <a:spcBef>
                <a:spcPts val="0"/>
              </a:spcBef>
            </a:pPr>
            <a:r>
              <a:rPr lang="en-AU" sz="1000" dirty="0"/>
              <a:t>Who owns identity proofing, user provisioning and de-provisioning?</a:t>
            </a:r>
          </a:p>
          <a:p>
            <a:pPr>
              <a:spcBef>
                <a:spcPts val="0"/>
              </a:spcBef>
            </a:pPr>
            <a:r>
              <a:rPr lang="en-AU" sz="1000" dirty="0"/>
              <a:t>How should access be governed across partner services?</a:t>
            </a:r>
          </a:p>
          <a:p>
            <a:pPr marL="0" indent="0">
              <a:spcBef>
                <a:spcPts val="0"/>
              </a:spcBef>
              <a:buNone/>
            </a:pPr>
            <a:r>
              <a:rPr lang="en-AU" sz="1000" dirty="0"/>
              <a:t>Early discovery consideration No source confirms that a federated identity solution has been selected. The evidence supports this as a key discovery question rather than a decided direction.</a:t>
            </a:r>
          </a:p>
          <a:p>
            <a:pPr marL="0" indent="0">
              <a:spcBef>
                <a:spcPts val="0"/>
              </a:spcBef>
              <a:buNone/>
            </a:pPr>
            <a:endParaRPr lang="en-AU" sz="1000" b="1" dirty="0"/>
          </a:p>
          <a:p>
            <a:pPr marL="0" indent="0">
              <a:spcBef>
                <a:spcPts val="0"/>
              </a:spcBef>
              <a:buNone/>
            </a:pPr>
            <a:r>
              <a:rPr lang="en-AU" sz="1000" b="1" dirty="0"/>
              <a:t>3. Long-term operating responsibilities</a:t>
            </a:r>
          </a:p>
          <a:p>
            <a:pPr marL="0" indent="0">
              <a:spcBef>
                <a:spcPts val="0"/>
              </a:spcBef>
              <a:buNone/>
            </a:pPr>
            <a:r>
              <a:rPr lang="en-AU" sz="1000" dirty="0"/>
              <a:t>The NHVR access material highlights that the current arrangement creates operational burden because PDU is managing access requirements without dedicated resourcing.</a:t>
            </a:r>
          </a:p>
          <a:p>
            <a:pPr marL="0" indent="0">
              <a:spcBef>
                <a:spcPts val="0"/>
              </a:spcBef>
              <a:buNone/>
            </a:pPr>
            <a:r>
              <a:rPr lang="en-AU" sz="1000" b="1" dirty="0"/>
              <a:t>Discovery questions</a:t>
            </a:r>
          </a:p>
          <a:p>
            <a:pPr marL="0" indent="0">
              <a:spcBef>
                <a:spcPts val="0"/>
              </a:spcBef>
              <a:buNone/>
            </a:pPr>
            <a:r>
              <a:rPr lang="en-AU" sz="1000" dirty="0"/>
              <a:t>Which responsibilities should remain with TMR?</a:t>
            </a:r>
          </a:p>
          <a:p>
            <a:pPr marL="0" indent="0">
              <a:spcBef>
                <a:spcPts val="0"/>
              </a:spcBef>
              <a:buNone/>
            </a:pPr>
            <a:r>
              <a:rPr lang="en-AU" sz="1000" dirty="0"/>
              <a:t>Which responsibilities should transfer to NHVR or other partner agencies?</a:t>
            </a:r>
          </a:p>
          <a:p>
            <a:pPr marL="0" indent="0">
              <a:spcBef>
                <a:spcPts val="0"/>
              </a:spcBef>
              <a:buNone/>
            </a:pPr>
            <a:r>
              <a:rPr lang="en-AU" sz="1000" dirty="0"/>
              <a:t>Who owns ongoing support, access administration, onboarding and incident management?</a:t>
            </a:r>
          </a:p>
          <a:p>
            <a:pPr marL="0" indent="0">
              <a:spcBef>
                <a:spcPts val="0"/>
              </a:spcBef>
              <a:buNone/>
            </a:pPr>
            <a:r>
              <a:rPr lang="en-AU" sz="1000" dirty="0"/>
              <a:t>How will operating responsibilities align with the TMR-NHVR MoU?</a:t>
            </a:r>
          </a:p>
          <a:p>
            <a:pPr marL="0" indent="0">
              <a:spcBef>
                <a:spcPts val="0"/>
              </a:spcBef>
              <a:buNone/>
            </a:pPr>
            <a:r>
              <a:rPr lang="en-AU" sz="1000" dirty="0"/>
              <a:t>Early discovery consideration The MoU direction suggests NHVR should move towards services developed and administered by NHVR, but the detailed operating split between TMR and NHVR still needs to be defined.</a:t>
            </a:r>
          </a:p>
          <a:p>
            <a:pPr marL="0" indent="0">
              <a:spcBef>
                <a:spcPts val="0"/>
              </a:spcBef>
              <a:buNone/>
            </a:pPr>
            <a:endParaRPr lang="en-AU" sz="1000" b="1" dirty="0"/>
          </a:p>
          <a:p>
            <a:pPr marL="0" indent="0">
              <a:spcBef>
                <a:spcPts val="0"/>
              </a:spcBef>
              <a:buNone/>
            </a:pPr>
            <a:r>
              <a:rPr lang="en-AU" sz="1000" b="1" dirty="0"/>
              <a:t>4. Partner access patterns</a:t>
            </a:r>
          </a:p>
          <a:p>
            <a:pPr marL="0" indent="0">
              <a:spcBef>
                <a:spcPts val="0"/>
              </a:spcBef>
              <a:buNone/>
            </a:pPr>
            <a:r>
              <a:rPr lang="en-AU" sz="1000" dirty="0"/>
              <a:t>The Partner Exchange artefact identifies partner assessment, current integration assessment, future integration model, API strategy, and partner onboarding/migration planning as discovery activities</a:t>
            </a:r>
          </a:p>
          <a:p>
            <a:pPr marL="0" indent="0">
              <a:spcBef>
                <a:spcPts val="0"/>
              </a:spcBef>
              <a:buNone/>
            </a:pPr>
            <a:r>
              <a:rPr lang="en-AU" sz="1000" b="1" dirty="0"/>
              <a:t>Discovery questions</a:t>
            </a:r>
          </a:p>
          <a:p>
            <a:pPr>
              <a:spcBef>
                <a:spcPts val="0"/>
              </a:spcBef>
            </a:pPr>
            <a:r>
              <a:rPr lang="en-AU" sz="1000" dirty="0"/>
              <a:t>What partner types need access to registration and vehicle data?</a:t>
            </a:r>
          </a:p>
          <a:p>
            <a:pPr>
              <a:spcBef>
                <a:spcPts val="0"/>
              </a:spcBef>
            </a:pPr>
            <a:r>
              <a:rPr lang="en-AU" sz="1000" dirty="0"/>
              <a:t>Which partners use existing </a:t>
            </a:r>
            <a:r>
              <a:rPr lang="en-AU" sz="1000" dirty="0" err="1"/>
              <a:t>RnLS</a:t>
            </a:r>
            <a:r>
              <a:rPr lang="en-AU" sz="1000" dirty="0"/>
              <a:t> services today?</a:t>
            </a:r>
          </a:p>
          <a:p>
            <a:pPr>
              <a:spcBef>
                <a:spcPts val="0"/>
              </a:spcBef>
            </a:pPr>
            <a:r>
              <a:rPr lang="en-AU" sz="1000" dirty="0"/>
              <a:t>Which existing services should be retained, retired or modernised?</a:t>
            </a:r>
          </a:p>
          <a:p>
            <a:pPr>
              <a:spcBef>
                <a:spcPts val="0"/>
              </a:spcBef>
            </a:pPr>
            <a:r>
              <a:rPr lang="en-AU" sz="1000" dirty="0"/>
              <a:t>What onboarding, migration and support model should apply to future partners?</a:t>
            </a:r>
          </a:p>
          <a:p>
            <a:pPr marL="0" indent="0">
              <a:spcBef>
                <a:spcPts val="0"/>
              </a:spcBef>
              <a:buNone/>
            </a:pPr>
            <a:r>
              <a:rPr lang="en-AU" sz="1000" dirty="0"/>
              <a:t>Early discovery consideration QCIS provides a useful test case because its HLE considered existing service reuse, </a:t>
            </a:r>
            <a:r>
              <a:rPr lang="en-AU" sz="1000" dirty="0" err="1"/>
              <a:t>Anypoint</a:t>
            </a:r>
            <a:r>
              <a:rPr lang="en-AU" sz="1000" dirty="0"/>
              <a:t> APIs, and a hybrid API/microservices approach.</a:t>
            </a:r>
          </a:p>
        </p:txBody>
      </p:sp>
    </p:spTree>
    <p:extLst>
      <p:ext uri="{BB962C8B-B14F-4D97-AF65-F5344CB8AC3E}">
        <p14:creationId xmlns:p14="http://schemas.microsoft.com/office/powerpoint/2010/main" val="31489024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D57A0-91F0-4639-2C0C-626310EFD659}"/>
              </a:ext>
            </a:extLst>
          </p:cNvPr>
          <p:cNvSpPr>
            <a:spLocks noGrp="1"/>
          </p:cNvSpPr>
          <p:nvPr>
            <p:ph type="title"/>
          </p:nvPr>
        </p:nvSpPr>
        <p:spPr/>
        <p:txBody>
          <a:bodyPr/>
          <a:lstStyle/>
          <a:p>
            <a:r>
              <a:rPr lang="en-AU" dirty="0"/>
              <a:t>NDLFRS Participation | Strengthening Identity Security &amp; Future Digital Services</a:t>
            </a:r>
          </a:p>
        </p:txBody>
      </p:sp>
      <p:sp>
        <p:nvSpPr>
          <p:cNvPr id="3" name="Content Placeholder 2">
            <a:extLst>
              <a:ext uri="{FF2B5EF4-FFF2-40B4-BE49-F238E27FC236}">
                <a16:creationId xmlns:a16="http://schemas.microsoft.com/office/drawing/2014/main" id="{107FFCA4-CA2E-2859-9876-E30D8A8E45B2}"/>
              </a:ext>
            </a:extLst>
          </p:cNvPr>
          <p:cNvSpPr>
            <a:spLocks noGrp="1"/>
          </p:cNvSpPr>
          <p:nvPr>
            <p:ph idx="1"/>
          </p:nvPr>
        </p:nvSpPr>
        <p:spPr/>
        <p:txBody>
          <a:bodyPr>
            <a:normAutofit fontScale="32500" lnSpcReduction="20000"/>
          </a:bodyPr>
          <a:lstStyle/>
          <a:p>
            <a:pPr marL="0" indent="0">
              <a:spcBef>
                <a:spcPts val="0"/>
              </a:spcBef>
              <a:buNone/>
            </a:pPr>
            <a:r>
              <a:rPr lang="en-AU" b="1" dirty="0"/>
              <a:t>Opportunity</a:t>
            </a:r>
          </a:p>
          <a:p>
            <a:pPr marL="0" indent="0">
              <a:spcBef>
                <a:spcPts val="0"/>
              </a:spcBef>
              <a:buNone/>
            </a:pPr>
            <a:r>
              <a:rPr lang="en-AU" dirty="0"/>
              <a:t>Queensland has an opportunity to participate in the National Driver Licence Facial Recognition Solution (NDLFRS), part of the Commonwealth's Identity Verification Services (IVS), to provide secure, national facial verification capability while strengthening fraud prevention, privacy protection and digital service delivery.</a:t>
            </a:r>
          </a:p>
          <a:p>
            <a:pPr marL="0" indent="0">
              <a:spcBef>
                <a:spcPts val="0"/>
              </a:spcBef>
              <a:buNone/>
            </a:pPr>
            <a:endParaRPr lang="en-AU" b="1" dirty="0"/>
          </a:p>
          <a:p>
            <a:pPr marL="0" indent="0">
              <a:spcBef>
                <a:spcPts val="0"/>
              </a:spcBef>
              <a:buNone/>
            </a:pPr>
            <a:r>
              <a:rPr lang="en-AU" b="1" dirty="0"/>
              <a:t>What is NDLFRS?</a:t>
            </a:r>
          </a:p>
          <a:p>
            <a:pPr marL="0" indent="0">
              <a:spcBef>
                <a:spcPts val="0"/>
              </a:spcBef>
              <a:buNone/>
            </a:pPr>
            <a:r>
              <a:rPr lang="en-AU" dirty="0"/>
              <a:t>NDLFRS supports the Commonwealth's Identity Verification Services ecosystem:</a:t>
            </a:r>
          </a:p>
          <a:p>
            <a:pPr marL="0" indent="0">
              <a:spcBef>
                <a:spcPts val="0"/>
              </a:spcBef>
              <a:buNone/>
            </a:pPr>
            <a:r>
              <a:rPr lang="en-AU" dirty="0"/>
              <a:t>Document Verification Service (DVS)</a:t>
            </a:r>
          </a:p>
          <a:p>
            <a:pPr>
              <a:spcBef>
                <a:spcPts val="0"/>
              </a:spcBef>
            </a:pPr>
            <a:r>
              <a:rPr lang="en-AU" dirty="0"/>
              <a:t>Verifies biographic identity information contained in identity documents.</a:t>
            </a:r>
          </a:p>
          <a:p>
            <a:pPr marL="0" indent="0">
              <a:spcBef>
                <a:spcPts val="0"/>
              </a:spcBef>
              <a:buNone/>
            </a:pPr>
            <a:r>
              <a:rPr lang="en-AU" dirty="0"/>
              <a:t>Face Verification Service (FVS)</a:t>
            </a:r>
          </a:p>
          <a:p>
            <a:pPr>
              <a:spcBef>
                <a:spcPts val="0"/>
              </a:spcBef>
            </a:pPr>
            <a:r>
              <a:rPr lang="en-AU" dirty="0"/>
              <a:t>Matches a customer's facial image against their identity document.</a:t>
            </a:r>
          </a:p>
          <a:p>
            <a:pPr>
              <a:spcBef>
                <a:spcPts val="0"/>
              </a:spcBef>
            </a:pPr>
            <a:r>
              <a:rPr lang="en-AU" dirty="0"/>
              <a:t>Enables secure, real-time facial verification.</a:t>
            </a:r>
          </a:p>
          <a:p>
            <a:pPr>
              <a:spcBef>
                <a:spcPts val="0"/>
              </a:spcBef>
            </a:pPr>
            <a:r>
              <a:rPr lang="en-AU" dirty="0"/>
              <a:t>Removes reliance on retaining copies of identity documents for verification.</a:t>
            </a:r>
          </a:p>
          <a:p>
            <a:pPr marL="0" indent="0">
              <a:spcBef>
                <a:spcPts val="0"/>
              </a:spcBef>
              <a:buNone/>
            </a:pPr>
            <a:r>
              <a:rPr lang="en-AU" b="1" dirty="0"/>
              <a:t>Why it matters</a:t>
            </a:r>
          </a:p>
          <a:p>
            <a:pPr marL="0" indent="0">
              <a:spcBef>
                <a:spcPts val="0"/>
              </a:spcBef>
              <a:buNone/>
            </a:pPr>
            <a:endParaRPr lang="en-AU" b="1" dirty="0"/>
          </a:p>
          <a:p>
            <a:pPr marL="0" indent="0">
              <a:spcBef>
                <a:spcPts val="0"/>
              </a:spcBef>
              <a:buNone/>
            </a:pPr>
            <a:r>
              <a:rPr lang="en-AU" b="1" dirty="0"/>
              <a:t>Improved Identity Security</a:t>
            </a:r>
          </a:p>
          <a:p>
            <a:pPr>
              <a:spcBef>
                <a:spcPts val="0"/>
              </a:spcBef>
            </a:pPr>
            <a:r>
              <a:rPr lang="en-AU" dirty="0"/>
              <a:t>Reduces identity fraud through facial verification rather than biographic-only checks.</a:t>
            </a:r>
          </a:p>
          <a:p>
            <a:pPr>
              <a:spcBef>
                <a:spcPts val="0"/>
              </a:spcBef>
            </a:pPr>
            <a:r>
              <a:rPr lang="en-AU" dirty="0"/>
              <a:t>Supports stronger verification across government and private sector services.</a:t>
            </a:r>
          </a:p>
          <a:p>
            <a:pPr>
              <a:spcBef>
                <a:spcPts val="0"/>
              </a:spcBef>
            </a:pPr>
            <a:r>
              <a:rPr lang="en-AU" dirty="0"/>
              <a:t>Enables interstate identity verification and improved licence transfer assurance.</a:t>
            </a:r>
          </a:p>
          <a:p>
            <a:pPr marL="0" indent="0">
              <a:spcBef>
                <a:spcPts val="0"/>
              </a:spcBef>
              <a:buNone/>
            </a:pPr>
            <a:endParaRPr lang="en-AU" b="1" dirty="0"/>
          </a:p>
          <a:p>
            <a:pPr marL="0" indent="0">
              <a:spcBef>
                <a:spcPts val="0"/>
              </a:spcBef>
              <a:buNone/>
            </a:pPr>
            <a:r>
              <a:rPr lang="en-AU" b="1" dirty="0"/>
              <a:t>Stronger Privacy Protection</a:t>
            </a:r>
          </a:p>
          <a:p>
            <a:pPr>
              <a:spcBef>
                <a:spcPts val="0"/>
              </a:spcBef>
            </a:pPr>
            <a:r>
              <a:rPr lang="en-AU" dirty="0"/>
              <a:t>FVS users are not permitted to retain images used in verification.</a:t>
            </a:r>
          </a:p>
          <a:p>
            <a:pPr>
              <a:spcBef>
                <a:spcPts val="0"/>
              </a:spcBef>
            </a:pPr>
            <a:r>
              <a:rPr lang="en-AU" dirty="0"/>
              <a:t>Reduces exposure to data breaches associated with stored identity documents.</a:t>
            </a:r>
          </a:p>
          <a:p>
            <a:pPr>
              <a:spcBef>
                <a:spcPts val="0"/>
              </a:spcBef>
            </a:pPr>
            <a:r>
              <a:rPr lang="en-AU" dirty="0"/>
              <a:t>Supports improved protection of Queenslanders' personal information.</a:t>
            </a:r>
          </a:p>
          <a:p>
            <a:pPr marL="0" indent="0">
              <a:spcBef>
                <a:spcPts val="0"/>
              </a:spcBef>
              <a:buNone/>
            </a:pPr>
            <a:endParaRPr lang="en-AU" b="1" dirty="0"/>
          </a:p>
          <a:p>
            <a:pPr marL="0" indent="0">
              <a:spcBef>
                <a:spcPts val="0"/>
              </a:spcBef>
              <a:buNone/>
            </a:pPr>
            <a:r>
              <a:rPr lang="en-AU" b="1" dirty="0"/>
              <a:t>Future Digital Service Enablement</a:t>
            </a:r>
          </a:p>
          <a:p>
            <a:pPr>
              <a:spcBef>
                <a:spcPts val="0"/>
              </a:spcBef>
            </a:pPr>
            <a:r>
              <a:rPr lang="en-AU" dirty="0"/>
              <a:t>Supports Commonwealth services such as </a:t>
            </a:r>
            <a:r>
              <a:rPr lang="en-AU" dirty="0" err="1"/>
              <a:t>myID</a:t>
            </a:r>
            <a:r>
              <a:rPr lang="en-AU" dirty="0"/>
              <a:t>.</a:t>
            </a:r>
          </a:p>
          <a:p>
            <a:pPr>
              <a:spcBef>
                <a:spcPts val="0"/>
              </a:spcBef>
            </a:pPr>
            <a:r>
              <a:rPr lang="en-AU" dirty="0"/>
              <a:t>Creates opportunities for Queensland Digital Identity and Digital Licence services.</a:t>
            </a:r>
          </a:p>
          <a:p>
            <a:pPr>
              <a:spcBef>
                <a:spcPts val="0"/>
              </a:spcBef>
            </a:pPr>
            <a:r>
              <a:rPr lang="en-AU" dirty="0"/>
              <a:t>Positions Queensland within Australia's emerging digital identity ecosystem.</a:t>
            </a:r>
          </a:p>
          <a:p>
            <a:pPr marL="0" indent="0">
              <a:spcBef>
                <a:spcPts val="0"/>
              </a:spcBef>
              <a:buNone/>
            </a:pPr>
            <a:endParaRPr lang="en-AU" b="1" dirty="0"/>
          </a:p>
          <a:p>
            <a:pPr marL="0" indent="0">
              <a:spcBef>
                <a:spcPts val="0"/>
              </a:spcBef>
              <a:buNone/>
            </a:pPr>
            <a:r>
              <a:rPr lang="en-AU" b="1" dirty="0"/>
              <a:t>Strategic imperative</a:t>
            </a:r>
          </a:p>
          <a:p>
            <a:pPr>
              <a:spcBef>
                <a:spcPts val="0"/>
              </a:spcBef>
            </a:pPr>
            <a:r>
              <a:rPr lang="en-AU" dirty="0"/>
              <a:t>Other jurisdictions are already progressing implementation:</a:t>
            </a:r>
          </a:p>
          <a:p>
            <a:pPr marL="457200" lvl="1" indent="0">
              <a:spcBef>
                <a:spcPts val="0"/>
              </a:spcBef>
              <a:buNone/>
            </a:pPr>
            <a:r>
              <a:rPr lang="en-AU" dirty="0"/>
              <a:t>Jurisdiction	Status</a:t>
            </a:r>
          </a:p>
          <a:p>
            <a:pPr marL="457200" lvl="1" indent="0">
              <a:spcBef>
                <a:spcPts val="0"/>
              </a:spcBef>
              <a:buNone/>
            </a:pPr>
            <a:r>
              <a:rPr lang="en-AU" dirty="0"/>
              <a:t>Western Australia	Participating and uploaded</a:t>
            </a:r>
          </a:p>
          <a:p>
            <a:pPr marL="457200" lvl="1" indent="0">
              <a:spcBef>
                <a:spcPts val="0"/>
              </a:spcBef>
              <a:buNone/>
            </a:pPr>
            <a:r>
              <a:rPr lang="en-AU" dirty="0"/>
              <a:t>South Australia	Participating and preparing upload</a:t>
            </a:r>
          </a:p>
          <a:p>
            <a:pPr marL="457200" lvl="1" indent="0">
              <a:spcBef>
                <a:spcPts val="0"/>
              </a:spcBef>
              <a:buNone/>
            </a:pPr>
            <a:r>
              <a:rPr lang="en-AU" dirty="0"/>
              <a:t>Victoria		Expected to participate</a:t>
            </a:r>
          </a:p>
          <a:p>
            <a:pPr marL="457200" lvl="1" indent="0">
              <a:spcBef>
                <a:spcPts val="0"/>
              </a:spcBef>
              <a:buNone/>
            </a:pPr>
            <a:r>
              <a:rPr lang="en-AU" dirty="0"/>
              <a:t>New South Wales	Planning uploads</a:t>
            </a:r>
          </a:p>
          <a:p>
            <a:pPr marL="457200" lvl="1" indent="0">
              <a:spcBef>
                <a:spcPts val="0"/>
              </a:spcBef>
              <a:buNone/>
            </a:pPr>
            <a:r>
              <a:rPr lang="en-AU" dirty="0"/>
              <a:t>Queensland	Decision required</a:t>
            </a:r>
          </a:p>
          <a:p>
            <a:pPr marL="0" indent="0">
              <a:spcBef>
                <a:spcPts val="0"/>
              </a:spcBef>
              <a:buNone/>
            </a:pPr>
            <a:endParaRPr lang="en-AU" dirty="0"/>
          </a:p>
          <a:p>
            <a:pPr marL="0" indent="0">
              <a:spcBef>
                <a:spcPts val="0"/>
              </a:spcBef>
              <a:buNone/>
            </a:pPr>
            <a:r>
              <a:rPr lang="en-AU" dirty="0"/>
              <a:t>Delaying participation risks:</a:t>
            </a:r>
          </a:p>
          <a:p>
            <a:pPr>
              <a:spcBef>
                <a:spcPts val="0"/>
              </a:spcBef>
            </a:pPr>
            <a:r>
              <a:rPr lang="en-AU" dirty="0"/>
              <a:t>Loss of future revenue opportunities</a:t>
            </a:r>
          </a:p>
          <a:p>
            <a:pPr>
              <a:spcBef>
                <a:spcPts val="0"/>
              </a:spcBef>
            </a:pPr>
            <a:r>
              <a:rPr lang="en-AU" dirty="0"/>
              <a:t>Reduced access to modern identity verification services</a:t>
            </a:r>
          </a:p>
          <a:p>
            <a:pPr>
              <a:spcBef>
                <a:spcPts val="0"/>
              </a:spcBef>
            </a:pPr>
            <a:r>
              <a:rPr lang="en-AU" dirty="0"/>
              <a:t>Increased exposure to identity fraud and data breach risks</a:t>
            </a:r>
          </a:p>
          <a:p>
            <a:pPr>
              <a:spcBef>
                <a:spcPts val="0"/>
              </a:spcBef>
            </a:pPr>
            <a:r>
              <a:rPr lang="en-AU" dirty="0"/>
              <a:t>Falling behind national adoption of trusted identity services.</a:t>
            </a:r>
          </a:p>
        </p:txBody>
      </p:sp>
    </p:spTree>
    <p:extLst>
      <p:ext uri="{BB962C8B-B14F-4D97-AF65-F5344CB8AC3E}">
        <p14:creationId xmlns:p14="http://schemas.microsoft.com/office/powerpoint/2010/main" val="26653001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E75F4-86AA-3FCC-FEA5-70A452D55510}"/>
              </a:ext>
            </a:extLst>
          </p:cNvPr>
          <p:cNvSpPr>
            <a:spLocks noGrp="1"/>
          </p:cNvSpPr>
          <p:nvPr>
            <p:ph type="title"/>
          </p:nvPr>
        </p:nvSpPr>
        <p:spPr/>
        <p:txBody>
          <a:bodyPr/>
          <a:lstStyle/>
          <a:p>
            <a:r>
              <a:rPr lang="en-AU" dirty="0"/>
              <a:t>Discovery Focus | Defining Queensland's Participation Model</a:t>
            </a:r>
          </a:p>
        </p:txBody>
      </p:sp>
      <p:sp>
        <p:nvSpPr>
          <p:cNvPr id="3" name="Content Placeholder 2">
            <a:extLst>
              <a:ext uri="{FF2B5EF4-FFF2-40B4-BE49-F238E27FC236}">
                <a16:creationId xmlns:a16="http://schemas.microsoft.com/office/drawing/2014/main" id="{F486539A-1E32-C2EB-0FF9-0890427FF490}"/>
              </a:ext>
            </a:extLst>
          </p:cNvPr>
          <p:cNvSpPr>
            <a:spLocks noGrp="1"/>
          </p:cNvSpPr>
          <p:nvPr>
            <p:ph idx="1"/>
          </p:nvPr>
        </p:nvSpPr>
        <p:spPr>
          <a:xfrm>
            <a:off x="372291" y="1825625"/>
            <a:ext cx="11645538" cy="4790712"/>
          </a:xfrm>
        </p:spPr>
        <p:txBody>
          <a:bodyPr>
            <a:noAutofit/>
          </a:bodyPr>
          <a:lstStyle/>
          <a:p>
            <a:pPr marL="0" indent="0">
              <a:spcBef>
                <a:spcPts val="0"/>
              </a:spcBef>
              <a:buNone/>
            </a:pPr>
            <a:r>
              <a:rPr lang="en-AU" sz="800" b="1" dirty="0"/>
              <a:t>Proposed solution</a:t>
            </a:r>
          </a:p>
          <a:p>
            <a:pPr marL="0" indent="0">
              <a:spcBef>
                <a:spcPts val="0"/>
              </a:spcBef>
              <a:buNone/>
            </a:pPr>
            <a:r>
              <a:rPr lang="en-AU" sz="800" dirty="0"/>
              <a:t>Queensland would:</a:t>
            </a:r>
          </a:p>
          <a:p>
            <a:pPr>
              <a:spcBef>
                <a:spcPts val="0"/>
              </a:spcBef>
            </a:pPr>
            <a:r>
              <a:rPr lang="en-AU" sz="800" dirty="0"/>
              <a:t>Build a secure connection to NDLFRS</a:t>
            </a:r>
          </a:p>
          <a:p>
            <a:pPr>
              <a:spcBef>
                <a:spcPts val="0"/>
              </a:spcBef>
            </a:pPr>
            <a:r>
              <a:rPr lang="en-AU" sz="800" dirty="0"/>
              <a:t>Upload driver licence images and biographic information</a:t>
            </a:r>
          </a:p>
          <a:p>
            <a:pPr>
              <a:spcBef>
                <a:spcPts val="0"/>
              </a:spcBef>
            </a:pPr>
            <a:r>
              <a:rPr lang="en-AU" sz="800" dirty="0"/>
              <a:t>Establish continuous synchronisation processes</a:t>
            </a:r>
          </a:p>
          <a:p>
            <a:pPr>
              <a:spcBef>
                <a:spcPts val="0"/>
              </a:spcBef>
            </a:pPr>
            <a:r>
              <a:rPr lang="en-AU" sz="800" dirty="0"/>
              <a:t>Enable Queensland licence participation in FVS checks</a:t>
            </a:r>
          </a:p>
          <a:p>
            <a:pPr>
              <a:spcBef>
                <a:spcPts val="0"/>
              </a:spcBef>
            </a:pPr>
            <a:r>
              <a:rPr lang="en-AU" sz="800" dirty="0"/>
              <a:t>Receive transaction-based funding for verification usage.</a:t>
            </a:r>
          </a:p>
          <a:p>
            <a:pPr marL="0" indent="0">
              <a:spcBef>
                <a:spcPts val="0"/>
              </a:spcBef>
              <a:buNone/>
            </a:pPr>
            <a:endParaRPr lang="en-AU" sz="800" b="1" dirty="0"/>
          </a:p>
          <a:p>
            <a:pPr marL="0" indent="0">
              <a:spcBef>
                <a:spcPts val="0"/>
              </a:spcBef>
              <a:buNone/>
            </a:pPr>
            <a:r>
              <a:rPr lang="en-AU" sz="800" b="1" dirty="0"/>
              <a:t>High-Level Indicative View</a:t>
            </a:r>
          </a:p>
          <a:p>
            <a:pPr marL="0" indent="0">
              <a:spcBef>
                <a:spcPts val="0"/>
              </a:spcBef>
              <a:buNone/>
            </a:pPr>
            <a:r>
              <a:rPr lang="en-AU" sz="800" dirty="0"/>
              <a:t>Area		Current Understanding</a:t>
            </a:r>
          </a:p>
          <a:p>
            <a:pPr marL="0" indent="0">
              <a:spcBef>
                <a:spcPts val="0"/>
              </a:spcBef>
              <a:buNone/>
            </a:pPr>
            <a:r>
              <a:rPr lang="en-AU" sz="800" dirty="0"/>
              <a:t>Build Cost		$1.5M-$2.5M</a:t>
            </a:r>
          </a:p>
          <a:p>
            <a:pPr marL="0" indent="0">
              <a:spcBef>
                <a:spcPts val="0"/>
              </a:spcBef>
              <a:buNone/>
            </a:pPr>
            <a:r>
              <a:rPr lang="en-AU" sz="800" dirty="0"/>
              <a:t>Delivery Timeframe	1-2 years</a:t>
            </a:r>
          </a:p>
          <a:p>
            <a:pPr marL="0" indent="0">
              <a:spcBef>
                <a:spcPts val="0"/>
              </a:spcBef>
              <a:buNone/>
            </a:pPr>
            <a:r>
              <a:rPr lang="en-AU" sz="800" dirty="0"/>
              <a:t>Revenue Model		$0.30 per verification transaction</a:t>
            </a:r>
          </a:p>
          <a:p>
            <a:pPr marL="0" indent="0">
              <a:spcBef>
                <a:spcPts val="0"/>
              </a:spcBef>
              <a:buNone/>
            </a:pPr>
            <a:r>
              <a:rPr lang="en-AU" sz="800" dirty="0"/>
              <a:t>Cost Recovery		Approximately 3 years depending on uptake</a:t>
            </a:r>
          </a:p>
          <a:p>
            <a:pPr marL="0" indent="0">
              <a:spcBef>
                <a:spcPts val="0"/>
              </a:spcBef>
              <a:buNone/>
            </a:pPr>
            <a:r>
              <a:rPr lang="en-AU" sz="800" dirty="0"/>
              <a:t>Operating Model		Ongoing maintenance and synchronisation required</a:t>
            </a:r>
          </a:p>
          <a:p>
            <a:pPr marL="0" indent="0">
              <a:spcBef>
                <a:spcPts val="0"/>
              </a:spcBef>
              <a:buNone/>
            </a:pPr>
            <a:endParaRPr lang="en-AU" sz="800" b="1" dirty="0"/>
          </a:p>
          <a:p>
            <a:pPr marL="0" indent="0">
              <a:spcBef>
                <a:spcPts val="0"/>
              </a:spcBef>
              <a:buNone/>
            </a:pPr>
            <a:r>
              <a:rPr lang="en-AU" sz="800" b="1" dirty="0"/>
              <a:t>Expected Benefits</a:t>
            </a:r>
          </a:p>
          <a:p>
            <a:pPr marL="0" indent="0">
              <a:spcBef>
                <a:spcPts val="0"/>
              </a:spcBef>
              <a:buNone/>
            </a:pPr>
            <a:r>
              <a:rPr lang="en-AU" sz="800" dirty="0"/>
              <a:t>✅ Improved identity assurance</a:t>
            </a:r>
          </a:p>
          <a:p>
            <a:pPr marL="0" indent="0">
              <a:spcBef>
                <a:spcPts val="0"/>
              </a:spcBef>
              <a:buNone/>
            </a:pPr>
            <a:r>
              <a:rPr lang="en-AU" sz="800" dirty="0"/>
              <a:t>✅ Reduced fraud and impersonation risk</a:t>
            </a:r>
          </a:p>
          <a:p>
            <a:pPr marL="0" indent="0">
              <a:spcBef>
                <a:spcPts val="0"/>
              </a:spcBef>
              <a:buNone/>
            </a:pPr>
            <a:r>
              <a:rPr lang="en-AU" sz="800" dirty="0"/>
              <a:t>✅ Improved privacy protections</a:t>
            </a:r>
          </a:p>
          <a:p>
            <a:pPr marL="0" indent="0">
              <a:spcBef>
                <a:spcPts val="0"/>
              </a:spcBef>
              <a:buNone/>
            </a:pPr>
            <a:r>
              <a:rPr lang="en-AU" sz="800" dirty="0"/>
              <a:t>✅ Support for national identity services</a:t>
            </a:r>
          </a:p>
          <a:p>
            <a:pPr marL="0" indent="0">
              <a:spcBef>
                <a:spcPts val="0"/>
              </a:spcBef>
              <a:buNone/>
            </a:pPr>
            <a:r>
              <a:rPr lang="en-AU" sz="800" dirty="0"/>
              <a:t>✅ Sustainable transaction-based funding model</a:t>
            </a:r>
          </a:p>
          <a:p>
            <a:pPr marL="0" indent="0">
              <a:spcBef>
                <a:spcPts val="0"/>
              </a:spcBef>
              <a:buNone/>
            </a:pPr>
            <a:r>
              <a:rPr lang="en-AU" sz="800" dirty="0"/>
              <a:t>✅ Reduced long-term revenue loss associated with replacement licences resulting from data breaches.</a:t>
            </a:r>
          </a:p>
          <a:p>
            <a:pPr marL="0" indent="0">
              <a:spcBef>
                <a:spcPts val="0"/>
              </a:spcBef>
              <a:buNone/>
            </a:pPr>
            <a:endParaRPr lang="en-AU" sz="800" b="1" dirty="0"/>
          </a:p>
          <a:p>
            <a:pPr marL="0" indent="0">
              <a:spcBef>
                <a:spcPts val="0"/>
              </a:spcBef>
              <a:buNone/>
            </a:pPr>
            <a:r>
              <a:rPr lang="en-AU" sz="800" b="1" dirty="0"/>
              <a:t>Key discovery questions</a:t>
            </a:r>
          </a:p>
          <a:p>
            <a:pPr marL="0" indent="0">
              <a:spcBef>
                <a:spcPts val="0"/>
              </a:spcBef>
              <a:buNone/>
            </a:pPr>
            <a:r>
              <a:rPr lang="en-AU" sz="800" b="1" dirty="0"/>
              <a:t>Data Scope &amp; Eligibility</a:t>
            </a:r>
          </a:p>
          <a:p>
            <a:pPr>
              <a:spcBef>
                <a:spcPts val="0"/>
              </a:spcBef>
            </a:pPr>
            <a:r>
              <a:rPr lang="en-AU" sz="800" dirty="0"/>
              <a:t>Which licence holders should be included?</a:t>
            </a:r>
          </a:p>
          <a:p>
            <a:pPr>
              <a:spcBef>
                <a:spcPts val="0"/>
              </a:spcBef>
            </a:pPr>
            <a:r>
              <a:rPr lang="en-AU" sz="800" dirty="0"/>
              <a:t>Current licence holders only?</a:t>
            </a:r>
          </a:p>
          <a:p>
            <a:pPr>
              <a:spcBef>
                <a:spcPts val="0"/>
              </a:spcBef>
            </a:pPr>
            <a:r>
              <a:rPr lang="en-AU" sz="800" dirty="0"/>
              <a:t>Expired or suspended licences?</a:t>
            </a:r>
          </a:p>
          <a:p>
            <a:pPr>
              <a:spcBef>
                <a:spcPts val="0"/>
              </a:spcBef>
            </a:pPr>
            <a:r>
              <a:rPr lang="en-AU" sz="800" dirty="0"/>
              <a:t>Other licence statuses?</a:t>
            </a:r>
          </a:p>
          <a:p>
            <a:pPr marL="0" indent="0">
              <a:spcBef>
                <a:spcPts val="0"/>
              </a:spcBef>
              <a:buNone/>
            </a:pPr>
            <a:r>
              <a:rPr lang="en-AU" sz="800" b="1" dirty="0"/>
              <a:t>Lifecycle &amp; Synchronisation</a:t>
            </a:r>
          </a:p>
          <a:p>
            <a:pPr>
              <a:spcBef>
                <a:spcPts val="0"/>
              </a:spcBef>
            </a:pPr>
            <a:r>
              <a:rPr lang="en-AU" sz="800" dirty="0"/>
              <a:t>What occurs when licences are cancelled?</a:t>
            </a:r>
          </a:p>
          <a:p>
            <a:pPr>
              <a:spcBef>
                <a:spcPts val="0"/>
              </a:spcBef>
            </a:pPr>
            <a:r>
              <a:rPr lang="en-AU" sz="800" dirty="0"/>
              <a:t>What occurs when customers transfer interstate?</a:t>
            </a:r>
          </a:p>
          <a:p>
            <a:pPr>
              <a:spcBef>
                <a:spcPts val="0"/>
              </a:spcBef>
            </a:pPr>
            <a:r>
              <a:rPr lang="en-AU" sz="800" dirty="0"/>
              <a:t>How are data updates managed?</a:t>
            </a:r>
          </a:p>
          <a:p>
            <a:pPr marL="0" indent="0">
              <a:spcBef>
                <a:spcPts val="0"/>
              </a:spcBef>
              <a:buNone/>
            </a:pPr>
            <a:r>
              <a:rPr lang="en-AU" sz="800" b="1" dirty="0"/>
              <a:t>Privacy &amp; Sensitive Customers</a:t>
            </a:r>
          </a:p>
          <a:p>
            <a:pPr>
              <a:spcBef>
                <a:spcPts val="0"/>
              </a:spcBef>
            </a:pPr>
            <a:r>
              <a:rPr lang="en-AU" sz="800" dirty="0"/>
              <a:t>How are protected or suppressed customers handled?</a:t>
            </a:r>
          </a:p>
          <a:p>
            <a:pPr>
              <a:spcBef>
                <a:spcPts val="0"/>
              </a:spcBef>
            </a:pPr>
            <a:r>
              <a:rPr lang="en-AU" sz="800" dirty="0"/>
              <a:t>What information can be shared?</a:t>
            </a:r>
          </a:p>
          <a:p>
            <a:pPr>
              <a:spcBef>
                <a:spcPts val="0"/>
              </a:spcBef>
            </a:pPr>
            <a:r>
              <a:rPr lang="en-AU" sz="800" dirty="0"/>
              <a:t>What consent mechanisms are required?</a:t>
            </a:r>
          </a:p>
          <a:p>
            <a:pPr marL="0" indent="0">
              <a:spcBef>
                <a:spcPts val="0"/>
              </a:spcBef>
              <a:buNone/>
            </a:pPr>
            <a:r>
              <a:rPr lang="en-AU" sz="800" b="1" dirty="0"/>
              <a:t>Governance &amp; Ownership</a:t>
            </a:r>
          </a:p>
          <a:p>
            <a:pPr>
              <a:spcBef>
                <a:spcPts val="0"/>
              </a:spcBef>
            </a:pPr>
            <a:r>
              <a:rPr lang="en-AU" sz="800" dirty="0"/>
              <a:t>Who owns implementation?</a:t>
            </a:r>
          </a:p>
          <a:p>
            <a:pPr>
              <a:spcBef>
                <a:spcPts val="0"/>
              </a:spcBef>
            </a:pPr>
            <a:r>
              <a:rPr lang="en-AU" sz="800" dirty="0"/>
              <a:t>Who funds ongoing operations?</a:t>
            </a:r>
          </a:p>
          <a:p>
            <a:pPr>
              <a:spcBef>
                <a:spcPts val="0"/>
              </a:spcBef>
            </a:pPr>
            <a:r>
              <a:rPr lang="en-AU" sz="800" dirty="0"/>
              <a:t>What responsibilities sit with Commonwealth, TMR and service providers?</a:t>
            </a:r>
          </a:p>
          <a:p>
            <a:pPr>
              <a:spcBef>
                <a:spcPts val="0"/>
              </a:spcBef>
            </a:pPr>
            <a:r>
              <a:rPr lang="en-AU" sz="800" dirty="0"/>
              <a:t>What ongoing support capability is required?</a:t>
            </a:r>
          </a:p>
        </p:txBody>
      </p:sp>
    </p:spTree>
    <p:extLst>
      <p:ext uri="{BB962C8B-B14F-4D97-AF65-F5344CB8AC3E}">
        <p14:creationId xmlns:p14="http://schemas.microsoft.com/office/powerpoint/2010/main" val="20184037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8813</TotalTime>
  <Words>4973</Words>
  <Application>Microsoft Office PowerPoint</Application>
  <PresentationFormat>Widescreen</PresentationFormat>
  <Paragraphs>1081</Paragraphs>
  <Slides>34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Aptos</vt:lpstr>
      <vt:lpstr>Aptos Display</vt:lpstr>
      <vt:lpstr>Arial</vt:lpstr>
      <vt:lpstr>Segoe UI</vt:lpstr>
      <vt:lpstr>Office Theme</vt:lpstr>
      <vt:lpstr>PowerPoint Presentation</vt:lpstr>
      <vt:lpstr>PowerPoint Presentation</vt:lpstr>
      <vt:lpstr>Key Discovery Deadlines</vt:lpstr>
      <vt:lpstr>Recommended Discovery Waves</vt:lpstr>
      <vt:lpstr>Main Discovery Questions</vt:lpstr>
      <vt:lpstr>Offence Management</vt:lpstr>
      <vt:lpstr>PowerPoint Presentation</vt:lpstr>
      <vt:lpstr>PowerPoint Presentation</vt:lpstr>
      <vt:lpstr>Offence Management Discovery</vt:lpstr>
      <vt:lpstr>Discovery Focus by Initiative Offence Management</vt:lpstr>
      <vt:lpstr>Registration and Vehicle</vt:lpstr>
      <vt:lpstr>PowerPoint Presentation</vt:lpstr>
      <vt:lpstr>PowerPoint Presentation</vt:lpstr>
      <vt:lpstr>Registration and Vehicles Discovery</vt:lpstr>
      <vt:lpstr>Discovery Focus by Initiative Registration and Vehicle</vt:lpstr>
      <vt:lpstr>Payment Modernisation</vt:lpstr>
      <vt:lpstr>PowerPoint Presentation</vt:lpstr>
      <vt:lpstr>PowerPoint Presentation</vt:lpstr>
      <vt:lpstr>Payment Modernisation Discovery</vt:lpstr>
      <vt:lpstr>Discovery Focus by Initiative Payment Modernisation</vt:lpstr>
      <vt:lpstr>Transport Services for Business Customers</vt:lpstr>
      <vt:lpstr>PowerPoint Presentation</vt:lpstr>
      <vt:lpstr>PowerPoint Presentation</vt:lpstr>
      <vt:lpstr>Transport Services for Business Customers Discovery</vt:lpstr>
      <vt:lpstr>Discovery Focus by Initiative Transport Services for Business Customers</vt:lpstr>
      <vt:lpstr>Partner Exchange</vt:lpstr>
      <vt:lpstr>PowerPoint Presentation</vt:lpstr>
      <vt:lpstr>PowerPoint Presentation</vt:lpstr>
      <vt:lpstr>Partner Exchange Discovery</vt:lpstr>
      <vt:lpstr>Discovery Focus by Initiative Partner Exchange</vt:lpstr>
      <vt:lpstr>NHVR &amp; QCIS highlight the need for a future Partner Exchange model</vt:lpstr>
      <vt:lpstr>Key discovery focus areas and decisions needed</vt:lpstr>
      <vt:lpstr>NDLFRS Participation | Strengthening Identity Security &amp; Future Digital Services</vt:lpstr>
      <vt:lpstr>Discovery Focus | Defining Queensland's Participation Model</vt:lpstr>
    </vt:vector>
  </TitlesOfParts>
  <Company>Department of Transport and Main Roads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Rebecca A McLeod</dc:creator>
  <cp:lastModifiedBy>James K Hopkins</cp:lastModifiedBy>
  <cp:revision>2</cp:revision>
  <dcterms:created xsi:type="dcterms:W3CDTF">2026-08-10T03:41:09Z</dcterms:created>
  <dcterms:modified xsi:type="dcterms:W3CDTF">2026-09-09T23:28:04Z</dcterms:modified>
</cp:coreProperties>
</file>